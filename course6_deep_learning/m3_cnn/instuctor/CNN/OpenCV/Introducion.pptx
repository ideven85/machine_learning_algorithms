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1" r:id="rId3"/>
    <p:sldId id="259" r:id="rId4"/>
    <p:sldId id="299" r:id="rId5"/>
    <p:sldId id="300" r:id="rId6"/>
    <p:sldId id="298" r:id="rId7"/>
    <p:sldId id="302" r:id="rId8"/>
    <p:sldId id="296" r:id="rId9"/>
    <p:sldId id="295" r:id="rId10"/>
    <p:sldId id="294" r:id="rId11"/>
    <p:sldId id="29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C9C4"/>
    <a:srgbClr val="F1FAFD"/>
    <a:srgbClr val="334552"/>
    <a:srgbClr val="3241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58"/>
    <p:restoredTop sz="96327"/>
  </p:normalViewPr>
  <p:slideViewPr>
    <p:cSldViewPr snapToGrid="0" snapToObjects="1">
      <p:cViewPr>
        <p:scale>
          <a:sx n="218" d="100"/>
          <a:sy n="218" d="100"/>
        </p:scale>
        <p:origin x="-2112" y="-9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6:55.477"/>
    </inkml:context>
    <inkml:brush xml:id="br0">
      <inkml:brushProperty name="width" value="0.05" units="cm"/>
      <inkml:brushProperty name="height" value="0.05" units="cm"/>
      <inkml:brushProperty name="color" value="#E71224"/>
    </inkml:brush>
  </inkml:definitions>
  <inkml:trace contextRef="#ctx0" brushRef="#br0">1 1373 24575,'48'-28'0,"-2"1"0,9-6 0,6-2 0,8-3 0,5-2-962,-5 1 0,5-1 1,3 0-1,3-1 962,-5 3 0,3 1 0,3-1 0,2 0 0,2 1-611,-6 3 0,2 0 0,1 1 1,2-1-1,2 1 0,2 1 611,-4 2 0,1 1 0,3 0 0,0 1 0,2 0 0,1 0 0,2 2-322,-5 2 1,3 0-1,0 1 1,2 0 0,0 1-1,1 1 1,1 1 0,0 0 321,-7 3 0,1 1 0,1 0 0,0 1 0,1 0 0,0 2 0,0 0 0,0 0 0,0 1 0,2 0 0,0 1 0,1 1 0,0 0 0,0 1 0,-1 1 0,0 0 0,-1 0 0,-2 2 0,4 0 0,-1 1 0,-1 0 0,0 1 0,-1 1 0,-2 0 0,-1 1 0,-1 0-234,16-1 0,-1 2 1,-2 0-1,-2 0 1,-2 1-1,-4 0 234,-1 0 0,-3 0 0,-3 1 0,-2 0 0,-4 1 0,25-1 0,-5 2 0,-11-1 493,-8 0 0,-9 1-493,-8-1 0,-2 0 0,-9-2 0,4 0 0,9 0 0,7 0 0,6 0 271,1-1 0,5 1 1,4 0-1,2 1-271,-5 1 0,3 0 0,2 2 0,2 0 0,1 1 245,-7 1 1,1 0-1,2 1 1,1 1-1,0 1 1,0 0-246,5 2 0,0 1 0,1 1 0,1 0 0,-1 1 0,0 1 0,0 1 0,1 0 0,0 2 0,0 0 0,-2 0 0,1 0 0,-5 0 0,0 0 0,-1 1 0,0-1 0,-2 1 0,0 0 13,10 3 1,-2 0 0,-1 0-1,-1 1 1,-1-1-14,-7-1 0,-2 0 0,0 0 0,-2 0 0,-1 0-240,11 4 1,-2-1 0,-2 1 0,-1-2 239,-9-1 0,-1-1 0,-2 0 0,-2 0 468,12 4 1,-2-1-1,-4-1-468,-12-2 0,-2-1 0,-3 1 0,18 6 0,-3 1 1528,-6-1 0,-2 1-1528,-7-2 0,-2 1 1204,-5-1 1,-3 0-1205,-7-2 0,-3 0 1522,22 15-1522,-18-9 438,-11-5-438,-1-3 0,4 5 0,8 5 0,8 7 0,5 6 0,2 4 0,-1 5 0,-4 4 0,-3 2 0,-2 3 0,-6-6 0,-9-6 0,-10-12 0,-10-12 0,-7-8 0,-7-10 0,-14-4 0,-20-7 0,-23-7 0,-16-5 0,-9-5 0,2-1 0,7-1 0,8 1 0,12 4 0,12 3 0,9 4 0,16 6 0,11 3 0,20 10 0,20 11 0,19 9 0,15 8 0,10 2 0,0-2 0,-1-4 0,-4-4 0,-5-5 0,-10-4 0,-9-5 0,-12-7 0,-7-4 0,-4-3 0,-3-6 0,-1-5 0,-1-9 0,-2-8 0,-4-4 0,-2-1 0,-4 2 0,-3-2 0,-4 2 0,-3 4 0,-2 2 0,0 13 0,0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01.459"/>
    </inkml:context>
    <inkml:brush xml:id="br0">
      <inkml:brushProperty name="width" value="0.05" units="cm"/>
      <inkml:brushProperty name="height" value="0.05" units="cm"/>
      <inkml:brushProperty name="color" value="#E71224"/>
    </inkml:brush>
  </inkml:definitions>
  <inkml:trace contextRef="#ctx0" brushRef="#br0">3311 401 24575,'-69'0'0,"2"0"0,-11-2 0,3-2 0,-6-3 0,-6-1-990,6-1 0,-5-1 1,-3-2-1,1-1 990,-4-1 0,-2-3 0,1 0 0,0-1 0,0-1 0,1-2 0,0 0 0,2 0 0,4 2 0,1 1 0,2-1 0,2 2 134,-12-2 1,2 0 0,2 3-135,9 2 0,3 2 0,2 2 413,-17 0 0,5 4-413,14 1 0,5 3 0,11 1 0,4 1 0,-29 6 2013,23 6-2013,20 6 716,11 7-716,4 3 0,0 7 0,0 3 0,0-1 0,2-1 0,-1-3 0,-1 0 0,-1-1 0,-2 0 0,3-3 0,3-4 0,5-1 0,8 1 0,3 4 0,3 8 0,2 6 0,0 6 0,0 4 0,3 1 0,4 2 0,7 2 0,10 0 0,7 0 0,9 0 0,6 2 0,5 3 0,5 3 0,5 3 0,3-3 0,1-1 0,2-4 0,-1-5 0,-2-2 0,-4-3 0,-5-2 0,-6-1 0,-8-3 0,-6-3 0,-7-3 0,-4-4 0,-4-1 0,-2-3 0,1 1 0,0-1 0,3-1 0,-1-5 0,1-3 0,-1-3 0,0-5 0,3 3 0,6-2 0,8 3 0,11 0 0,6-1 0,13 1 0,10-3 0,15-4 0,-35-7 0,3-2 0,9 0 0,3-2 0,11 0 0,3-1 0,8-2 0,1-3 0,2-2 0,0-2 0,0-4 0,-1-2 0,-3-2 0,-2-1 0,-9 2 0,-2 1 0,-8 1 0,-3 2 0,-9 3 0,-3 2-6784,29-3 6784,-29 6 0,-26 3 0,-11 0 0,8-7 0,11-7 0,6-5 0,0-4 6784,-4-4-6784,-3-3 0,-5-3 0,-5-5 0,-3-9 0,-3-11 0,-2-12 0,-2-8 0,-4-1 0,-4 0 0,-5 7 0,-4 8 0,-2 6 0,0 7 0,-2 3 0,-2 1 0,-6 0 0,-3-2 0,-2-6 0,-3-5 0,-2-5 0,-5-2 0,-3 7 0,1 9 0,-1 9 0,3 7 0,2 0 0,0 1 0,1 0 0,1 0 0,0 3 0,1 0 0,-3 2 0,0 4 0,-5 3 0,-4 4 0,-8 0 0,-10 1 0,-8 2 0,-5 0 0,3 5 0,8 3 0,12 3 0,13 2 0,11 3 0,8 0 0,4 0 0,2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19.006"/>
    </inkml:context>
    <inkml:brush xml:id="br0">
      <inkml:brushProperty name="width" value="0.05" units="cm"/>
      <inkml:brushProperty name="height" value="0.05" units="cm"/>
      <inkml:brushProperty name="color" value="#E71224"/>
    </inkml:brush>
  </inkml:definitions>
  <inkml:trace contextRef="#ctx0" brushRef="#br0">1 1 24575,'0'17'0,"0"11"0,0 21 0,0 19 0,0 16 0,0 13 0,0-45 0,0 1 0,0 4 0,0 0 0,0 7 0,0 1 0,0 0 0,0 0 0,-1 1 0,2 1 0,-1 1 0,2 0 0,1-5 0,0-1 0,2 0 0,0-1 0,1-5 0,-1-1 0,4 41 0,-2-6 0,-2-8 0,-3-10 0,0-4 0,-2-10 0,0-5 0,0-7 0,0-7 0,0-2 0,0-1 0,0 0 0,0 2 0,0-2 0,0 0 0,0 0 0,0-1 0,1-3 0,1-4 0,1-7 0,2-5 0,-2-3 0,0-1 0,0 2 0,-1 2 0,-1 4 0,0 5 0,-1 3 0,1 1 0,1-1 0,0-6 0,2-3 0,-3-9 0,1-3 0,-2-4 0,2 0 0,-1-1 0,2 1 0,-1-2 0,0 2 0,1-2 0,0 1 0,1 0 0,1 1 0,4 2 0,5 2 0,5 3 0,3 2 0,-1-1 0,-3 0 0,-2-3 0,-2-1 0,0 0 0,-2-1 0,0-2 0,0-1 0,0-2 0,6-1 0,9 0 0,15 0 0,24-5 0,24-7 0,-30 3 0,3-1 0,11-2 0,3 0 0,3 1 0,1 2 0,0 2 0,-2 2 0,-6 2 0,-3 0 0,-7 3 0,-4 0 0,-4 0 0,-4 0 0,32 2 0,-20 4 0,-16 3 0,-10 4 0,-5 1 0,-3 0 0,0-4 0,3-2 0,6-5 0,6-3 0,7 0 0,7-4 0,4-4 0,2-2 0,0 0 0,0 5 0,-2 4 0,-2 1 0,-7 0 0,-6 2 0,-6 2 0,-7 5 0,-1 1 0,-3 1 0,1-3 0,1-2 0,-1-1 0,1-2 0,1-1 0,-1 0 0,-1 3 0,-3 1 0,-6 1 0,-4 0 0,-5-2 0,-6-3 0,0 0 0,-6-3 0,0-3 0,-1 1 0,0-6 0,0-1 0,0 4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54.304"/>
    </inkml:context>
    <inkml:brush xml:id="br0">
      <inkml:brushProperty name="width" value="0.05" units="cm"/>
      <inkml:brushProperty name="height" value="0.05" units="cm"/>
      <inkml:brushProperty name="color" value="#E71224"/>
    </inkml:brush>
  </inkml:definitions>
  <inkml:trace contextRef="#ctx0" brushRef="#br0">1 28 24575,'80'0'0,"-3"-2"0,12-2 0,-3 2 0,8-1 0,5 1-1269,-9-1 0,4 1 0,3 1 0,3-1 1269,-11 0 0,4 1 0,0-1 0,2 1 0,-1 1-393,4-1 0,0 1 0,0 0 1,1 0-1,0 1 393,-15-1 0,0 0 0,0 0 0,0 0 0,0 0 0,-1 1 0,15 0 0,-1 0 0,0 0 0,-2 1 0,-2-1 62,-9 1 1,-2 1 0,0-1 0,-3 1 0,-2 0-63,6 0 0,-1 1 0,-4 0 0,-4 0 0,4 1 0,-5 0 0,-5-1 0,6 1 0,-8-2 2105,17 1-2105,-40-4 3005,-26 1-3005,-8 21 1616,-13 48-1616,-2-5 0,-1 9 0,1-5 0,0 5 0,-1 2-408,0 14 1,0 3 0,0 1 407,1 3 0,1 1 0,0-1 0,1-3 0,1-1 0,0-2-135,1-10 0,0-1 1,0-3 134,1-7 0,0-3 0,0-1 0,0 22 0,0-3 0,3-9 0,1-3 0,2-5 0,2-2 0,2-8 0,1-2 0,1-6 0,1-3 1196,10 32-1196,-7-22 430,-4-18-430,-6-14 0,-3-8 0,-1-3 0,-1 0 0,0 3 0,0 3 0,0 0 0,0-1 0,0-3 0,0-2 0,0-6 0,-1 0 0,-6-2 0,-9 4 0,-11 3 0,-17 4 0,-25 7 0,21-9 0,-6-1 0,-17 3 0,-6-2 0,-16 1 0,-6-2-222,27-4 0,-2-1 1,0-1 221,-2-1 0,-1 0 0,1 0 0,2-1 0,0 0 0,0 0 0,2-1 0,0 1 0,0 0 0,1 0 0,0 0 0,-1 0 0,0 2 0,-1 1 0,0 0 0,0 0 0,-1 1 0,2 0 0,0-1 0,2 1 0,0 0 0,-28 3 0,3 0 0,9-1 0,4-2 0,9-1 0,4-1 0,12-3 0,3 0 0,-33 0 0,26-5 0,22 0 665,14 0-665,7 0 0,9 0 0,-3 0 0,2 0 0,-6-3 0,-7-3 0,-8-8 0,-7-9 0,-13-16 0,-12-24 0,26 17 0,0-6 0,-7-23 0,1-9-411,12 15 1,1-5-1,1-3 411,-1-13 0,2-5 0,1-1 0,7 20 0,1-2 0,1 0 0,1 2 0,-2-22 0,1 1 0,3 3 0,2 9 0,3 2 0,1 4 0,-1-17 0,3 7 0,4 20 0,1 5 0,1-28 0,5 30 0,5 14 0,6 4 1232,5 2-1232,1 2 0,0 0 0,-1 2 0,-2 5 0,-3 9 0,-3 8 0,-5 6 0,-2 4 0,-4-3 0,-1-9 0,1-19 0,2-27 0,2-22 0,-2 35 0,-1 0 0,0 0 0,-1 1 0,0-34 0,-1 21 0,0 23 0,0 23 0,0 7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30.388"/>
    </inkml:context>
    <inkml:brush xml:id="br0">
      <inkml:brushProperty name="width" value="0.05" units="cm"/>
      <inkml:brushProperty name="height" value="0.05" units="cm"/>
      <inkml:brushProperty name="color" value="#E71224"/>
    </inkml:brush>
  </inkml:definitions>
  <inkml:trace contextRef="#ctx0" brushRef="#br0">1515 312 24575,'9'0'0,"0"0"0,3 0 0,4 0 0,7 0 0,5 0 0,-1 0 0,-3 0 0,-14 0 0,-68 7 0,6 4 0,-10 2 0,-3 1 0,-7 1 0,-1 1-221,-4 4 0,-2 1 0,0 0 221,1 0 0,0 0 0,3 1 0,8-3 0,2 1 0,3-1 0,-15 5 0,7-1 0,15-4 0,6-1 0,-21 11 0,31-10 0,19-7 0,12-4 0,5-2 0,3-1 663,0 0-663,0 3 0,0 3 0,0 8 0,0 12 0,0 20 0,0 21 0,0 25 0,0-35 0,0 2 0,0 11 0,0 4 0,0 15 0,0 5-355,0-24 0,0 1 0,0 3 355,1 10 0,1 2 0,-1 3-495,1-15 0,0 1 1,0 2-1,1 2 495,-1 9 0,1 2 0,0 1 0,0 0 0,-1 3 0,1 1 0,0 0 0,-1 0 0,-1-19 0,1 0 0,-1 1 0,0-1 0,0 0 0,0 18 0,-1 1 0,0-2 0,-1 0 0,-2-5 0,0-1 0,-2-1 0,-1 0 0,-1-1 0,-1 0 0,-2 0 0,0-3-189,0-9 1,-2-1 0,0-2 0,-1-2 188,-4 11 0,-1-2 0,0-5 0,-5 18 0,0-9 0,6-23 0,0-7 915,-10 22-915,15-38 1997,4-10-1997,8 38 0,0-2 0,0 11 0,0-6 0,0 7 0,0 3-210,0-9 1,0 3 0,0 2 0,0 1 209,0 7 0,0 3 0,0 0 0,0 2 0,0 4 0,0 2 0,0 1 0,0 0-545,0 2 1,0 0-1,0 1 1,0 0 544,1-18 0,1 0 0,-1 0 0,2 0 0,0 1 0,0 2 0,1 1 0,1 0 0,0-1 0,0 1 0,0-2 0,2 0 0,-1-1 0,0 1 0,1 0 0,0 1 0,0 1 0,-1-1 0,1 0 0,-1 0 0,0-1 0,0 0 0,-1 0 0,-1-1 0,1-2 0,-1 15 0,0-2 0,-1-2 0,-1 0-215,1-7 0,-2 0 0,1-3 1,-1-2 214,1 11 0,-1-5 0,-1-3 0,1 19 0,-2-8 0,-1-21 0,0-8 1443,-4 24-1443,0-38 2255,1-18-2255,4 34 0,1-10 0,0 8 0,0 23 0,1 7 116,1-21 0,0 3 0,2 0-116,1 0 0,2 1 0,0-1 0,1-4 0,1-1 0,2-2 0,5 24 0,1-5 0,-1-14 0,-1-5 0,-3-15 0,0-5 0,8 24 0,-6-32 0,-5-21 0,-4-13 0,-2-7 713,0-3-713,4-4 0,16-6 0,27-11 0,41-12 0,-23 12 0,7 0 0,16-5 0,5 2-267,-23 7 1,2 1 0,1 2 266,3-1 0,1 2 0,-1 1 0,-3 1 0,-1 2 0,-1 1-7,-5 2 1,-2 1 0,-2 1 6,21-2 0,-5 2 0,-12 1 0,-5 0 0,-10 1 0,-4-1 0,23-1 0,-26 1 798,-17 2-798,-12-1 20,-9-1-20,-4-2 0,-2-11 0,3-29 0,1-49 0,-3 15 0,-1-12 0,0 6 0,-2-7 0,1-5-689,-1 10 0,0-3 1,-1-4-1,1-2 689,0 10 0,1-3 0,-1-1 0,1-1 0,0-2-575,0 9 1,-1-1 0,1-1 0,0-2 0,1 1 0,1-2 574,0-5 0,1-1 0,1 0 0,0-2 0,1 0 0,1-1-485,0 8 1,1 0-1,1-2 1,0 0-1,1 0 1,1 0-1,0-1 485,1-2 0,1-2 0,0 1 0,1-1 0,1 1 0,0 0 0,0 2 0,0 3 0,0 1 0,1 1 0,0 0 0,0 1 0,1 1 0,0 1-254,1-8 1,1 2-1,1 0 1,-1 2 0,0 2-1,0 3 254,1-3 0,0 2 0,-1 3 0,0 1 0,0 4 237,2-5 0,-1 4 1,1 2-1,-2 3-237,3-9 0,0 3 0,-3 6 0,2-6 0,-3 9 0,5-22 2489,-17 52-2489,-4 19 3989,-3-60-3989,1-1 0,1-15 0,-1 29 0,0-7 0,0-4 0,0-3-98,0 0 0,-1-4 0,1-3 0,0-1 0,0-1 98,-1 8 0,1-1 0,0-1 0,-1-1 0,0 0 0,1 1 0,-1 1 0,0 0 0,0-1 0,0 1 0,0 1 0,0 2 0,0-9 0,0 1 0,0 2 0,0 2 0,0 2 21,0-4 0,0 3 0,0 3 0,0 5-21,0-2 0,0 6 0,0 4 0,0-11 0,0 9 0,0-22 0,0 45 0,0 21 3232,0 3-3232,2-6 860,5-7-860,4-5 0,3-2 0,-3 4 0,-2 3 0,-2 3 0,-3-2 0,1-7 0,-1-11 0,-2-22 0,-1 25 0,-1-3 0,1-18 0,-2-4 0,1-17 0,-2-4 0,0 32 0,-1-1 0,-1 3 0,-1-18 0,-1 7 0,-4-21 0,-4 43 0,-13-20 0,3 14 0,-2-8 0,-7-20 0,0-4 0,9 26 0,1 0 0,1 2 0,-5-23 0,2 5 0,7 17 0,1 5 0,-5-15 0,14 42 0,3 23 0,5 13 0,0 3 0,-2-3 0,-7 5 0,-25 6 0,-44 19 0,15-5 0,-5 3 0,-10 5 0,-2 2 0,0 0 0,2-1 0,13-6 0,5-2 0,-17 8 0,27-16 0,33-14 0,8-6 0,9-3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35.304"/>
    </inkml:context>
    <inkml:brush xml:id="br0">
      <inkml:brushProperty name="width" value="0.05" units="cm"/>
      <inkml:brushProperty name="height" value="0.05" units="cm"/>
      <inkml:brushProperty name="color" value="#E71224"/>
    </inkml:brush>
  </inkml:definitions>
  <inkml:trace contextRef="#ctx0" brushRef="#br0">4668 140 24575,'-17'0'0,"-26"0"0,-49 0 0,13-2 0,-11-3 0,12 0 0,-4-1 0,-5 0-721,9-1 0,-4 1 0,-3-1 0,-1-1 721,9 2 0,-2-2 0,-1 1 0,-2 0 0,1 1 0,-1 0 0,-2 0 0,1 0 0,-1 1 0,0 1 0,-3-1 0,0 1 0,0 1 0,-1 0 0,2 0 0,3 1 0,0 0 0,1 0 0,0 1 0,1 0 0,-14 1 0,0-1 0,2 1 0,1 0-112,5 0 0,2 0 1,1 0-1,2 1 112,-15 0 0,3 1 0,3 2-97,12-1 0,1 2 0,4 1 97,-24 3 0,4 2 0,11 1 0,5 0 0,12-1 0,4 0 1016,10-1 0,6 0-1016,-15 7 1243,27-1-1243,18-3 347,8 3-347,0 6 0,-1 6 0,-4 12 0,-3 9 0,-4 10 0,-2 8 0,0 2 0,1-1 0,2-3 0,3-7 0,6-6 0,5-7 0,3-4 0,2-2 0,2-5 0,3-6 0,2-9 0,3-7 0,0-2 0,5-1 0,6 3 0,6 3 0,11 5 0,12 2 0,18 8 0,15 1 0,-36-16 0,2 0 0,6 0 0,1-1 0,3-2 0,0-1 0,7 1 0,2-1 0,2-2 0,1-1 0,-2-1 0,1-1 0,0-2 0,0 0 0,-3-1 0,-1-1 0,2 1 0,1-1 0,-1-1 0,1 1 0,0-1 0,0-1 0,1 0 0,1 0 0,0 0 0,0 0 0,-2 0 0,2 0 0,2 1 0,1-2 0,0 0 0,0-2 0,1 0 0,-1-1 0,-2-1 0,-1-2 0,-6 0 0,-1-1 0,-2 0 0,-2 1 0,-4 0 0,-1 0 0,-3 0 0,0 1 0,42-6 0,-8 1 0,-1 0 0,-3 1 0,1-1 0,-2-2 0,1-4 0,1-2 0,-2-1 0,2-1 0,-3 2 0,-7 0 0,-7-1 0,-13 0 0,-10-1 0,-10-1 0,-7-1 0,-7 1 0,-4-3 0,-1-4 0,0-4 0,-2-4 0,0-3 0,-3-2 0,-2-3 0,-2 2 0,-3 5 0,-2 5 0,0 7 0,0 8 0,0 4 0,0 5 0,0 2 0,0-2 0,0 4 0,0-4 0,-2 4 0,-2-2 0,-2 0 0,-1 1 0,1-1 0,-2-2 0,-1-2 0,-4-3 0,-4-4 0,-1-1 0,1-1 0,4 5 0,3 4 0,5 7 0,-1 1 0,4 2 0,-2 0 0,0-1 0,-3 1 0,-7-3 0,-6-4 0,-9-8 0,-4-4 0,0 0 0,4 0 0,9 4 0,5 5 0,8 4 0,3 3 0,4 1 0,0 0 0,0 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36.92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38.673"/>
    </inkml:context>
    <inkml:brush xml:id="br0">
      <inkml:brushProperty name="width" value="0.05" units="cm"/>
      <inkml:brushProperty name="height" value="0.05" units="cm"/>
      <inkml:brushProperty name="color" value="#E71224"/>
    </inkml:brush>
  </inkml:definitions>
  <inkml:trace contextRef="#ctx0" brushRef="#br0">62 1 24575,'0'11'0,"0"16"0,0 20 0,-4 23 0,-2 19 0,-4-1 0,-1-4 0,2-13 0,1-16 0,2-14 0,2-10 0,1-17 0,3-2 0,0-12 0,0 0 0,0-3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39.90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43.062"/>
    </inkml:context>
    <inkml:brush xml:id="br0">
      <inkml:brushProperty name="width" value="0.05" units="cm"/>
      <inkml:brushProperty name="height" value="0.05" units="cm"/>
      <inkml:brushProperty name="color" value="#E71224"/>
    </inkml:brush>
  </inkml:definitions>
  <inkml:trace contextRef="#ctx0" brushRef="#br0">637 246 24575,'-4'-5'0,"-1"0"0,1-1 0,-2-5 0,-1-1 0,1-4 0,-2-1 0,-2 1 0,-2 1 0,-4 1 0,-6 0 0,-10 0 0,-8 0 0,-9-3 0,-2 0 0,-1 1 0,3 2 0,6 4 0,4 3 0,5 3 0,5 2 0,4 2 0,6 0 0,6 0 0,5 2 0,5 1 0,2 2 0,1 1 0,0 2 0,0-1 0,0 0 0,0-1 0,0 2 0,0 3 0,-3 7 0,-2 8 0,-3 8 0,-2 8 0,1 6 0,1 9 0,3 7 0,4 8 0,1 8 0,0 2 0,0 0 0,0-9 0,1-10 0,3-11 0,1-13 0,4-10 0,-1-9 0,0-5 0,0-3 0,-2-3 0,-1-1 0,1-3 0,-1-1 0,1 0 0,1 1 0,2 1 0,1 1 0,1 1 0,1-1 0,0-2 0,0 0 0,0-2 0,-1-2 0,-2 0 0,-3 1 0,-1-1 0,-1 1 0,0-1 0,0-1 0,-2 0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58.096"/>
    </inkml:context>
    <inkml:brush xml:id="br0">
      <inkml:brushProperty name="width" value="0.05" units="cm"/>
      <inkml:brushProperty name="height" value="0.05" units="cm"/>
      <inkml:brushProperty name="color" value="#E71224"/>
    </inkml:brush>
  </inkml:definitions>
  <inkml:trace contextRef="#ctx0" brushRef="#br0">0 91 24575,'3'-10'0,"0"-4"0,-3-3 0,5-1 0,-1 5 0,6 6 0,3 5 0,5 0 0,-1-2 0,-5 2 0,-7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59.124"/>
    </inkml:context>
    <inkml:brush xml:id="br0">
      <inkml:brushProperty name="width" value="0.05" units="cm"/>
      <inkml:brushProperty name="height" value="0.05" units="cm"/>
      <inkml:brushProperty name="color" value="#E71224"/>
    </inkml:brush>
  </inkml:definitions>
  <inkml:trace contextRef="#ctx0" brushRef="#br0">3 119 24575,'-3'-17'0,"3"4"0,2-6 0,9 2 0,3-2 0,1 2 0,-5 7 0,-4 5 0,-3 4 0,-2 1 0,0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9:07.471"/>
    </inkml:context>
    <inkml:brush xml:id="br0">
      <inkml:brushProperty name="width" value="0.05" units="cm"/>
      <inkml:brushProperty name="height" value="0.05" units="cm"/>
      <inkml:brushProperty name="color" value="#E71224"/>
    </inkml:brush>
  </inkml:definitions>
  <inkml:trace contextRef="#ctx0" brushRef="#br0">631 1 24575,'-44'0'0,"-14"0"0,-22 0 0,-10 0 0,-3 0 0,9 0 0,17 0 0,17 0 0,28 1 0,9 3 0,10 5 0,-2 5 0,1 4 0,0 0 0,-1-2 0,2-1 0,-1-8 0,2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9:10.847"/>
    </inkml:context>
    <inkml:brush xml:id="br0">
      <inkml:brushProperty name="width" value="0.05" units="cm"/>
      <inkml:brushProperty name="height" value="0.05" units="cm"/>
      <inkml:brushProperty name="color" value="#E71224"/>
    </inkml:brush>
  </inkml:definitions>
  <inkml:trace contextRef="#ctx0" brushRef="#br0">1499 28 24575,'-7'-6'0,"0"2"0,-9 2 0,-15 2 0,-27 0 0,-39 0 0,33 0 0,-4 0 0,-4 0 0,-2 0 0,1 0 0,0 0 0,9 0 0,2 0 0,-38 0 0,15 5 0,15 9 0,3 18 0,-1 14 0,-1 10 0,3 8 0,8-4 0,11 2 0,12-4 0,10-2 0,9 1 0,5 2 0,4 3 0,2 2 0,3-2 0,0-4 0,2-4 0,0-5 0,3-5 0,3-3 0,4-3 0,3-3 0,2-6 0,2-2 0,1-5 0,3-3 0,5 0 0,8-4 0,8 1 0,9-1 0,6-1 0,6-2 0,6-3 0,8-2 0,9-2 0,8-2 0,2-1 0,-4-2 0,-8 0 0,-10 0 0,-9-3 0,-7-7 0,-1-9 0,4-11 0,9-10 0,7-9 0,1-4 0,-2-1 0,-6-2 0,-10 2 0,-6 1 0,-9-1 0,-7 3 0,-9 3 0,-7 5 0,-8 7 0,-5 1 0,-2-2 0,-2-8 0,-2-9 0,-1-5 0,-2-3 0,0 7 0,-2 8 0,-6 8 0,-9 8 0,-12 4 0,-6 4 0,-2 3 0,-1 3 0,3 2 0,-1 2 0,-2 2 0,-2 1 0,-3 0 0,0 1 0,3 1 0,6 1 0,5 2 0,8 2 0,4-3 0,8 4 0,2 0 0,4 2 0,1 0 0,-1 0 0,-1 0 0,1 0 0,-2 0 0,-4 0 0,-8 0 0,-12 3 0,-18 5 0,-17 5 0,-12 3 0,-2-2 0,7-2 0,15-4 0,15-3 0,14-1 0,9-3 0,9 0 0,3-1 0,2 2 0,2-1 0,-2 1 0,-3 1 0,-7 1 0,-7 4 0,-3 1 0,0 2 0,4-2 0,4-2 0,5-1 0,4-3 0,3-1 0,3-1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9:13.066"/>
    </inkml:context>
    <inkml:brush xml:id="br0">
      <inkml:brushProperty name="width" value="0.05" units="cm"/>
      <inkml:brushProperty name="height" value="0.05" units="cm"/>
      <inkml:brushProperty name="color" value="#E71224"/>
    </inkml:brush>
  </inkml:definitions>
  <inkml:trace contextRef="#ctx0" brushRef="#br0">567 3 24575,'-47'0'0,"-21"-2"0,-23 1 0,39 2 0,0 1 0,-39 3 0,18 2 0,23-3 0,23-3 0,15-1 0,9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37.424"/>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37.921"/>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38.468"/>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39.806"/>
    </inkml:context>
    <inkml:brush xml:id="br0">
      <inkml:brushProperty name="width" value="0.05" units="cm"/>
      <inkml:brushProperty name="height" value="0.05" units="cm"/>
      <inkml:brushProperty name="color" value="#E71224"/>
    </inkml:brush>
  </inkml:definitions>
  <inkml:trace contextRef="#ctx0" brushRef="#br0">0 1 24575,'16'0'0,"32"0"0,6 0 0,10 0 0,-2 0 0,7 0 0,4 0-1232,22 0 1,5 0-1,4 0 1232,-12 2 0,2 0 0,2 0 0,3 1-522,-13 1 1,3 0 0,0 0 0,2 1 0,2 0 521,-9 0 0,1 0 0,1 0 0,1 1 0,1 0 0,0-1-312,6 1 1,1 1-1,1-1 1,0 0 0,2 0-1,-1 0 312,-8-2 0,0 1 0,0-1 0,1 1 0,1-1 0,-1 0 0,0 0 0,1 0 0,1-1 0,0 1 0,-1 0 0,1-1 0,-2 1 0,0-1 0,9 0 0,-1 0 0,0 0 0,-1 0 0,-1 0 0,-2 0-276,-4-1 1,-2 0-1,0 0 1,-1 0-1,-2 0 1,-1 0 275,4 0 0,-1 0 0,-1 0 0,-3 0 0,-1 0 95,10-1 0,-2 0 0,-2 0 0,-3-1-95,14 2 0,-3-1 0,-5 0 709,-19 0 0,-3 0 1,-4 0-710,11-1 0,-7 0 3458,19 0-3458,-29 0 644,-22 3 1,-22-3 0,-6 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42.264"/>
    </inkml:context>
    <inkml:brush xml:id="br0">
      <inkml:brushProperty name="width" value="0.05" units="cm"/>
      <inkml:brushProperty name="height" value="0.05" units="cm"/>
      <inkml:brushProperty name="color" value="#E71224"/>
    </inkml:brush>
  </inkml:definitions>
  <inkml:trace contextRef="#ctx0" brushRef="#br0">302 168 24575,'0'-13'0,"0"-1"0,0-7 0,0-5 0,0-5 0,0-3 0,0 16 0,0 7 0,-5 27 0,-19 28 0,-18 23 0,13-23 0,-1 1 0,-1 0 0,0-1 0,-18 25 0,14-17 0,16-21 0,12-18 0,16-5 0,23-10 0,28-2 0,26-3 0,11-3 0,-8-1 0,-16 1 0,-22 2 0,-17 4 0,-15 1 0,-9 1 0,-6-1 0,-3-1 0,-1 0 0,0 0 0,0-3 0,0-1 0,-4-6 0,-2-7 0,-5-4 0,-4-4 0,0 1 0,3 5 0,0 8 0,8 9 0,0 8 0,4 7 0,0 9 0,0 8 0,0 9 0,0 11 0,2 8 0,1 8 0,2 2 0,0-5 0,-1-12 0,-2-14 0,-1-11 0,-1-9 0,1-5 0,1-3 0,-1-3 0,0-2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47.166"/>
    </inkml:context>
    <inkml:brush xml:id="br0">
      <inkml:brushProperty name="width" value="0.05" units="cm"/>
      <inkml:brushProperty name="height" value="0.05" units="cm"/>
      <inkml:brushProperty name="color" value="#E71224"/>
    </inkml:brush>
  </inkml:definitions>
  <inkml:trace contextRef="#ctx0" brushRef="#br0">6 1 24575,'-3'17'0,"0"15"0,3 22 0,0 19 0,0 7 0,0-2 0,0-11 0,0-31 0,0-12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47.760"/>
    </inkml:context>
    <inkml:brush xml:id="br0">
      <inkml:brushProperty name="width" value="0.05" units="cm"/>
      <inkml:brushProperty name="height" value="0.05" units="cm"/>
      <inkml:brushProperty name="color" value="#E71224"/>
    </inkml:brush>
  </inkml:definitions>
  <inkml:trace contextRef="#ctx0" brushRef="#br0">0 0 24575,'0'7'0,"0"11"0,0 19 0,2 19 0,3 18 0,5 5 0,4-6 0,0-12 0,-3-20 0,-6-23 0,-4-12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48.347"/>
    </inkml:context>
    <inkml:brush xml:id="br0">
      <inkml:brushProperty name="width" value="0.05" units="cm"/>
      <inkml:brushProperty name="height" value="0.05" units="cm"/>
      <inkml:brushProperty name="color" value="#E71224"/>
    </inkml:brush>
  </inkml:definitions>
  <inkml:trace contextRef="#ctx0" brushRef="#br0">0 0 24575,'0'10'0,"0"7"0,1 8 0,2 10 0,2 1 0,-2-14 0,0-8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49.320"/>
    </inkml:context>
    <inkml:brush xml:id="br0">
      <inkml:brushProperty name="width" value="0.05" units="cm"/>
      <inkml:brushProperty name="height" value="0.05" units="cm"/>
      <inkml:brushProperty name="color" value="#E71224"/>
    </inkml:brush>
  </inkml:definitions>
  <inkml:trace contextRef="#ctx0" brushRef="#br0">20 1 24575,'0'8'0,"0"5"0,0 5 0,0 5 0,0 0 0,0-3 0,0-1 0,0-17 0,-8-43 0,5 24 0,-5-30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27.450"/>
    </inkml:context>
    <inkml:brush xml:id="br0">
      <inkml:brushProperty name="width" value="0.05" units="cm"/>
      <inkml:brushProperty name="height" value="0.05" units="cm"/>
      <inkml:brushProperty name="color" value="#E71224"/>
    </inkml:brush>
  </inkml:definitions>
  <inkml:trace contextRef="#ctx0" brushRef="#br0">0 1 24575,'13'13'0,"13"15"0,27 25 0,-16-18 0,3 3 0,4 5 0,1 0 0,1 2 0,0 0 0,-4-2 0,0 0 0,0 1 0,1 0 0,-2-1 0,-1-1 0,0-1 0,-1-1 0,-1-2 0,-1 0 0,31 31 0,0 1 0,-6-3 0,-5-2 0,-6-5 0,-5-2 0,-3-4 0,-7-8 0,-6-8 0,-9-11 0,-5-8 0,-9-11 0,-1-2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28.744"/>
    </inkml:context>
    <inkml:brush xml:id="br0">
      <inkml:brushProperty name="width" value="0.05" units="cm"/>
      <inkml:brushProperty name="height" value="0.05" units="cm"/>
      <inkml:brushProperty name="color" value="#E71224"/>
    </inkml:brush>
  </inkml:definitions>
  <inkml:trace contextRef="#ctx0" brushRef="#br0">1 17 24575,'13'-3'0,"19"1"0,37 2 0,-13-1 0,6 0 0,15-1 0,5 1 0,8-1 0,1 1 0,0-1 0,-2 1 0,-5 1 0,-3 0 0,-9 0 0,-3 0 0,-11 0 0,-4 0 0,29 0 0,-32 0 0,-20 0 0,-15 0 0,-8 0 0,-3 0 0,-2 0 0,-2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7:58.048"/>
    </inkml:context>
    <inkml:brush xml:id="br0">
      <inkml:brushProperty name="width" value="0.05" units="cm"/>
      <inkml:brushProperty name="height" value="0.05" units="cm"/>
      <inkml:brushProperty name="color" value="#E71224"/>
    </inkml:brush>
  </inkml:definitions>
  <inkml:trace contextRef="#ctx0" brushRef="#br0">61 1 24575,'0'16'0,"0"23"0,0 57 0,0-12 0,0 11 0,0-12 0,0 7 0,-2 5-855,1-10 0,-2 4 0,1 3 0,-1 2 855,0-9 0,0 2 0,0 1 0,-1 2 0,1 2-470,0-6 1,0 2 0,1 1 0,-1 1 0,0 1-1,1 1 470,0-7 0,-1 1 0,2 1 0,-1 1 0,0 0 0,0 1 0,1 0-460,0 3 0,0 1 0,0 1 0,0 0 0,1 0 1,0 0-1,0 0 460,0 2 0,0 0 0,0 0 0,1 1 0,0-1 0,0 0 0,1 0 0,0-3 0,1 1 0,0 0 0,0-1 0,1 0 0,-1 0 0,2-1 0,-1-1 0,2-1 0,-1 1 0,1-1 0,0-1 0,0 0 0,1-1-299,0 9 1,2 0-1,-1-1 1,1-1 0,0-1-1,-1-1 299,0-7 0,0 0 0,0-2 0,-1 0 0,0-1 0,0-1 13,-1 11 0,0-1 0,-1-2 1,0 0-1,-1-2-13,-1-5 0,0-1 0,-1 0 0,-1-2 0,1 1 0,-1 16 0,-1 0 0,0-1 0,0-1 327,0-2 0,0-1 0,0 0 0,0-1-327,1-4 0,0-1 0,0-1 0,2 0 0,0-5 0,0 0 0,1-1 0,1-3 0,2 16 0,2-3 0,1-5 0,6 17 0,1-9 1549,-3-31 0,-2-6-1549,1 14 2658,-17-4-2658,-13 30 0,4-26 0,-2 7 0,0 16 0,-1 6 406,6-22 0,0 3 1,0 3-407,1 9 0,0 4 0,1 1 0,3-19 0,0 3 0,1 0 0,0 1 1,1 4 1,0 2-1,0 0 1,0 0-2,1 2 0,1-1 0,-1 1 0,1 0 0,0-2 0,1 0 0,0 0 0,0-2 0,0-3 0,1-1 0,0-1 0,0-1-250,1 19 0,0-2 0,0-2 250,0-8 0,0-3 0,0-2 0,0-9 0,0-1 0,0-3 0,0 23 0,-1-4 0,-1-9 0,0-3 503,2-6 0,0-3-503,0-7 0,2-2 880,1-3 1,0-2-881,6 37 874,-1-14-874,-4-14 0,-3-15 0,-3-10 0,0-5 0,0 0 0,0 5 0,0 0 0,0-3 0,0-6 0,0-7 0,0-8 0,0-5 0,0-4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00.382"/>
    </inkml:context>
    <inkml:brush xml:id="br0">
      <inkml:brushProperty name="width" value="0.05" units="cm"/>
      <inkml:brushProperty name="height" value="0.05" units="cm"/>
      <inkml:brushProperty name="color" value="#E71224"/>
    </inkml:brush>
  </inkml:definitions>
  <inkml:trace contextRef="#ctx0" brushRef="#br0">0 151 24575,'58'0'0,"-27"0"0,64 0 0,-44 0 0,6 0 0,4 0 0,8 0 0,4 0-780,19 0 1,6 0 0,4 0 779,-16 0 0,2 0 0,2 0 0,2 0-368,-12 0 1,2 0-1,1 0 1,1 0-1,0 0 368,2 0 0,0 0 0,1 0 0,0 0 0,0 0 0,4 0 0,1 0 0,0 0 0,0 0 0,-1 0 0,1 1 0,-2 0 0,1 0 0,0 1 0,1 0 0,3 1 0,0 1 0,1 1 0,0 0 0,0 1-491,3 1 1,0 2-1,0 0 1,0 0 0,-1 1 490,-4 1 0,-1 0 0,0 0 0,0 1 0,1 0 0,3 0 0,2 0 0,0 0 0,-2 0 0,0 0 0,-8-2 0,-1 0 0,-1-1 0,-1 0 0,0-1-304,-4-1 0,0-1 0,-1-1 0,0 0 0,1-1 304,-1 0 0,1 0 0,-1-1 0,0-1 0,-1 0 0,13 0 0,-2-1 0,-1-1 0,1 0 0,0 1 0,0-1 0,0 0 0,-1-1 33,-4 1 0,1 0 0,-2 0 0,0 0-33,-4 1 0,-1-1 0,-1 0 0,0-1 0,21 1 0,-2-1 0,-1 0 402,-5-1 1,-2 1 0,-1-2-403,-6 1 0,-1-1 0,0 0 0,-3-1 0,-1-1 0,0 0 0,-2 0 0,-1 1 0,1-1 0,-1 0 0,0 1 0,-1 1 0,0-1 0,0 1 0,-1 1 710,-2 1 0,-1 0 0,0 1-710,-1-1 0,0 1 0,0 1 0,-1-1 0,-1 0 0,1 0 0,-1 0 0,1 0 0,-1 0 0,33 0 0,0 0 0,-4 0 0,0 0 0,-2-2 0,-1-1 0,1-4 0,-6-1 974,-35 4 0,-4 0-974,43-10 1483,-23 5-1483,-2-1 0,10-3 0,-6 3 0,6-2 0,3 0-158,-7 1 1,3 0-1,1 0 1,1 0 157,0 0 0,2 1 0,0 0 0,-1 0 0,1 1 0,0 0 0,0 1 0,-1-1 0,-2 1 0,-1-1 0,-1 1 0,-1 0-56,14-2 0,-2 1 1,-2-1 55,-8 2 0,-2-1 0,-3 0 0,18-2 0,-7 1 0,-21 2 0,-5 2 0,21-3 0,-35 5 0,-25 3 0,-8 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49.462"/>
    </inkml:context>
    <inkml:brush xml:id="br0">
      <inkml:brushProperty name="width" value="0.05" units="cm"/>
      <inkml:brushProperty name="height" value="0.05" units="cm"/>
      <inkml:brushProperty name="color" value="#E71224"/>
    </inkml:brush>
  </inkml:definitions>
  <inkml:trace contextRef="#ctx0" brushRef="#br0">0 67 24575,'21'0'0,"26"-5"0,32-4 0,-29 2 0,2-1 0,-1 1 0,-1-1 0,24-3 0,-26 3 0,-28 6 0,-10 1 0,-8 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50.664"/>
    </inkml:context>
    <inkml:brush xml:id="br0">
      <inkml:brushProperty name="width" value="0.05" units="cm"/>
      <inkml:brushProperty name="height" value="0.05" units="cm"/>
      <inkml:brushProperty name="color" value="#E71224"/>
    </inkml:brush>
  </inkml:definitions>
  <inkml:trace contextRef="#ctx0" brushRef="#br0">1 87 24575,'27'-2'0,"14"-5"0,19-4 0,12-6 0,1-1 0,-7 4 0,-15 4 0,-16 5 0,-15 3 0,-15 2 0,-7 0 0,-5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52.075"/>
    </inkml:context>
    <inkml:brush xml:id="br0">
      <inkml:brushProperty name="width" value="0.05" units="cm"/>
      <inkml:brushProperty name="height" value="0.05" units="cm"/>
      <inkml:brushProperty name="color" value="#E71224"/>
    </inkml:brush>
  </inkml:definitions>
  <inkml:trace contextRef="#ctx0" brushRef="#br0">1 82 24575,'2'2'0,"13"-7"0,18-9 0,10-6 0,5 0 0,-10 6 0,-11 6 0,-10 6 0,-10 1 0,-6 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53.130"/>
    </inkml:context>
    <inkml:brush xml:id="br0">
      <inkml:brushProperty name="width" value="0.05" units="cm"/>
      <inkml:brushProperty name="height" value="0.05" units="cm"/>
      <inkml:brushProperty name="color" value="#E71224"/>
    </inkml:brush>
  </inkml:definitions>
  <inkml:trace contextRef="#ctx0" brushRef="#br0">0 463 24575,'21'-13'0,"24"-16"0,37-22 0,-28 16 0,2-3 0,3-1 0,0-1 0,-5 2 0,-2 1 0,-9 6 0,-3 2 0,17-13 0,-21 16 0,-19 14 0,-10 10 0,-5 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53.751"/>
    </inkml:context>
    <inkml:brush xml:id="br0">
      <inkml:brushProperty name="width" value="0.05" units="cm"/>
      <inkml:brushProperty name="height" value="0.05" units="cm"/>
      <inkml:brushProperty name="color" value="#E71224"/>
    </inkml:brush>
  </inkml:definitions>
  <inkml:trace contextRef="#ctx0" brushRef="#br0">1 62 24575,'27'-2'0,"17"-6"0,13-5 0,-2-3 0,-13 4 0,-18 4 0,-12 7 0,-5-1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8:55.905"/>
    </inkml:context>
    <inkml:brush xml:id="br0">
      <inkml:brushProperty name="width" value="0.05" units="cm"/>
      <inkml:brushProperty name="height" value="0.05" units="cm"/>
      <inkml:brushProperty name="color" value="#E71224"/>
    </inkml:brush>
  </inkml:definitions>
  <inkml:trace contextRef="#ctx0" brushRef="#br0">1 428 24575,'51'-28'0,"20"-14"0,-21 13 0,3-2 0,6-4 0,2 1 0,0 1 0,0 0 0,-4 5 0,-1 2 0,-8 3 0,-3 1 0,27-10-6784,-25 12 6784,-24 10 0,-13 9 0,-9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9:16.491"/>
    </inkml:context>
    <inkml:brush xml:id="br0">
      <inkml:brushProperty name="width" value="0.05" units="cm"/>
      <inkml:brushProperty name="height" value="0.05" units="cm"/>
      <inkml:brushProperty name="color" value="#E71224"/>
    </inkml:brush>
  </inkml:definitions>
  <inkml:trace contextRef="#ctx0" brushRef="#br0">1026 66 24575,'-3'-3'0,"-5"1"0,-7 2 0,-15 0 0,-25 0 0,-18 0 0,-19 0 0,41-2 0,-1 0 0,0-2 0,-1 1 0,0-2 0,0 0 0,-44-5 0,10 4 0,16 2 0,13 0 0,14 2 0,14-2 0,9 0 0,8 1 0,5 0 0,3 3 0,4 1 0,0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9:18.245"/>
    </inkml:context>
    <inkml:brush xml:id="br0">
      <inkml:brushProperty name="width" value="0.05" units="cm"/>
      <inkml:brushProperty name="height" value="0.05" units="cm"/>
      <inkml:brushProperty name="color" value="#E71224"/>
    </inkml:brush>
  </inkml:definitions>
  <inkml:trace contextRef="#ctx0" brushRef="#br0">0 168 24575,'17'0'0,"16"0"0,32 0 0,34 0 0,-27 0 0,7 0 0,-9 0 0,6 0 0,3 0-706,-5 0 0,2 0 1,3 0-1,3 0 706,14 0 0,3 0 0,3 0 0,0 0-370,-15 0 1,1 0 0,1-1 0,0 0 0,1 0 369,1-1 0,0 0 0,1-1 0,0 0 0,-2-1 0,-2 1 0,0-1 0,-1-1 0,-2 0 0,-1 0-257,11-1 1,-2-1 0,-2 0 0,-3 0 256,14-2 0,-4 0 0,-6 0 0,-18 3 0,-4 0 0,-4 0 0,9-1 0,-7 0 1739,31-3-1739,-31 1 2627,-26 2-2627,-13-1 0,-16 4 0,-2-1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09:59:19.733"/>
    </inkml:context>
    <inkml:brush xml:id="br0">
      <inkml:brushProperty name="width" value="0.05" units="cm"/>
      <inkml:brushProperty name="height" value="0.05" units="cm"/>
      <inkml:brushProperty name="color" value="#E71224"/>
    </inkml:brush>
  </inkml:definitions>
  <inkml:trace contextRef="#ctx0" brushRef="#br0">0 1 24575,'3'50'0,"-1"-2"0,-1 9 0,-1 24 0,0 9 0,0-17 0,0 4 0,0 1-535,0 6 1,0 2-1,0-1 535,0-1 0,0-1 0,0-1 0,0-8 0,0 0 0,0-3 260,0 25 0,0-4-260,0-16 0,1-4 133,1-14 0,0-5-133,2 30 0,1-33 0,0-21 0,-4-17 0,1-5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10:12:20.213"/>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10:06:20.47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10:06:21.270"/>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10:06:22.243"/>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10:06:22.992"/>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6T10:13:15.799"/>
    </inkml:context>
    <inkml:brush xml:id="br0">
      <inkml:brushProperty name="width" value="0.05" units="cm"/>
      <inkml:brushProperty name="height" value="0.05" units="cm"/>
      <inkml:brushProperty name="color" value="#E71224"/>
    </inkml:brush>
  </inkml:definitions>
  <inkml:trace contextRef="#ctx0" brushRef="#br0">1 0 24575,'0'11'0,"0"-4"0,0-2 0,0-5 0,0-1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83FFA-76D2-6643-8ACA-BBDAB5EE541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694E3E4-74A4-F140-B3B9-052ED66087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20311DD-9951-5A49-9833-FDB47C28208A}"/>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5" name="Footer Placeholder 4">
            <a:extLst>
              <a:ext uri="{FF2B5EF4-FFF2-40B4-BE49-F238E27FC236}">
                <a16:creationId xmlns:a16="http://schemas.microsoft.com/office/drawing/2014/main" id="{E9A69E39-FFFC-1043-900C-04C22ECBD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3490CD-DAA3-504B-BBF8-9754F400FCD2}"/>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3908957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ECEC5-3EEB-D748-826E-115F080297C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33726A-5476-B34B-8ED2-0C4FD659702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6096C9-6882-E546-B969-2D61820DA4C2}"/>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5" name="Footer Placeholder 4">
            <a:extLst>
              <a:ext uri="{FF2B5EF4-FFF2-40B4-BE49-F238E27FC236}">
                <a16:creationId xmlns:a16="http://schemas.microsoft.com/office/drawing/2014/main" id="{39A33B2B-5299-2049-8722-6FB5B2087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69013-C718-7D41-A1BC-6BB333C9D17A}"/>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2034790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A14E6-456E-E54C-A5BB-7DE220A4BA4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D6642AA-3515-C841-82E2-5E6E67A751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A95F3D0-CD31-0B44-8655-BF1B9BD34AEF}"/>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5" name="Footer Placeholder 4">
            <a:extLst>
              <a:ext uri="{FF2B5EF4-FFF2-40B4-BE49-F238E27FC236}">
                <a16:creationId xmlns:a16="http://schemas.microsoft.com/office/drawing/2014/main" id="{F50F0724-0347-B14B-A3B4-47D623819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57030-6070-554D-863A-B273856328DF}"/>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2851130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01D0D-37A2-6347-B160-B163BC0362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2E006E8-00A4-1C4C-9424-D7FFE4D8D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97B7F77-A723-5945-BF4C-DACD3B3D8CA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E3A1C86-93EA-DA46-AE46-65BD6316BEFF}"/>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6" name="Footer Placeholder 5">
            <a:extLst>
              <a:ext uri="{FF2B5EF4-FFF2-40B4-BE49-F238E27FC236}">
                <a16:creationId xmlns:a16="http://schemas.microsoft.com/office/drawing/2014/main" id="{95F360B7-C78C-1044-966D-222D564469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1F650B-8341-CD42-9934-A4869E1D7B14}"/>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2961095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C8E98-A959-E440-8C87-3020B678870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B5E03E-FEE2-0A4F-8AEB-A3470D038C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CF290CE-B3BF-2A47-8BE1-86B43137EA1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182DDFD-E3DC-CA41-B225-207605D042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4FC717E-9F67-6840-8FE6-47731811E2F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714578B-C148-0946-9675-968FDACED69B}"/>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8" name="Footer Placeholder 7">
            <a:extLst>
              <a:ext uri="{FF2B5EF4-FFF2-40B4-BE49-F238E27FC236}">
                <a16:creationId xmlns:a16="http://schemas.microsoft.com/office/drawing/2014/main" id="{D8AB49B0-F0A7-B14F-8F4C-5090FF2831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56EA91-7DCE-1041-B1A3-6BE7ABA1425D}"/>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3053369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23518-CA1E-7741-9427-7BD67E5DB6A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E9555FB-3182-7C4B-B8A6-C5E56915E9BB}"/>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4" name="Footer Placeholder 3">
            <a:extLst>
              <a:ext uri="{FF2B5EF4-FFF2-40B4-BE49-F238E27FC236}">
                <a16:creationId xmlns:a16="http://schemas.microsoft.com/office/drawing/2014/main" id="{FEB0E6B8-5902-CE49-9F15-031C2A76BA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B14569-8705-E542-B17A-FFEFFAE69077}"/>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1767464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25A6DD-7594-5647-B8D3-61AC757A72FF}"/>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3" name="Footer Placeholder 2">
            <a:extLst>
              <a:ext uri="{FF2B5EF4-FFF2-40B4-BE49-F238E27FC236}">
                <a16:creationId xmlns:a16="http://schemas.microsoft.com/office/drawing/2014/main" id="{ED58AE31-6724-FC4F-985B-7A4648F06C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1107A7-D701-9041-8CF1-695AD7D3E04B}"/>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342167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C098-8979-CC46-8E85-7DCFD5F813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B2EDC22-C82D-C140-8B2D-14999702AC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5B4F764-8986-F640-A632-D5F5F1E694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898838-DFEF-0A49-B61A-9EEA0E4A634B}"/>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6" name="Footer Placeholder 5">
            <a:extLst>
              <a:ext uri="{FF2B5EF4-FFF2-40B4-BE49-F238E27FC236}">
                <a16:creationId xmlns:a16="http://schemas.microsoft.com/office/drawing/2014/main" id="{C9321DD8-F8B5-B84D-BFB2-512CBE1D33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5D5562-F7DC-9843-8DA5-AE39FEC507DD}"/>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1103193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EF98D-6FA4-1B46-BF45-8F914C197A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31CE3FA-B156-5941-B139-AC67EFF2B1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BFB20E-E7DD-224F-A637-CA5BF48F4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8C8C995-E25A-524A-BB1F-73E362A88919}"/>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6" name="Footer Placeholder 5">
            <a:extLst>
              <a:ext uri="{FF2B5EF4-FFF2-40B4-BE49-F238E27FC236}">
                <a16:creationId xmlns:a16="http://schemas.microsoft.com/office/drawing/2014/main" id="{8A7E9448-1602-854C-BCF5-86F462A74F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23A3AB-0D6C-F94A-84AA-43371FA82F6B}"/>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3221803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85790-FC15-4540-A9BA-FB0D3EE2A47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F506C81-E4CA-0540-A6BA-E30151B352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DBD3F02-BAAA-D24C-84E0-C2ECF7FD9C0C}"/>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5" name="Footer Placeholder 4">
            <a:extLst>
              <a:ext uri="{FF2B5EF4-FFF2-40B4-BE49-F238E27FC236}">
                <a16:creationId xmlns:a16="http://schemas.microsoft.com/office/drawing/2014/main" id="{77B5505F-49C8-2C4D-9283-0E8F7A8D6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2060FB-8E38-BE4B-8CEC-13BF359D4D79}"/>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3833263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C16B87-A923-9849-B250-B75BF4BA0C4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A19CE7-5405-0449-AB76-0C2818E3E3D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3B2EC46-100C-CA47-857F-7F4619258866}"/>
              </a:ext>
            </a:extLst>
          </p:cNvPr>
          <p:cNvSpPr>
            <a:spLocks noGrp="1"/>
          </p:cNvSpPr>
          <p:nvPr>
            <p:ph type="dt" sz="half" idx="10"/>
          </p:nvPr>
        </p:nvSpPr>
        <p:spPr/>
        <p:txBody>
          <a:bodyPr/>
          <a:lstStyle/>
          <a:p>
            <a:fld id="{6CF72B1A-BC9D-764F-ACA4-BAF607984CB3}" type="datetimeFigureOut">
              <a:rPr lang="en-US" smtClean="0"/>
              <a:t>2/26/22</a:t>
            </a:fld>
            <a:endParaRPr lang="en-US"/>
          </a:p>
        </p:txBody>
      </p:sp>
      <p:sp>
        <p:nvSpPr>
          <p:cNvPr id="5" name="Footer Placeholder 4">
            <a:extLst>
              <a:ext uri="{FF2B5EF4-FFF2-40B4-BE49-F238E27FC236}">
                <a16:creationId xmlns:a16="http://schemas.microsoft.com/office/drawing/2014/main" id="{6113FBA5-2F62-C344-B59D-ACB7693E42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0AAED8-4039-784F-9477-F8D61DE43683}"/>
              </a:ext>
            </a:extLst>
          </p:cNvPr>
          <p:cNvSpPr>
            <a:spLocks noGrp="1"/>
          </p:cNvSpPr>
          <p:nvPr>
            <p:ph type="sldNum" sz="quarter" idx="12"/>
          </p:nvPr>
        </p:nvSpPr>
        <p:spPr/>
        <p:txBody>
          <a:bodyPr/>
          <a:lstStyle/>
          <a:p>
            <a:fld id="{649C2FB0-93C1-014F-9D63-EF508ADBE07A}" type="slidenum">
              <a:rPr lang="en-US" smtClean="0"/>
              <a:t>‹#›</a:t>
            </a:fld>
            <a:endParaRPr lang="en-US"/>
          </a:p>
        </p:txBody>
      </p:sp>
    </p:spTree>
    <p:extLst>
      <p:ext uri="{BB962C8B-B14F-4D97-AF65-F5344CB8AC3E}">
        <p14:creationId xmlns:p14="http://schemas.microsoft.com/office/powerpoint/2010/main" val="3590275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B13918-DB7B-DD42-8840-F10AC9352F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9D08CC8-D569-8444-B91C-3237281FCF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1C3E8E0-FDA0-C54B-A3AE-DE8F68CAA6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F72B1A-BC9D-764F-ACA4-BAF607984CB3}" type="datetimeFigureOut">
              <a:rPr lang="en-US" smtClean="0"/>
              <a:t>2/26/22</a:t>
            </a:fld>
            <a:endParaRPr lang="en-US"/>
          </a:p>
        </p:txBody>
      </p:sp>
      <p:sp>
        <p:nvSpPr>
          <p:cNvPr id="5" name="Footer Placeholder 4">
            <a:extLst>
              <a:ext uri="{FF2B5EF4-FFF2-40B4-BE49-F238E27FC236}">
                <a16:creationId xmlns:a16="http://schemas.microsoft.com/office/drawing/2014/main" id="{7826A01F-53AB-1B44-837C-DA458EFB77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090CA24-25B5-E44F-A757-B6364930F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9C2FB0-93C1-014F-9D63-EF508ADBE07A}" type="slidenum">
              <a:rPr lang="en-US" smtClean="0"/>
              <a:t>‹#›</a:t>
            </a:fld>
            <a:endParaRPr lang="en-US"/>
          </a:p>
        </p:txBody>
      </p:sp>
    </p:spTree>
    <p:extLst>
      <p:ext uri="{BB962C8B-B14F-4D97-AF65-F5344CB8AC3E}">
        <p14:creationId xmlns:p14="http://schemas.microsoft.com/office/powerpoint/2010/main" val="2021502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opencv.org/3.4/d3/d96/tutorial_basic_geometric_drawing.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6" Type="http://schemas.openxmlformats.org/officeDocument/2006/relationships/image" Target="../media/image14.png"/><Relationship Id="rId21" Type="http://schemas.openxmlformats.org/officeDocument/2006/relationships/customXml" Target="../ink/ink10.xml"/><Relationship Id="rId42" Type="http://schemas.openxmlformats.org/officeDocument/2006/relationships/customXml" Target="../ink/ink22.xml"/><Relationship Id="rId47" Type="http://schemas.openxmlformats.org/officeDocument/2006/relationships/image" Target="../media/image23.png"/><Relationship Id="rId63" Type="http://schemas.openxmlformats.org/officeDocument/2006/relationships/image" Target="../media/image31.png"/><Relationship Id="rId68" Type="http://schemas.openxmlformats.org/officeDocument/2006/relationships/customXml" Target="../ink/ink35.xml"/><Relationship Id="rId2" Type="http://schemas.openxmlformats.org/officeDocument/2006/relationships/image" Target="../media/image3.png"/><Relationship Id="rId16" Type="http://schemas.openxmlformats.org/officeDocument/2006/relationships/customXml" Target="../ink/ink7.xml"/><Relationship Id="rId29" Type="http://schemas.openxmlformats.org/officeDocument/2006/relationships/customXml" Target="../ink/ink14.xml"/><Relationship Id="rId11" Type="http://schemas.openxmlformats.org/officeDocument/2006/relationships/image" Target="../media/image7.png"/><Relationship Id="rId24" Type="http://schemas.openxmlformats.org/officeDocument/2006/relationships/image" Target="../media/image13.png"/><Relationship Id="rId32" Type="http://schemas.openxmlformats.org/officeDocument/2006/relationships/image" Target="../media/image17.png"/><Relationship Id="rId37" Type="http://schemas.openxmlformats.org/officeDocument/2006/relationships/image" Target="../media/image18.png"/><Relationship Id="rId40" Type="http://schemas.openxmlformats.org/officeDocument/2006/relationships/customXml" Target="../ink/ink21.xml"/><Relationship Id="rId45" Type="http://schemas.openxmlformats.org/officeDocument/2006/relationships/image" Target="../media/image22.png"/><Relationship Id="rId53" Type="http://schemas.openxmlformats.org/officeDocument/2006/relationships/image" Target="../media/image26.png"/><Relationship Id="rId58" Type="http://schemas.openxmlformats.org/officeDocument/2006/relationships/customXml" Target="../ink/ink30.xml"/><Relationship Id="rId66" Type="http://schemas.openxmlformats.org/officeDocument/2006/relationships/customXml" Target="../ink/ink34.xml"/><Relationship Id="rId5" Type="http://schemas.openxmlformats.org/officeDocument/2006/relationships/image" Target="../media/image4.png"/><Relationship Id="rId61" Type="http://schemas.openxmlformats.org/officeDocument/2006/relationships/image" Target="../media/image30.png"/><Relationship Id="rId19" Type="http://schemas.openxmlformats.org/officeDocument/2006/relationships/image" Target="../media/image11.png"/><Relationship Id="rId14" Type="http://schemas.openxmlformats.org/officeDocument/2006/relationships/customXml" Target="../ink/ink6.xml"/><Relationship Id="rId22" Type="http://schemas.openxmlformats.org/officeDocument/2006/relationships/image" Target="../media/image12.png"/><Relationship Id="rId27" Type="http://schemas.openxmlformats.org/officeDocument/2006/relationships/customXml" Target="../ink/ink13.xml"/><Relationship Id="rId30" Type="http://schemas.openxmlformats.org/officeDocument/2006/relationships/image" Target="../media/image16.png"/><Relationship Id="rId35" Type="http://schemas.openxmlformats.org/officeDocument/2006/relationships/customXml" Target="../ink/ink18.xml"/><Relationship Id="rId43" Type="http://schemas.openxmlformats.org/officeDocument/2006/relationships/image" Target="../media/image21.png"/><Relationship Id="rId48" Type="http://schemas.openxmlformats.org/officeDocument/2006/relationships/customXml" Target="../ink/ink25.xml"/><Relationship Id="rId56" Type="http://schemas.openxmlformats.org/officeDocument/2006/relationships/customXml" Target="../ink/ink29.xml"/><Relationship Id="rId64" Type="http://schemas.openxmlformats.org/officeDocument/2006/relationships/customXml" Target="../ink/ink33.xml"/><Relationship Id="rId69" Type="http://schemas.openxmlformats.org/officeDocument/2006/relationships/image" Target="../media/image34.png"/><Relationship Id="rId8" Type="http://schemas.openxmlformats.org/officeDocument/2006/relationships/customXml" Target="../ink/ink3.xml"/><Relationship Id="rId51" Type="http://schemas.openxmlformats.org/officeDocument/2006/relationships/image" Target="../media/image25.png"/><Relationship Id="rId72" Type="http://schemas.openxmlformats.org/officeDocument/2006/relationships/customXml" Target="../ink/ink37.xml"/><Relationship Id="rId3" Type="http://schemas.openxmlformats.org/officeDocument/2006/relationships/hyperlink" Target="https://pyimagesearch.com/2021/01/19/crop-image-with-opencv" TargetMode="External"/><Relationship Id="rId12" Type="http://schemas.openxmlformats.org/officeDocument/2006/relationships/customXml" Target="../ink/ink5.xml"/><Relationship Id="rId17" Type="http://schemas.openxmlformats.org/officeDocument/2006/relationships/image" Target="../media/image10.png"/><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customXml" Target="../ink/ink20.xml"/><Relationship Id="rId46" Type="http://schemas.openxmlformats.org/officeDocument/2006/relationships/customXml" Target="../ink/ink24.xml"/><Relationship Id="rId59" Type="http://schemas.openxmlformats.org/officeDocument/2006/relationships/image" Target="../media/image29.png"/><Relationship Id="rId67" Type="http://schemas.openxmlformats.org/officeDocument/2006/relationships/image" Target="../media/image33.png"/><Relationship Id="rId20" Type="http://schemas.openxmlformats.org/officeDocument/2006/relationships/customXml" Target="../ink/ink9.xml"/><Relationship Id="rId41" Type="http://schemas.openxmlformats.org/officeDocument/2006/relationships/image" Target="../media/image20.png"/><Relationship Id="rId54" Type="http://schemas.openxmlformats.org/officeDocument/2006/relationships/customXml" Target="../ink/ink28.xml"/><Relationship Id="rId62" Type="http://schemas.openxmlformats.org/officeDocument/2006/relationships/customXml" Target="../ink/ink32.xml"/><Relationship Id="rId70" Type="http://schemas.openxmlformats.org/officeDocument/2006/relationships/customXml" Target="../ink/ink36.xml"/><Relationship Id="rId1" Type="http://schemas.openxmlformats.org/officeDocument/2006/relationships/slideLayout" Target="../slideLayouts/slideLayout2.xml"/><Relationship Id="rId6" Type="http://schemas.openxmlformats.org/officeDocument/2006/relationships/customXml" Target="../ink/ink2.xml"/><Relationship Id="rId15" Type="http://schemas.openxmlformats.org/officeDocument/2006/relationships/image" Target="../media/image9.png"/><Relationship Id="rId23" Type="http://schemas.openxmlformats.org/officeDocument/2006/relationships/customXml" Target="../ink/ink11.xml"/><Relationship Id="rId28" Type="http://schemas.openxmlformats.org/officeDocument/2006/relationships/image" Target="../media/image15.png"/><Relationship Id="rId36" Type="http://schemas.openxmlformats.org/officeDocument/2006/relationships/customXml" Target="../ink/ink19.xml"/><Relationship Id="rId49" Type="http://schemas.openxmlformats.org/officeDocument/2006/relationships/image" Target="../media/image24.png"/><Relationship Id="rId57" Type="http://schemas.openxmlformats.org/officeDocument/2006/relationships/image" Target="../media/image28.png"/><Relationship Id="rId10" Type="http://schemas.openxmlformats.org/officeDocument/2006/relationships/customXml" Target="../ink/ink4.xml"/><Relationship Id="rId31" Type="http://schemas.openxmlformats.org/officeDocument/2006/relationships/customXml" Target="../ink/ink15.xml"/><Relationship Id="rId44" Type="http://schemas.openxmlformats.org/officeDocument/2006/relationships/customXml" Target="../ink/ink23.xml"/><Relationship Id="rId52" Type="http://schemas.openxmlformats.org/officeDocument/2006/relationships/customXml" Target="../ink/ink27.xml"/><Relationship Id="rId60" Type="http://schemas.openxmlformats.org/officeDocument/2006/relationships/customXml" Target="../ink/ink31.xml"/><Relationship Id="rId65" Type="http://schemas.openxmlformats.org/officeDocument/2006/relationships/image" Target="../media/image32.png"/><Relationship Id="rId73" Type="http://schemas.openxmlformats.org/officeDocument/2006/relationships/image" Target="../media/image36.png"/><Relationship Id="rId4" Type="http://schemas.openxmlformats.org/officeDocument/2006/relationships/customXml" Target="../ink/ink1.xml"/><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8.xml"/><Relationship Id="rId39" Type="http://schemas.openxmlformats.org/officeDocument/2006/relationships/image" Target="../media/image19.png"/><Relationship Id="rId34" Type="http://schemas.openxmlformats.org/officeDocument/2006/relationships/customXml" Target="../ink/ink17.xml"/><Relationship Id="rId50" Type="http://schemas.openxmlformats.org/officeDocument/2006/relationships/customXml" Target="../ink/ink26.xml"/><Relationship Id="rId55" Type="http://schemas.openxmlformats.org/officeDocument/2006/relationships/image" Target="../media/image27.png"/><Relationship Id="rId7" Type="http://schemas.openxmlformats.org/officeDocument/2006/relationships/image" Target="../media/image5.png"/><Relationship Id="rId71" Type="http://schemas.openxmlformats.org/officeDocument/2006/relationships/image" Target="../media/image35.png"/></Relationships>
</file>

<file path=ppt/slides/_rels/slide4.xml.rels><?xml version="1.0" encoding="UTF-8" standalone="yes"?>
<Relationships xmlns="http://schemas.openxmlformats.org/package/2006/relationships"><Relationship Id="rId8" Type="http://schemas.openxmlformats.org/officeDocument/2006/relationships/customXml" Target="../ink/ink42.xml"/><Relationship Id="rId3" Type="http://schemas.openxmlformats.org/officeDocument/2006/relationships/customXml" Target="../ink/ink38.xml"/><Relationship Id="rId7" Type="http://schemas.openxmlformats.org/officeDocument/2006/relationships/customXml" Target="../ink/ink41.xml"/><Relationship Id="rId2" Type="http://schemas.openxmlformats.org/officeDocument/2006/relationships/hyperlink" Target="https://pyimagesearch.com/2021/01/19/crop-image-with-opencv/" TargetMode="External"/><Relationship Id="rId1" Type="http://schemas.openxmlformats.org/officeDocument/2006/relationships/slideLayout" Target="../slideLayouts/slideLayout2.xml"/><Relationship Id="rId6" Type="http://schemas.openxmlformats.org/officeDocument/2006/relationships/customXml" Target="../ink/ink40.xml"/><Relationship Id="rId5" Type="http://schemas.openxmlformats.org/officeDocument/2006/relationships/customXml" Target="../ink/ink39.xml"/><Relationship Id="rId10"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customXml" Target="../ink/ink43.xml"/></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pyimagesearch.com/2021/01/20/opencv-rotate-image/" TargetMode="Externa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xml.rels><?xml version="1.0" encoding="UTF-8" standalone="yes"?>
<Relationships xmlns="http://schemas.openxmlformats.org/package/2006/relationships"><Relationship Id="rId2" Type="http://schemas.openxmlformats.org/officeDocument/2006/relationships/hyperlink" Target="https://pyimagesearch.com/2021/04/28/opencv-morphological-operation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st.github.com/russss/922be97d2a65eb534744c5a4054ff88d" TargetMode="External"/><Relationship Id="rId2" Type="http://schemas.openxmlformats.org/officeDocument/2006/relationships/hyperlink" Target="https://docs.opencv.org/3.4/d4/d61/tutorial_warp_affine.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emanticscholar.org/paper/Analysis-of-focus-measure-operators-for-Pertuz-Puig/8c675bf5b542b98bf81dcf70bd869ab52ab8aae9?p2df" TargetMode="External"/><Relationship Id="rId2" Type="http://schemas.openxmlformats.org/officeDocument/2006/relationships/hyperlink" Target="https://pyimagesearch.com/2015/09/07/blur-detection-with-opencv/?_ga=2.115610886.1813726101.1645822011-1221375625.1645822011" TargetMode="External"/><Relationship Id="rId1" Type="http://schemas.openxmlformats.org/officeDocument/2006/relationships/slideLayout" Target="../slideLayouts/slideLayout2.xml"/><Relationship Id="rId4" Type="http://schemas.openxmlformats.org/officeDocument/2006/relationships/hyperlink" Target="https://decsai.ugr.es/vip/files/conferences/Autofocusing2000.pdf"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Fast_Fourier_transfor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homepages.inf.ed.ac.uk/rbf/HIPR2/fourier.htm" TargetMode="External"/><Relationship Id="rId2" Type="http://schemas.openxmlformats.org/officeDocument/2006/relationships/hyperlink" Target="https://pyimagesearch.com/2020/06/15/opencv-fast-fourier-transform-fft-for-blur-detection-in-images-and-video-streams/" TargetMode="External"/><Relationship Id="rId1" Type="http://schemas.openxmlformats.org/officeDocument/2006/relationships/slideLayout" Target="../slideLayouts/slideLayout2.xml"/><Relationship Id="rId4" Type="http://schemas.openxmlformats.org/officeDocument/2006/relationships/hyperlink" Target="https://faculty.cc.gatech.edu/~afb/classes/CS4495-Fall2014/slides/CS4495-Frequency.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1" name="Straight Connector 70">
            <a:extLst>
              <a:ext uri="{FF2B5EF4-FFF2-40B4-BE49-F238E27FC236}">
                <a16:creationId xmlns:a16="http://schemas.microsoft.com/office/drawing/2014/main" id="{22F6364A-B358-4BEE-B158-0734D2C938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8202" y="1570814"/>
            <a:ext cx="0" cy="3710227"/>
          </a:xfrm>
          <a:prstGeom prst="line">
            <a:avLst/>
          </a:prstGeom>
          <a:ln w="19050">
            <a:solidFill>
              <a:srgbClr val="55C9DA"/>
            </a:solidFill>
          </a:ln>
        </p:spPr>
        <p:style>
          <a:lnRef idx="1">
            <a:schemeClr val="accent1"/>
          </a:lnRef>
          <a:fillRef idx="0">
            <a:schemeClr val="accent1"/>
          </a:fillRef>
          <a:effectRef idx="0">
            <a:schemeClr val="accent1"/>
          </a:effectRef>
          <a:fontRef idx="minor">
            <a:schemeClr val="tx1"/>
          </a:fontRef>
        </p:style>
      </p:cxnSp>
      <p:pic>
        <p:nvPicPr>
          <p:cNvPr id="8194" name="Picture 2">
            <a:extLst>
              <a:ext uri="{FF2B5EF4-FFF2-40B4-BE49-F238E27FC236}">
                <a16:creationId xmlns:a16="http://schemas.microsoft.com/office/drawing/2014/main" id="{9A937774-A464-0943-8A5A-AA0B8F8BB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0" y="1122363"/>
            <a:ext cx="6938963" cy="4603750"/>
          </a:xfrm>
          <a:prstGeom prst="rect">
            <a:avLst/>
          </a:prstGeom>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40641DE-19BF-CF46-B3F4-ABD412321951}"/>
              </a:ext>
            </a:extLst>
          </p:cNvPr>
          <p:cNvSpPr txBox="1"/>
          <p:nvPr/>
        </p:nvSpPr>
        <p:spPr>
          <a:xfrm>
            <a:off x="4095750" y="4803775"/>
            <a:ext cx="6938963" cy="920750"/>
          </a:xfrm>
          <a:prstGeom prst="rect">
            <a:avLst/>
          </a:prstGeom>
          <a:solidFill>
            <a:srgbClr val="000000">
              <a:alpha val="50000"/>
            </a:srgbClr>
          </a:solidFill>
          <a:ln>
            <a:noFill/>
          </a:ln>
        </p:spPr>
        <p:txBody>
          <a:bodyPr wrap="square" rtlCol="0" anchor="ctr">
            <a:noAutofit/>
          </a:bodyPr>
          <a:lstStyle/>
          <a:p>
            <a:pPr algn="ctr">
              <a:spcAft>
                <a:spcPts val="600"/>
              </a:spcAft>
            </a:pPr>
            <a:r>
              <a:rPr lang="en-US" b="1" dirty="0">
                <a:solidFill>
                  <a:srgbClr val="FFFFFF"/>
                </a:solidFill>
                <a:latin typeface="Montserrat" pitchFamily="2" charset="77"/>
              </a:rPr>
              <a:t>Introduction to OpenCV</a:t>
            </a:r>
          </a:p>
        </p:txBody>
      </p:sp>
      <p:pic>
        <p:nvPicPr>
          <p:cNvPr id="8196" name="Picture 4" descr="OpenCV - Wikipedia">
            <a:extLst>
              <a:ext uri="{FF2B5EF4-FFF2-40B4-BE49-F238E27FC236}">
                <a16:creationId xmlns:a16="http://schemas.microsoft.com/office/drawing/2014/main" id="{ECA78FDA-24D5-F749-A7DF-04E13E3D3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140" y="1909056"/>
            <a:ext cx="2467798" cy="3039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5303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36009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400" dirty="0">
                <a:latin typeface="Montserrat" pitchFamily="2" charset="77"/>
              </a:rPr>
              <a:t>cv2.line: Draws a line on image, starting at a specified </a:t>
            </a:r>
            <a:r>
              <a:rPr lang="en-IN" sz="1400" i="1" dirty="0">
                <a:latin typeface="Montserrat" pitchFamily="2" charset="77"/>
              </a:rPr>
              <a:t>(x, y)</a:t>
            </a:r>
            <a:r>
              <a:rPr lang="en-IN" sz="1400" dirty="0">
                <a:latin typeface="Montserrat" pitchFamily="2" charset="77"/>
              </a:rPr>
              <a:t>-coordinate and ending at another </a:t>
            </a:r>
            <a:r>
              <a:rPr lang="en-IN" sz="1400" i="1" dirty="0">
                <a:latin typeface="Montserrat" pitchFamily="2" charset="77"/>
              </a:rPr>
              <a:t>(x, y)</a:t>
            </a:r>
            <a:r>
              <a:rPr lang="en-IN" sz="1400" dirty="0">
                <a:latin typeface="Montserrat" pitchFamily="2" charset="77"/>
              </a:rPr>
              <a:t>-coordinate</a:t>
            </a:r>
          </a:p>
          <a:p>
            <a:pPr marL="285750" indent="-285750">
              <a:lnSpc>
                <a:spcPct val="150000"/>
              </a:lnSpc>
              <a:buFont typeface="Arial" panose="020B0604020202020204" pitchFamily="34" charset="0"/>
              <a:buChar char="•"/>
            </a:pPr>
            <a:r>
              <a:rPr lang="en-IN" sz="1400" dirty="0">
                <a:latin typeface="Montserrat" pitchFamily="2" charset="77"/>
              </a:rPr>
              <a:t>cv2.circle: Draws a circle on an image specified by the </a:t>
            </a:r>
            <a:r>
              <a:rPr lang="en-IN" sz="1400" dirty="0" err="1">
                <a:latin typeface="Montserrat" pitchFamily="2" charset="77"/>
              </a:rPr>
              <a:t>center</a:t>
            </a:r>
            <a:r>
              <a:rPr lang="en-IN" sz="1400" dirty="0">
                <a:latin typeface="Montserrat" pitchFamily="2" charset="77"/>
              </a:rPr>
              <a:t> </a:t>
            </a:r>
            <a:r>
              <a:rPr lang="en-IN" sz="1400" i="1" dirty="0">
                <a:latin typeface="Montserrat" pitchFamily="2" charset="77"/>
              </a:rPr>
              <a:t>(x, y)</a:t>
            </a:r>
            <a:r>
              <a:rPr lang="en-IN" sz="1400" dirty="0">
                <a:latin typeface="Montserrat" pitchFamily="2" charset="77"/>
              </a:rPr>
              <a:t>-coordinate and a supplied radius</a:t>
            </a:r>
            <a:br>
              <a:rPr lang="en-IN" sz="1400" dirty="0">
                <a:latin typeface="Montserrat" pitchFamily="2" charset="77"/>
              </a:rPr>
            </a:br>
            <a:r>
              <a:rPr lang="en-IN" sz="1400" dirty="0">
                <a:latin typeface="Montserrat" pitchFamily="2" charset="77"/>
              </a:rPr>
              <a:t>cv2.rectangle: Draws a rectangle on an image specified by the </a:t>
            </a:r>
            <a:r>
              <a:rPr lang="en-IN" sz="1400" i="1" dirty="0">
                <a:latin typeface="Montserrat" pitchFamily="2" charset="77"/>
              </a:rPr>
              <a:t>top-left</a:t>
            </a:r>
            <a:r>
              <a:rPr lang="en-IN" sz="1400" dirty="0">
                <a:latin typeface="Montserrat" pitchFamily="2" charset="77"/>
              </a:rPr>
              <a:t> corner and </a:t>
            </a:r>
            <a:r>
              <a:rPr lang="en-IN" sz="1400" i="1" dirty="0">
                <a:latin typeface="Montserrat" pitchFamily="2" charset="77"/>
              </a:rPr>
              <a:t>bottom-right</a:t>
            </a:r>
            <a:r>
              <a:rPr lang="en-IN" sz="1400" dirty="0">
                <a:latin typeface="Montserrat" pitchFamily="2" charset="77"/>
              </a:rPr>
              <a:t> corner </a:t>
            </a:r>
            <a:r>
              <a:rPr lang="en-IN" sz="1400" i="1" dirty="0">
                <a:latin typeface="Montserrat" pitchFamily="2" charset="77"/>
              </a:rPr>
              <a:t>(x, y)</a:t>
            </a:r>
            <a:r>
              <a:rPr lang="en-IN" sz="1400" dirty="0">
                <a:latin typeface="Montserrat" pitchFamily="2" charset="77"/>
              </a:rPr>
              <a:t>-coordinates</a:t>
            </a:r>
          </a:p>
          <a:p>
            <a:pPr marL="285750" indent="-285750">
              <a:lnSpc>
                <a:spcPct val="150000"/>
              </a:lnSpc>
              <a:buFont typeface="Arial" panose="020B0604020202020204" pitchFamily="34" charset="0"/>
              <a:buChar char="•"/>
            </a:pPr>
            <a:r>
              <a:rPr lang="en-IN" sz="1400" dirty="0">
                <a:latin typeface="Montserrat" pitchFamily="2" charset="77"/>
              </a:rPr>
              <a:t>cv2.ellipse: Draws an ellipse on an image</a:t>
            </a:r>
          </a:p>
          <a:p>
            <a:pPr marL="285750" indent="-285750">
              <a:lnSpc>
                <a:spcPct val="150000"/>
              </a:lnSpc>
              <a:buFont typeface="Arial" panose="020B0604020202020204" pitchFamily="34" charset="0"/>
              <a:buChar char="•"/>
            </a:pPr>
            <a:r>
              <a:rPr lang="en-IN" sz="1400" dirty="0">
                <a:latin typeface="Montserrat" pitchFamily="2" charset="77"/>
              </a:rPr>
              <a:t>cv2.polylines: Draws the outline of a polygon specified by a set of </a:t>
            </a:r>
            <a:r>
              <a:rPr lang="en-IN" sz="1400" i="1" dirty="0">
                <a:latin typeface="Montserrat" pitchFamily="2" charset="77"/>
              </a:rPr>
              <a:t>(x, y)</a:t>
            </a:r>
            <a:r>
              <a:rPr lang="en-IN" sz="1400" dirty="0">
                <a:latin typeface="Montserrat" pitchFamily="2" charset="77"/>
              </a:rPr>
              <a:t>-coordinates</a:t>
            </a:r>
          </a:p>
          <a:p>
            <a:pPr marL="285750" indent="-285750">
              <a:lnSpc>
                <a:spcPct val="150000"/>
              </a:lnSpc>
              <a:buFont typeface="Arial" panose="020B0604020202020204" pitchFamily="34" charset="0"/>
              <a:buChar char="•"/>
            </a:pPr>
            <a:r>
              <a:rPr lang="en-IN" sz="1400" dirty="0">
                <a:latin typeface="Montserrat" pitchFamily="2" charset="77"/>
              </a:rPr>
              <a:t>cv2.fillPoly: Draws a polygon, but instead of drawing the outline, instead fills in the polygon</a:t>
            </a:r>
          </a:p>
          <a:p>
            <a:pPr marL="285750" indent="-285750">
              <a:lnSpc>
                <a:spcPct val="150000"/>
              </a:lnSpc>
              <a:buFont typeface="Arial" panose="020B0604020202020204" pitchFamily="34" charset="0"/>
              <a:buChar char="•"/>
            </a:pPr>
            <a:r>
              <a:rPr lang="en-IN" sz="1400" dirty="0">
                <a:latin typeface="Montserrat" pitchFamily="2" charset="77"/>
              </a:rPr>
              <a:t>cv2.arrowedLine: Draws an arrow pointing from a starting </a:t>
            </a:r>
            <a:r>
              <a:rPr lang="en-IN" sz="1400" i="1" dirty="0">
                <a:latin typeface="Montserrat" pitchFamily="2" charset="77"/>
              </a:rPr>
              <a:t>(x, y)</a:t>
            </a:r>
            <a:r>
              <a:rPr lang="en-IN" sz="1400" dirty="0">
                <a:latin typeface="Montserrat" pitchFamily="2" charset="77"/>
              </a:rPr>
              <a:t>-coordinate to an ending </a:t>
            </a:r>
            <a:r>
              <a:rPr lang="en-IN" sz="1400" i="1" dirty="0">
                <a:latin typeface="Montserrat" pitchFamily="2" charset="77"/>
              </a:rPr>
              <a:t>(x, y)</a:t>
            </a:r>
            <a:r>
              <a:rPr lang="en-IN" sz="1400" dirty="0">
                <a:latin typeface="Montserrat" pitchFamily="2" charset="77"/>
              </a:rPr>
              <a:t>-coordinate</a:t>
            </a:r>
          </a:p>
          <a:p>
            <a:pPr marL="285750" indent="-285750">
              <a:lnSpc>
                <a:spcPct val="150000"/>
              </a:lnSpc>
              <a:buFont typeface="Arial" panose="020B0604020202020204" pitchFamily="34" charset="0"/>
              <a:buChar char="•"/>
            </a:pPr>
            <a:r>
              <a:rPr lang="en-IN" sz="1400" dirty="0">
                <a:latin typeface="Montserrat" pitchFamily="2" charset="77"/>
              </a:rPr>
              <a:t>Further Reading – </a:t>
            </a:r>
          </a:p>
          <a:p>
            <a:pPr marL="742950" lvl="1" indent="-285750">
              <a:lnSpc>
                <a:spcPct val="150000"/>
              </a:lnSpc>
              <a:buFont typeface="Arial" panose="020B0604020202020204" pitchFamily="34" charset="0"/>
              <a:buChar char="•"/>
            </a:pPr>
            <a:r>
              <a:rPr lang="en-IN" sz="1400" dirty="0">
                <a:latin typeface="Montserrat" pitchFamily="2" charset="77"/>
                <a:hlinkClick r:id="rId2"/>
              </a:rPr>
              <a:t>https://docs.opencv.org/3.4/d3/d96/tutorial_basic_geometric_drawing.html</a:t>
            </a:r>
            <a:endParaRPr lang="en-IN" sz="1400" dirty="0">
              <a:latin typeface="Montserrat" pitchFamily="2" charset="77"/>
            </a:endParaRPr>
          </a:p>
          <a:p>
            <a:endParaRPr lang="en-IN" dirty="0"/>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3807453" cy="461665"/>
          </a:xfrm>
          <a:prstGeom prst="rect">
            <a:avLst/>
          </a:prstGeom>
          <a:noFill/>
        </p:spPr>
        <p:txBody>
          <a:bodyPr wrap="none" rtlCol="0">
            <a:spAutoFit/>
          </a:bodyPr>
          <a:lstStyle/>
          <a:p>
            <a:r>
              <a:rPr lang="en-US" sz="2400" b="1" dirty="0">
                <a:solidFill>
                  <a:srgbClr val="FFC000"/>
                </a:solidFill>
                <a:latin typeface="Montserrat" pitchFamily="2" charset="77"/>
              </a:rPr>
              <a:t>Drawing with OpenCV</a:t>
            </a:r>
          </a:p>
        </p:txBody>
      </p:sp>
    </p:spTree>
    <p:extLst>
      <p:ext uri="{BB962C8B-B14F-4D97-AF65-F5344CB8AC3E}">
        <p14:creationId xmlns:p14="http://schemas.microsoft.com/office/powerpoint/2010/main" val="1651327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2961067" cy="461665"/>
          </a:xfrm>
          <a:prstGeom prst="rect">
            <a:avLst/>
          </a:prstGeom>
          <a:noFill/>
        </p:spPr>
        <p:txBody>
          <a:bodyPr wrap="none" rtlCol="0">
            <a:spAutoFit/>
          </a:bodyPr>
          <a:lstStyle/>
          <a:p>
            <a:r>
              <a:rPr lang="en-US" sz="2400" b="1" dirty="0">
                <a:solidFill>
                  <a:srgbClr val="FFC000"/>
                </a:solidFill>
                <a:latin typeface="Montserrat" pitchFamily="2" charset="77"/>
              </a:rPr>
              <a:t>Cropping Images</a:t>
            </a:r>
          </a:p>
        </p:txBody>
      </p:sp>
      <p:pic>
        <p:nvPicPr>
          <p:cNvPr id="5136" name="Picture 16">
            <a:extLst>
              <a:ext uri="{FF2B5EF4-FFF2-40B4-BE49-F238E27FC236}">
                <a16:creationId xmlns:a16="http://schemas.microsoft.com/office/drawing/2014/main" id="{DF158832-6FCD-1546-A355-D7EAFBC9B7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250" y="1681564"/>
            <a:ext cx="7937500" cy="39370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FCB28AB-124E-1247-90E7-06960AF846DD}"/>
              </a:ext>
            </a:extLst>
          </p:cNvPr>
          <p:cNvSpPr txBox="1"/>
          <p:nvPr/>
        </p:nvSpPr>
        <p:spPr>
          <a:xfrm>
            <a:off x="5295284" y="5893737"/>
            <a:ext cx="5857694" cy="276999"/>
          </a:xfrm>
          <a:prstGeom prst="rect">
            <a:avLst/>
          </a:prstGeom>
          <a:noFill/>
        </p:spPr>
        <p:txBody>
          <a:bodyPr wrap="none" rtlCol="0">
            <a:spAutoFit/>
          </a:bodyPr>
          <a:lstStyle/>
          <a:p>
            <a:r>
              <a:rPr lang="en-US" sz="1200" dirty="0">
                <a:latin typeface="Montserrat" pitchFamily="2" charset="77"/>
              </a:rPr>
              <a:t>(Source - </a:t>
            </a:r>
            <a:r>
              <a:rPr lang="en-US" sz="1200" dirty="0">
                <a:latin typeface="Montserrat" pitchFamily="2" charset="77"/>
                <a:hlinkClick r:id="rId3"/>
              </a:rPr>
              <a:t>https://pyimagesearch.com/2021/01/19/crop-image-with-opencv</a:t>
            </a:r>
            <a:r>
              <a:rPr lang="en-US" sz="1200" dirty="0">
                <a:latin typeface="Montserrat" pitchFamily="2" charset="77"/>
              </a:rPr>
              <a:t>)</a:t>
            </a:r>
          </a:p>
        </p:txBody>
      </p:sp>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58B3996C-E169-0A45-B44F-CF9F17F9A7A5}"/>
                  </a:ext>
                </a:extLst>
              </p14:cNvPr>
              <p14:cNvContentPartPr/>
              <p14:nvPr/>
            </p14:nvContentPartPr>
            <p14:xfrm>
              <a:off x="3660531" y="1161867"/>
              <a:ext cx="5022000" cy="753480"/>
            </p14:xfrm>
          </p:contentPart>
        </mc:Choice>
        <mc:Fallback>
          <p:pic>
            <p:nvPicPr>
              <p:cNvPr id="12" name="Ink 11">
                <a:extLst>
                  <a:ext uri="{FF2B5EF4-FFF2-40B4-BE49-F238E27FC236}">
                    <a16:creationId xmlns:a16="http://schemas.microsoft.com/office/drawing/2014/main" id="{58B3996C-E169-0A45-B44F-CF9F17F9A7A5}"/>
                  </a:ext>
                </a:extLst>
              </p:cNvPr>
              <p:cNvPicPr/>
              <p:nvPr/>
            </p:nvPicPr>
            <p:blipFill>
              <a:blip r:embed="rId5"/>
              <a:stretch>
                <a:fillRect/>
              </a:stretch>
            </p:blipFill>
            <p:spPr>
              <a:xfrm>
                <a:off x="3651891" y="1153227"/>
                <a:ext cx="5039640" cy="771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067B7550-9EAF-C44B-AEE3-EB058AAAEC44}"/>
                  </a:ext>
                </a:extLst>
              </p14:cNvPr>
              <p14:cNvContentPartPr/>
              <p14:nvPr/>
            </p14:nvContentPartPr>
            <p14:xfrm>
              <a:off x="7672371" y="1776387"/>
              <a:ext cx="1375920" cy="816120"/>
            </p14:xfrm>
          </p:contentPart>
        </mc:Choice>
        <mc:Fallback>
          <p:pic>
            <p:nvPicPr>
              <p:cNvPr id="13" name="Ink 12">
                <a:extLst>
                  <a:ext uri="{FF2B5EF4-FFF2-40B4-BE49-F238E27FC236}">
                    <a16:creationId xmlns:a16="http://schemas.microsoft.com/office/drawing/2014/main" id="{067B7550-9EAF-C44B-AEE3-EB058AAAEC44}"/>
                  </a:ext>
                </a:extLst>
              </p:cNvPr>
              <p:cNvPicPr/>
              <p:nvPr/>
            </p:nvPicPr>
            <p:blipFill>
              <a:blip r:embed="rId7"/>
              <a:stretch>
                <a:fillRect/>
              </a:stretch>
            </p:blipFill>
            <p:spPr>
              <a:xfrm>
                <a:off x="7663371" y="1767747"/>
                <a:ext cx="1393560" cy="833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CDE04DA3-0291-9F4D-A79E-75D1153B74AF}"/>
                  </a:ext>
                </a:extLst>
              </p14:cNvPr>
              <p14:cNvContentPartPr/>
              <p14:nvPr/>
            </p14:nvContentPartPr>
            <p14:xfrm>
              <a:off x="8549691" y="4398267"/>
              <a:ext cx="1078920" cy="1021680"/>
            </p14:xfrm>
          </p:contentPart>
        </mc:Choice>
        <mc:Fallback>
          <p:pic>
            <p:nvPicPr>
              <p:cNvPr id="14" name="Ink 13">
                <a:extLst>
                  <a:ext uri="{FF2B5EF4-FFF2-40B4-BE49-F238E27FC236}">
                    <a16:creationId xmlns:a16="http://schemas.microsoft.com/office/drawing/2014/main" id="{CDE04DA3-0291-9F4D-A79E-75D1153B74AF}"/>
                  </a:ext>
                </a:extLst>
              </p:cNvPr>
              <p:cNvPicPr/>
              <p:nvPr/>
            </p:nvPicPr>
            <p:blipFill>
              <a:blip r:embed="rId9"/>
              <a:stretch>
                <a:fillRect/>
              </a:stretch>
            </p:blipFill>
            <p:spPr>
              <a:xfrm>
                <a:off x="8540691" y="4389627"/>
                <a:ext cx="1096560" cy="1039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9" name="Ink 28">
                <a:extLst>
                  <a:ext uri="{FF2B5EF4-FFF2-40B4-BE49-F238E27FC236}">
                    <a16:creationId xmlns:a16="http://schemas.microsoft.com/office/drawing/2014/main" id="{0D22D94D-447D-6A43-8B87-32A21788E548}"/>
                  </a:ext>
                </a:extLst>
              </p14:cNvPr>
              <p14:cNvContentPartPr/>
              <p14:nvPr/>
            </p14:nvContentPartPr>
            <p14:xfrm>
              <a:off x="8647611" y="4408707"/>
              <a:ext cx="1476000" cy="1174320"/>
            </p14:xfrm>
          </p:contentPart>
        </mc:Choice>
        <mc:Fallback>
          <p:pic>
            <p:nvPicPr>
              <p:cNvPr id="29" name="Ink 28">
                <a:extLst>
                  <a:ext uri="{FF2B5EF4-FFF2-40B4-BE49-F238E27FC236}">
                    <a16:creationId xmlns:a16="http://schemas.microsoft.com/office/drawing/2014/main" id="{0D22D94D-447D-6A43-8B87-32A21788E548}"/>
                  </a:ext>
                </a:extLst>
              </p:cNvPr>
              <p:cNvPicPr/>
              <p:nvPr/>
            </p:nvPicPr>
            <p:blipFill>
              <a:blip r:embed="rId11"/>
              <a:stretch>
                <a:fillRect/>
              </a:stretch>
            </p:blipFill>
            <p:spPr>
              <a:xfrm>
                <a:off x="8638971" y="4399707"/>
                <a:ext cx="1493640" cy="1191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5" name="Ink 34">
                <a:extLst>
                  <a:ext uri="{FF2B5EF4-FFF2-40B4-BE49-F238E27FC236}">
                    <a16:creationId xmlns:a16="http://schemas.microsoft.com/office/drawing/2014/main" id="{74AEC776-2C22-EC47-8C7C-74135223F8B2}"/>
                  </a:ext>
                </a:extLst>
              </p14:cNvPr>
              <p14:cNvContentPartPr/>
              <p14:nvPr/>
            </p14:nvContentPartPr>
            <p14:xfrm>
              <a:off x="7089171" y="1479027"/>
              <a:ext cx="1159920" cy="4573440"/>
            </p14:xfrm>
          </p:contentPart>
        </mc:Choice>
        <mc:Fallback>
          <p:pic>
            <p:nvPicPr>
              <p:cNvPr id="35" name="Ink 34">
                <a:extLst>
                  <a:ext uri="{FF2B5EF4-FFF2-40B4-BE49-F238E27FC236}">
                    <a16:creationId xmlns:a16="http://schemas.microsoft.com/office/drawing/2014/main" id="{74AEC776-2C22-EC47-8C7C-74135223F8B2}"/>
                  </a:ext>
                </a:extLst>
              </p:cNvPr>
              <p:cNvPicPr/>
              <p:nvPr/>
            </p:nvPicPr>
            <p:blipFill>
              <a:blip r:embed="rId13"/>
              <a:stretch>
                <a:fillRect/>
              </a:stretch>
            </p:blipFill>
            <p:spPr>
              <a:xfrm>
                <a:off x="7080531" y="1470387"/>
                <a:ext cx="1177560" cy="4591080"/>
              </a:xfrm>
              <a:prstGeom prst="rect">
                <a:avLst/>
              </a:prstGeom>
            </p:spPr>
          </p:pic>
        </mc:Fallback>
      </mc:AlternateContent>
      <p:grpSp>
        <p:nvGrpSpPr>
          <p:cNvPr id="43" name="Group 42">
            <a:extLst>
              <a:ext uri="{FF2B5EF4-FFF2-40B4-BE49-F238E27FC236}">
                <a16:creationId xmlns:a16="http://schemas.microsoft.com/office/drawing/2014/main" id="{E22E5A94-249F-DB4B-BC62-1ED15C99DCBD}"/>
              </a:ext>
            </a:extLst>
          </p:cNvPr>
          <p:cNvGrpSpPr/>
          <p:nvPr/>
        </p:nvGrpSpPr>
        <p:grpSpPr>
          <a:xfrm>
            <a:off x="2684571" y="4477467"/>
            <a:ext cx="1680840" cy="457920"/>
            <a:chOff x="2684571" y="4477467"/>
            <a:chExt cx="1680840" cy="457920"/>
          </a:xfrm>
        </p:grpSpPr>
        <mc:AlternateContent xmlns:mc="http://schemas.openxmlformats.org/markup-compatibility/2006">
          <mc:Choice xmlns:p14="http://schemas.microsoft.com/office/powerpoint/2010/main" Requires="p14">
            <p:contentPart p14:bwMode="auto" r:id="rId14">
              <p14:nvContentPartPr>
                <p14:cNvPr id="37" name="Ink 36">
                  <a:extLst>
                    <a:ext uri="{FF2B5EF4-FFF2-40B4-BE49-F238E27FC236}">
                      <a16:creationId xmlns:a16="http://schemas.microsoft.com/office/drawing/2014/main" id="{55CF9323-5DAB-3F4D-8F82-2F94C4463EA0}"/>
                    </a:ext>
                  </a:extLst>
                </p14:cNvPr>
                <p14:cNvContentPartPr/>
                <p14:nvPr/>
              </p14:nvContentPartPr>
              <p14:xfrm>
                <a:off x="2684571" y="4477467"/>
                <a:ext cx="1680840" cy="457920"/>
              </p14:xfrm>
            </p:contentPart>
          </mc:Choice>
          <mc:Fallback>
            <p:pic>
              <p:nvPicPr>
                <p:cNvPr id="37" name="Ink 36">
                  <a:extLst>
                    <a:ext uri="{FF2B5EF4-FFF2-40B4-BE49-F238E27FC236}">
                      <a16:creationId xmlns:a16="http://schemas.microsoft.com/office/drawing/2014/main" id="{55CF9323-5DAB-3F4D-8F82-2F94C4463EA0}"/>
                    </a:ext>
                  </a:extLst>
                </p:cNvPr>
                <p:cNvPicPr/>
                <p:nvPr/>
              </p:nvPicPr>
              <p:blipFill>
                <a:blip r:embed="rId15"/>
                <a:stretch>
                  <a:fillRect/>
                </a:stretch>
              </p:blipFill>
              <p:spPr>
                <a:xfrm>
                  <a:off x="2675571" y="4468467"/>
                  <a:ext cx="169848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8" name="Ink 37">
                  <a:extLst>
                    <a:ext uri="{FF2B5EF4-FFF2-40B4-BE49-F238E27FC236}">
                      <a16:creationId xmlns:a16="http://schemas.microsoft.com/office/drawing/2014/main" id="{43EE06FA-E978-FB4C-B28B-76B5072AAD48}"/>
                    </a:ext>
                  </a:extLst>
                </p14:cNvPr>
                <p14:cNvContentPartPr/>
                <p14:nvPr/>
              </p14:nvContentPartPr>
              <p14:xfrm>
                <a:off x="3004251" y="4806867"/>
                <a:ext cx="360" cy="360"/>
              </p14:xfrm>
            </p:contentPart>
          </mc:Choice>
          <mc:Fallback>
            <p:pic>
              <p:nvPicPr>
                <p:cNvPr id="38" name="Ink 37">
                  <a:extLst>
                    <a:ext uri="{FF2B5EF4-FFF2-40B4-BE49-F238E27FC236}">
                      <a16:creationId xmlns:a16="http://schemas.microsoft.com/office/drawing/2014/main" id="{43EE06FA-E978-FB4C-B28B-76B5072AAD48}"/>
                    </a:ext>
                  </a:extLst>
                </p:cNvPr>
                <p:cNvPicPr/>
                <p:nvPr/>
              </p:nvPicPr>
              <p:blipFill>
                <a:blip r:embed="rId17"/>
                <a:stretch>
                  <a:fillRect/>
                </a:stretch>
              </p:blipFill>
              <p:spPr>
                <a:xfrm>
                  <a:off x="2995251" y="479822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0" name="Ink 39">
                  <a:extLst>
                    <a:ext uri="{FF2B5EF4-FFF2-40B4-BE49-F238E27FC236}">
                      <a16:creationId xmlns:a16="http://schemas.microsoft.com/office/drawing/2014/main" id="{0E4974D3-457D-A541-8CBA-20E78AF98143}"/>
                    </a:ext>
                  </a:extLst>
                </p14:cNvPr>
                <p14:cNvContentPartPr/>
                <p14:nvPr/>
              </p14:nvContentPartPr>
              <p14:xfrm>
                <a:off x="3263811" y="4629387"/>
                <a:ext cx="22320" cy="230760"/>
              </p14:xfrm>
            </p:contentPart>
          </mc:Choice>
          <mc:Fallback>
            <p:pic>
              <p:nvPicPr>
                <p:cNvPr id="40" name="Ink 39">
                  <a:extLst>
                    <a:ext uri="{FF2B5EF4-FFF2-40B4-BE49-F238E27FC236}">
                      <a16:creationId xmlns:a16="http://schemas.microsoft.com/office/drawing/2014/main" id="{0E4974D3-457D-A541-8CBA-20E78AF98143}"/>
                    </a:ext>
                  </a:extLst>
                </p:cNvPr>
                <p:cNvPicPr/>
                <p:nvPr/>
              </p:nvPicPr>
              <p:blipFill>
                <a:blip r:embed="rId19"/>
                <a:stretch>
                  <a:fillRect/>
                </a:stretch>
              </p:blipFill>
              <p:spPr>
                <a:xfrm>
                  <a:off x="3255171" y="4620747"/>
                  <a:ext cx="3996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2" name="Ink 41">
                  <a:extLst>
                    <a:ext uri="{FF2B5EF4-FFF2-40B4-BE49-F238E27FC236}">
                      <a16:creationId xmlns:a16="http://schemas.microsoft.com/office/drawing/2014/main" id="{E581BCAA-1B8C-D944-B2A6-02AE72E9C4CD}"/>
                    </a:ext>
                  </a:extLst>
                </p14:cNvPr>
                <p14:cNvContentPartPr/>
                <p14:nvPr/>
              </p14:nvContentPartPr>
              <p14:xfrm>
                <a:off x="3540291" y="4779867"/>
                <a:ext cx="360" cy="360"/>
              </p14:xfrm>
            </p:contentPart>
          </mc:Choice>
          <mc:Fallback>
            <p:pic>
              <p:nvPicPr>
                <p:cNvPr id="42" name="Ink 41">
                  <a:extLst>
                    <a:ext uri="{FF2B5EF4-FFF2-40B4-BE49-F238E27FC236}">
                      <a16:creationId xmlns:a16="http://schemas.microsoft.com/office/drawing/2014/main" id="{E581BCAA-1B8C-D944-B2A6-02AE72E9C4CD}"/>
                    </a:ext>
                  </a:extLst>
                </p:cNvPr>
                <p:cNvPicPr/>
                <p:nvPr/>
              </p:nvPicPr>
              <p:blipFill>
                <a:blip r:embed="rId17"/>
                <a:stretch>
                  <a:fillRect/>
                </a:stretch>
              </p:blipFill>
              <p:spPr>
                <a:xfrm>
                  <a:off x="3531291" y="4771227"/>
                  <a:ext cx="1800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44" name="Ink 43">
                <a:extLst>
                  <a:ext uri="{FF2B5EF4-FFF2-40B4-BE49-F238E27FC236}">
                    <a16:creationId xmlns:a16="http://schemas.microsoft.com/office/drawing/2014/main" id="{30E80C90-B5C3-DF43-A5F2-22B2FA0F1CEF}"/>
                  </a:ext>
                </a:extLst>
              </p14:cNvPr>
              <p14:cNvContentPartPr/>
              <p14:nvPr/>
            </p14:nvContentPartPr>
            <p14:xfrm>
              <a:off x="4031331" y="4549827"/>
              <a:ext cx="229680" cy="380160"/>
            </p14:xfrm>
          </p:contentPart>
        </mc:Choice>
        <mc:Fallback>
          <p:pic>
            <p:nvPicPr>
              <p:cNvPr id="44" name="Ink 43">
                <a:extLst>
                  <a:ext uri="{FF2B5EF4-FFF2-40B4-BE49-F238E27FC236}">
                    <a16:creationId xmlns:a16="http://schemas.microsoft.com/office/drawing/2014/main" id="{30E80C90-B5C3-DF43-A5F2-22B2FA0F1CEF}"/>
                  </a:ext>
                </a:extLst>
              </p:cNvPr>
              <p:cNvPicPr/>
              <p:nvPr/>
            </p:nvPicPr>
            <p:blipFill>
              <a:blip r:embed="rId22"/>
              <a:stretch>
                <a:fillRect/>
              </a:stretch>
            </p:blipFill>
            <p:spPr>
              <a:xfrm>
                <a:off x="4022691" y="4540827"/>
                <a:ext cx="247320" cy="397800"/>
              </a:xfrm>
              <a:prstGeom prst="rect">
                <a:avLst/>
              </a:prstGeom>
            </p:spPr>
          </p:pic>
        </mc:Fallback>
      </mc:AlternateContent>
      <p:grpSp>
        <p:nvGrpSpPr>
          <p:cNvPr id="55" name="Group 54">
            <a:extLst>
              <a:ext uri="{FF2B5EF4-FFF2-40B4-BE49-F238E27FC236}">
                <a16:creationId xmlns:a16="http://schemas.microsoft.com/office/drawing/2014/main" id="{3AD6C6F7-A94A-B04A-BA06-DED002D6E838}"/>
              </a:ext>
            </a:extLst>
          </p:cNvPr>
          <p:cNvGrpSpPr/>
          <p:nvPr/>
        </p:nvGrpSpPr>
        <p:grpSpPr>
          <a:xfrm>
            <a:off x="3012531" y="4464507"/>
            <a:ext cx="361080" cy="83160"/>
            <a:chOff x="3012531" y="4464507"/>
            <a:chExt cx="361080" cy="83160"/>
          </a:xfrm>
        </p:grpSpPr>
        <mc:AlternateContent xmlns:mc="http://schemas.openxmlformats.org/markup-compatibility/2006">
          <mc:Choice xmlns:p14="http://schemas.microsoft.com/office/powerpoint/2010/main" Requires="p14">
            <p:contentPart p14:bwMode="auto" r:id="rId23">
              <p14:nvContentPartPr>
                <p14:cNvPr id="51" name="Ink 50">
                  <a:extLst>
                    <a:ext uri="{FF2B5EF4-FFF2-40B4-BE49-F238E27FC236}">
                      <a16:creationId xmlns:a16="http://schemas.microsoft.com/office/drawing/2014/main" id="{3BB542DF-78E8-734B-8355-D9809490DC0C}"/>
                    </a:ext>
                  </a:extLst>
                </p14:cNvPr>
                <p14:cNvContentPartPr/>
                <p14:nvPr/>
              </p14:nvContentPartPr>
              <p14:xfrm>
                <a:off x="3215931" y="4514547"/>
                <a:ext cx="32760" cy="33120"/>
              </p14:xfrm>
            </p:contentPart>
          </mc:Choice>
          <mc:Fallback>
            <p:pic>
              <p:nvPicPr>
                <p:cNvPr id="51" name="Ink 50">
                  <a:extLst>
                    <a:ext uri="{FF2B5EF4-FFF2-40B4-BE49-F238E27FC236}">
                      <a16:creationId xmlns:a16="http://schemas.microsoft.com/office/drawing/2014/main" id="{3BB542DF-78E8-734B-8355-D9809490DC0C}"/>
                    </a:ext>
                  </a:extLst>
                </p:cNvPr>
                <p:cNvPicPr/>
                <p:nvPr/>
              </p:nvPicPr>
              <p:blipFill>
                <a:blip r:embed="rId24"/>
                <a:stretch>
                  <a:fillRect/>
                </a:stretch>
              </p:blipFill>
              <p:spPr>
                <a:xfrm>
                  <a:off x="3206931" y="4505907"/>
                  <a:ext cx="5040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52" name="Ink 51">
                  <a:extLst>
                    <a:ext uri="{FF2B5EF4-FFF2-40B4-BE49-F238E27FC236}">
                      <a16:creationId xmlns:a16="http://schemas.microsoft.com/office/drawing/2014/main" id="{15E318B0-5F2D-9145-A405-2E85DB592D9A}"/>
                    </a:ext>
                  </a:extLst>
                </p14:cNvPr>
                <p14:cNvContentPartPr/>
                <p14:nvPr/>
              </p14:nvContentPartPr>
              <p14:xfrm>
                <a:off x="3012531" y="4495467"/>
                <a:ext cx="23040" cy="43200"/>
              </p14:xfrm>
            </p:contentPart>
          </mc:Choice>
          <mc:Fallback>
            <p:pic>
              <p:nvPicPr>
                <p:cNvPr id="52" name="Ink 51">
                  <a:extLst>
                    <a:ext uri="{FF2B5EF4-FFF2-40B4-BE49-F238E27FC236}">
                      <a16:creationId xmlns:a16="http://schemas.microsoft.com/office/drawing/2014/main" id="{15E318B0-5F2D-9145-A405-2E85DB592D9A}"/>
                    </a:ext>
                  </a:extLst>
                </p:cNvPr>
                <p:cNvPicPr/>
                <p:nvPr/>
              </p:nvPicPr>
              <p:blipFill>
                <a:blip r:embed="rId26"/>
                <a:stretch>
                  <a:fillRect/>
                </a:stretch>
              </p:blipFill>
              <p:spPr>
                <a:xfrm>
                  <a:off x="3003531" y="4486827"/>
                  <a:ext cx="4068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54" name="Ink 53">
                  <a:extLst>
                    <a:ext uri="{FF2B5EF4-FFF2-40B4-BE49-F238E27FC236}">
                      <a16:creationId xmlns:a16="http://schemas.microsoft.com/office/drawing/2014/main" id="{48A72FA1-3B6F-B24A-ACED-55CDC57744A2}"/>
                    </a:ext>
                  </a:extLst>
                </p14:cNvPr>
                <p14:cNvContentPartPr/>
                <p14:nvPr/>
              </p14:nvContentPartPr>
              <p14:xfrm>
                <a:off x="3146451" y="4464507"/>
                <a:ext cx="227160" cy="39960"/>
              </p14:xfrm>
            </p:contentPart>
          </mc:Choice>
          <mc:Fallback>
            <p:pic>
              <p:nvPicPr>
                <p:cNvPr id="54" name="Ink 53">
                  <a:extLst>
                    <a:ext uri="{FF2B5EF4-FFF2-40B4-BE49-F238E27FC236}">
                      <a16:creationId xmlns:a16="http://schemas.microsoft.com/office/drawing/2014/main" id="{48A72FA1-3B6F-B24A-ACED-55CDC57744A2}"/>
                    </a:ext>
                  </a:extLst>
                </p:cNvPr>
                <p:cNvPicPr/>
                <p:nvPr/>
              </p:nvPicPr>
              <p:blipFill>
                <a:blip r:embed="rId28"/>
                <a:stretch>
                  <a:fillRect/>
                </a:stretch>
              </p:blipFill>
              <p:spPr>
                <a:xfrm>
                  <a:off x="3137451" y="4455867"/>
                  <a:ext cx="244800" cy="57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
            <p14:nvContentPartPr>
              <p14:cNvPr id="56" name="Ink 55">
                <a:extLst>
                  <a:ext uri="{FF2B5EF4-FFF2-40B4-BE49-F238E27FC236}">
                    <a16:creationId xmlns:a16="http://schemas.microsoft.com/office/drawing/2014/main" id="{4FC2B4BD-4065-6F4F-AEAB-8C48AD23CB3A}"/>
                  </a:ext>
                </a:extLst>
              </p14:cNvPr>
              <p14:cNvContentPartPr/>
              <p14:nvPr/>
            </p14:nvContentPartPr>
            <p14:xfrm>
              <a:off x="3726771" y="4459107"/>
              <a:ext cx="701280" cy="470160"/>
            </p14:xfrm>
          </p:contentPart>
        </mc:Choice>
        <mc:Fallback>
          <p:pic>
            <p:nvPicPr>
              <p:cNvPr id="56" name="Ink 55">
                <a:extLst>
                  <a:ext uri="{FF2B5EF4-FFF2-40B4-BE49-F238E27FC236}">
                    <a16:creationId xmlns:a16="http://schemas.microsoft.com/office/drawing/2014/main" id="{4FC2B4BD-4065-6F4F-AEAB-8C48AD23CB3A}"/>
                  </a:ext>
                </a:extLst>
              </p:cNvPr>
              <p:cNvPicPr/>
              <p:nvPr/>
            </p:nvPicPr>
            <p:blipFill>
              <a:blip r:embed="rId30"/>
              <a:stretch>
                <a:fillRect/>
              </a:stretch>
            </p:blipFill>
            <p:spPr>
              <a:xfrm>
                <a:off x="3717771" y="4450467"/>
                <a:ext cx="718920" cy="487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57" name="Ink 56">
                <a:extLst>
                  <a:ext uri="{FF2B5EF4-FFF2-40B4-BE49-F238E27FC236}">
                    <a16:creationId xmlns:a16="http://schemas.microsoft.com/office/drawing/2014/main" id="{20D2C27B-9770-2F4E-B9E1-4B2DDD2325DA}"/>
                  </a:ext>
                </a:extLst>
              </p14:cNvPr>
              <p14:cNvContentPartPr/>
              <p14:nvPr/>
            </p14:nvContentPartPr>
            <p14:xfrm>
              <a:off x="5773731" y="3668547"/>
              <a:ext cx="204120" cy="7560"/>
            </p14:xfrm>
          </p:contentPart>
        </mc:Choice>
        <mc:Fallback>
          <p:pic>
            <p:nvPicPr>
              <p:cNvPr id="57" name="Ink 56">
                <a:extLst>
                  <a:ext uri="{FF2B5EF4-FFF2-40B4-BE49-F238E27FC236}">
                    <a16:creationId xmlns:a16="http://schemas.microsoft.com/office/drawing/2014/main" id="{20D2C27B-9770-2F4E-B9E1-4B2DDD2325DA}"/>
                  </a:ext>
                </a:extLst>
              </p:cNvPr>
              <p:cNvPicPr/>
              <p:nvPr/>
            </p:nvPicPr>
            <p:blipFill>
              <a:blip r:embed="rId32"/>
              <a:stretch>
                <a:fillRect/>
              </a:stretch>
            </p:blipFill>
            <p:spPr>
              <a:xfrm>
                <a:off x="5765091" y="3659547"/>
                <a:ext cx="221760" cy="25200"/>
              </a:xfrm>
              <a:prstGeom prst="rect">
                <a:avLst/>
              </a:prstGeom>
            </p:spPr>
          </p:pic>
        </mc:Fallback>
      </mc:AlternateContent>
      <p:grpSp>
        <p:nvGrpSpPr>
          <p:cNvPr id="62" name="Group 61">
            <a:extLst>
              <a:ext uri="{FF2B5EF4-FFF2-40B4-BE49-F238E27FC236}">
                <a16:creationId xmlns:a16="http://schemas.microsoft.com/office/drawing/2014/main" id="{DD09444F-2661-274B-AFE3-120FA33AA852}"/>
              </a:ext>
            </a:extLst>
          </p:cNvPr>
          <p:cNvGrpSpPr/>
          <p:nvPr/>
        </p:nvGrpSpPr>
        <p:grpSpPr>
          <a:xfrm>
            <a:off x="5744931" y="850467"/>
            <a:ext cx="5195520" cy="4978800"/>
            <a:chOff x="5744931" y="850467"/>
            <a:chExt cx="5195520" cy="4978800"/>
          </a:xfrm>
        </p:grpSpPr>
        <mc:AlternateContent xmlns:mc="http://schemas.openxmlformats.org/markup-compatibility/2006">
          <mc:Choice xmlns:p14="http://schemas.microsoft.com/office/powerpoint/2010/main" Requires="p14">
            <p:contentPart p14:bwMode="auto" r:id="rId33">
              <p14:nvContentPartPr>
                <p14:cNvPr id="18" name="Ink 17">
                  <a:extLst>
                    <a:ext uri="{FF2B5EF4-FFF2-40B4-BE49-F238E27FC236}">
                      <a16:creationId xmlns:a16="http://schemas.microsoft.com/office/drawing/2014/main" id="{A50D521E-5175-C846-8326-D520FBEB42C3}"/>
                    </a:ext>
                  </a:extLst>
                </p14:cNvPr>
                <p14:cNvContentPartPr/>
                <p14:nvPr/>
              </p14:nvContentPartPr>
              <p14:xfrm>
                <a:off x="6949131" y="2836587"/>
                <a:ext cx="360" cy="360"/>
              </p14:xfrm>
            </p:contentPart>
          </mc:Choice>
          <mc:Fallback>
            <p:pic>
              <p:nvPicPr>
                <p:cNvPr id="18" name="Ink 17">
                  <a:extLst>
                    <a:ext uri="{FF2B5EF4-FFF2-40B4-BE49-F238E27FC236}">
                      <a16:creationId xmlns:a16="http://schemas.microsoft.com/office/drawing/2014/main" id="{A50D521E-5175-C846-8326-D520FBEB42C3}"/>
                    </a:ext>
                  </a:extLst>
                </p:cNvPr>
                <p:cNvPicPr/>
                <p:nvPr/>
              </p:nvPicPr>
              <p:blipFill>
                <a:blip r:embed="rId17"/>
                <a:stretch>
                  <a:fillRect/>
                </a:stretch>
              </p:blipFill>
              <p:spPr>
                <a:xfrm>
                  <a:off x="6940491" y="282758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705C89D2-1E96-6444-A2AA-682991854AA5}"/>
                    </a:ext>
                  </a:extLst>
                </p14:cNvPr>
                <p14:cNvContentPartPr/>
                <p14:nvPr/>
              </p14:nvContentPartPr>
              <p14:xfrm>
                <a:off x="6954171" y="3369747"/>
                <a:ext cx="360" cy="360"/>
              </p14:xfrm>
            </p:contentPart>
          </mc:Choice>
          <mc:Fallback>
            <p:pic>
              <p:nvPicPr>
                <p:cNvPr id="19" name="Ink 18">
                  <a:extLst>
                    <a:ext uri="{FF2B5EF4-FFF2-40B4-BE49-F238E27FC236}">
                      <a16:creationId xmlns:a16="http://schemas.microsoft.com/office/drawing/2014/main" id="{705C89D2-1E96-6444-A2AA-682991854AA5}"/>
                    </a:ext>
                  </a:extLst>
                </p:cNvPr>
                <p:cNvPicPr/>
                <p:nvPr/>
              </p:nvPicPr>
              <p:blipFill>
                <a:blip r:embed="rId17"/>
                <a:stretch>
                  <a:fillRect/>
                </a:stretch>
              </p:blipFill>
              <p:spPr>
                <a:xfrm>
                  <a:off x="6945531" y="336074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Ink 19">
                  <a:extLst>
                    <a:ext uri="{FF2B5EF4-FFF2-40B4-BE49-F238E27FC236}">
                      <a16:creationId xmlns:a16="http://schemas.microsoft.com/office/drawing/2014/main" id="{5084A27A-C58A-5242-852E-59912E1C39D8}"/>
                    </a:ext>
                  </a:extLst>
                </p14:cNvPr>
                <p14:cNvContentPartPr/>
                <p14:nvPr/>
              </p14:nvContentPartPr>
              <p14:xfrm>
                <a:off x="6984051" y="3886707"/>
                <a:ext cx="360" cy="360"/>
              </p14:xfrm>
            </p:contentPart>
          </mc:Choice>
          <mc:Fallback>
            <p:pic>
              <p:nvPicPr>
                <p:cNvPr id="20" name="Ink 19">
                  <a:extLst>
                    <a:ext uri="{FF2B5EF4-FFF2-40B4-BE49-F238E27FC236}">
                      <a16:creationId xmlns:a16="http://schemas.microsoft.com/office/drawing/2014/main" id="{5084A27A-C58A-5242-852E-59912E1C39D8}"/>
                    </a:ext>
                  </a:extLst>
                </p:cNvPr>
                <p:cNvPicPr/>
                <p:nvPr/>
              </p:nvPicPr>
              <p:blipFill>
                <a:blip r:embed="rId17"/>
                <a:stretch>
                  <a:fillRect/>
                </a:stretch>
              </p:blipFill>
              <p:spPr>
                <a:xfrm>
                  <a:off x="6975411" y="387806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1BAF1E46-77F6-984D-80AF-C336AFE6F0F2}"/>
                    </a:ext>
                  </a:extLst>
                </p14:cNvPr>
                <p14:cNvContentPartPr/>
                <p14:nvPr/>
              </p14:nvContentPartPr>
              <p14:xfrm>
                <a:off x="6538731" y="4080747"/>
                <a:ext cx="2377800" cy="76320"/>
              </p14:xfrm>
            </p:contentPart>
          </mc:Choice>
          <mc:Fallback>
            <p:pic>
              <p:nvPicPr>
                <p:cNvPr id="21" name="Ink 20">
                  <a:extLst>
                    <a:ext uri="{FF2B5EF4-FFF2-40B4-BE49-F238E27FC236}">
                      <a16:creationId xmlns:a16="http://schemas.microsoft.com/office/drawing/2014/main" id="{1BAF1E46-77F6-984D-80AF-C336AFE6F0F2}"/>
                    </a:ext>
                  </a:extLst>
                </p:cNvPr>
                <p:cNvPicPr/>
                <p:nvPr/>
              </p:nvPicPr>
              <p:blipFill>
                <a:blip r:embed="rId37"/>
                <a:stretch>
                  <a:fillRect/>
                </a:stretch>
              </p:blipFill>
              <p:spPr>
                <a:xfrm>
                  <a:off x="6529731" y="4072107"/>
                  <a:ext cx="239544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AA21457A-B908-0042-B3A3-C4232D045747}"/>
                    </a:ext>
                  </a:extLst>
                </p14:cNvPr>
                <p14:cNvContentPartPr/>
                <p14:nvPr/>
              </p14:nvContentPartPr>
              <p14:xfrm>
                <a:off x="10397211" y="3961947"/>
                <a:ext cx="203400" cy="263520"/>
              </p14:xfrm>
            </p:contentPart>
          </mc:Choice>
          <mc:Fallback>
            <p:pic>
              <p:nvPicPr>
                <p:cNvPr id="23" name="Ink 22">
                  <a:extLst>
                    <a:ext uri="{FF2B5EF4-FFF2-40B4-BE49-F238E27FC236}">
                      <a16:creationId xmlns:a16="http://schemas.microsoft.com/office/drawing/2014/main" id="{AA21457A-B908-0042-B3A3-C4232D045747}"/>
                    </a:ext>
                  </a:extLst>
                </p:cNvPr>
                <p:cNvPicPr/>
                <p:nvPr/>
              </p:nvPicPr>
              <p:blipFill>
                <a:blip r:embed="rId39"/>
                <a:stretch>
                  <a:fillRect/>
                </a:stretch>
              </p:blipFill>
              <p:spPr>
                <a:xfrm>
                  <a:off x="10388211" y="3952947"/>
                  <a:ext cx="22104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472AB90D-03A7-394A-8C3C-CD6F53043A03}"/>
                    </a:ext>
                  </a:extLst>
                </p14:cNvPr>
                <p14:cNvContentPartPr/>
                <p14:nvPr/>
              </p14:nvContentPartPr>
              <p14:xfrm>
                <a:off x="6788931" y="1528347"/>
                <a:ext cx="2520" cy="166320"/>
              </p14:xfrm>
            </p:contentPart>
          </mc:Choice>
          <mc:Fallback>
            <p:pic>
              <p:nvPicPr>
                <p:cNvPr id="24" name="Ink 23">
                  <a:extLst>
                    <a:ext uri="{FF2B5EF4-FFF2-40B4-BE49-F238E27FC236}">
                      <a16:creationId xmlns:a16="http://schemas.microsoft.com/office/drawing/2014/main" id="{472AB90D-03A7-394A-8C3C-CD6F53043A03}"/>
                    </a:ext>
                  </a:extLst>
                </p:cNvPr>
                <p:cNvPicPr/>
                <p:nvPr/>
              </p:nvPicPr>
              <p:blipFill>
                <a:blip r:embed="rId41"/>
                <a:stretch>
                  <a:fillRect/>
                </a:stretch>
              </p:blipFill>
              <p:spPr>
                <a:xfrm>
                  <a:off x="6779931" y="1519707"/>
                  <a:ext cx="2016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765E3962-4C6C-1B4E-8BD8-40A3263C8DCE}"/>
                    </a:ext>
                  </a:extLst>
                </p14:cNvPr>
                <p14:cNvContentPartPr/>
                <p14:nvPr/>
              </p14:nvContentPartPr>
              <p14:xfrm>
                <a:off x="7279251" y="1668747"/>
                <a:ext cx="22680" cy="169560"/>
              </p14:xfrm>
            </p:contentPart>
          </mc:Choice>
          <mc:Fallback>
            <p:pic>
              <p:nvPicPr>
                <p:cNvPr id="25" name="Ink 24">
                  <a:extLst>
                    <a:ext uri="{FF2B5EF4-FFF2-40B4-BE49-F238E27FC236}">
                      <a16:creationId xmlns:a16="http://schemas.microsoft.com/office/drawing/2014/main" id="{765E3962-4C6C-1B4E-8BD8-40A3263C8DCE}"/>
                    </a:ext>
                  </a:extLst>
                </p:cNvPr>
                <p:cNvPicPr/>
                <p:nvPr/>
              </p:nvPicPr>
              <p:blipFill>
                <a:blip r:embed="rId43"/>
                <a:stretch>
                  <a:fillRect/>
                </a:stretch>
              </p:blipFill>
              <p:spPr>
                <a:xfrm>
                  <a:off x="7270251" y="1659747"/>
                  <a:ext cx="4032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2F835F58-28F7-C84A-826F-6BB289DE15C2}"/>
                    </a:ext>
                  </a:extLst>
                </p14:cNvPr>
                <p14:cNvContentPartPr/>
                <p14:nvPr/>
              </p14:nvContentPartPr>
              <p14:xfrm>
                <a:off x="7881531" y="1631307"/>
                <a:ext cx="5760" cy="57600"/>
              </p14:xfrm>
            </p:contentPart>
          </mc:Choice>
          <mc:Fallback>
            <p:pic>
              <p:nvPicPr>
                <p:cNvPr id="26" name="Ink 25">
                  <a:extLst>
                    <a:ext uri="{FF2B5EF4-FFF2-40B4-BE49-F238E27FC236}">
                      <a16:creationId xmlns:a16="http://schemas.microsoft.com/office/drawing/2014/main" id="{2F835F58-28F7-C84A-826F-6BB289DE15C2}"/>
                    </a:ext>
                  </a:extLst>
                </p:cNvPr>
                <p:cNvPicPr/>
                <p:nvPr/>
              </p:nvPicPr>
              <p:blipFill>
                <a:blip r:embed="rId45"/>
                <a:stretch>
                  <a:fillRect/>
                </a:stretch>
              </p:blipFill>
              <p:spPr>
                <a:xfrm>
                  <a:off x="7872531" y="1622307"/>
                  <a:ext cx="2340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1C692DF9-BB9D-904C-B21F-84ACBEB9AF4C}"/>
                    </a:ext>
                  </a:extLst>
                </p14:cNvPr>
                <p14:cNvContentPartPr/>
                <p14:nvPr/>
              </p14:nvContentPartPr>
              <p14:xfrm>
                <a:off x="8527731" y="1699347"/>
                <a:ext cx="7200" cy="45720"/>
              </p14:xfrm>
            </p:contentPart>
          </mc:Choice>
          <mc:Fallback>
            <p:pic>
              <p:nvPicPr>
                <p:cNvPr id="27" name="Ink 26">
                  <a:extLst>
                    <a:ext uri="{FF2B5EF4-FFF2-40B4-BE49-F238E27FC236}">
                      <a16:creationId xmlns:a16="http://schemas.microsoft.com/office/drawing/2014/main" id="{1C692DF9-BB9D-904C-B21F-84ACBEB9AF4C}"/>
                    </a:ext>
                  </a:extLst>
                </p:cNvPr>
                <p:cNvPicPr/>
                <p:nvPr/>
              </p:nvPicPr>
              <p:blipFill>
                <a:blip r:embed="rId47"/>
                <a:stretch>
                  <a:fillRect/>
                </a:stretch>
              </p:blipFill>
              <p:spPr>
                <a:xfrm>
                  <a:off x="8519091" y="1690707"/>
                  <a:ext cx="2484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5" name="Ink 14">
                  <a:extLst>
                    <a:ext uri="{FF2B5EF4-FFF2-40B4-BE49-F238E27FC236}">
                      <a16:creationId xmlns:a16="http://schemas.microsoft.com/office/drawing/2014/main" id="{5744DA54-F1CA-5042-B3F4-F36B61D30FA5}"/>
                    </a:ext>
                  </a:extLst>
                </p14:cNvPr>
                <p14:cNvContentPartPr/>
                <p14:nvPr/>
              </p14:nvContentPartPr>
              <p14:xfrm>
                <a:off x="8881971" y="4719387"/>
                <a:ext cx="455400" cy="484920"/>
              </p14:xfrm>
            </p:contentPart>
          </mc:Choice>
          <mc:Fallback>
            <p:pic>
              <p:nvPicPr>
                <p:cNvPr id="15" name="Ink 14">
                  <a:extLst>
                    <a:ext uri="{FF2B5EF4-FFF2-40B4-BE49-F238E27FC236}">
                      <a16:creationId xmlns:a16="http://schemas.microsoft.com/office/drawing/2014/main" id="{5744DA54-F1CA-5042-B3F4-F36B61D30FA5}"/>
                    </a:ext>
                  </a:extLst>
                </p:cNvPr>
                <p:cNvPicPr/>
                <p:nvPr/>
              </p:nvPicPr>
              <p:blipFill>
                <a:blip r:embed="rId49"/>
                <a:stretch>
                  <a:fillRect/>
                </a:stretch>
              </p:blipFill>
              <p:spPr>
                <a:xfrm>
                  <a:off x="8872971" y="4710747"/>
                  <a:ext cx="473040" cy="5025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6" name="Ink 15">
                  <a:extLst>
                    <a:ext uri="{FF2B5EF4-FFF2-40B4-BE49-F238E27FC236}">
                      <a16:creationId xmlns:a16="http://schemas.microsoft.com/office/drawing/2014/main" id="{BD64EE1E-E185-054B-9D8A-28C3E5EE234B}"/>
                    </a:ext>
                  </a:extLst>
                </p14:cNvPr>
                <p14:cNvContentPartPr/>
                <p14:nvPr/>
              </p14:nvContentPartPr>
              <p14:xfrm>
                <a:off x="8859291" y="5232747"/>
                <a:ext cx="492840" cy="6120"/>
              </p14:xfrm>
            </p:contentPart>
          </mc:Choice>
          <mc:Fallback>
            <p:pic>
              <p:nvPicPr>
                <p:cNvPr id="16" name="Ink 15">
                  <a:extLst>
                    <a:ext uri="{FF2B5EF4-FFF2-40B4-BE49-F238E27FC236}">
                      <a16:creationId xmlns:a16="http://schemas.microsoft.com/office/drawing/2014/main" id="{BD64EE1E-E185-054B-9D8A-28C3E5EE234B}"/>
                    </a:ext>
                  </a:extLst>
                </p:cNvPr>
                <p:cNvPicPr/>
                <p:nvPr/>
              </p:nvPicPr>
              <p:blipFill>
                <a:blip r:embed="rId51"/>
                <a:stretch>
                  <a:fillRect/>
                </a:stretch>
              </p:blipFill>
              <p:spPr>
                <a:xfrm>
                  <a:off x="8850651" y="5224107"/>
                  <a:ext cx="51048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2472B5DD-160D-B844-BC4D-12B0621C9327}"/>
                    </a:ext>
                  </a:extLst>
                </p14:cNvPr>
                <p14:cNvContentPartPr/>
                <p14:nvPr/>
              </p14:nvContentPartPr>
              <p14:xfrm>
                <a:off x="8197611" y="850467"/>
                <a:ext cx="115560" cy="4978800"/>
              </p14:xfrm>
            </p:contentPart>
          </mc:Choice>
          <mc:Fallback>
            <p:pic>
              <p:nvPicPr>
                <p:cNvPr id="31" name="Ink 30">
                  <a:extLst>
                    <a:ext uri="{FF2B5EF4-FFF2-40B4-BE49-F238E27FC236}">
                      <a16:creationId xmlns:a16="http://schemas.microsoft.com/office/drawing/2014/main" id="{2472B5DD-160D-B844-BC4D-12B0621C9327}"/>
                    </a:ext>
                  </a:extLst>
                </p:cNvPr>
                <p:cNvPicPr/>
                <p:nvPr/>
              </p:nvPicPr>
              <p:blipFill>
                <a:blip r:embed="rId53"/>
                <a:stretch>
                  <a:fillRect/>
                </a:stretch>
              </p:blipFill>
              <p:spPr>
                <a:xfrm>
                  <a:off x="8188971" y="841827"/>
                  <a:ext cx="133200" cy="4996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5C141D8A-BA3F-694E-98DC-6EDB6A837E0E}"/>
                    </a:ext>
                  </a:extLst>
                </p14:cNvPr>
                <p14:cNvContentPartPr/>
                <p14:nvPr/>
              </p14:nvContentPartPr>
              <p14:xfrm>
                <a:off x="6057411" y="4041867"/>
                <a:ext cx="4883040" cy="156240"/>
              </p14:xfrm>
            </p:contentPart>
          </mc:Choice>
          <mc:Fallback>
            <p:pic>
              <p:nvPicPr>
                <p:cNvPr id="33" name="Ink 32">
                  <a:extLst>
                    <a:ext uri="{FF2B5EF4-FFF2-40B4-BE49-F238E27FC236}">
                      <a16:creationId xmlns:a16="http://schemas.microsoft.com/office/drawing/2014/main" id="{5C141D8A-BA3F-694E-98DC-6EDB6A837E0E}"/>
                    </a:ext>
                  </a:extLst>
                </p:cNvPr>
                <p:cNvPicPr/>
                <p:nvPr/>
              </p:nvPicPr>
              <p:blipFill>
                <a:blip r:embed="rId55"/>
                <a:stretch>
                  <a:fillRect/>
                </a:stretch>
              </p:blipFill>
              <p:spPr>
                <a:xfrm>
                  <a:off x="6048411" y="4033227"/>
                  <a:ext cx="490068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5" name="Ink 44">
                  <a:extLst>
                    <a:ext uri="{FF2B5EF4-FFF2-40B4-BE49-F238E27FC236}">
                      <a16:creationId xmlns:a16="http://schemas.microsoft.com/office/drawing/2014/main" id="{CE06FEB4-B656-9946-99E2-ED034B373A83}"/>
                    </a:ext>
                  </a:extLst>
                </p14:cNvPr>
                <p14:cNvContentPartPr/>
                <p14:nvPr/>
              </p14:nvContentPartPr>
              <p14:xfrm>
                <a:off x="6013851" y="3546507"/>
                <a:ext cx="181440" cy="24120"/>
              </p14:xfrm>
            </p:contentPart>
          </mc:Choice>
          <mc:Fallback>
            <p:pic>
              <p:nvPicPr>
                <p:cNvPr id="45" name="Ink 44">
                  <a:extLst>
                    <a:ext uri="{FF2B5EF4-FFF2-40B4-BE49-F238E27FC236}">
                      <a16:creationId xmlns:a16="http://schemas.microsoft.com/office/drawing/2014/main" id="{CE06FEB4-B656-9946-99E2-ED034B373A83}"/>
                    </a:ext>
                  </a:extLst>
                </p:cNvPr>
                <p:cNvPicPr/>
                <p:nvPr/>
              </p:nvPicPr>
              <p:blipFill>
                <a:blip r:embed="rId57"/>
                <a:stretch>
                  <a:fillRect/>
                </a:stretch>
              </p:blipFill>
              <p:spPr>
                <a:xfrm>
                  <a:off x="6004851" y="3537867"/>
                  <a:ext cx="1990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6" name="Ink 45">
                  <a:extLst>
                    <a:ext uri="{FF2B5EF4-FFF2-40B4-BE49-F238E27FC236}">
                      <a16:creationId xmlns:a16="http://schemas.microsoft.com/office/drawing/2014/main" id="{87562E98-7D4B-154F-A61F-3C96E903BC45}"/>
                    </a:ext>
                  </a:extLst>
                </p14:cNvPr>
                <p14:cNvContentPartPr/>
                <p14:nvPr/>
              </p14:nvContentPartPr>
              <p14:xfrm>
                <a:off x="7325691" y="3470547"/>
                <a:ext cx="162360" cy="31320"/>
              </p14:xfrm>
            </p:contentPart>
          </mc:Choice>
          <mc:Fallback>
            <p:pic>
              <p:nvPicPr>
                <p:cNvPr id="46" name="Ink 45">
                  <a:extLst>
                    <a:ext uri="{FF2B5EF4-FFF2-40B4-BE49-F238E27FC236}">
                      <a16:creationId xmlns:a16="http://schemas.microsoft.com/office/drawing/2014/main" id="{87562E98-7D4B-154F-A61F-3C96E903BC45}"/>
                    </a:ext>
                  </a:extLst>
                </p:cNvPr>
                <p:cNvPicPr/>
                <p:nvPr/>
              </p:nvPicPr>
              <p:blipFill>
                <a:blip r:embed="rId59"/>
                <a:stretch>
                  <a:fillRect/>
                </a:stretch>
              </p:blipFill>
              <p:spPr>
                <a:xfrm>
                  <a:off x="7317051" y="3461907"/>
                  <a:ext cx="1800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7" name="Ink 46">
                  <a:extLst>
                    <a:ext uri="{FF2B5EF4-FFF2-40B4-BE49-F238E27FC236}">
                      <a16:creationId xmlns:a16="http://schemas.microsoft.com/office/drawing/2014/main" id="{7E61A7B4-3FA3-0242-AE7D-2CA9C62B1F12}"/>
                    </a:ext>
                  </a:extLst>
                </p14:cNvPr>
                <p14:cNvContentPartPr/>
                <p14:nvPr/>
              </p14:nvContentPartPr>
              <p14:xfrm>
                <a:off x="8876931" y="3325107"/>
                <a:ext cx="83880" cy="30600"/>
              </p14:xfrm>
            </p:contentPart>
          </mc:Choice>
          <mc:Fallback>
            <p:pic>
              <p:nvPicPr>
                <p:cNvPr id="47" name="Ink 46">
                  <a:extLst>
                    <a:ext uri="{FF2B5EF4-FFF2-40B4-BE49-F238E27FC236}">
                      <a16:creationId xmlns:a16="http://schemas.microsoft.com/office/drawing/2014/main" id="{7E61A7B4-3FA3-0242-AE7D-2CA9C62B1F12}"/>
                    </a:ext>
                  </a:extLst>
                </p:cNvPr>
                <p:cNvPicPr/>
                <p:nvPr/>
              </p:nvPicPr>
              <p:blipFill>
                <a:blip r:embed="rId61"/>
                <a:stretch>
                  <a:fillRect/>
                </a:stretch>
              </p:blipFill>
              <p:spPr>
                <a:xfrm>
                  <a:off x="8868291" y="3316107"/>
                  <a:ext cx="1015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8" name="Ink 47">
                  <a:extLst>
                    <a:ext uri="{FF2B5EF4-FFF2-40B4-BE49-F238E27FC236}">
                      <a16:creationId xmlns:a16="http://schemas.microsoft.com/office/drawing/2014/main" id="{D3EFA525-9AFA-AB44-BA9F-0872605EB9A7}"/>
                    </a:ext>
                  </a:extLst>
                </p14:cNvPr>
                <p14:cNvContentPartPr/>
                <p14:nvPr/>
              </p14:nvContentPartPr>
              <p14:xfrm>
                <a:off x="6260811" y="4809747"/>
                <a:ext cx="246600" cy="166680"/>
              </p14:xfrm>
            </p:contentPart>
          </mc:Choice>
          <mc:Fallback>
            <p:pic>
              <p:nvPicPr>
                <p:cNvPr id="48" name="Ink 47">
                  <a:extLst>
                    <a:ext uri="{FF2B5EF4-FFF2-40B4-BE49-F238E27FC236}">
                      <a16:creationId xmlns:a16="http://schemas.microsoft.com/office/drawing/2014/main" id="{D3EFA525-9AFA-AB44-BA9F-0872605EB9A7}"/>
                    </a:ext>
                  </a:extLst>
                </p:cNvPr>
                <p:cNvPicPr/>
                <p:nvPr/>
              </p:nvPicPr>
              <p:blipFill>
                <a:blip r:embed="rId63"/>
                <a:stretch>
                  <a:fillRect/>
                </a:stretch>
              </p:blipFill>
              <p:spPr>
                <a:xfrm>
                  <a:off x="6251811" y="4801107"/>
                  <a:ext cx="2642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9" name="Ink 48">
                  <a:extLst>
                    <a:ext uri="{FF2B5EF4-FFF2-40B4-BE49-F238E27FC236}">
                      <a16:creationId xmlns:a16="http://schemas.microsoft.com/office/drawing/2014/main" id="{B94F4432-D171-744A-B628-FC339252BA11}"/>
                    </a:ext>
                  </a:extLst>
                </p14:cNvPr>
                <p14:cNvContentPartPr/>
                <p14:nvPr/>
              </p14:nvContentPartPr>
              <p14:xfrm>
                <a:off x="7616571" y="4688427"/>
                <a:ext cx="96840" cy="22680"/>
              </p14:xfrm>
            </p:contentPart>
          </mc:Choice>
          <mc:Fallback>
            <p:pic>
              <p:nvPicPr>
                <p:cNvPr id="49" name="Ink 48">
                  <a:extLst>
                    <a:ext uri="{FF2B5EF4-FFF2-40B4-BE49-F238E27FC236}">
                      <a16:creationId xmlns:a16="http://schemas.microsoft.com/office/drawing/2014/main" id="{B94F4432-D171-744A-B628-FC339252BA11}"/>
                    </a:ext>
                  </a:extLst>
                </p:cNvPr>
                <p:cNvPicPr/>
                <p:nvPr/>
              </p:nvPicPr>
              <p:blipFill>
                <a:blip r:embed="rId65"/>
                <a:stretch>
                  <a:fillRect/>
                </a:stretch>
              </p:blipFill>
              <p:spPr>
                <a:xfrm>
                  <a:off x="7607931" y="4679427"/>
                  <a:ext cx="11448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0" name="Ink 49">
                  <a:extLst>
                    <a:ext uri="{FF2B5EF4-FFF2-40B4-BE49-F238E27FC236}">
                      <a16:creationId xmlns:a16="http://schemas.microsoft.com/office/drawing/2014/main" id="{854DF2C0-CAAD-FC40-899E-F9A98FBE7AAC}"/>
                    </a:ext>
                  </a:extLst>
                </p14:cNvPr>
                <p14:cNvContentPartPr/>
                <p14:nvPr/>
              </p14:nvContentPartPr>
              <p14:xfrm>
                <a:off x="8620611" y="4531827"/>
                <a:ext cx="298080" cy="154440"/>
              </p14:xfrm>
            </p:contentPart>
          </mc:Choice>
          <mc:Fallback>
            <p:pic>
              <p:nvPicPr>
                <p:cNvPr id="50" name="Ink 49">
                  <a:extLst>
                    <a:ext uri="{FF2B5EF4-FFF2-40B4-BE49-F238E27FC236}">
                      <a16:creationId xmlns:a16="http://schemas.microsoft.com/office/drawing/2014/main" id="{854DF2C0-CAAD-FC40-899E-F9A98FBE7AAC}"/>
                    </a:ext>
                  </a:extLst>
                </p:cNvPr>
                <p:cNvPicPr/>
                <p:nvPr/>
              </p:nvPicPr>
              <p:blipFill>
                <a:blip r:embed="rId67"/>
                <a:stretch>
                  <a:fillRect/>
                </a:stretch>
              </p:blipFill>
              <p:spPr>
                <a:xfrm>
                  <a:off x="8611971" y="4523187"/>
                  <a:ext cx="31572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8" name="Ink 57">
                  <a:extLst>
                    <a:ext uri="{FF2B5EF4-FFF2-40B4-BE49-F238E27FC236}">
                      <a16:creationId xmlns:a16="http://schemas.microsoft.com/office/drawing/2014/main" id="{3F1187E9-BB4F-434D-AF0E-851E589A69BB}"/>
                    </a:ext>
                  </a:extLst>
                </p14:cNvPr>
                <p14:cNvContentPartPr/>
                <p14:nvPr/>
              </p14:nvContentPartPr>
              <p14:xfrm>
                <a:off x="5744931" y="4823427"/>
                <a:ext cx="369720" cy="24120"/>
              </p14:xfrm>
            </p:contentPart>
          </mc:Choice>
          <mc:Fallback>
            <p:pic>
              <p:nvPicPr>
                <p:cNvPr id="58" name="Ink 57">
                  <a:extLst>
                    <a:ext uri="{FF2B5EF4-FFF2-40B4-BE49-F238E27FC236}">
                      <a16:creationId xmlns:a16="http://schemas.microsoft.com/office/drawing/2014/main" id="{3F1187E9-BB4F-434D-AF0E-851E589A69BB}"/>
                    </a:ext>
                  </a:extLst>
                </p:cNvPr>
                <p:cNvPicPr/>
                <p:nvPr/>
              </p:nvPicPr>
              <p:blipFill>
                <a:blip r:embed="rId69"/>
                <a:stretch>
                  <a:fillRect/>
                </a:stretch>
              </p:blipFill>
              <p:spPr>
                <a:xfrm>
                  <a:off x="5735931" y="4814427"/>
                  <a:ext cx="38736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9" name="Ink 58">
                  <a:extLst>
                    <a:ext uri="{FF2B5EF4-FFF2-40B4-BE49-F238E27FC236}">
                      <a16:creationId xmlns:a16="http://schemas.microsoft.com/office/drawing/2014/main" id="{78940FA9-646D-E340-8190-C54234A82B28}"/>
                    </a:ext>
                  </a:extLst>
                </p14:cNvPr>
                <p14:cNvContentPartPr/>
                <p14:nvPr/>
              </p14:nvContentPartPr>
              <p14:xfrm>
                <a:off x="5932131" y="4128987"/>
                <a:ext cx="1406160" cy="60840"/>
              </p14:xfrm>
            </p:contentPart>
          </mc:Choice>
          <mc:Fallback>
            <p:pic>
              <p:nvPicPr>
                <p:cNvPr id="59" name="Ink 58">
                  <a:extLst>
                    <a:ext uri="{FF2B5EF4-FFF2-40B4-BE49-F238E27FC236}">
                      <a16:creationId xmlns:a16="http://schemas.microsoft.com/office/drawing/2014/main" id="{78940FA9-646D-E340-8190-C54234A82B28}"/>
                    </a:ext>
                  </a:extLst>
                </p:cNvPr>
                <p:cNvPicPr/>
                <p:nvPr/>
              </p:nvPicPr>
              <p:blipFill>
                <a:blip r:embed="rId71"/>
                <a:stretch>
                  <a:fillRect/>
                </a:stretch>
              </p:blipFill>
              <p:spPr>
                <a:xfrm>
                  <a:off x="5923131" y="4119987"/>
                  <a:ext cx="14238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1" name="Ink 60">
                  <a:extLst>
                    <a:ext uri="{FF2B5EF4-FFF2-40B4-BE49-F238E27FC236}">
                      <a16:creationId xmlns:a16="http://schemas.microsoft.com/office/drawing/2014/main" id="{F2D782C6-FCFD-FB44-9A53-A3C4F50EB515}"/>
                    </a:ext>
                  </a:extLst>
                </p14:cNvPr>
                <p14:cNvContentPartPr/>
                <p14:nvPr/>
              </p14:nvContentPartPr>
              <p14:xfrm>
                <a:off x="6352971" y="3948627"/>
                <a:ext cx="10080" cy="686520"/>
              </p14:xfrm>
            </p:contentPart>
          </mc:Choice>
          <mc:Fallback>
            <p:pic>
              <p:nvPicPr>
                <p:cNvPr id="61" name="Ink 60">
                  <a:extLst>
                    <a:ext uri="{FF2B5EF4-FFF2-40B4-BE49-F238E27FC236}">
                      <a16:creationId xmlns:a16="http://schemas.microsoft.com/office/drawing/2014/main" id="{F2D782C6-FCFD-FB44-9A53-A3C4F50EB515}"/>
                    </a:ext>
                  </a:extLst>
                </p:cNvPr>
                <p:cNvPicPr/>
                <p:nvPr/>
              </p:nvPicPr>
              <p:blipFill>
                <a:blip r:embed="rId73"/>
                <a:stretch>
                  <a:fillRect/>
                </a:stretch>
              </p:blipFill>
              <p:spPr>
                <a:xfrm>
                  <a:off x="6343971" y="3939987"/>
                  <a:ext cx="27720" cy="704160"/>
                </a:xfrm>
                <a:prstGeom prst="rect">
                  <a:avLst/>
                </a:prstGeom>
              </p:spPr>
            </p:pic>
          </mc:Fallback>
        </mc:AlternateContent>
      </p:grpSp>
      <p:sp>
        <p:nvSpPr>
          <p:cNvPr id="63" name="Rectangle 62">
            <a:extLst>
              <a:ext uri="{FF2B5EF4-FFF2-40B4-BE49-F238E27FC236}">
                <a16:creationId xmlns:a16="http://schemas.microsoft.com/office/drawing/2014/main" id="{60903E99-E5D1-264A-801F-8220C9E20270}"/>
              </a:ext>
            </a:extLst>
          </p:cNvPr>
          <p:cNvSpPr/>
          <p:nvPr/>
        </p:nvSpPr>
        <p:spPr>
          <a:xfrm>
            <a:off x="517890" y="2592507"/>
            <a:ext cx="1448475" cy="1866600"/>
          </a:xfrm>
          <a:prstGeom prst="rect">
            <a:avLst/>
          </a:prstGeom>
          <a:solidFill>
            <a:srgbClr val="44C9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0147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29643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400" dirty="0">
                <a:latin typeface="Montserrat" pitchFamily="2" charset="77"/>
              </a:rPr>
              <a:t>When we crop an image, we want to remove the outer parts of the image we are not interested in. We commonly refer to this process as selecting our </a:t>
            </a:r>
            <a:r>
              <a:rPr lang="en-IN" sz="1400" i="1" dirty="0">
                <a:latin typeface="Montserrat" pitchFamily="2" charset="77"/>
              </a:rPr>
              <a:t>Region of Interest.</a:t>
            </a:r>
          </a:p>
          <a:p>
            <a:pPr marL="285750" indent="-285750">
              <a:lnSpc>
                <a:spcPct val="150000"/>
              </a:lnSpc>
              <a:buFont typeface="Arial" panose="020B0604020202020204" pitchFamily="34" charset="0"/>
              <a:buChar char="•"/>
            </a:pPr>
            <a:r>
              <a:rPr lang="en-IN" sz="1400" dirty="0">
                <a:latin typeface="Montserrat" pitchFamily="2" charset="77"/>
              </a:rPr>
              <a:t>image cropping by using NumPy array slicing.</a:t>
            </a:r>
          </a:p>
          <a:p>
            <a:pPr marL="285750" indent="-285750">
              <a:lnSpc>
                <a:spcPct val="150000"/>
              </a:lnSpc>
              <a:buFont typeface="Arial" panose="020B0604020202020204" pitchFamily="34" charset="0"/>
              <a:buChar char="•"/>
            </a:pPr>
            <a:r>
              <a:rPr lang="en-IN" sz="1400" dirty="0">
                <a:latin typeface="Montserrat" pitchFamily="2" charset="77"/>
              </a:rPr>
              <a:t>When applying NumPy array slicing to images, we extract the ROI using the following syntax:</a:t>
            </a:r>
          </a:p>
          <a:p>
            <a:pPr>
              <a:lnSpc>
                <a:spcPct val="150000"/>
              </a:lnSpc>
            </a:pPr>
            <a:r>
              <a:rPr lang="en-IN" sz="1400" dirty="0">
                <a:latin typeface="Montserrat" pitchFamily="2" charset="77"/>
              </a:rPr>
              <a:t>      </a:t>
            </a:r>
            <a:r>
              <a:rPr lang="en-IN" sz="1400" i="1" dirty="0">
                <a:latin typeface="Montserrat" pitchFamily="2" charset="77"/>
              </a:rPr>
              <a:t>Region of Interest = image[</a:t>
            </a:r>
            <a:r>
              <a:rPr lang="en-IN" sz="1400" i="1" dirty="0" err="1">
                <a:latin typeface="Montserrat" pitchFamily="2" charset="77"/>
              </a:rPr>
              <a:t>startY:endY</a:t>
            </a:r>
            <a:r>
              <a:rPr lang="en-IN" sz="1400" i="1" dirty="0">
                <a:latin typeface="Montserrat" pitchFamily="2" charset="77"/>
              </a:rPr>
              <a:t>, </a:t>
            </a:r>
            <a:r>
              <a:rPr lang="en-IN" sz="1400" i="1" dirty="0" err="1">
                <a:latin typeface="Montserrat" pitchFamily="2" charset="77"/>
              </a:rPr>
              <a:t>startX:endX</a:t>
            </a:r>
            <a:r>
              <a:rPr lang="en-IN" sz="1400" i="1" dirty="0">
                <a:latin typeface="Montserrat" pitchFamily="2" charset="77"/>
              </a:rPr>
              <a:t>]</a:t>
            </a:r>
          </a:p>
          <a:p>
            <a:pPr marL="285750" indent="-285750">
              <a:lnSpc>
                <a:spcPct val="150000"/>
              </a:lnSpc>
              <a:buFont typeface="Arial" panose="020B0604020202020204" pitchFamily="34" charset="0"/>
              <a:buChar char="•"/>
            </a:pPr>
            <a:r>
              <a:rPr lang="en-IN" sz="1400" dirty="0">
                <a:latin typeface="Montserrat" pitchFamily="2" charset="77"/>
              </a:rPr>
              <a:t>The </a:t>
            </a:r>
            <a:r>
              <a:rPr lang="en-IN" sz="1400" dirty="0" err="1">
                <a:latin typeface="Montserrat" pitchFamily="2" charset="77"/>
              </a:rPr>
              <a:t>startY:endY</a:t>
            </a:r>
            <a:r>
              <a:rPr lang="en-IN" sz="1400" dirty="0">
                <a:latin typeface="Montserrat" pitchFamily="2" charset="77"/>
              </a:rPr>
              <a:t> slice provides our </a:t>
            </a:r>
            <a:r>
              <a:rPr lang="en-IN" sz="1400" i="1" dirty="0">
                <a:latin typeface="Montserrat" pitchFamily="2" charset="77"/>
              </a:rPr>
              <a:t>rows</a:t>
            </a:r>
            <a:r>
              <a:rPr lang="en-IN" sz="1400" dirty="0">
                <a:latin typeface="Montserrat" pitchFamily="2" charset="77"/>
              </a:rPr>
              <a:t> (since the </a:t>
            </a:r>
            <a:r>
              <a:rPr lang="en-IN" sz="1400" i="1" dirty="0">
                <a:latin typeface="Montserrat" pitchFamily="2" charset="77"/>
              </a:rPr>
              <a:t>y</a:t>
            </a:r>
            <a:r>
              <a:rPr lang="en-IN" sz="1400" dirty="0">
                <a:latin typeface="Montserrat" pitchFamily="2" charset="77"/>
              </a:rPr>
              <a:t>-axis is our number of rows) while </a:t>
            </a:r>
            <a:r>
              <a:rPr lang="en-IN" sz="1400" dirty="0" err="1">
                <a:latin typeface="Montserrat" pitchFamily="2" charset="77"/>
              </a:rPr>
              <a:t>startX:endX</a:t>
            </a:r>
            <a:r>
              <a:rPr lang="en-IN" sz="1400" dirty="0">
                <a:latin typeface="Montserrat" pitchFamily="2" charset="77"/>
              </a:rPr>
              <a:t> provides our </a:t>
            </a:r>
            <a:r>
              <a:rPr lang="en-IN" sz="1400" i="1" dirty="0">
                <a:latin typeface="Montserrat" pitchFamily="2" charset="77"/>
              </a:rPr>
              <a:t>columns</a:t>
            </a:r>
            <a:r>
              <a:rPr lang="en-IN" sz="1400" dirty="0">
                <a:latin typeface="Montserrat" pitchFamily="2" charset="77"/>
              </a:rPr>
              <a:t> (since the </a:t>
            </a:r>
            <a:r>
              <a:rPr lang="en-IN" sz="1400" i="1" dirty="0">
                <a:latin typeface="Montserrat" pitchFamily="2" charset="77"/>
              </a:rPr>
              <a:t>x</a:t>
            </a:r>
            <a:r>
              <a:rPr lang="en-IN" sz="1400" dirty="0">
                <a:latin typeface="Montserrat" pitchFamily="2" charset="77"/>
              </a:rPr>
              <a:t>-axis is the number of columns) in the image.</a:t>
            </a:r>
          </a:p>
          <a:p>
            <a:pPr marL="285750" indent="-285750">
              <a:lnSpc>
                <a:spcPct val="150000"/>
              </a:lnSpc>
              <a:buFont typeface="Arial" panose="020B0604020202020204" pitchFamily="34" charset="0"/>
              <a:buChar char="•"/>
            </a:pPr>
            <a:r>
              <a:rPr lang="en-IN" sz="1400" dirty="0">
                <a:latin typeface="Montserrat" pitchFamily="2" charset="77"/>
              </a:rPr>
              <a:t>Further Reading – </a:t>
            </a:r>
          </a:p>
          <a:p>
            <a:pPr marL="742950" lvl="1" indent="-285750">
              <a:lnSpc>
                <a:spcPct val="150000"/>
              </a:lnSpc>
              <a:buFont typeface="Arial" panose="020B0604020202020204" pitchFamily="34" charset="0"/>
              <a:buChar char="•"/>
            </a:pPr>
            <a:r>
              <a:rPr lang="en-IN" sz="1400" dirty="0">
                <a:latin typeface="Montserrat" pitchFamily="2" charset="77"/>
                <a:hlinkClick r:id="rId2"/>
              </a:rPr>
              <a:t>https://pyimagesearch.com/2021/01/19/crop-image-with-opencv</a:t>
            </a:r>
            <a:r>
              <a:rPr lang="en-IN" sz="1400" dirty="0">
                <a:latin typeface="Montserrat" pitchFamily="2" charset="77"/>
                <a:hlinkClick r:id="rId2"/>
              </a:rPr>
              <a:t>/</a:t>
            </a:r>
            <a:endParaRPr lang="en-IN" sz="1400" dirty="0">
              <a:latin typeface="Montserrat" pitchFamily="2" charset="77"/>
            </a:endParaRP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2961067" cy="461665"/>
          </a:xfrm>
          <a:prstGeom prst="rect">
            <a:avLst/>
          </a:prstGeom>
          <a:noFill/>
        </p:spPr>
        <p:txBody>
          <a:bodyPr wrap="none" rtlCol="0">
            <a:spAutoFit/>
          </a:bodyPr>
          <a:lstStyle/>
          <a:p>
            <a:r>
              <a:rPr lang="en-US" sz="2400" b="1" dirty="0">
                <a:solidFill>
                  <a:srgbClr val="FFC000"/>
                </a:solidFill>
                <a:latin typeface="Montserrat" pitchFamily="2" charset="77"/>
              </a:rPr>
              <a:t>Cropping Images</a:t>
            </a:r>
          </a:p>
        </p:txBody>
      </p:sp>
      <mc:AlternateContent xmlns:mc="http://schemas.openxmlformats.org/markup-compatibility/2006">
        <mc:Choice xmlns:p14="http://schemas.microsoft.com/office/powerpoint/2010/main" Requires="p14">
          <p:contentPart p14:bwMode="auto" r:id="rId3">
            <p14:nvContentPartPr>
              <p14:cNvPr id="13" name="Ink 12">
                <a:extLst>
                  <a:ext uri="{FF2B5EF4-FFF2-40B4-BE49-F238E27FC236}">
                    <a16:creationId xmlns:a16="http://schemas.microsoft.com/office/drawing/2014/main" id="{577908E0-FD7B-BB40-8FC0-8974A7D29ADE}"/>
                  </a:ext>
                </a:extLst>
              </p14:cNvPr>
              <p14:cNvContentPartPr/>
              <p14:nvPr/>
            </p14:nvContentPartPr>
            <p14:xfrm>
              <a:off x="5065366" y="4693209"/>
              <a:ext cx="360" cy="360"/>
            </p14:xfrm>
          </p:contentPart>
        </mc:Choice>
        <mc:Fallback>
          <p:pic>
            <p:nvPicPr>
              <p:cNvPr id="13" name="Ink 12">
                <a:extLst>
                  <a:ext uri="{FF2B5EF4-FFF2-40B4-BE49-F238E27FC236}">
                    <a16:creationId xmlns:a16="http://schemas.microsoft.com/office/drawing/2014/main" id="{577908E0-FD7B-BB40-8FC0-8974A7D29ADE}"/>
                  </a:ext>
                </a:extLst>
              </p:cNvPr>
              <p:cNvPicPr/>
              <p:nvPr/>
            </p:nvPicPr>
            <p:blipFill>
              <a:blip r:embed="rId4"/>
              <a:stretch>
                <a:fillRect/>
              </a:stretch>
            </p:blipFill>
            <p:spPr>
              <a:xfrm>
                <a:off x="5056366" y="4684209"/>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2FE6188C-6C6C-0B46-A469-5FAACEC468AB}"/>
                  </a:ext>
                </a:extLst>
              </p14:cNvPr>
              <p14:cNvContentPartPr/>
              <p14:nvPr/>
            </p14:nvContentPartPr>
            <p14:xfrm>
              <a:off x="3170571" y="2847747"/>
              <a:ext cx="360" cy="360"/>
            </p14:xfrm>
          </p:contentPart>
        </mc:Choice>
        <mc:Fallback>
          <p:pic>
            <p:nvPicPr>
              <p:cNvPr id="4" name="Ink 3">
                <a:extLst>
                  <a:ext uri="{FF2B5EF4-FFF2-40B4-BE49-F238E27FC236}">
                    <a16:creationId xmlns:a16="http://schemas.microsoft.com/office/drawing/2014/main" id="{2FE6188C-6C6C-0B46-A469-5FAACEC468AB}"/>
                  </a:ext>
                </a:extLst>
              </p:cNvPr>
              <p:cNvPicPr/>
              <p:nvPr/>
            </p:nvPicPr>
            <p:blipFill>
              <a:blip r:embed="rId4"/>
              <a:stretch>
                <a:fillRect/>
              </a:stretch>
            </p:blipFill>
            <p:spPr>
              <a:xfrm>
                <a:off x="3161571" y="283910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BF07768-B79E-CC43-AA25-7506795E4049}"/>
                  </a:ext>
                </a:extLst>
              </p14:cNvPr>
              <p14:cNvContentPartPr/>
              <p14:nvPr/>
            </p14:nvContentPartPr>
            <p14:xfrm>
              <a:off x="3915051" y="2851707"/>
              <a:ext cx="360" cy="360"/>
            </p14:xfrm>
          </p:contentPart>
        </mc:Choice>
        <mc:Fallback>
          <p:pic>
            <p:nvPicPr>
              <p:cNvPr id="6" name="Ink 5">
                <a:extLst>
                  <a:ext uri="{FF2B5EF4-FFF2-40B4-BE49-F238E27FC236}">
                    <a16:creationId xmlns:a16="http://schemas.microsoft.com/office/drawing/2014/main" id="{9BF07768-B79E-CC43-AA25-7506795E4049}"/>
                  </a:ext>
                </a:extLst>
              </p:cNvPr>
              <p:cNvPicPr/>
              <p:nvPr/>
            </p:nvPicPr>
            <p:blipFill>
              <a:blip r:embed="rId4"/>
              <a:stretch>
                <a:fillRect/>
              </a:stretch>
            </p:blipFill>
            <p:spPr>
              <a:xfrm>
                <a:off x="3906411" y="284270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9BA736F5-48F2-E744-93E6-00D616397647}"/>
                  </a:ext>
                </a:extLst>
              </p14:cNvPr>
              <p14:cNvContentPartPr/>
              <p14:nvPr/>
            </p14:nvContentPartPr>
            <p14:xfrm>
              <a:off x="4475211" y="2851707"/>
              <a:ext cx="360" cy="360"/>
            </p14:xfrm>
          </p:contentPart>
        </mc:Choice>
        <mc:Fallback>
          <p:pic>
            <p:nvPicPr>
              <p:cNvPr id="8" name="Ink 7">
                <a:extLst>
                  <a:ext uri="{FF2B5EF4-FFF2-40B4-BE49-F238E27FC236}">
                    <a16:creationId xmlns:a16="http://schemas.microsoft.com/office/drawing/2014/main" id="{9BA736F5-48F2-E744-93E6-00D616397647}"/>
                  </a:ext>
                </a:extLst>
              </p:cNvPr>
              <p:cNvPicPr/>
              <p:nvPr/>
            </p:nvPicPr>
            <p:blipFill>
              <a:blip r:embed="rId4"/>
              <a:stretch>
                <a:fillRect/>
              </a:stretch>
            </p:blipFill>
            <p:spPr>
              <a:xfrm>
                <a:off x="4466571" y="284270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CA075DD5-2F3F-724E-A45D-D752E9346029}"/>
                  </a:ext>
                </a:extLst>
              </p14:cNvPr>
              <p14:cNvContentPartPr/>
              <p14:nvPr/>
            </p14:nvContentPartPr>
            <p14:xfrm>
              <a:off x="5019891" y="2848107"/>
              <a:ext cx="360" cy="360"/>
            </p14:xfrm>
          </p:contentPart>
        </mc:Choice>
        <mc:Fallback>
          <p:pic>
            <p:nvPicPr>
              <p:cNvPr id="9" name="Ink 8">
                <a:extLst>
                  <a:ext uri="{FF2B5EF4-FFF2-40B4-BE49-F238E27FC236}">
                    <a16:creationId xmlns:a16="http://schemas.microsoft.com/office/drawing/2014/main" id="{CA075DD5-2F3F-724E-A45D-D752E9346029}"/>
                  </a:ext>
                </a:extLst>
              </p:cNvPr>
              <p:cNvPicPr/>
              <p:nvPr/>
            </p:nvPicPr>
            <p:blipFill>
              <a:blip r:embed="rId4"/>
              <a:stretch>
                <a:fillRect/>
              </a:stretch>
            </p:blipFill>
            <p:spPr>
              <a:xfrm>
                <a:off x="5010891" y="283910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5" name="Ink 24">
                <a:extLst>
                  <a:ext uri="{FF2B5EF4-FFF2-40B4-BE49-F238E27FC236}">
                    <a16:creationId xmlns:a16="http://schemas.microsoft.com/office/drawing/2014/main" id="{4511342F-B10C-9749-A522-B5445B27282C}"/>
                  </a:ext>
                </a:extLst>
              </p14:cNvPr>
              <p14:cNvContentPartPr/>
              <p14:nvPr/>
            </p14:nvContentPartPr>
            <p14:xfrm>
              <a:off x="4746046" y="5576649"/>
              <a:ext cx="360" cy="8280"/>
            </p14:xfrm>
          </p:contentPart>
        </mc:Choice>
        <mc:Fallback>
          <p:pic>
            <p:nvPicPr>
              <p:cNvPr id="25" name="Ink 24">
                <a:extLst>
                  <a:ext uri="{FF2B5EF4-FFF2-40B4-BE49-F238E27FC236}">
                    <a16:creationId xmlns:a16="http://schemas.microsoft.com/office/drawing/2014/main" id="{4511342F-B10C-9749-A522-B5445B27282C}"/>
                  </a:ext>
                </a:extLst>
              </p:cNvPr>
              <p:cNvPicPr/>
              <p:nvPr/>
            </p:nvPicPr>
            <p:blipFill>
              <a:blip r:embed="rId10"/>
              <a:stretch>
                <a:fillRect/>
              </a:stretch>
            </p:blipFill>
            <p:spPr>
              <a:xfrm>
                <a:off x="4737406" y="5567649"/>
                <a:ext cx="18000" cy="25920"/>
              </a:xfrm>
              <a:prstGeom prst="rect">
                <a:avLst/>
              </a:prstGeom>
            </p:spPr>
          </p:pic>
        </mc:Fallback>
      </mc:AlternateContent>
    </p:spTree>
    <p:extLst>
      <p:ext uri="{BB962C8B-B14F-4D97-AF65-F5344CB8AC3E}">
        <p14:creationId xmlns:p14="http://schemas.microsoft.com/office/powerpoint/2010/main" val="3844115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527266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400" dirty="0">
                <a:latin typeface="Montserrat" pitchFamily="2" charset="77"/>
              </a:rPr>
              <a:t>Rotation by an angle 𝚹 can be defined by constructing a matrix M, in the form</a:t>
            </a:r>
          </a:p>
          <a:p>
            <a:pPr>
              <a:lnSpc>
                <a:spcPct val="150000"/>
              </a:lnSpc>
            </a:pPr>
            <a:endParaRPr lang="en-IN" sz="1400" dirty="0">
              <a:latin typeface="Montserrat" pitchFamily="2" charset="77"/>
            </a:endParaRPr>
          </a:p>
          <a:p>
            <a:pPr>
              <a:lnSpc>
                <a:spcPct val="150000"/>
              </a:lnSpc>
            </a:pPr>
            <a:endParaRPr lang="en-IN" sz="1400" dirty="0">
              <a:latin typeface="Montserrat" pitchFamily="2" charset="77"/>
            </a:endParaRPr>
          </a:p>
          <a:p>
            <a:pPr marL="285750" indent="-285750">
              <a:lnSpc>
                <a:spcPct val="150000"/>
              </a:lnSpc>
              <a:buFont typeface="Arial" panose="020B0604020202020204" pitchFamily="34" charset="0"/>
              <a:buChar char="•"/>
            </a:pPr>
            <a:r>
              <a:rPr lang="en-IN" sz="1400" dirty="0">
                <a:latin typeface="Montserrat" pitchFamily="2" charset="77"/>
              </a:rPr>
              <a:t>Given an (x, y) Cartesian Plane, this matrix can be used to rotate a vector degrees (counter clockwise) about the origin. Usually the origin is the centre of the image</a:t>
            </a:r>
          </a:p>
          <a:p>
            <a:pPr marL="285750" indent="-285750">
              <a:lnSpc>
                <a:spcPct val="150000"/>
              </a:lnSpc>
              <a:buFont typeface="Arial" panose="020B0604020202020204" pitchFamily="34" charset="0"/>
              <a:buChar char="•"/>
            </a:pPr>
            <a:r>
              <a:rPr lang="en-IN" sz="1400" dirty="0">
                <a:latin typeface="Montserrat" pitchFamily="2" charset="77"/>
              </a:rPr>
              <a:t>From the original image “I”, the rotated image “R”, is obtained by simple matrix multiplication: R = I x M</a:t>
            </a:r>
          </a:p>
          <a:p>
            <a:pPr marL="285750" indent="-285750">
              <a:lnSpc>
                <a:spcPct val="150000"/>
              </a:lnSpc>
              <a:buFont typeface="Arial" panose="020B0604020202020204" pitchFamily="34" charset="0"/>
              <a:buChar char="•"/>
            </a:pPr>
            <a:r>
              <a:rPr lang="en-IN" sz="1400" dirty="0">
                <a:latin typeface="Montserrat" pitchFamily="2" charset="77"/>
              </a:rPr>
              <a:t>OpenCV provides ability to</a:t>
            </a:r>
          </a:p>
          <a:p>
            <a:pPr marL="742950" lvl="1" indent="-285750">
              <a:lnSpc>
                <a:spcPct val="150000"/>
              </a:lnSpc>
              <a:buFont typeface="Arial" panose="020B0604020202020204" pitchFamily="34" charset="0"/>
              <a:buChar char="•"/>
            </a:pPr>
            <a:r>
              <a:rPr lang="en-IN" sz="1400" dirty="0">
                <a:latin typeface="Montserrat" pitchFamily="2" charset="77"/>
              </a:rPr>
              <a:t>Scale (resize) an image</a:t>
            </a:r>
          </a:p>
          <a:p>
            <a:pPr marL="742950" lvl="1" indent="-285750">
              <a:lnSpc>
                <a:spcPct val="150000"/>
              </a:lnSpc>
              <a:buFont typeface="Arial" panose="020B0604020202020204" pitchFamily="34" charset="0"/>
              <a:buChar char="•"/>
            </a:pPr>
            <a:r>
              <a:rPr lang="en-IN" sz="1400" dirty="0">
                <a:latin typeface="Montserrat" pitchFamily="2" charset="77"/>
              </a:rPr>
              <a:t>Provide an arbitrary rotation centre around which to perform the rotation</a:t>
            </a:r>
          </a:p>
          <a:p>
            <a:pPr marL="285750" indent="-285750">
              <a:lnSpc>
                <a:spcPct val="150000"/>
              </a:lnSpc>
              <a:buFont typeface="Arial" panose="020B0604020202020204" pitchFamily="34" charset="0"/>
              <a:buChar char="•"/>
            </a:pPr>
            <a:r>
              <a:rPr lang="en-IN" sz="1400" dirty="0">
                <a:latin typeface="Montserrat" pitchFamily="2" charset="77"/>
              </a:rPr>
              <a:t>Modified rotation matrix, “M” – </a:t>
            </a:r>
          </a:p>
          <a:p>
            <a:pPr marL="285750" indent="-285750">
              <a:lnSpc>
                <a:spcPct val="150000"/>
              </a:lnSpc>
              <a:buFont typeface="Arial" panose="020B0604020202020204" pitchFamily="34" charset="0"/>
              <a:buChar char="•"/>
            </a:pPr>
            <a:endParaRPr lang="en-IN" sz="1400" dirty="0">
              <a:latin typeface="Montserrat" pitchFamily="2" charset="77"/>
            </a:endParaRPr>
          </a:p>
          <a:p>
            <a:pPr>
              <a:lnSpc>
                <a:spcPct val="150000"/>
              </a:lnSpc>
            </a:pPr>
            <a:endParaRPr lang="en-IN" sz="1400" dirty="0">
              <a:latin typeface="Montserrat" pitchFamily="2" charset="77"/>
            </a:endParaRPr>
          </a:p>
          <a:p>
            <a:pPr marL="285750" indent="-285750">
              <a:lnSpc>
                <a:spcPct val="150000"/>
              </a:lnSpc>
              <a:buFont typeface="Arial" panose="020B0604020202020204" pitchFamily="34" charset="0"/>
              <a:buChar char="•"/>
            </a:pPr>
            <a:r>
              <a:rPr lang="en-IN" sz="1400" dirty="0">
                <a:latin typeface="Montserrat" pitchFamily="2" charset="77"/>
              </a:rPr>
              <a:t>Here </a:t>
            </a:r>
            <a:r>
              <a:rPr lang="en-IN" sz="1600" dirty="0">
                <a:latin typeface="Montserrat" pitchFamily="2" charset="77"/>
              </a:rPr>
              <a:t>⍺</a:t>
            </a:r>
            <a:r>
              <a:rPr lang="en-IN" sz="1400" dirty="0">
                <a:latin typeface="Montserrat" pitchFamily="2" charset="77"/>
              </a:rPr>
              <a:t> = scale x cos and β = scale x sin and c</a:t>
            </a:r>
            <a:r>
              <a:rPr lang="en-IN" sz="1400" baseline="-25000" dirty="0">
                <a:latin typeface="Montserrat" pitchFamily="2" charset="77"/>
              </a:rPr>
              <a:t>x</a:t>
            </a:r>
            <a:r>
              <a:rPr lang="en-IN" sz="1400" dirty="0">
                <a:latin typeface="Montserrat" pitchFamily="2" charset="77"/>
              </a:rPr>
              <a:t> and cy are the respective (x, y) co-ordinates around which rotation is performed.</a:t>
            </a:r>
          </a:p>
          <a:p>
            <a:pPr marL="285750" indent="-285750">
              <a:lnSpc>
                <a:spcPct val="150000"/>
              </a:lnSpc>
              <a:buFont typeface="Arial" panose="020B0604020202020204" pitchFamily="34" charset="0"/>
              <a:buChar char="•"/>
            </a:pPr>
            <a:r>
              <a:rPr lang="en-IN" sz="1400" dirty="0">
                <a:latin typeface="Montserrat" pitchFamily="2" charset="77"/>
              </a:rPr>
              <a:t>Further Reading – </a:t>
            </a:r>
          </a:p>
          <a:p>
            <a:pPr marL="742950" lvl="1" indent="-285750">
              <a:lnSpc>
                <a:spcPct val="150000"/>
              </a:lnSpc>
              <a:buFont typeface="Arial" panose="020B0604020202020204" pitchFamily="34" charset="0"/>
              <a:buChar char="•"/>
            </a:pPr>
            <a:r>
              <a:rPr lang="en-IN" sz="1400" dirty="0">
                <a:latin typeface="Montserrat" pitchFamily="2" charset="77"/>
                <a:hlinkClick r:id="rId2"/>
              </a:rPr>
              <a:t>https://pyimagesearch.com/2021/01/20/opencv-rotate-image/</a:t>
            </a:r>
            <a:endParaRPr lang="en-IN" sz="1400" dirty="0">
              <a:latin typeface="Montserrat" pitchFamily="2" charset="77"/>
            </a:endParaRP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2536272" cy="461665"/>
          </a:xfrm>
          <a:prstGeom prst="rect">
            <a:avLst/>
          </a:prstGeom>
          <a:noFill/>
        </p:spPr>
        <p:txBody>
          <a:bodyPr wrap="none" rtlCol="0">
            <a:spAutoFit/>
          </a:bodyPr>
          <a:lstStyle/>
          <a:p>
            <a:r>
              <a:rPr lang="en-US" sz="2400" b="1" dirty="0">
                <a:solidFill>
                  <a:srgbClr val="FFC000"/>
                </a:solidFill>
                <a:latin typeface="Montserrat" pitchFamily="2" charset="77"/>
              </a:rPr>
              <a:t>Rotate Images</a:t>
            </a:r>
          </a:p>
        </p:txBody>
      </p:sp>
      <p:pic>
        <p:nvPicPr>
          <p:cNvPr id="5132" name="Picture 12" descr="M = \begin{bmatrix}\cos \theta &amp; -\sin \theta \\ \sin \theta &amp; \cos\theta\end{bmatrix}">
            <a:extLst>
              <a:ext uri="{FF2B5EF4-FFF2-40B4-BE49-F238E27FC236}">
                <a16:creationId xmlns:a16="http://schemas.microsoft.com/office/drawing/2014/main" id="{618B7977-7AC3-F143-AD22-1DA8E56770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237" y="1587359"/>
            <a:ext cx="1854200" cy="508000"/>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M = \begin{bmatrix}\alpha &amp; \beta &amp; (1 - \alpha) \times c_{x} - \beta \times c_{y} \\-\beta &amp; \alpha &amp; \beta \times c_{x} + (1 - \alpha) \times c_{y}\end{bmatrix}">
            <a:extLst>
              <a:ext uri="{FF2B5EF4-FFF2-40B4-BE49-F238E27FC236}">
                <a16:creationId xmlns:a16="http://schemas.microsoft.com/office/drawing/2014/main" id="{87396100-44D3-FF46-A59B-3AE19DBFDE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237" y="4853074"/>
            <a:ext cx="3365500" cy="50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633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24148"/>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5087996"/>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bg1"/>
                </a:solidFill>
                <a:latin typeface="Montserrat" pitchFamily="2" charset="77"/>
              </a:rPr>
              <a:t>Morphological operations are simple transformations applied to binary or grayscale images. More specifically, we apply morphological operations to </a:t>
            </a:r>
            <a:r>
              <a:rPr lang="en-IN" i="1" dirty="0">
                <a:solidFill>
                  <a:schemeClr val="bg1"/>
                </a:solidFill>
                <a:latin typeface="Montserrat" pitchFamily="2" charset="77"/>
              </a:rPr>
              <a:t>shapes</a:t>
            </a:r>
            <a:r>
              <a:rPr lang="en-IN" dirty="0">
                <a:solidFill>
                  <a:schemeClr val="bg1"/>
                </a:solidFill>
                <a:latin typeface="Montserrat" pitchFamily="2" charset="77"/>
              </a:rPr>
              <a:t> and </a:t>
            </a:r>
            <a:r>
              <a:rPr lang="en-IN" i="1" dirty="0">
                <a:solidFill>
                  <a:schemeClr val="bg1"/>
                </a:solidFill>
                <a:latin typeface="Montserrat" pitchFamily="2" charset="77"/>
              </a:rPr>
              <a:t>structures</a:t>
            </a:r>
            <a:r>
              <a:rPr lang="en-IN" dirty="0">
                <a:solidFill>
                  <a:schemeClr val="bg1"/>
                </a:solidFill>
                <a:latin typeface="Montserrat" pitchFamily="2" charset="77"/>
              </a:rPr>
              <a:t> inside of images.</a:t>
            </a:r>
          </a:p>
          <a:p>
            <a:pPr marL="285750" indent="-285750">
              <a:buFont typeface="Arial" panose="020B0604020202020204" pitchFamily="34" charset="0"/>
              <a:buChar char="•"/>
            </a:pPr>
            <a:r>
              <a:rPr lang="en-IN" dirty="0">
                <a:solidFill>
                  <a:schemeClr val="bg1"/>
                </a:solidFill>
                <a:latin typeface="Montserrat" pitchFamily="2" charset="77"/>
              </a:rPr>
              <a:t>We can use morphological operations to </a:t>
            </a:r>
            <a:r>
              <a:rPr lang="en-IN" i="1" dirty="0">
                <a:solidFill>
                  <a:schemeClr val="bg1"/>
                </a:solidFill>
                <a:latin typeface="Montserrat" pitchFamily="2" charset="77"/>
              </a:rPr>
              <a:t>increase</a:t>
            </a:r>
            <a:r>
              <a:rPr lang="en-IN" dirty="0">
                <a:solidFill>
                  <a:schemeClr val="bg1"/>
                </a:solidFill>
                <a:latin typeface="Montserrat" pitchFamily="2" charset="77"/>
              </a:rPr>
              <a:t> the size of objects in images as well as </a:t>
            </a:r>
            <a:r>
              <a:rPr lang="en-IN" i="1" dirty="0">
                <a:solidFill>
                  <a:schemeClr val="bg1"/>
                </a:solidFill>
                <a:latin typeface="Montserrat" pitchFamily="2" charset="77"/>
              </a:rPr>
              <a:t>decrease</a:t>
            </a:r>
            <a:r>
              <a:rPr lang="en-IN" dirty="0">
                <a:solidFill>
                  <a:schemeClr val="bg1"/>
                </a:solidFill>
                <a:latin typeface="Montserrat" pitchFamily="2" charset="77"/>
              </a:rPr>
              <a:t> them. We can also utilize morphological operations to </a:t>
            </a:r>
            <a:r>
              <a:rPr lang="en-IN" i="1" dirty="0">
                <a:solidFill>
                  <a:schemeClr val="bg1"/>
                </a:solidFill>
                <a:latin typeface="Montserrat" pitchFamily="2" charset="77"/>
              </a:rPr>
              <a:t>close</a:t>
            </a:r>
            <a:r>
              <a:rPr lang="en-IN" dirty="0">
                <a:solidFill>
                  <a:schemeClr val="bg1"/>
                </a:solidFill>
                <a:latin typeface="Montserrat" pitchFamily="2" charset="77"/>
              </a:rPr>
              <a:t> gaps between objects as well as </a:t>
            </a:r>
            <a:r>
              <a:rPr lang="en-IN" i="1" dirty="0">
                <a:solidFill>
                  <a:schemeClr val="bg1"/>
                </a:solidFill>
                <a:latin typeface="Montserrat" pitchFamily="2" charset="77"/>
              </a:rPr>
              <a:t>open</a:t>
            </a:r>
            <a:r>
              <a:rPr lang="en-IN" dirty="0">
                <a:solidFill>
                  <a:schemeClr val="bg1"/>
                </a:solidFill>
                <a:latin typeface="Montserrat" pitchFamily="2" charset="77"/>
              </a:rPr>
              <a:t> them.</a:t>
            </a:r>
          </a:p>
          <a:p>
            <a:pPr marL="285750" indent="-285750">
              <a:buFont typeface="Arial" panose="020B0604020202020204" pitchFamily="34" charset="0"/>
              <a:buChar char="•"/>
            </a:pPr>
            <a:r>
              <a:rPr lang="en-IN" dirty="0">
                <a:solidFill>
                  <a:schemeClr val="bg1"/>
                </a:solidFill>
                <a:latin typeface="Montserrat" pitchFamily="2" charset="77"/>
              </a:rPr>
              <a:t>Morphological operations “probe” an image with a </a:t>
            </a:r>
            <a:r>
              <a:rPr lang="en-IN" b="1" dirty="0">
                <a:solidFill>
                  <a:schemeClr val="bg1"/>
                </a:solidFill>
                <a:latin typeface="Montserrat" pitchFamily="2" charset="77"/>
              </a:rPr>
              <a:t>structuring element.</a:t>
            </a:r>
            <a:r>
              <a:rPr lang="en-IN" dirty="0">
                <a:solidFill>
                  <a:schemeClr val="bg1"/>
                </a:solidFill>
                <a:latin typeface="Montserrat" pitchFamily="2" charset="77"/>
              </a:rPr>
              <a:t> This structuring element defines the neighbourhood to be examined around each pixel. And based on the given operation and the size of the structuring element we are able to adjust our output image.</a:t>
            </a:r>
          </a:p>
          <a:p>
            <a:pPr marL="285750" indent="-285750">
              <a:buFont typeface="Arial" panose="020B0604020202020204" pitchFamily="34" charset="0"/>
              <a:buChar char="•"/>
            </a:pPr>
            <a:r>
              <a:rPr lang="en-IN" dirty="0">
                <a:solidFill>
                  <a:schemeClr val="bg1"/>
                </a:solidFill>
                <a:latin typeface="Montserrat" pitchFamily="2" charset="77"/>
              </a:rPr>
              <a:t>These image processing operations are applied to grayscale or binary images and are used for pre-processing for OCR algorithms, detecting barcodes, detecting license plates, and more.</a:t>
            </a:r>
          </a:p>
          <a:p>
            <a:pPr marL="285750" indent="-285750">
              <a:buFont typeface="Arial" panose="020B0604020202020204" pitchFamily="34" charset="0"/>
              <a:buChar char="•"/>
            </a:pPr>
            <a:r>
              <a:rPr lang="en-IN" dirty="0">
                <a:solidFill>
                  <a:schemeClr val="bg1"/>
                </a:solidFill>
                <a:latin typeface="Montserrat" pitchFamily="2" charset="77"/>
              </a:rPr>
              <a:t>Proper use of morphological operations can allow you to avoid more complicated (and computationally expensive) machine learning and deep learning algorithms.</a:t>
            </a:r>
          </a:p>
          <a:p>
            <a:pPr marL="285750" indent="-285750">
              <a:buFont typeface="Arial" panose="020B0604020202020204" pitchFamily="34" charset="0"/>
              <a:buChar char="•"/>
            </a:pPr>
            <a:r>
              <a:rPr lang="en-IN" dirty="0">
                <a:solidFill>
                  <a:schemeClr val="bg1"/>
                </a:solidFill>
                <a:latin typeface="Montserrat" pitchFamily="2" charset="77"/>
              </a:rPr>
              <a:t>Further Reading – </a:t>
            </a:r>
          </a:p>
          <a:p>
            <a:pPr marL="742950" lvl="1" indent="-285750">
              <a:buFont typeface="Arial" panose="020B0604020202020204" pitchFamily="34" charset="0"/>
              <a:buChar char="•"/>
            </a:pPr>
            <a:r>
              <a:rPr lang="en-IN" dirty="0">
                <a:solidFill>
                  <a:schemeClr val="bg1">
                    <a:lumMod val="75000"/>
                  </a:schemeClr>
                </a:solidFill>
                <a:latin typeface="Montserrat" pitchFamily="2" charset="77"/>
                <a:hlinkClick r:id="rId2">
                  <a:extLst>
                    <a:ext uri="{A12FA001-AC4F-418D-AE19-62706E023703}">
                      <ahyp:hlinkClr xmlns:ahyp="http://schemas.microsoft.com/office/drawing/2018/hyperlinkcolor" val="tx"/>
                    </a:ext>
                  </a:extLst>
                </a:hlinkClick>
              </a:rPr>
              <a:t>https://pyimagesearch.com/2021/04/28/opencv-morphological-operations/</a:t>
            </a:r>
            <a:endParaRPr lang="en-IN" dirty="0">
              <a:solidFill>
                <a:schemeClr val="bg1">
                  <a:lumMod val="75000"/>
                </a:schemeClr>
              </a:solidFill>
              <a:latin typeface="Montserrat" pitchFamily="2" charset="77"/>
            </a:endParaRPr>
          </a:p>
          <a:p>
            <a:pPr marL="742950" lvl="1" indent="-285750">
              <a:lnSpc>
                <a:spcPct val="150000"/>
              </a:lnSpc>
              <a:buFont typeface="Arial" panose="020B0604020202020204" pitchFamily="34" charset="0"/>
              <a:buChar char="•"/>
            </a:pPr>
            <a:endParaRPr lang="en-IN" sz="1400" dirty="0">
              <a:solidFill>
                <a:schemeClr val="bg1">
                  <a:lumMod val="75000"/>
                </a:schemeClr>
              </a:solidFill>
              <a:latin typeface="Montserrat" pitchFamily="2" charset="77"/>
            </a:endParaRP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4386137" cy="461665"/>
          </a:xfrm>
          <a:prstGeom prst="rect">
            <a:avLst/>
          </a:prstGeom>
          <a:noFill/>
        </p:spPr>
        <p:txBody>
          <a:bodyPr wrap="none" rtlCol="0">
            <a:spAutoFit/>
          </a:bodyPr>
          <a:lstStyle/>
          <a:p>
            <a:r>
              <a:rPr lang="en-US" sz="2400" b="1" dirty="0">
                <a:solidFill>
                  <a:srgbClr val="FFC000"/>
                </a:solidFill>
                <a:latin typeface="Montserrat" pitchFamily="2" charset="77"/>
              </a:rPr>
              <a:t>Morphological Operations</a:t>
            </a:r>
          </a:p>
        </p:txBody>
      </p:sp>
    </p:spTree>
    <p:extLst>
      <p:ext uri="{BB962C8B-B14F-4D97-AF65-F5344CB8AC3E}">
        <p14:creationId xmlns:p14="http://schemas.microsoft.com/office/powerpoint/2010/main" val="1267476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24148"/>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458016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Three steps –</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Detect the block of text in the image.</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Compute the angle of the rotated text.</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Rotate the image to correct the skew.</a:t>
            </a:r>
          </a:p>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Pre-processing – </a:t>
            </a:r>
          </a:p>
          <a:p>
            <a:pPr marL="742950" lvl="1" indent="-285750">
              <a:lnSpc>
                <a:spcPct val="150000"/>
              </a:lnSpc>
              <a:buFont typeface="Arial" panose="020B0604020202020204" pitchFamily="34" charset="0"/>
              <a:buChar char="•"/>
            </a:pPr>
            <a:r>
              <a:rPr lang="en-US" sz="1400" dirty="0">
                <a:solidFill>
                  <a:schemeClr val="bg1"/>
                </a:solidFill>
                <a:latin typeface="Montserrat" pitchFamily="2" charset="77"/>
              </a:rPr>
              <a:t>Convert the image to grayscale and flip the foreground and background to ensure foreground is “white” and background is “black” (the part of the image we are not interested in is dark).</a:t>
            </a:r>
          </a:p>
          <a:p>
            <a:pPr marL="285750" indent="-285750">
              <a:lnSpc>
                <a:spcPct val="150000"/>
              </a:lnSpc>
              <a:buFont typeface="Arial" panose="020B0604020202020204" pitchFamily="34" charset="0"/>
              <a:buChar char="•"/>
            </a:pPr>
            <a:r>
              <a:rPr lang="en-US" sz="1400" dirty="0">
                <a:solidFill>
                  <a:schemeClr val="bg1"/>
                </a:solidFill>
                <a:latin typeface="Montserrat" pitchFamily="2" charset="77"/>
              </a:rPr>
              <a:t>Remember – </a:t>
            </a:r>
          </a:p>
          <a:p>
            <a:pPr marL="742950" lvl="1" indent="-285750">
              <a:lnSpc>
                <a:spcPct val="150000"/>
              </a:lnSpc>
              <a:buFont typeface="Arial" panose="020B0604020202020204" pitchFamily="34" charset="0"/>
              <a:buChar char="•"/>
            </a:pPr>
            <a:r>
              <a:rPr lang="en-US" sz="1400" dirty="0">
                <a:solidFill>
                  <a:schemeClr val="bg1"/>
                </a:solidFill>
                <a:latin typeface="Montserrat" pitchFamily="2" charset="77"/>
              </a:rPr>
              <a:t>To compute minimum rotated bounding box - </a:t>
            </a:r>
            <a:r>
              <a:rPr lang="en-IN" sz="1400" dirty="0">
                <a:solidFill>
                  <a:schemeClr val="bg1"/>
                </a:solidFill>
                <a:latin typeface="Montserrat" pitchFamily="2" charset="77"/>
              </a:rPr>
              <a:t>the cv2.minAreaRect function returns angle values in the range </a:t>
            </a:r>
            <a:r>
              <a:rPr lang="en-IN" sz="1400" i="1" dirty="0">
                <a:solidFill>
                  <a:schemeClr val="bg1"/>
                </a:solidFill>
                <a:latin typeface="Montserrat" pitchFamily="2" charset="77"/>
              </a:rPr>
              <a:t>[-90, 0).</a:t>
            </a:r>
            <a:r>
              <a:rPr lang="en-IN" sz="1400" dirty="0">
                <a:solidFill>
                  <a:schemeClr val="bg1"/>
                </a:solidFill>
                <a:latin typeface="Montserrat" pitchFamily="2" charset="77"/>
              </a:rPr>
              <a:t> As the rectangle is rotated clockwise the angle value increases towards zero. When zero is reached, the angle is set back to -90 degrees again and the process continues.</a:t>
            </a:r>
          </a:p>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Further reading </a:t>
            </a:r>
          </a:p>
          <a:p>
            <a:pPr marL="742950" lvl="1" indent="-285750">
              <a:lnSpc>
                <a:spcPct val="150000"/>
              </a:lnSpc>
              <a:buFont typeface="Arial" panose="020B0604020202020204" pitchFamily="34" charset="0"/>
              <a:buChar char="•"/>
            </a:pPr>
            <a:r>
              <a:rPr lang="en-IN" sz="1400" dirty="0">
                <a:solidFill>
                  <a:schemeClr val="bg1">
                    <a:lumMod val="75000"/>
                  </a:schemeClr>
                </a:solidFill>
                <a:latin typeface="Montserrat" pitchFamily="2" charset="77"/>
                <a:hlinkClick r:id="rId2">
                  <a:extLst>
                    <a:ext uri="{A12FA001-AC4F-418D-AE19-62706E023703}">
                      <ahyp:hlinkClr xmlns:ahyp="http://schemas.microsoft.com/office/drawing/2018/hyperlinkcolor" val="tx"/>
                    </a:ext>
                  </a:extLst>
                </a:hlinkClick>
              </a:rPr>
              <a:t>https://docs.opencv.org/3.4/d4/d61/tutorial_warp_affine.html</a:t>
            </a:r>
            <a:endParaRPr lang="en-IN" sz="1400" dirty="0">
              <a:solidFill>
                <a:schemeClr val="bg1">
                  <a:lumMod val="75000"/>
                </a:schemeClr>
              </a:solidFill>
              <a:latin typeface="Montserrat" pitchFamily="2" charset="77"/>
            </a:endParaRPr>
          </a:p>
          <a:p>
            <a:pPr marL="742950" lvl="1" indent="-285750">
              <a:lnSpc>
                <a:spcPct val="150000"/>
              </a:lnSpc>
              <a:buFont typeface="Arial" panose="020B0604020202020204" pitchFamily="34" charset="0"/>
              <a:buChar char="•"/>
            </a:pPr>
            <a:r>
              <a:rPr lang="en-IN" sz="1400" dirty="0">
                <a:solidFill>
                  <a:schemeClr val="bg1">
                    <a:lumMod val="75000"/>
                  </a:schemeClr>
                </a:solidFill>
                <a:latin typeface="Montserrat" pitchFamily="2" charset="77"/>
                <a:hlinkClick r:id="rId3">
                  <a:extLst>
                    <a:ext uri="{A12FA001-AC4F-418D-AE19-62706E023703}">
                      <ahyp:hlinkClr xmlns:ahyp="http://schemas.microsoft.com/office/drawing/2018/hyperlinkcolor" val="tx"/>
                    </a:ext>
                  </a:extLst>
                </a:hlinkClick>
              </a:rPr>
              <a:t>https://gist.github.com/russss/922be97d2a65eb534744c5a4054ff88d</a:t>
            </a:r>
            <a:endParaRPr lang="en-IN" sz="1400" dirty="0">
              <a:solidFill>
                <a:schemeClr val="bg1">
                  <a:lumMod val="75000"/>
                </a:schemeClr>
              </a:solidFill>
              <a:latin typeface="Montserrat" pitchFamily="2" charset="77"/>
            </a:endParaRP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9413154" cy="461665"/>
          </a:xfrm>
          <a:prstGeom prst="rect">
            <a:avLst/>
          </a:prstGeom>
          <a:noFill/>
        </p:spPr>
        <p:txBody>
          <a:bodyPr wrap="none" rtlCol="0">
            <a:spAutoFit/>
          </a:bodyPr>
          <a:lstStyle/>
          <a:p>
            <a:r>
              <a:rPr lang="en-US" sz="2400" b="1" dirty="0">
                <a:solidFill>
                  <a:srgbClr val="FFC000"/>
                </a:solidFill>
                <a:latin typeface="Montserrat" pitchFamily="2" charset="77"/>
              </a:rPr>
              <a:t>Text Skew correction with OpenCV and Python (</a:t>
            </a:r>
            <a:r>
              <a:rPr lang="en-US" sz="2400" b="1" dirty="0" err="1">
                <a:solidFill>
                  <a:srgbClr val="FFC000"/>
                </a:solidFill>
                <a:latin typeface="Montserrat" pitchFamily="2" charset="77"/>
              </a:rPr>
              <a:t>Deskew</a:t>
            </a:r>
            <a:r>
              <a:rPr lang="en-US" sz="2400" b="1" dirty="0">
                <a:solidFill>
                  <a:srgbClr val="FFC000"/>
                </a:solidFill>
                <a:latin typeface="Montserrat" pitchFamily="2" charset="77"/>
              </a:rPr>
              <a:t>)</a:t>
            </a:r>
          </a:p>
        </p:txBody>
      </p:sp>
    </p:spTree>
    <p:extLst>
      <p:ext uri="{BB962C8B-B14F-4D97-AF65-F5344CB8AC3E}">
        <p14:creationId xmlns:p14="http://schemas.microsoft.com/office/powerpoint/2010/main" val="3214196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24148"/>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393389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Variation of the Laplacian  method </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Take a single channel of the image (preferably grayscale) and convolve it with 3x3 Kernel</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Compute the variance (square of standard deviation) of the response</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If the variance falls below a pre-defined threshold, then the image is considered </a:t>
            </a:r>
            <a:r>
              <a:rPr lang="en-IN" sz="1400" i="1" dirty="0">
                <a:solidFill>
                  <a:schemeClr val="bg1"/>
                </a:solidFill>
                <a:latin typeface="Montserrat" pitchFamily="2" charset="77"/>
              </a:rPr>
              <a:t>blurry</a:t>
            </a:r>
            <a:r>
              <a:rPr lang="en-IN" sz="1400" dirty="0">
                <a:solidFill>
                  <a:schemeClr val="bg1"/>
                </a:solidFill>
                <a:latin typeface="Montserrat" pitchFamily="2" charset="77"/>
              </a:rPr>
              <a:t>; otherwise, the image is </a:t>
            </a:r>
            <a:r>
              <a:rPr lang="en-IN" sz="1400" i="1" dirty="0">
                <a:solidFill>
                  <a:schemeClr val="bg1"/>
                </a:solidFill>
                <a:latin typeface="Montserrat" pitchFamily="2" charset="77"/>
              </a:rPr>
              <a:t>not blurry</a:t>
            </a:r>
            <a:r>
              <a:rPr lang="en-IN" sz="1400" dirty="0">
                <a:solidFill>
                  <a:schemeClr val="bg1"/>
                </a:solidFill>
                <a:latin typeface="Montserrat" pitchFamily="2" charset="77"/>
              </a:rPr>
              <a:t>.</a:t>
            </a:r>
          </a:p>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Laplacian operator is used to measure the 2nd derivative of an image. The Laplacian highlights regions of an image containing rapid intensity changes, (like the Sobel and </a:t>
            </a:r>
            <a:r>
              <a:rPr lang="en-IN" sz="1400" dirty="0" err="1">
                <a:solidFill>
                  <a:schemeClr val="bg1"/>
                </a:solidFill>
                <a:latin typeface="Montserrat" pitchFamily="2" charset="77"/>
              </a:rPr>
              <a:t>Scharr</a:t>
            </a:r>
            <a:r>
              <a:rPr lang="en-IN" sz="1400" dirty="0">
                <a:solidFill>
                  <a:schemeClr val="bg1"/>
                </a:solidFill>
                <a:latin typeface="Montserrat" pitchFamily="2" charset="77"/>
              </a:rPr>
              <a:t> operators). And, just like these operators, the Laplacian is often used for edge detection. </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The assumption here is that if an image contains </a:t>
            </a:r>
            <a:r>
              <a:rPr lang="en-IN" sz="1400" i="1" dirty="0">
                <a:solidFill>
                  <a:schemeClr val="bg1"/>
                </a:solidFill>
                <a:latin typeface="Montserrat" pitchFamily="2" charset="77"/>
              </a:rPr>
              <a:t>high variance,</a:t>
            </a:r>
            <a:r>
              <a:rPr lang="en-IN" sz="1400" dirty="0">
                <a:solidFill>
                  <a:schemeClr val="bg1"/>
                </a:solidFill>
                <a:latin typeface="Montserrat" pitchFamily="2" charset="77"/>
              </a:rPr>
              <a:t> then there is a wide spread of responses, both edge-like and non-edge like, representative of a normal, in-focus image. </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But if there is </a:t>
            </a:r>
            <a:r>
              <a:rPr lang="en-IN" sz="1400" i="1" dirty="0">
                <a:solidFill>
                  <a:schemeClr val="bg1"/>
                </a:solidFill>
                <a:latin typeface="Montserrat" pitchFamily="2" charset="77"/>
              </a:rPr>
              <a:t>very low variance</a:t>
            </a:r>
            <a:r>
              <a:rPr lang="en-IN" sz="1400" dirty="0">
                <a:solidFill>
                  <a:schemeClr val="bg1"/>
                </a:solidFill>
                <a:latin typeface="Montserrat" pitchFamily="2" charset="77"/>
              </a:rPr>
              <a:t>, then there is a tiny spread of responses, indicating there are very little edges in the image. As we know, the more an image is blurred, </a:t>
            </a:r>
            <a:r>
              <a:rPr lang="en-IN" sz="1400" i="1" dirty="0">
                <a:solidFill>
                  <a:schemeClr val="bg1"/>
                </a:solidFill>
                <a:latin typeface="Montserrat" pitchFamily="2" charset="77"/>
              </a:rPr>
              <a:t>the less edges there are</a:t>
            </a:r>
            <a:r>
              <a:rPr lang="en-IN" sz="1400" dirty="0">
                <a:solidFill>
                  <a:schemeClr val="bg1"/>
                </a:solidFill>
                <a:latin typeface="Montserrat" pitchFamily="2" charset="77"/>
              </a:rPr>
              <a:t>.</a:t>
            </a: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7877478" cy="461665"/>
          </a:xfrm>
          <a:prstGeom prst="rect">
            <a:avLst/>
          </a:prstGeom>
          <a:noFill/>
        </p:spPr>
        <p:txBody>
          <a:bodyPr wrap="none" rtlCol="0">
            <a:spAutoFit/>
          </a:bodyPr>
          <a:lstStyle/>
          <a:p>
            <a:r>
              <a:rPr lang="en-US" sz="2400" b="1" dirty="0">
                <a:solidFill>
                  <a:srgbClr val="FFC000"/>
                </a:solidFill>
                <a:latin typeface="Montserrat" pitchFamily="2" charset="77"/>
              </a:rPr>
              <a:t>Correcting Blurred Images (Laplacian Operator)</a:t>
            </a:r>
          </a:p>
        </p:txBody>
      </p:sp>
    </p:spTree>
    <p:extLst>
      <p:ext uri="{BB962C8B-B14F-4D97-AF65-F5344CB8AC3E}">
        <p14:creationId xmlns:p14="http://schemas.microsoft.com/office/powerpoint/2010/main" val="427511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24148"/>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29643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the trick here is setting the correct threshold which can be quite domain dependent. Too low of a threshold and you’ll incorrectly mark images as blurry when they are not. Too high of a threshold then images that are blurry will not be marked as blurry</a:t>
            </a:r>
            <a:endParaRPr lang="en-US" sz="1400" dirty="0">
              <a:solidFill>
                <a:schemeClr val="bg1"/>
              </a:solidFill>
              <a:latin typeface="Montserrat" pitchFamily="2" charset="77"/>
            </a:endParaRPr>
          </a:p>
          <a:p>
            <a:pPr marL="285750" indent="-285750">
              <a:lnSpc>
                <a:spcPct val="150000"/>
              </a:lnSpc>
              <a:buFont typeface="Arial" panose="020B0604020202020204" pitchFamily="34" charset="0"/>
              <a:buChar char="•"/>
            </a:pPr>
            <a:r>
              <a:rPr lang="en-US" sz="1400" dirty="0">
                <a:solidFill>
                  <a:schemeClr val="bg1"/>
                </a:solidFill>
                <a:latin typeface="Montserrat" pitchFamily="2" charset="77"/>
              </a:rPr>
              <a:t>Further reading – </a:t>
            </a:r>
          </a:p>
          <a:p>
            <a:pPr marL="742950" lvl="1" indent="-285750">
              <a:lnSpc>
                <a:spcPct val="150000"/>
              </a:lnSpc>
              <a:buFont typeface="Arial" panose="020B0604020202020204" pitchFamily="34" charset="0"/>
              <a:buChar char="•"/>
            </a:pPr>
            <a:r>
              <a:rPr lang="en-US" sz="1400" dirty="0">
                <a:solidFill>
                  <a:schemeClr val="bg1"/>
                </a:solidFill>
                <a:latin typeface="Montserrat" pitchFamily="2" charset="77"/>
              </a:rPr>
              <a:t>Blog</a:t>
            </a:r>
          </a:p>
          <a:p>
            <a:pPr marL="1200150" lvl="2" indent="-285750">
              <a:lnSpc>
                <a:spcPct val="150000"/>
              </a:lnSpc>
              <a:buFont typeface="Arial" panose="020B0604020202020204" pitchFamily="34" charset="0"/>
              <a:buChar char="•"/>
            </a:pPr>
            <a:r>
              <a:rPr lang="en-IN" sz="1400" dirty="0">
                <a:solidFill>
                  <a:schemeClr val="bg1">
                    <a:lumMod val="75000"/>
                  </a:schemeClr>
                </a:solidFill>
                <a:latin typeface="Montserrat" pitchFamily="2" charset="77"/>
                <a:hlinkClick r:id="rId2">
                  <a:extLst>
                    <a:ext uri="{A12FA001-AC4F-418D-AE19-62706E023703}">
                      <ahyp:hlinkClr xmlns:ahyp="http://schemas.microsoft.com/office/drawing/2018/hyperlinkcolor" val="tx"/>
                    </a:ext>
                  </a:extLst>
                </a:hlinkClick>
              </a:rPr>
              <a:t>https://pyimagesearch.com/2015/09/07/blur-detection-with-opencv</a:t>
            </a:r>
            <a:endParaRPr lang="en-IN" sz="1400" dirty="0">
              <a:solidFill>
                <a:schemeClr val="bg1">
                  <a:lumMod val="75000"/>
                </a:schemeClr>
              </a:solidFill>
              <a:latin typeface="Montserrat" pitchFamily="2" charset="77"/>
            </a:endParaRPr>
          </a:p>
          <a:p>
            <a:pPr marL="742950" lvl="1" indent="-285750">
              <a:lnSpc>
                <a:spcPct val="150000"/>
              </a:lnSpc>
              <a:buFont typeface="Arial" panose="020B0604020202020204" pitchFamily="34" charset="0"/>
              <a:buChar char="•"/>
            </a:pPr>
            <a:r>
              <a:rPr lang="en-US" sz="1400" dirty="0">
                <a:solidFill>
                  <a:schemeClr val="bg1"/>
                </a:solidFill>
                <a:latin typeface="Montserrat" pitchFamily="2" charset="77"/>
              </a:rPr>
              <a:t>Research Paper</a:t>
            </a:r>
            <a:endParaRPr lang="en-US" sz="1400" dirty="0">
              <a:solidFill>
                <a:schemeClr val="bg1"/>
              </a:solidFill>
              <a:latin typeface="Montserrat" pitchFamily="2" charset="77"/>
              <a:hlinkClick r:id="rId3">
                <a:extLst>
                  <a:ext uri="{A12FA001-AC4F-418D-AE19-62706E023703}">
                    <ahyp:hlinkClr xmlns:ahyp="http://schemas.microsoft.com/office/drawing/2018/hyperlinkcolor" val="tx"/>
                  </a:ext>
                </a:extLst>
              </a:hlinkClick>
            </a:endParaRPr>
          </a:p>
          <a:p>
            <a:pPr marL="1200150" lvl="2" indent="-285750">
              <a:lnSpc>
                <a:spcPct val="150000"/>
              </a:lnSpc>
              <a:buFont typeface="Arial" panose="020B0604020202020204" pitchFamily="34" charset="0"/>
              <a:buChar char="•"/>
            </a:pPr>
            <a:r>
              <a:rPr lang="en-IN" sz="1400" dirty="0">
                <a:solidFill>
                  <a:schemeClr val="bg1">
                    <a:lumMod val="75000"/>
                  </a:schemeClr>
                </a:solidFill>
                <a:latin typeface="Montserrat" pitchFamily="2" charset="77"/>
                <a:hlinkClick r:id="rId3">
                  <a:extLst>
                    <a:ext uri="{A12FA001-AC4F-418D-AE19-62706E023703}">
                      <ahyp:hlinkClr xmlns:ahyp="http://schemas.microsoft.com/office/drawing/2018/hyperlinkcolor" val="tx"/>
                    </a:ext>
                  </a:extLst>
                </a:hlinkClick>
              </a:rPr>
              <a:t>Analysis of focus measure operators for shape-from-focus</a:t>
            </a:r>
            <a:endParaRPr lang="en-IN" sz="1400" dirty="0">
              <a:solidFill>
                <a:schemeClr val="bg1">
                  <a:lumMod val="75000"/>
                </a:schemeClr>
              </a:solidFill>
              <a:latin typeface="Montserrat" pitchFamily="2" charset="77"/>
            </a:endParaRPr>
          </a:p>
          <a:p>
            <a:pPr marL="1200150" lvl="2" indent="-285750">
              <a:lnSpc>
                <a:spcPct val="150000"/>
              </a:lnSpc>
              <a:buFont typeface="Arial" panose="020B0604020202020204" pitchFamily="34" charset="0"/>
              <a:buChar char="•"/>
            </a:pPr>
            <a:r>
              <a:rPr lang="en-IN" sz="1400" dirty="0">
                <a:solidFill>
                  <a:schemeClr val="bg1">
                    <a:lumMod val="75000"/>
                  </a:schemeClr>
                </a:solidFill>
                <a:latin typeface="Montserrat" pitchFamily="2" charset="77"/>
                <a:hlinkClick r:id="rId4">
                  <a:extLst>
                    <a:ext uri="{A12FA001-AC4F-418D-AE19-62706E023703}">
                      <ahyp:hlinkClr xmlns:ahyp="http://schemas.microsoft.com/office/drawing/2018/hyperlinkcolor" val="tx"/>
                    </a:ext>
                  </a:extLst>
                </a:hlinkClick>
              </a:rPr>
              <a:t>Diatom Autofocusing in Brightfield Microscopy: a Comparative Study</a:t>
            </a:r>
            <a:endParaRPr lang="en-IN" sz="1400" dirty="0">
              <a:solidFill>
                <a:schemeClr val="bg1">
                  <a:lumMod val="75000"/>
                </a:schemeClr>
              </a:solidFill>
              <a:latin typeface="Montserrat" pitchFamily="2" charset="77"/>
            </a:endParaRP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4480714" cy="461665"/>
          </a:xfrm>
          <a:prstGeom prst="rect">
            <a:avLst/>
          </a:prstGeom>
          <a:noFill/>
        </p:spPr>
        <p:txBody>
          <a:bodyPr wrap="none" rtlCol="0">
            <a:spAutoFit/>
          </a:bodyPr>
          <a:lstStyle/>
          <a:p>
            <a:r>
              <a:rPr lang="en-US" sz="2400" b="1" dirty="0">
                <a:solidFill>
                  <a:srgbClr val="FFC000"/>
                </a:solidFill>
                <a:latin typeface="Montserrat" pitchFamily="2" charset="77"/>
              </a:rPr>
              <a:t>Correcting Blurred Images</a:t>
            </a:r>
          </a:p>
        </p:txBody>
      </p:sp>
    </p:spTree>
    <p:extLst>
      <p:ext uri="{BB962C8B-B14F-4D97-AF65-F5344CB8AC3E}">
        <p14:creationId xmlns:p14="http://schemas.microsoft.com/office/powerpoint/2010/main" val="235108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24148"/>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550349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The downside is that the Laplacian method </a:t>
            </a:r>
            <a:r>
              <a:rPr lang="en-IN" sz="1400" i="1" dirty="0">
                <a:solidFill>
                  <a:schemeClr val="bg1"/>
                </a:solidFill>
                <a:latin typeface="Montserrat" pitchFamily="2" charset="77"/>
              </a:rPr>
              <a:t>required significant manual</a:t>
            </a:r>
            <a:r>
              <a:rPr lang="en-IN" sz="1400" dirty="0">
                <a:solidFill>
                  <a:schemeClr val="bg1"/>
                </a:solidFill>
                <a:latin typeface="Montserrat" pitchFamily="2" charset="77"/>
              </a:rPr>
              <a:t> tuning to define the “threshold” at which an image was considered blurry or not</a:t>
            </a:r>
            <a:r>
              <a:rPr lang="en-IN" sz="1400" b="1" dirty="0">
                <a:solidFill>
                  <a:schemeClr val="bg1"/>
                </a:solidFill>
                <a:latin typeface="Montserrat" pitchFamily="2" charset="77"/>
              </a:rPr>
              <a:t>.</a:t>
            </a:r>
            <a:r>
              <a:rPr lang="en-IN" sz="1400" dirty="0">
                <a:solidFill>
                  <a:schemeClr val="bg1"/>
                </a:solidFill>
                <a:latin typeface="Montserrat" pitchFamily="2" charset="77"/>
              </a:rPr>
              <a:t> If you could control your lighting conditions, environment, and image capturing process, it worked quite well — but if not, you would obtain mixed results.</a:t>
            </a:r>
          </a:p>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Consider computing the </a:t>
            </a:r>
            <a:r>
              <a:rPr lang="en-IN" sz="1400" b="1" dirty="0">
                <a:solidFill>
                  <a:schemeClr val="bg1">
                    <a:lumMod val="75000"/>
                  </a:schemeClr>
                </a:solidFill>
                <a:latin typeface="Montserrat" pitchFamily="2" charset="77"/>
                <a:hlinkClick r:id="rId2">
                  <a:extLst>
                    <a:ext uri="{A12FA001-AC4F-418D-AE19-62706E023703}">
                      <ahyp:hlinkClr xmlns:ahyp="http://schemas.microsoft.com/office/drawing/2018/hyperlinkcolor" val="tx"/>
                    </a:ext>
                  </a:extLst>
                </a:hlinkClick>
              </a:rPr>
              <a:t>Fast Fourier Transform</a:t>
            </a:r>
            <a:r>
              <a:rPr lang="en-IN" sz="1400" dirty="0">
                <a:solidFill>
                  <a:schemeClr val="bg1">
                    <a:lumMod val="75000"/>
                  </a:schemeClr>
                </a:solidFill>
                <a:latin typeface="Montserrat" pitchFamily="2" charset="77"/>
                <a:hlinkClick r:id="rId2">
                  <a:extLst>
                    <a:ext uri="{A12FA001-AC4F-418D-AE19-62706E023703}">
                      <ahyp:hlinkClr xmlns:ahyp="http://schemas.microsoft.com/office/drawing/2018/hyperlinkcolor" val="tx"/>
                    </a:ext>
                  </a:extLst>
                </a:hlinkClick>
              </a:rPr>
              <a:t> </a:t>
            </a:r>
            <a:r>
              <a:rPr lang="en-IN" sz="1400" dirty="0">
                <a:solidFill>
                  <a:schemeClr val="bg1"/>
                </a:solidFill>
                <a:latin typeface="Montserrat" pitchFamily="2" charset="77"/>
              </a:rPr>
              <a:t>of the image and then examining the distribution of low and high frequencies </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if there are a low number of high frequencies, then the image can be considered blurry.</a:t>
            </a:r>
          </a:p>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 However, defining what is a </a:t>
            </a:r>
            <a:r>
              <a:rPr lang="en-IN" sz="1400" i="1" dirty="0">
                <a:solidFill>
                  <a:schemeClr val="bg1"/>
                </a:solidFill>
                <a:latin typeface="Montserrat" pitchFamily="2" charset="77"/>
              </a:rPr>
              <a:t>low</a:t>
            </a:r>
            <a:r>
              <a:rPr lang="en-IN" sz="1400" dirty="0">
                <a:solidFill>
                  <a:schemeClr val="bg1"/>
                </a:solidFill>
                <a:latin typeface="Montserrat" pitchFamily="2" charset="77"/>
              </a:rPr>
              <a:t> number of high frequencies and what is a </a:t>
            </a:r>
            <a:r>
              <a:rPr lang="en-IN" sz="1400" i="1" dirty="0">
                <a:solidFill>
                  <a:schemeClr val="bg1"/>
                </a:solidFill>
                <a:latin typeface="Montserrat" pitchFamily="2" charset="77"/>
              </a:rPr>
              <a:t>high</a:t>
            </a:r>
            <a:r>
              <a:rPr lang="en-IN" sz="1400" dirty="0">
                <a:solidFill>
                  <a:schemeClr val="bg1"/>
                </a:solidFill>
                <a:latin typeface="Montserrat" pitchFamily="2" charset="77"/>
              </a:rPr>
              <a:t> number of high frequencies can be quite problematic, often leading to sub-par results.  In practice, FFT blur detector is </a:t>
            </a:r>
            <a:r>
              <a:rPr lang="en-IN" sz="1400" i="1" dirty="0">
                <a:solidFill>
                  <a:schemeClr val="bg1"/>
                </a:solidFill>
                <a:latin typeface="Montserrat" pitchFamily="2" charset="77"/>
              </a:rPr>
              <a:t>far more robust and reliable</a:t>
            </a:r>
            <a:r>
              <a:rPr lang="en-IN" sz="1400" dirty="0">
                <a:solidFill>
                  <a:schemeClr val="bg1"/>
                </a:solidFill>
                <a:latin typeface="Montserrat" pitchFamily="2" charset="77"/>
              </a:rPr>
              <a:t> than the variance of the Laplacian method.</a:t>
            </a:r>
          </a:p>
          <a:p>
            <a:pPr marL="285750" indent="-285750">
              <a:lnSpc>
                <a:spcPct val="150000"/>
              </a:lnSpc>
              <a:buFont typeface="Arial" panose="020B0604020202020204" pitchFamily="34" charset="0"/>
              <a:buChar char="•"/>
            </a:pPr>
            <a:r>
              <a:rPr lang="en-IN" dirty="0"/>
              <a:t>The Fast Fourier Transform is a convenient mathematical algorithm for computing the Discrete Fourier Transform. It is used for converting a signal from one domain into another.</a:t>
            </a:r>
          </a:p>
          <a:p>
            <a:pPr marL="285750" indent="-285750">
              <a:lnSpc>
                <a:spcPct val="150000"/>
              </a:lnSpc>
              <a:buFont typeface="Arial" panose="020B0604020202020204" pitchFamily="34" charset="0"/>
              <a:buChar char="•"/>
            </a:pPr>
            <a:r>
              <a:rPr lang="en-IN" sz="1400" dirty="0">
                <a:solidFill>
                  <a:schemeClr val="bg1"/>
                </a:solidFill>
                <a:latin typeface="Montserrat" pitchFamily="2" charset="77"/>
              </a:rPr>
              <a:t>Think of FFT as an image processing tool that represents an image in two domains</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Fourier (i.e., frequency) domain</a:t>
            </a:r>
          </a:p>
          <a:p>
            <a:pPr marL="742950" lvl="1" indent="-285750">
              <a:lnSpc>
                <a:spcPct val="150000"/>
              </a:lnSpc>
              <a:buFont typeface="Arial" panose="020B0604020202020204" pitchFamily="34" charset="0"/>
              <a:buChar char="•"/>
            </a:pPr>
            <a:r>
              <a:rPr lang="en-IN" sz="1400" dirty="0">
                <a:solidFill>
                  <a:schemeClr val="bg1"/>
                </a:solidFill>
                <a:latin typeface="Montserrat" pitchFamily="2" charset="77"/>
              </a:rPr>
              <a:t>Spatial domain</a:t>
            </a:r>
          </a:p>
          <a:p>
            <a:pPr marL="285750" indent="-285750">
              <a:lnSpc>
                <a:spcPct val="150000"/>
              </a:lnSpc>
              <a:buFont typeface="Arial" panose="020B0604020202020204" pitchFamily="34" charset="0"/>
              <a:buChar char="•"/>
            </a:pPr>
            <a:endParaRPr lang="en-IN" dirty="0"/>
          </a:p>
          <a:p>
            <a:pPr marL="285750" indent="-285750">
              <a:lnSpc>
                <a:spcPct val="150000"/>
              </a:lnSpc>
              <a:buFont typeface="Arial" panose="020B0604020202020204" pitchFamily="34" charset="0"/>
              <a:buChar char="•"/>
            </a:pPr>
            <a:endParaRPr lang="en-IN" sz="1400" dirty="0">
              <a:solidFill>
                <a:schemeClr val="bg1"/>
              </a:solidFill>
              <a:latin typeface="Montserrat" pitchFamily="2" charset="77"/>
            </a:endParaRP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8475397" cy="461665"/>
          </a:xfrm>
          <a:prstGeom prst="rect">
            <a:avLst/>
          </a:prstGeom>
          <a:noFill/>
        </p:spPr>
        <p:txBody>
          <a:bodyPr wrap="none" rtlCol="0">
            <a:spAutoFit/>
          </a:bodyPr>
          <a:lstStyle/>
          <a:p>
            <a:r>
              <a:rPr lang="en-US" sz="2400" b="1" dirty="0">
                <a:solidFill>
                  <a:srgbClr val="FFC000"/>
                </a:solidFill>
                <a:latin typeface="Montserrat" pitchFamily="2" charset="77"/>
              </a:rPr>
              <a:t>Correcting Blurred Images (Fast Fourier Transform)</a:t>
            </a:r>
          </a:p>
        </p:txBody>
      </p:sp>
    </p:spTree>
    <p:extLst>
      <p:ext uri="{BB962C8B-B14F-4D97-AF65-F5344CB8AC3E}">
        <p14:creationId xmlns:p14="http://schemas.microsoft.com/office/powerpoint/2010/main" val="106096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24148"/>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FE07C02-B452-334B-B348-EE3061F3B4FE}"/>
              </a:ext>
            </a:extLst>
          </p:cNvPr>
          <p:cNvCxnSpPr>
            <a:cxnSpLocks/>
          </p:cNvCxnSpPr>
          <p:nvPr/>
        </p:nvCxnSpPr>
        <p:spPr>
          <a:xfrm>
            <a:off x="704335" y="568411"/>
            <a:ext cx="0" cy="532371"/>
          </a:xfrm>
          <a:prstGeom prst="line">
            <a:avLst/>
          </a:prstGeom>
          <a:ln w="41275"/>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5EFF1FAB-E62D-7545-8CD4-C2EB8AA6B29F}"/>
              </a:ext>
            </a:extLst>
          </p:cNvPr>
          <p:cNvSpPr txBox="1"/>
          <p:nvPr/>
        </p:nvSpPr>
        <p:spPr>
          <a:xfrm>
            <a:off x="885935" y="1187441"/>
            <a:ext cx="10280821" cy="4118500"/>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bg1"/>
                </a:solidFill>
                <a:latin typeface="Montserrat" pitchFamily="2" charset="77"/>
              </a:rPr>
              <a:t>FFT represents the image in both </a:t>
            </a:r>
            <a:r>
              <a:rPr lang="en-IN" i="1" dirty="0">
                <a:solidFill>
                  <a:schemeClr val="bg1"/>
                </a:solidFill>
                <a:latin typeface="Montserrat" pitchFamily="2" charset="77"/>
              </a:rPr>
              <a:t>real</a:t>
            </a:r>
            <a:r>
              <a:rPr lang="en-IN" dirty="0">
                <a:solidFill>
                  <a:schemeClr val="bg1"/>
                </a:solidFill>
                <a:latin typeface="Montserrat" pitchFamily="2" charset="77"/>
              </a:rPr>
              <a:t> and </a:t>
            </a:r>
            <a:r>
              <a:rPr lang="en-IN" i="1" dirty="0">
                <a:solidFill>
                  <a:schemeClr val="bg1"/>
                </a:solidFill>
                <a:latin typeface="Montserrat" pitchFamily="2" charset="77"/>
              </a:rPr>
              <a:t>imaginary</a:t>
            </a:r>
            <a:r>
              <a:rPr lang="en-IN" dirty="0">
                <a:solidFill>
                  <a:schemeClr val="bg1"/>
                </a:solidFill>
                <a:latin typeface="Montserrat" pitchFamily="2" charset="77"/>
              </a:rPr>
              <a:t> components. By </a:t>
            </a:r>
            <a:r>
              <a:rPr lang="en-IN" dirty="0" err="1">
                <a:solidFill>
                  <a:schemeClr val="bg1"/>
                </a:solidFill>
                <a:latin typeface="Montserrat" pitchFamily="2" charset="77"/>
              </a:rPr>
              <a:t>analyzing</a:t>
            </a:r>
            <a:r>
              <a:rPr lang="en-IN" dirty="0">
                <a:solidFill>
                  <a:schemeClr val="bg1"/>
                </a:solidFill>
                <a:latin typeface="Montserrat" pitchFamily="2" charset="77"/>
              </a:rPr>
              <a:t> these values, we can perform image processing routines such as blurring, edge detection, thresholding, texture analysis, and </a:t>
            </a:r>
            <a:r>
              <a:rPr lang="en-IN" i="1" dirty="0">
                <a:solidFill>
                  <a:schemeClr val="bg1"/>
                </a:solidFill>
                <a:latin typeface="Montserrat" pitchFamily="2" charset="77"/>
              </a:rPr>
              <a:t>yes, even blur detection.</a:t>
            </a:r>
          </a:p>
          <a:p>
            <a:pPr marL="285750" indent="-285750">
              <a:buFont typeface="Arial" panose="020B0604020202020204" pitchFamily="34" charset="0"/>
              <a:buChar char="•"/>
            </a:pPr>
            <a:r>
              <a:rPr lang="en-IN" dirty="0">
                <a:solidFill>
                  <a:schemeClr val="bg1"/>
                </a:solidFill>
                <a:latin typeface="Montserrat" pitchFamily="2" charset="77"/>
              </a:rPr>
              <a:t>Further Reading – </a:t>
            </a:r>
          </a:p>
          <a:p>
            <a:pPr marL="742950" lvl="1" indent="-285750">
              <a:buFont typeface="Arial" panose="020B0604020202020204" pitchFamily="34" charset="0"/>
              <a:buChar char="•"/>
            </a:pPr>
            <a:r>
              <a:rPr lang="en-IN" dirty="0">
                <a:solidFill>
                  <a:schemeClr val="bg1"/>
                </a:solidFill>
                <a:latin typeface="Montserrat" pitchFamily="2" charset="77"/>
              </a:rPr>
              <a:t>Blog</a:t>
            </a:r>
          </a:p>
          <a:p>
            <a:pPr marL="1200150" lvl="2" indent="-285750">
              <a:buFont typeface="Arial" panose="020B0604020202020204" pitchFamily="34" charset="0"/>
              <a:buChar char="•"/>
            </a:pPr>
            <a:r>
              <a:rPr lang="en-IN" dirty="0">
                <a:solidFill>
                  <a:schemeClr val="bg1">
                    <a:lumMod val="75000"/>
                  </a:schemeClr>
                </a:solidFill>
                <a:latin typeface="Montserrat" pitchFamily="2" charset="77"/>
                <a:hlinkClick r:id="rId2">
                  <a:extLst>
                    <a:ext uri="{A12FA001-AC4F-418D-AE19-62706E023703}">
                      <ahyp:hlinkClr xmlns:ahyp="http://schemas.microsoft.com/office/drawing/2018/hyperlinkcolor" val="tx"/>
                    </a:ext>
                  </a:extLst>
                </a:hlinkClick>
              </a:rPr>
              <a:t>https://pyimagesearch.com/2020/06/15/opencv-fast-fourier-transform-fft-for-blur-detection-in-images-and-video-streams</a:t>
            </a:r>
            <a:r>
              <a:rPr lang="en-IN" dirty="0">
                <a:solidFill>
                  <a:schemeClr val="bg1">
                    <a:lumMod val="75000"/>
                  </a:schemeClr>
                </a:solidFill>
                <a:latin typeface="Montserrat" pitchFamily="2" charset="77"/>
                <a:hlinkClick r:id="rId2">
                  <a:extLst>
                    <a:ext uri="{A12FA001-AC4F-418D-AE19-62706E023703}">
                      <ahyp:hlinkClr xmlns:ahyp="http://schemas.microsoft.com/office/drawing/2018/hyperlinkcolor" val="tx"/>
                    </a:ext>
                  </a:extLst>
                </a:hlinkClick>
              </a:rPr>
              <a:t>/</a:t>
            </a:r>
            <a:endParaRPr lang="en-IN" dirty="0">
              <a:solidFill>
                <a:schemeClr val="bg1">
                  <a:lumMod val="75000"/>
                </a:schemeClr>
              </a:solidFill>
              <a:latin typeface="Montserrat" pitchFamily="2" charset="77"/>
            </a:endParaRPr>
          </a:p>
          <a:p>
            <a:pPr marL="742950" lvl="1" indent="-285750">
              <a:buFont typeface="Arial" panose="020B0604020202020204" pitchFamily="34" charset="0"/>
              <a:buChar char="•"/>
            </a:pPr>
            <a:r>
              <a:rPr lang="en-IN" dirty="0">
                <a:solidFill>
                  <a:schemeClr val="bg1"/>
                </a:solidFill>
                <a:latin typeface="Montserrat" pitchFamily="2" charset="77"/>
              </a:rPr>
              <a:t>Research Paper</a:t>
            </a:r>
          </a:p>
          <a:p>
            <a:pPr marL="1200150" lvl="2" indent="-285750">
              <a:buFont typeface="Arial" panose="020B0604020202020204" pitchFamily="34" charset="0"/>
              <a:buChar char="•"/>
            </a:pPr>
            <a:r>
              <a:rPr lang="en-IN" dirty="0">
                <a:solidFill>
                  <a:schemeClr val="bg1">
                    <a:lumMod val="75000"/>
                  </a:schemeClr>
                </a:solidFill>
                <a:latin typeface="Montserrat" pitchFamily="2" charset="77"/>
                <a:hlinkClick r:id="rId3">
                  <a:extLst>
                    <a:ext uri="{A12FA001-AC4F-418D-AE19-62706E023703}">
                      <ahyp:hlinkClr xmlns:ahyp="http://schemas.microsoft.com/office/drawing/2018/hyperlinkcolor" val="tx"/>
                    </a:ext>
                  </a:extLst>
                </a:hlinkClick>
              </a:rPr>
              <a:t>https://homepages.inf.ed.ac.uk/rbf/HIPR2/fourier.htm</a:t>
            </a:r>
            <a:endParaRPr lang="en-IN" dirty="0">
              <a:solidFill>
                <a:schemeClr val="bg1">
                  <a:lumMod val="75000"/>
                </a:schemeClr>
              </a:solidFill>
              <a:latin typeface="Montserrat" pitchFamily="2" charset="77"/>
            </a:endParaRPr>
          </a:p>
          <a:p>
            <a:pPr marL="742950" lvl="1" indent="-285750">
              <a:buFont typeface="Arial" panose="020B0604020202020204" pitchFamily="34" charset="0"/>
              <a:buChar char="•"/>
            </a:pPr>
            <a:r>
              <a:rPr lang="en-IN" dirty="0">
                <a:solidFill>
                  <a:schemeClr val="bg1"/>
                </a:solidFill>
                <a:latin typeface="Montserrat" pitchFamily="2" charset="77"/>
              </a:rPr>
              <a:t>Lecture</a:t>
            </a:r>
          </a:p>
          <a:p>
            <a:pPr marL="1200150" lvl="2" indent="-285750">
              <a:buFont typeface="Arial" panose="020B0604020202020204" pitchFamily="34" charset="0"/>
              <a:buChar char="•"/>
            </a:pPr>
            <a:r>
              <a:rPr lang="en-IN" dirty="0">
                <a:solidFill>
                  <a:schemeClr val="bg1">
                    <a:lumMod val="75000"/>
                  </a:schemeClr>
                </a:solidFill>
                <a:latin typeface="Montserrat" pitchFamily="2" charset="77"/>
                <a:hlinkClick r:id="rId4">
                  <a:extLst>
                    <a:ext uri="{A12FA001-AC4F-418D-AE19-62706E023703}">
                      <ahyp:hlinkClr xmlns:ahyp="http://schemas.microsoft.com/office/drawing/2018/hyperlinkcolor" val="tx"/>
                    </a:ext>
                  </a:extLst>
                </a:hlinkClick>
              </a:rPr>
              <a:t>https://faculty.cc.gatech.edu/~afb/classes/CS4495-Fall2014/slides/CS4495-Frequency.pdf</a:t>
            </a:r>
            <a:endParaRPr lang="en-IN" dirty="0">
              <a:solidFill>
                <a:schemeClr val="bg1">
                  <a:lumMod val="75000"/>
                </a:schemeClr>
              </a:solidFill>
              <a:latin typeface="Montserrat" pitchFamily="2" charset="77"/>
            </a:endParaRPr>
          </a:p>
          <a:p>
            <a:pPr marL="285750" indent="-285750">
              <a:lnSpc>
                <a:spcPct val="150000"/>
              </a:lnSpc>
              <a:buFont typeface="Arial" panose="020B0604020202020204" pitchFamily="34" charset="0"/>
              <a:buChar char="•"/>
            </a:pPr>
            <a:endParaRPr lang="en-IN" dirty="0">
              <a:solidFill>
                <a:schemeClr val="bg1"/>
              </a:solidFill>
              <a:latin typeface="Montserrat" pitchFamily="2" charset="77"/>
            </a:endParaRPr>
          </a:p>
          <a:p>
            <a:pPr marL="285750" indent="-285750">
              <a:lnSpc>
                <a:spcPct val="150000"/>
              </a:lnSpc>
              <a:buFont typeface="Arial" panose="020B0604020202020204" pitchFamily="34" charset="0"/>
              <a:buChar char="•"/>
            </a:pPr>
            <a:endParaRPr lang="en-IN" sz="1400" dirty="0">
              <a:solidFill>
                <a:schemeClr val="bg1"/>
              </a:solidFill>
              <a:latin typeface="Montserrat" pitchFamily="2" charset="77"/>
            </a:endParaRPr>
          </a:p>
        </p:txBody>
      </p:sp>
      <p:sp>
        <p:nvSpPr>
          <p:cNvPr id="5" name="TextBox 4">
            <a:extLst>
              <a:ext uri="{FF2B5EF4-FFF2-40B4-BE49-F238E27FC236}">
                <a16:creationId xmlns:a16="http://schemas.microsoft.com/office/drawing/2014/main" id="{5F11BE2A-FD79-B648-8A03-BF6D81F5DB7D}"/>
              </a:ext>
            </a:extLst>
          </p:cNvPr>
          <p:cNvSpPr txBox="1"/>
          <p:nvPr/>
        </p:nvSpPr>
        <p:spPr>
          <a:xfrm>
            <a:off x="815546" y="639117"/>
            <a:ext cx="8475397" cy="461665"/>
          </a:xfrm>
          <a:prstGeom prst="rect">
            <a:avLst/>
          </a:prstGeom>
          <a:noFill/>
        </p:spPr>
        <p:txBody>
          <a:bodyPr wrap="none" rtlCol="0">
            <a:spAutoFit/>
          </a:bodyPr>
          <a:lstStyle/>
          <a:p>
            <a:r>
              <a:rPr lang="en-US" sz="2400" b="1" dirty="0">
                <a:solidFill>
                  <a:srgbClr val="FFC000"/>
                </a:solidFill>
                <a:latin typeface="Montserrat" pitchFamily="2" charset="77"/>
              </a:rPr>
              <a:t>Correcting Blurred Images (Fast Fourier Transform)</a:t>
            </a:r>
          </a:p>
        </p:txBody>
      </p:sp>
    </p:spTree>
    <p:extLst>
      <p:ext uri="{BB962C8B-B14F-4D97-AF65-F5344CB8AC3E}">
        <p14:creationId xmlns:p14="http://schemas.microsoft.com/office/powerpoint/2010/main" val="2933898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1946</TotalTime>
  <Words>1425</Words>
  <Application>Microsoft Macintosh PowerPoint</Application>
  <PresentationFormat>Widescreen</PresentationFormat>
  <Paragraphs>89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 Pandey</dc:creator>
  <cp:lastModifiedBy>Amit Pandey</cp:lastModifiedBy>
  <cp:revision>188</cp:revision>
  <dcterms:created xsi:type="dcterms:W3CDTF">2022-02-18T18:01:12Z</dcterms:created>
  <dcterms:modified xsi:type="dcterms:W3CDTF">2022-02-26T10:15:22Z</dcterms:modified>
</cp:coreProperties>
</file>