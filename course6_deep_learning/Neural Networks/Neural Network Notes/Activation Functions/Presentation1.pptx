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0"/>
    <p:restoredTop sz="94740"/>
  </p:normalViewPr>
  <p:slideViewPr>
    <p:cSldViewPr snapToGrid="0">
      <p:cViewPr>
        <p:scale>
          <a:sx n="131" d="100"/>
          <a:sy n="131" d="100"/>
        </p:scale>
        <p:origin x="165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58D54-9AE7-2FAF-ED69-96B4DE053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FD330F-02EC-D569-F6B5-9D749B1C6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D67A0-DF21-CB79-D948-D2CE0515B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ED762-7235-9641-BD20-796AB2C2E2D0}" type="datetimeFigureOut">
              <a:rPr lang="en-US" smtClean="0"/>
              <a:t>10/10/23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A9E20-97FE-14FE-5DFD-0AB81F3EE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C0F0D-AAFB-46EB-DE6E-76E6F0C67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81C9-339C-C14B-B253-84120BFA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175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52899-7B6A-E019-86A2-4856565D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87AC-7D69-4ED4-A71D-9E5E31657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2F06B-D4CB-6AE6-D63C-474A7B64A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ED762-7235-9641-BD20-796AB2C2E2D0}" type="datetimeFigureOut">
              <a:rPr lang="en-US" smtClean="0"/>
              <a:t>10/10/23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4117F-8351-A7F5-55B1-D3B01D18B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AF139-F608-9165-6AD0-0726CA0FA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81C9-339C-C14B-B253-84120BFA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92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B4798-7498-6D37-5736-FFF3F42E6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A5735-BADC-C50D-484B-E5E99E795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3E953-A180-A46C-7DD8-016118723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ED762-7235-9641-BD20-796AB2C2E2D0}" type="datetimeFigureOut">
              <a:rPr lang="en-US" smtClean="0"/>
              <a:t>10/10/23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E5D41-050A-D972-14AB-580694547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3C5EE-D01B-00E6-4F3B-8824930FF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81C9-339C-C14B-B253-84120BFA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19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057CC-000E-0CA7-7F75-2A25D1831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2062A-75A3-4B3C-1E9F-79242157DF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D2B64C-BE63-AF1F-5E9C-070BC4A4F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77494-0075-87B6-24FE-B87B4CB5A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ED762-7235-9641-BD20-796AB2C2E2D0}" type="datetimeFigureOut">
              <a:rPr lang="en-US" smtClean="0"/>
              <a:t>10/10/23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82C29-5735-75D0-215B-19F5986C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BD046-145D-DA9A-5C32-F3602ABC3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81C9-339C-C14B-B253-84120BFA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09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3BA8D-A0A1-C31D-D51E-ABD85C51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C7733-9538-A7E2-64E4-611DCE0C9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C44CAD-CCBA-9C5D-1574-1E949E52B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349AA7-5A10-A2FA-FCC1-850971FDB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CD48AE-7F20-546B-94FE-0266E93AF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A88415-49A8-73BD-FF2C-30A31B0EB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ED762-7235-9641-BD20-796AB2C2E2D0}" type="datetimeFigureOut">
              <a:rPr lang="en-US" smtClean="0"/>
              <a:t>10/10/23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48AB7A-BF4A-F51A-B49D-0657F32D8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C2363-21DE-D085-396F-D57CC907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81C9-339C-C14B-B253-84120BFA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76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42E4E-E44C-C19F-F4BF-3A0AC1174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43C41B-5990-BE5A-47FB-3AD8934CC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ED762-7235-9641-BD20-796AB2C2E2D0}" type="datetimeFigureOut">
              <a:rPr lang="en-US" smtClean="0"/>
              <a:t>10/10/23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B9837C-A9FE-18D9-DCAE-E696B75B6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558FDA-B1E0-D18A-4978-C5F5B1F7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81C9-339C-C14B-B253-84120BFA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92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CE73D3-7344-7175-8367-024DF8E2F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ED762-7235-9641-BD20-796AB2C2E2D0}" type="datetimeFigureOut">
              <a:rPr lang="en-US" smtClean="0"/>
              <a:t>10/10/23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FAE6D5-0172-31F0-F2DA-BA6B3B2E1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CB1AB-EC1B-5ED5-DECC-B15D6A006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81C9-339C-C14B-B253-84120BFA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78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8053-B290-AE6C-FDF0-A2E8403E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F28DF-00DE-CC52-2A5D-8D83E6DE9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4FAA30-D523-B91D-6850-B9F04AC1B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F887D-F08C-1EC3-FD72-24CD7FA0D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ED762-7235-9641-BD20-796AB2C2E2D0}" type="datetimeFigureOut">
              <a:rPr lang="en-US" smtClean="0"/>
              <a:t>10/10/23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FD46C-7372-8BCE-FE96-D65A745E6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6691B-8E41-EE93-99E8-8A9E91A26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81C9-339C-C14B-B253-84120BFA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306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BF572-EE91-C257-72FA-5A255161B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D8F73B-CB94-CEC4-202F-76821E454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E79E9-4FDF-3FD3-1592-AE0AF2F47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885F9-2847-10E2-7E1E-50127229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ED762-7235-9641-BD20-796AB2C2E2D0}" type="datetimeFigureOut">
              <a:rPr lang="en-US" smtClean="0"/>
              <a:t>10/10/23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77700-CAF6-6FBD-95F6-81AD5FDEE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7309D-49BF-CA23-7D3B-0DA149687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81C9-339C-C14B-B253-84120BFA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3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D0C99-5B87-8AD7-706D-E59E5B21B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5BFC1A-6493-6426-D12F-F8251B529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3E8E8-86D0-7B10-5C81-8F1BA141E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ED762-7235-9641-BD20-796AB2C2E2D0}" type="datetimeFigureOut">
              <a:rPr lang="en-US" smtClean="0"/>
              <a:t>10/10/23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C5F04-0C2A-6D6B-EC86-75524B5EC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D2AA2-0562-DA33-28A3-1FC80C30B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81C9-339C-C14B-B253-84120BFA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429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5E962E-B887-6DA8-C169-2B8B3C2657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97447-8836-B432-0E9A-AA9876E7C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7A568-F676-4B03-CE5E-BC8D7E97D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ED762-7235-9641-BD20-796AB2C2E2D0}" type="datetimeFigureOut">
              <a:rPr lang="en-US" smtClean="0"/>
              <a:t>10/10/23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8FE79-AF87-7F8D-0D59-8544B530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AF748-BB58-422B-BCF9-F3C46E94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81C9-339C-C14B-B253-84120BFA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930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B5D27-B121-A9E1-DFEC-CB12D975C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FD4C4-DBEB-4369-11AB-A09BFFE04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52814-5329-E2DB-99C1-2451483DD4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ED762-7235-9641-BD20-796AB2C2E2D0}" type="datetimeFigureOut">
              <a:rPr lang="en-US" smtClean="0"/>
              <a:t>10/10/23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F73F6-2F98-2577-D6EE-DBE6202D8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86F85-C940-616F-0282-2A4E027F1F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F81C9-339C-C14B-B253-84120BFA0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818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roup 249">
            <a:extLst>
              <a:ext uri="{FF2B5EF4-FFF2-40B4-BE49-F238E27FC236}">
                <a16:creationId xmlns:a16="http://schemas.microsoft.com/office/drawing/2014/main" id="{19015A21-030E-2DAA-D867-59218D6D10EB}"/>
              </a:ext>
            </a:extLst>
          </p:cNvPr>
          <p:cNvGrpSpPr/>
          <p:nvPr/>
        </p:nvGrpSpPr>
        <p:grpSpPr>
          <a:xfrm>
            <a:off x="338558" y="139198"/>
            <a:ext cx="11853443" cy="6457181"/>
            <a:chOff x="338558" y="139198"/>
            <a:chExt cx="11853443" cy="6457181"/>
          </a:xfrm>
        </p:grpSpPr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FBA70ADF-EADE-C536-EE6F-BA4EB0A6B91D}"/>
                </a:ext>
              </a:extLst>
            </p:cNvPr>
            <p:cNvSpPr/>
            <p:nvPr/>
          </p:nvSpPr>
          <p:spPr>
            <a:xfrm>
              <a:off x="9567952" y="2363815"/>
              <a:ext cx="2624049" cy="42325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Google Shape;2434;p64">
              <a:extLst>
                <a:ext uri="{FF2B5EF4-FFF2-40B4-BE49-F238E27FC236}">
                  <a16:creationId xmlns:a16="http://schemas.microsoft.com/office/drawing/2014/main" id="{B5E065DF-7B12-3D84-B4E6-CEAF3E549392}"/>
                </a:ext>
              </a:extLst>
            </p:cNvPr>
            <p:cNvSpPr/>
            <p:nvPr/>
          </p:nvSpPr>
          <p:spPr>
            <a:xfrm>
              <a:off x="1822608" y="261621"/>
              <a:ext cx="7592253" cy="6334758"/>
            </a:xfrm>
            <a:prstGeom prst="roundRect">
              <a:avLst>
                <a:gd name="adj" fmla="val 1687"/>
              </a:avLst>
            </a:prstGeom>
            <a:solidFill>
              <a:srgbClr val="F6F6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8" name="Google Shape;3640;p86">
              <a:extLst>
                <a:ext uri="{FF2B5EF4-FFF2-40B4-BE49-F238E27FC236}">
                  <a16:creationId xmlns:a16="http://schemas.microsoft.com/office/drawing/2014/main" id="{4CB8D15B-4D67-AF5F-6B31-FDDDD8E4CC02}"/>
                </a:ext>
              </a:extLst>
            </p:cNvPr>
            <p:cNvGrpSpPr/>
            <p:nvPr/>
          </p:nvGrpSpPr>
          <p:grpSpPr>
            <a:xfrm>
              <a:off x="1999685" y="393104"/>
              <a:ext cx="1566075" cy="4500035"/>
              <a:chOff x="2178037" y="1049500"/>
              <a:chExt cx="533915" cy="634549"/>
            </a:xfrm>
          </p:grpSpPr>
          <p:sp>
            <p:nvSpPr>
              <p:cNvPr id="109" name="Google Shape;3641;p86">
                <a:extLst>
                  <a:ext uri="{FF2B5EF4-FFF2-40B4-BE49-F238E27FC236}">
                    <a16:creationId xmlns:a16="http://schemas.microsoft.com/office/drawing/2014/main" id="{C1546841-BAD6-EC34-D247-C4DF396DF315}"/>
                  </a:ext>
                </a:extLst>
              </p:cNvPr>
              <p:cNvSpPr/>
              <p:nvPr/>
            </p:nvSpPr>
            <p:spPr>
              <a:xfrm>
                <a:off x="2178038" y="1054764"/>
                <a:ext cx="533914" cy="629285"/>
              </a:xfrm>
              <a:prstGeom prst="roundRect">
                <a:avLst>
                  <a:gd name="adj" fmla="val 827"/>
                </a:avLst>
              </a:prstGeom>
              <a:solidFill>
                <a:srgbClr val="E3F2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endParaRPr sz="1400" b="0" i="0" u="none" strike="noStrike" cap="non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3642;p86">
                <a:extLst>
                  <a:ext uri="{FF2B5EF4-FFF2-40B4-BE49-F238E27FC236}">
                    <a16:creationId xmlns:a16="http://schemas.microsoft.com/office/drawing/2014/main" id="{3C10BB6D-72DB-43B2-0AC0-2F5758711BD0}"/>
                  </a:ext>
                </a:extLst>
              </p:cNvPr>
              <p:cNvSpPr txBox="1"/>
              <p:nvPr/>
            </p:nvSpPr>
            <p:spPr>
              <a:xfrm>
                <a:off x="2178037" y="1049500"/>
                <a:ext cx="318186" cy="83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6400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3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lang="en-US" sz="750" b="0" i="0" u="none" strike="noStrike" cap="none" dirty="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      Microservices</a:t>
                </a:r>
                <a:endParaRPr sz="600" b="0" i="0" u="none" strike="noStrike" cap="none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5" name="Google Shape;844;p37">
              <a:extLst>
                <a:ext uri="{FF2B5EF4-FFF2-40B4-BE49-F238E27FC236}">
                  <a16:creationId xmlns:a16="http://schemas.microsoft.com/office/drawing/2014/main" id="{CBDDF5D9-0AF2-C9B8-3831-D4EF2B89D18B}"/>
                </a:ext>
              </a:extLst>
            </p:cNvPr>
            <p:cNvGrpSpPr/>
            <p:nvPr/>
          </p:nvGrpSpPr>
          <p:grpSpPr>
            <a:xfrm>
              <a:off x="338558" y="909247"/>
              <a:ext cx="668751" cy="3519892"/>
              <a:chOff x="2178037" y="1054764"/>
              <a:chExt cx="1146300" cy="637500"/>
            </a:xfrm>
          </p:grpSpPr>
          <p:sp>
            <p:nvSpPr>
              <p:cNvPr id="16" name="Google Shape;845;p37">
                <a:extLst>
                  <a:ext uri="{FF2B5EF4-FFF2-40B4-BE49-F238E27FC236}">
                    <a16:creationId xmlns:a16="http://schemas.microsoft.com/office/drawing/2014/main" id="{147E7F55-A894-8483-9F0E-5A9F4BC14C36}"/>
                  </a:ext>
                </a:extLst>
              </p:cNvPr>
              <p:cNvSpPr/>
              <p:nvPr/>
            </p:nvSpPr>
            <p:spPr>
              <a:xfrm>
                <a:off x="2178037" y="1054764"/>
                <a:ext cx="1146300" cy="637500"/>
              </a:xfrm>
              <a:prstGeom prst="roundRect">
                <a:avLst>
                  <a:gd name="adj" fmla="val 827"/>
                </a:avLst>
              </a:prstGeom>
              <a:solidFill>
                <a:srgbClr val="F3E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846;p37">
                <a:extLst>
                  <a:ext uri="{FF2B5EF4-FFF2-40B4-BE49-F238E27FC236}">
                    <a16:creationId xmlns:a16="http://schemas.microsoft.com/office/drawing/2014/main" id="{53CEA866-8E12-DCB9-1B75-E7231E4825C5}"/>
                  </a:ext>
                </a:extLst>
              </p:cNvPr>
              <p:cNvSpPr txBox="1"/>
              <p:nvPr/>
            </p:nvSpPr>
            <p:spPr>
              <a:xfrm>
                <a:off x="2178037" y="1054764"/>
                <a:ext cx="784800" cy="7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5485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lang="en-US" sz="70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Standard</a:t>
                </a:r>
                <a:br>
                  <a:rPr lang="en-US" sz="70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Devices</a:t>
                </a:r>
                <a:br>
                  <a:rPr lang="en-US" sz="80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60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HTTPS</a:t>
                </a:r>
                <a:endParaRPr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8" name="Google Shape;2387;p62">
              <a:extLst>
                <a:ext uri="{FF2B5EF4-FFF2-40B4-BE49-F238E27FC236}">
                  <a16:creationId xmlns:a16="http://schemas.microsoft.com/office/drawing/2014/main" id="{0CF95846-7622-F59C-0265-7ECD0628BF13}"/>
                </a:ext>
              </a:extLst>
            </p:cNvPr>
            <p:cNvGrpSpPr/>
            <p:nvPr/>
          </p:nvGrpSpPr>
          <p:grpSpPr>
            <a:xfrm>
              <a:off x="415562" y="2574982"/>
              <a:ext cx="502800" cy="621900"/>
              <a:chOff x="4720612" y="2306547"/>
              <a:chExt cx="502800" cy="621900"/>
            </a:xfrm>
          </p:grpSpPr>
          <p:sp>
            <p:nvSpPr>
              <p:cNvPr id="19" name="Google Shape;2388;p62">
                <a:extLst>
                  <a:ext uri="{FF2B5EF4-FFF2-40B4-BE49-F238E27FC236}">
                    <a16:creationId xmlns:a16="http://schemas.microsoft.com/office/drawing/2014/main" id="{D81D85ED-26AF-84B9-BC47-805208AF0B91}"/>
                  </a:ext>
                </a:extLst>
              </p:cNvPr>
              <p:cNvSpPr/>
              <p:nvPr/>
            </p:nvSpPr>
            <p:spPr>
              <a:xfrm>
                <a:off x="4720612" y="2306547"/>
                <a:ext cx="502800" cy="621900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19050" dist="6350" dir="5400000" algn="ctr" rotWithShape="0">
                  <a:schemeClr val="dk1">
                    <a:alpha val="44710"/>
                  </a:schemeClr>
                </a:outerShdw>
              </a:effectLst>
            </p:spPr>
            <p:txBody>
              <a:bodyPr spcFirstLastPara="1" wrap="square" lIns="0" tIns="484625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Android</a:t>
                </a:r>
                <a:endParaRPr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20" name="Google Shape;2389;p62">
                <a:extLst>
                  <a:ext uri="{FF2B5EF4-FFF2-40B4-BE49-F238E27FC236}">
                    <a16:creationId xmlns:a16="http://schemas.microsoft.com/office/drawing/2014/main" id="{4A849AF1-1511-3F8F-DE06-893D8541C16D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4757188" y="2343123"/>
                <a:ext cx="429900" cy="429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" name="Google Shape;2395;p62">
              <a:extLst>
                <a:ext uri="{FF2B5EF4-FFF2-40B4-BE49-F238E27FC236}">
                  <a16:creationId xmlns:a16="http://schemas.microsoft.com/office/drawing/2014/main" id="{FB616FCA-3074-741E-7D02-FCB25B774534}"/>
                </a:ext>
              </a:extLst>
            </p:cNvPr>
            <p:cNvGrpSpPr/>
            <p:nvPr/>
          </p:nvGrpSpPr>
          <p:grpSpPr>
            <a:xfrm>
              <a:off x="415562" y="1692084"/>
              <a:ext cx="502800" cy="621900"/>
              <a:chOff x="4720612" y="2306547"/>
              <a:chExt cx="502800" cy="621900"/>
            </a:xfrm>
          </p:grpSpPr>
          <p:sp>
            <p:nvSpPr>
              <p:cNvPr id="22" name="Google Shape;2396;p62">
                <a:extLst>
                  <a:ext uri="{FF2B5EF4-FFF2-40B4-BE49-F238E27FC236}">
                    <a16:creationId xmlns:a16="http://schemas.microsoft.com/office/drawing/2014/main" id="{DC036A9B-2446-C1F7-3F44-DD69F371C2AD}"/>
                  </a:ext>
                </a:extLst>
              </p:cNvPr>
              <p:cNvSpPr/>
              <p:nvPr/>
            </p:nvSpPr>
            <p:spPr>
              <a:xfrm>
                <a:off x="4720612" y="2306547"/>
                <a:ext cx="502800" cy="621900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19050" dist="6350" dir="5400000" algn="ctr" rotWithShape="0">
                  <a:schemeClr val="dk1">
                    <a:alpha val="44710"/>
                  </a:schemeClr>
                </a:outerShdw>
              </a:effectLst>
            </p:spPr>
            <p:txBody>
              <a:bodyPr spcFirstLastPara="1" wrap="square" lIns="0" tIns="484625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iOS</a:t>
                </a:r>
                <a:endParaRPr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23" name="Google Shape;2397;p62">
                <a:extLst>
                  <a:ext uri="{FF2B5EF4-FFF2-40B4-BE49-F238E27FC236}">
                    <a16:creationId xmlns:a16="http://schemas.microsoft.com/office/drawing/2014/main" id="{17B30F43-8E52-8A95-13C8-4213A0A9EABD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4757188" y="2343123"/>
                <a:ext cx="429900" cy="429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4" name="Google Shape;229;p23">
              <a:extLst>
                <a:ext uri="{FF2B5EF4-FFF2-40B4-BE49-F238E27FC236}">
                  <a16:creationId xmlns:a16="http://schemas.microsoft.com/office/drawing/2014/main" id="{FA8385BF-998C-F55E-78E8-B01BE07EE499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79392" y="2453746"/>
              <a:ext cx="427300" cy="42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Google Shape;230;p23">
              <a:extLst>
                <a:ext uri="{FF2B5EF4-FFF2-40B4-BE49-F238E27FC236}">
                  <a16:creationId xmlns:a16="http://schemas.microsoft.com/office/drawing/2014/main" id="{ACE04F7A-2954-42DB-5AE6-599029278EF8}"/>
                </a:ext>
              </a:extLst>
            </p:cNvPr>
            <p:cNvSpPr txBox="1"/>
            <p:nvPr/>
          </p:nvSpPr>
          <p:spPr>
            <a:xfrm>
              <a:off x="995366" y="2900550"/>
              <a:ext cx="937800" cy="25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8080"/>
                </a:buClr>
                <a:buFont typeface="Open Sans"/>
                <a:buNone/>
              </a:pPr>
              <a:r>
                <a:rPr lang="en-US" sz="700" b="1" dirty="0">
                  <a:solidFill>
                    <a:srgbClr val="808080"/>
                  </a:solidFill>
                  <a:latin typeface="Roboto"/>
                  <a:ea typeface="Roboto"/>
                  <a:cs typeface="Roboto"/>
                  <a:sym typeface="Roboto"/>
                </a:rPr>
                <a:t>API Gateway</a:t>
              </a:r>
              <a:endParaRPr sz="700" b="1" i="0" u="none" strike="noStrike" cap="none" dirty="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1" name="Picture 40" descr="A green and black text&#10;&#10;Description automatically generated">
              <a:extLst>
                <a:ext uri="{FF2B5EF4-FFF2-40B4-BE49-F238E27FC236}">
                  <a16:creationId xmlns:a16="http://schemas.microsoft.com/office/drawing/2014/main" id="{180FB3E7-5780-BEA0-1400-5BD0076D5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19403" y="1310239"/>
              <a:ext cx="925803" cy="233551"/>
            </a:xfrm>
            <a:prstGeom prst="rect">
              <a:avLst/>
            </a:prstGeom>
          </p:spPr>
        </p:pic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CEA09C22-742F-9332-4B50-ACEB7713B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872470" y="430432"/>
              <a:ext cx="457200" cy="457200"/>
            </a:xfrm>
            <a:prstGeom prst="rect">
              <a:avLst/>
            </a:prstGeom>
          </p:spPr>
        </p:pic>
        <p:sp>
          <p:nvSpPr>
            <p:cNvPr id="43" name="Google Shape;385;p28">
              <a:extLst>
                <a:ext uri="{FF2B5EF4-FFF2-40B4-BE49-F238E27FC236}">
                  <a16:creationId xmlns:a16="http://schemas.microsoft.com/office/drawing/2014/main" id="{718F8897-C3F5-ED1E-C8ED-5D8F1CAB1113}"/>
                </a:ext>
              </a:extLst>
            </p:cNvPr>
            <p:cNvSpPr txBox="1"/>
            <p:nvPr/>
          </p:nvSpPr>
          <p:spPr>
            <a:xfrm>
              <a:off x="9556933" y="947273"/>
              <a:ext cx="1088273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8080"/>
                </a:buClr>
                <a:buFont typeface="Open Sans"/>
                <a:buNone/>
              </a:pPr>
              <a:r>
                <a:rPr lang="en-US" sz="700" b="1" i="0" u="none" strike="noStrike" cap="none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AWS </a:t>
              </a:r>
              <a:r>
                <a:rPr lang="en-US" sz="700" b="1" i="0" u="none" strike="noStrike" cap="none" dirty="0" err="1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Rekognition</a:t>
              </a:r>
              <a:r>
                <a:rPr lang="en-US" sz="700" b="1" i="0" u="none" strike="noStrike" cap="none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8080"/>
                </a:buClr>
                <a:buFont typeface="Open Sans"/>
                <a:buNone/>
              </a:pPr>
              <a:r>
                <a:rPr lang="en-US" sz="700" b="1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(Customized)</a:t>
              </a:r>
              <a:endParaRPr dirty="0"/>
            </a:p>
          </p:txBody>
        </p:sp>
        <p:sp>
          <p:nvSpPr>
            <p:cNvPr id="64" name="Google Shape;1317;p48">
              <a:extLst>
                <a:ext uri="{FF2B5EF4-FFF2-40B4-BE49-F238E27FC236}">
                  <a16:creationId xmlns:a16="http://schemas.microsoft.com/office/drawing/2014/main" id="{4E406323-CA9E-BC70-39F3-008F3FF670DA}"/>
                </a:ext>
              </a:extLst>
            </p:cNvPr>
            <p:cNvSpPr/>
            <p:nvPr/>
          </p:nvSpPr>
          <p:spPr>
            <a:xfrm>
              <a:off x="2189581" y="627645"/>
              <a:ext cx="1218300" cy="382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Authentication</a:t>
              </a:r>
              <a:b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Run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5" name="Google Shape;1345;p48">
              <a:extLst>
                <a:ext uri="{FF2B5EF4-FFF2-40B4-BE49-F238E27FC236}">
                  <a16:creationId xmlns:a16="http://schemas.microsoft.com/office/drawing/2014/main" id="{AE0B357B-D9F9-E9B3-AB99-70E51AF2BC52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272056" y="701530"/>
              <a:ext cx="235100" cy="2455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1317;p48">
              <a:extLst>
                <a:ext uri="{FF2B5EF4-FFF2-40B4-BE49-F238E27FC236}">
                  <a16:creationId xmlns:a16="http://schemas.microsoft.com/office/drawing/2014/main" id="{1F16B640-EA0E-770B-665A-D88073B15DF4}"/>
                </a:ext>
              </a:extLst>
            </p:cNvPr>
            <p:cNvSpPr/>
            <p:nvPr/>
          </p:nvSpPr>
          <p:spPr>
            <a:xfrm>
              <a:off x="2189581" y="1083730"/>
              <a:ext cx="1218300" cy="382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User Profile</a:t>
              </a:r>
              <a:b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Run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7" name="Google Shape;1345;p48">
              <a:extLst>
                <a:ext uri="{FF2B5EF4-FFF2-40B4-BE49-F238E27FC236}">
                  <a16:creationId xmlns:a16="http://schemas.microsoft.com/office/drawing/2014/main" id="{3452F44E-790F-EB5C-93A3-BCC5F831DC09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272056" y="1157615"/>
              <a:ext cx="235100" cy="2455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" name="Google Shape;1317;p48">
              <a:extLst>
                <a:ext uri="{FF2B5EF4-FFF2-40B4-BE49-F238E27FC236}">
                  <a16:creationId xmlns:a16="http://schemas.microsoft.com/office/drawing/2014/main" id="{EEF5111E-4A9E-F4D4-EEEC-DC62F61E2B0A}"/>
                </a:ext>
              </a:extLst>
            </p:cNvPr>
            <p:cNvSpPr/>
            <p:nvPr/>
          </p:nvSpPr>
          <p:spPr>
            <a:xfrm>
              <a:off x="2189581" y="1539815"/>
              <a:ext cx="1218300" cy="382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Matches</a:t>
              </a:r>
              <a:b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Run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9" name="Google Shape;1345;p48">
              <a:extLst>
                <a:ext uri="{FF2B5EF4-FFF2-40B4-BE49-F238E27FC236}">
                  <a16:creationId xmlns:a16="http://schemas.microsoft.com/office/drawing/2014/main" id="{ACBA8F4F-2DA8-B3B1-C961-CE5C820E53A0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272056" y="1613700"/>
              <a:ext cx="235100" cy="2455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1317;p48">
              <a:extLst>
                <a:ext uri="{FF2B5EF4-FFF2-40B4-BE49-F238E27FC236}">
                  <a16:creationId xmlns:a16="http://schemas.microsoft.com/office/drawing/2014/main" id="{CBDA7703-AFB4-14DC-9C07-64D061C88CD5}"/>
                </a:ext>
              </a:extLst>
            </p:cNvPr>
            <p:cNvSpPr/>
            <p:nvPr/>
          </p:nvSpPr>
          <p:spPr>
            <a:xfrm>
              <a:off x="2189581" y="1999506"/>
              <a:ext cx="1218300" cy="382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Photos</a:t>
              </a:r>
              <a:b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Run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1" name="Google Shape;1345;p48">
              <a:extLst>
                <a:ext uri="{FF2B5EF4-FFF2-40B4-BE49-F238E27FC236}">
                  <a16:creationId xmlns:a16="http://schemas.microsoft.com/office/drawing/2014/main" id="{D2407B7B-4B58-9F84-77B7-C7BC625CD8BC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272056" y="2073391"/>
              <a:ext cx="235100" cy="2455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1317;p48">
              <a:extLst>
                <a:ext uri="{FF2B5EF4-FFF2-40B4-BE49-F238E27FC236}">
                  <a16:creationId xmlns:a16="http://schemas.microsoft.com/office/drawing/2014/main" id="{CAEFFDC8-9C1E-EFA1-297A-A918A56191E0}"/>
                </a:ext>
              </a:extLst>
            </p:cNvPr>
            <p:cNvSpPr/>
            <p:nvPr/>
          </p:nvSpPr>
          <p:spPr>
            <a:xfrm>
              <a:off x="2179855" y="2455591"/>
              <a:ext cx="1218300" cy="382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Matchmaker</a:t>
              </a:r>
              <a:b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Run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3" name="Google Shape;1345;p48">
              <a:extLst>
                <a:ext uri="{FF2B5EF4-FFF2-40B4-BE49-F238E27FC236}">
                  <a16:creationId xmlns:a16="http://schemas.microsoft.com/office/drawing/2014/main" id="{32F09775-FDE6-554F-419D-66B9747D479D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262330" y="2529476"/>
              <a:ext cx="235100" cy="2455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Google Shape;1317;p48">
              <a:extLst>
                <a:ext uri="{FF2B5EF4-FFF2-40B4-BE49-F238E27FC236}">
                  <a16:creationId xmlns:a16="http://schemas.microsoft.com/office/drawing/2014/main" id="{4A7EFE2D-B3FB-AE84-F4FC-722B6EEDE467}"/>
                </a:ext>
              </a:extLst>
            </p:cNvPr>
            <p:cNvSpPr/>
            <p:nvPr/>
          </p:nvSpPr>
          <p:spPr>
            <a:xfrm>
              <a:off x="2179855" y="2905353"/>
              <a:ext cx="1218300" cy="382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Video/Audio Call</a:t>
              </a:r>
              <a:b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Run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5" name="Google Shape;1345;p48">
              <a:extLst>
                <a:ext uri="{FF2B5EF4-FFF2-40B4-BE49-F238E27FC236}">
                  <a16:creationId xmlns:a16="http://schemas.microsoft.com/office/drawing/2014/main" id="{FB53F77D-F068-19B9-6976-9B8D2B9E9A6F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262330" y="2979238"/>
              <a:ext cx="235100" cy="2455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1317;p48">
              <a:extLst>
                <a:ext uri="{FF2B5EF4-FFF2-40B4-BE49-F238E27FC236}">
                  <a16:creationId xmlns:a16="http://schemas.microsoft.com/office/drawing/2014/main" id="{8731584D-50CC-5F14-7733-A83DDFDF257E}"/>
                </a:ext>
              </a:extLst>
            </p:cNvPr>
            <p:cNvSpPr/>
            <p:nvPr/>
          </p:nvSpPr>
          <p:spPr>
            <a:xfrm>
              <a:off x="2179855" y="3355115"/>
              <a:ext cx="1218300" cy="382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 b="0" i="0" u="none" strike="noStrike" cap="none" dirty="0" err="1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CompQ</a:t>
              </a:r>
              <a:b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Run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7" name="Google Shape;1345;p48">
              <a:extLst>
                <a:ext uri="{FF2B5EF4-FFF2-40B4-BE49-F238E27FC236}">
                  <a16:creationId xmlns:a16="http://schemas.microsoft.com/office/drawing/2014/main" id="{E3CA0EB6-0BD9-3FF6-808C-4D3FA0F9E9B1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262330" y="3429000"/>
              <a:ext cx="235100" cy="2455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1317;p48">
              <a:extLst>
                <a:ext uri="{FF2B5EF4-FFF2-40B4-BE49-F238E27FC236}">
                  <a16:creationId xmlns:a16="http://schemas.microsoft.com/office/drawing/2014/main" id="{71DCD09B-101B-760D-D977-9DFF5F096036}"/>
                </a:ext>
              </a:extLst>
            </p:cNvPr>
            <p:cNvSpPr/>
            <p:nvPr/>
          </p:nvSpPr>
          <p:spPr>
            <a:xfrm>
              <a:off x="2189581" y="3816656"/>
              <a:ext cx="1218300" cy="382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 b="0" i="0" u="none" strike="noStrike" cap="none" dirty="0" err="1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KnowQ</a:t>
              </a:r>
              <a:b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Run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9" name="Google Shape;1345;p48">
              <a:extLst>
                <a:ext uri="{FF2B5EF4-FFF2-40B4-BE49-F238E27FC236}">
                  <a16:creationId xmlns:a16="http://schemas.microsoft.com/office/drawing/2014/main" id="{0F3859E4-CBA0-A1AA-CB71-61D9D813F9ED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272056" y="3890541"/>
              <a:ext cx="235100" cy="2455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1317;p48">
              <a:extLst>
                <a:ext uri="{FF2B5EF4-FFF2-40B4-BE49-F238E27FC236}">
                  <a16:creationId xmlns:a16="http://schemas.microsoft.com/office/drawing/2014/main" id="{9B70ADB8-B428-9F6E-79CD-28F015C648AF}"/>
                </a:ext>
              </a:extLst>
            </p:cNvPr>
            <p:cNvSpPr/>
            <p:nvPr/>
          </p:nvSpPr>
          <p:spPr>
            <a:xfrm>
              <a:off x="2189581" y="4264505"/>
              <a:ext cx="1218300" cy="382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Referrals</a:t>
              </a:r>
              <a:b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Run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1" name="Google Shape;1345;p48">
              <a:extLst>
                <a:ext uri="{FF2B5EF4-FFF2-40B4-BE49-F238E27FC236}">
                  <a16:creationId xmlns:a16="http://schemas.microsoft.com/office/drawing/2014/main" id="{9D5EEFDB-2C5E-36C1-CF32-BDC2B20B7974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272056" y="4338390"/>
              <a:ext cx="235100" cy="24559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3" name="Google Shape;3640;p86">
              <a:extLst>
                <a:ext uri="{FF2B5EF4-FFF2-40B4-BE49-F238E27FC236}">
                  <a16:creationId xmlns:a16="http://schemas.microsoft.com/office/drawing/2014/main" id="{4AC8386C-0FC5-445E-BE1D-96B1ABA30131}"/>
                </a:ext>
              </a:extLst>
            </p:cNvPr>
            <p:cNvGrpSpPr/>
            <p:nvPr/>
          </p:nvGrpSpPr>
          <p:grpSpPr>
            <a:xfrm>
              <a:off x="4145104" y="1833994"/>
              <a:ext cx="1303242" cy="1632823"/>
              <a:chOff x="2178037" y="1054764"/>
              <a:chExt cx="533915" cy="629285"/>
            </a:xfrm>
          </p:grpSpPr>
          <p:sp>
            <p:nvSpPr>
              <p:cNvPr id="84" name="Google Shape;3641;p86">
                <a:extLst>
                  <a:ext uri="{FF2B5EF4-FFF2-40B4-BE49-F238E27FC236}">
                    <a16:creationId xmlns:a16="http://schemas.microsoft.com/office/drawing/2014/main" id="{2F0296D5-CBC9-A2D2-0D44-7056456A5A89}"/>
                  </a:ext>
                </a:extLst>
              </p:cNvPr>
              <p:cNvSpPr/>
              <p:nvPr/>
            </p:nvSpPr>
            <p:spPr>
              <a:xfrm>
                <a:off x="2178038" y="1054764"/>
                <a:ext cx="533914" cy="629285"/>
              </a:xfrm>
              <a:prstGeom prst="roundRect">
                <a:avLst>
                  <a:gd name="adj" fmla="val 827"/>
                </a:avLst>
              </a:prstGeom>
              <a:solidFill>
                <a:srgbClr val="E3F2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endParaRPr sz="1400" b="0" i="0" u="none" strike="noStrike" cap="non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3642;p86">
                <a:extLst>
                  <a:ext uri="{FF2B5EF4-FFF2-40B4-BE49-F238E27FC236}">
                    <a16:creationId xmlns:a16="http://schemas.microsoft.com/office/drawing/2014/main" id="{EA55C5AE-97D4-165D-B878-258CD6DE6958}"/>
                  </a:ext>
                </a:extLst>
              </p:cNvPr>
              <p:cNvSpPr txBox="1"/>
              <p:nvPr/>
            </p:nvSpPr>
            <p:spPr>
              <a:xfrm>
                <a:off x="2178037" y="1054764"/>
                <a:ext cx="236534" cy="83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6400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3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Storage</a:t>
                </a:r>
                <a:endParaRPr sz="600" b="0" i="0" u="none" strike="noStrike" cap="non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86" name="Google Shape;3686;p86">
              <a:extLst>
                <a:ext uri="{FF2B5EF4-FFF2-40B4-BE49-F238E27FC236}">
                  <a16:creationId xmlns:a16="http://schemas.microsoft.com/office/drawing/2014/main" id="{8DCB0104-C48A-40D3-2EA5-0A83FD5DD211}"/>
                </a:ext>
              </a:extLst>
            </p:cNvPr>
            <p:cNvSpPr/>
            <p:nvPr/>
          </p:nvSpPr>
          <p:spPr>
            <a:xfrm>
              <a:off x="4191897" y="2102586"/>
              <a:ext cx="1183702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lang="en-US" sz="700" b="0" i="0" u="none" strike="noStrike" cap="none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Storage    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7" name="Google Shape;3702;p86">
              <a:extLst>
                <a:ext uri="{FF2B5EF4-FFF2-40B4-BE49-F238E27FC236}">
                  <a16:creationId xmlns:a16="http://schemas.microsoft.com/office/drawing/2014/main" id="{688E0A26-80FF-25D4-FF58-434B646F9565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270943" y="2213492"/>
              <a:ext cx="216500" cy="1744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4179;p93">
              <a:extLst>
                <a:ext uri="{FF2B5EF4-FFF2-40B4-BE49-F238E27FC236}">
                  <a16:creationId xmlns:a16="http://schemas.microsoft.com/office/drawing/2014/main" id="{74F31A9D-A45F-EA1C-ED6D-8258EBBA133D}"/>
                </a:ext>
              </a:extLst>
            </p:cNvPr>
            <p:cNvSpPr/>
            <p:nvPr/>
          </p:nvSpPr>
          <p:spPr>
            <a:xfrm>
              <a:off x="4191749" y="2534825"/>
              <a:ext cx="118385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Postgres</a:t>
              </a:r>
              <a:b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9" name="Google Shape;4199;p93">
              <a:extLst>
                <a:ext uri="{FF2B5EF4-FFF2-40B4-BE49-F238E27FC236}">
                  <a16:creationId xmlns:a16="http://schemas.microsoft.com/office/drawing/2014/main" id="{431451AA-83A7-8C0E-B8B7-059751A2D5A6}"/>
                </a:ext>
              </a:extLst>
            </p:cNvPr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296106" y="2578878"/>
              <a:ext cx="216500" cy="2941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1704;p54">
              <a:extLst>
                <a:ext uri="{FF2B5EF4-FFF2-40B4-BE49-F238E27FC236}">
                  <a16:creationId xmlns:a16="http://schemas.microsoft.com/office/drawing/2014/main" id="{D211FD6B-64CC-B1A2-CB3C-EE810DEC112E}"/>
                </a:ext>
              </a:extLst>
            </p:cNvPr>
            <p:cNvSpPr/>
            <p:nvPr/>
          </p:nvSpPr>
          <p:spPr>
            <a:xfrm>
              <a:off x="4197809" y="2961104"/>
              <a:ext cx="1177790" cy="382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en-US" sz="700" dirty="0" err="1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Firestore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91" name="Google Shape;1719;p54">
              <a:extLst>
                <a:ext uri="{FF2B5EF4-FFF2-40B4-BE49-F238E27FC236}">
                  <a16:creationId xmlns:a16="http://schemas.microsoft.com/office/drawing/2014/main" id="{415559B4-9D06-422E-CB0E-FE53E9ECC6BA}"/>
                </a:ext>
              </a:extLst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4276486" y="3053501"/>
              <a:ext cx="269544" cy="224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2" name="Google Shape;4559;p102">
              <a:extLst>
                <a:ext uri="{FF2B5EF4-FFF2-40B4-BE49-F238E27FC236}">
                  <a16:creationId xmlns:a16="http://schemas.microsoft.com/office/drawing/2014/main" id="{CC51EA95-92BA-A4FF-CF94-BFA1F0897E3F}"/>
                </a:ext>
              </a:extLst>
            </p:cNvPr>
            <p:cNvGrpSpPr/>
            <p:nvPr/>
          </p:nvGrpSpPr>
          <p:grpSpPr>
            <a:xfrm>
              <a:off x="5673842" y="5003119"/>
              <a:ext cx="1611517" cy="667509"/>
              <a:chOff x="2178035" y="1054764"/>
              <a:chExt cx="684056" cy="300247"/>
            </a:xfrm>
          </p:grpSpPr>
          <p:sp>
            <p:nvSpPr>
              <p:cNvPr id="93" name="Google Shape;4560;p102">
                <a:extLst>
                  <a:ext uri="{FF2B5EF4-FFF2-40B4-BE49-F238E27FC236}">
                    <a16:creationId xmlns:a16="http://schemas.microsoft.com/office/drawing/2014/main" id="{06C0A23A-B17B-2062-2609-A001A14BB43B}"/>
                  </a:ext>
                </a:extLst>
              </p:cNvPr>
              <p:cNvSpPr/>
              <p:nvPr/>
            </p:nvSpPr>
            <p:spPr>
              <a:xfrm>
                <a:off x="2178035" y="1054764"/>
                <a:ext cx="684056" cy="300247"/>
              </a:xfrm>
              <a:prstGeom prst="roundRect">
                <a:avLst>
                  <a:gd name="adj" fmla="val 827"/>
                </a:avLst>
              </a:prstGeom>
              <a:solidFill>
                <a:srgbClr val="E3F2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endParaRPr sz="1400" b="0" i="0" u="none" strike="noStrike" cap="non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4561;p102">
                <a:extLst>
                  <a:ext uri="{FF2B5EF4-FFF2-40B4-BE49-F238E27FC236}">
                    <a16:creationId xmlns:a16="http://schemas.microsoft.com/office/drawing/2014/main" id="{14909C26-27D8-6E2B-1925-E892AB25DCD8}"/>
                  </a:ext>
                </a:extLst>
              </p:cNvPr>
              <p:cNvSpPr txBox="1"/>
              <p:nvPr/>
            </p:nvSpPr>
            <p:spPr>
              <a:xfrm>
                <a:off x="2178037" y="1054764"/>
                <a:ext cx="447088" cy="85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6400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3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lang="en-US" sz="750" dirty="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Notification Hub</a:t>
                </a:r>
                <a:endParaRPr sz="600" b="0" i="0" u="none" strike="noStrike" cap="none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95" name="Google Shape;4562;p102">
              <a:extLst>
                <a:ext uri="{FF2B5EF4-FFF2-40B4-BE49-F238E27FC236}">
                  <a16:creationId xmlns:a16="http://schemas.microsoft.com/office/drawing/2014/main" id="{AEBA1143-79A9-68FB-BE4C-9EDD11A93C96}"/>
                </a:ext>
              </a:extLst>
            </p:cNvPr>
            <p:cNvSpPr/>
            <p:nvPr/>
          </p:nvSpPr>
          <p:spPr>
            <a:xfrm>
              <a:off x="5787496" y="5213302"/>
              <a:ext cx="1399083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Notifications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Pub/Sub</a:t>
              </a:r>
              <a:endParaRPr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96" name="Google Shape;4590;p102">
              <a:extLst>
                <a:ext uri="{FF2B5EF4-FFF2-40B4-BE49-F238E27FC236}">
                  <a16:creationId xmlns:a16="http://schemas.microsoft.com/office/drawing/2014/main" id="{70A15D16-D3DD-F613-725C-D5561D40EF69}"/>
                </a:ext>
              </a:extLst>
            </p:cNvPr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5840063" y="5265625"/>
              <a:ext cx="258300" cy="27756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1" name="Google Shape;3640;p86">
              <a:extLst>
                <a:ext uri="{FF2B5EF4-FFF2-40B4-BE49-F238E27FC236}">
                  <a16:creationId xmlns:a16="http://schemas.microsoft.com/office/drawing/2014/main" id="{1E97FF48-24CE-D3A6-29F4-D53E8544167D}"/>
                </a:ext>
              </a:extLst>
            </p:cNvPr>
            <p:cNvGrpSpPr/>
            <p:nvPr/>
          </p:nvGrpSpPr>
          <p:grpSpPr>
            <a:xfrm>
              <a:off x="2125738" y="5568685"/>
              <a:ext cx="7095285" cy="798621"/>
              <a:chOff x="2178037" y="1054764"/>
              <a:chExt cx="533915" cy="629285"/>
            </a:xfrm>
          </p:grpSpPr>
          <p:sp>
            <p:nvSpPr>
              <p:cNvPr id="102" name="Google Shape;3641;p86">
                <a:extLst>
                  <a:ext uri="{FF2B5EF4-FFF2-40B4-BE49-F238E27FC236}">
                    <a16:creationId xmlns:a16="http://schemas.microsoft.com/office/drawing/2014/main" id="{91D85893-3E14-3104-9798-57B625070226}"/>
                  </a:ext>
                </a:extLst>
              </p:cNvPr>
              <p:cNvSpPr/>
              <p:nvPr/>
            </p:nvSpPr>
            <p:spPr>
              <a:xfrm>
                <a:off x="2178038" y="1220601"/>
                <a:ext cx="533914" cy="463448"/>
              </a:xfrm>
              <a:prstGeom prst="roundRect">
                <a:avLst>
                  <a:gd name="adj" fmla="val 827"/>
                </a:avLst>
              </a:prstGeom>
              <a:solidFill>
                <a:srgbClr val="E3F2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endParaRPr sz="1400" b="0" i="0" u="none" strike="noStrike" cap="non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3642;p86">
                <a:extLst>
                  <a:ext uri="{FF2B5EF4-FFF2-40B4-BE49-F238E27FC236}">
                    <a16:creationId xmlns:a16="http://schemas.microsoft.com/office/drawing/2014/main" id="{6E2F9A8B-F965-061F-743F-CF86E24A54FB}"/>
                  </a:ext>
                </a:extLst>
              </p:cNvPr>
              <p:cNvSpPr txBox="1"/>
              <p:nvPr/>
            </p:nvSpPr>
            <p:spPr>
              <a:xfrm>
                <a:off x="2178037" y="1054764"/>
                <a:ext cx="533914" cy="83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6400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3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endParaRPr sz="600" b="0" i="0" u="none" strike="noStrike" cap="none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04" name="Google Shape;3689;p86">
              <a:extLst>
                <a:ext uri="{FF2B5EF4-FFF2-40B4-BE49-F238E27FC236}">
                  <a16:creationId xmlns:a16="http://schemas.microsoft.com/office/drawing/2014/main" id="{C1834C64-1698-9B41-33FD-8BE10DC3A224}"/>
                </a:ext>
              </a:extLst>
            </p:cNvPr>
            <p:cNvSpPr/>
            <p:nvPr/>
          </p:nvSpPr>
          <p:spPr>
            <a:xfrm>
              <a:off x="2245899" y="5903080"/>
              <a:ext cx="914400" cy="3870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spcFirstLastPara="1" wrap="square"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lang="en-US" sz="700" b="0" i="0" u="none" strike="noStrike" cap="none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Monitoring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5" name="Google Shape;3690;p86">
              <a:extLst>
                <a:ext uri="{FF2B5EF4-FFF2-40B4-BE49-F238E27FC236}">
                  <a16:creationId xmlns:a16="http://schemas.microsoft.com/office/drawing/2014/main" id="{91B9615E-62AF-ED82-6A4D-4E3A7D6241EA}"/>
                </a:ext>
              </a:extLst>
            </p:cNvPr>
            <p:cNvSpPr/>
            <p:nvPr/>
          </p:nvSpPr>
          <p:spPr>
            <a:xfrm>
              <a:off x="3205576" y="5897630"/>
              <a:ext cx="914400" cy="3870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spcFirstLastPara="1" wrap="square"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Logging</a:t>
              </a:r>
              <a:endParaRPr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6" name="Google Shape;3698;p86">
              <a:extLst>
                <a:ext uri="{FF2B5EF4-FFF2-40B4-BE49-F238E27FC236}">
                  <a16:creationId xmlns:a16="http://schemas.microsoft.com/office/drawing/2014/main" id="{0606C364-54AB-0495-FD2D-5ED86C6E128F}"/>
                </a:ext>
              </a:extLst>
            </p:cNvPr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2291176" y="6004751"/>
              <a:ext cx="260325" cy="1807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3699;p86">
              <a:extLst>
                <a:ext uri="{FF2B5EF4-FFF2-40B4-BE49-F238E27FC236}">
                  <a16:creationId xmlns:a16="http://schemas.microsoft.com/office/drawing/2014/main" id="{C3075AF6-74D8-8041-4BD3-7F5EE0C077DF}"/>
                </a:ext>
              </a:extLst>
            </p:cNvPr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3250850" y="5970771"/>
              <a:ext cx="260325" cy="26034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DF6112F8-8D80-CEEC-2717-944121778AD8}"/>
                </a:ext>
              </a:extLst>
            </p:cNvPr>
            <p:cNvCxnSpPr>
              <a:stCxn id="16" idx="3"/>
              <a:endCxn id="24" idx="1"/>
            </p:cNvCxnSpPr>
            <p:nvPr/>
          </p:nvCxnSpPr>
          <p:spPr>
            <a:xfrm flipV="1">
              <a:off x="1007309" y="2667396"/>
              <a:ext cx="272083" cy="17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F66DFEC4-4F99-FD47-F85F-EC9EE3BAA9A7}"/>
                </a:ext>
              </a:extLst>
            </p:cNvPr>
            <p:cNvCxnSpPr>
              <a:cxnSpLocks/>
              <a:endCxn id="109" idx="1"/>
            </p:cNvCxnSpPr>
            <p:nvPr/>
          </p:nvCxnSpPr>
          <p:spPr>
            <a:xfrm flipV="1">
              <a:off x="1570504" y="2661784"/>
              <a:ext cx="429184" cy="56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Google Shape;5174;p114">
              <a:extLst>
                <a:ext uri="{FF2B5EF4-FFF2-40B4-BE49-F238E27FC236}">
                  <a16:creationId xmlns:a16="http://schemas.microsoft.com/office/drawing/2014/main" id="{BA91039D-0F90-A92B-A7EF-FAE79F5A9FDA}"/>
                </a:ext>
              </a:extLst>
            </p:cNvPr>
            <p:cNvSpPr/>
            <p:nvPr/>
          </p:nvSpPr>
          <p:spPr>
            <a:xfrm>
              <a:off x="5737133" y="4471592"/>
              <a:ext cx="1472805" cy="382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Notifications Rules</a:t>
              </a:r>
              <a:b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Functions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28" name="Google Shape;5217;p114">
              <a:extLst>
                <a:ext uri="{FF2B5EF4-FFF2-40B4-BE49-F238E27FC236}">
                  <a16:creationId xmlns:a16="http://schemas.microsoft.com/office/drawing/2014/main" id="{691DEA47-CBC7-1652-AA93-3DC28AF08B22}"/>
                </a:ext>
              </a:extLst>
            </p:cNvPr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5843307" y="4538955"/>
              <a:ext cx="238725" cy="2387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" name="Google Shape;5174;p114">
              <a:extLst>
                <a:ext uri="{FF2B5EF4-FFF2-40B4-BE49-F238E27FC236}">
                  <a16:creationId xmlns:a16="http://schemas.microsoft.com/office/drawing/2014/main" id="{C1ED8ECC-0C01-836E-8B90-0DC08F0F9AB7}"/>
                </a:ext>
              </a:extLst>
            </p:cNvPr>
            <p:cNvSpPr/>
            <p:nvPr/>
          </p:nvSpPr>
          <p:spPr>
            <a:xfrm>
              <a:off x="2169550" y="5207906"/>
              <a:ext cx="1396210" cy="382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Message </a:t>
              </a:r>
              <a:r>
                <a:rPr lang="en-US" sz="750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Delivery</a:t>
              </a:r>
              <a:b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Functions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33" name="Google Shape;5217;p114">
              <a:extLst>
                <a:ext uri="{FF2B5EF4-FFF2-40B4-BE49-F238E27FC236}">
                  <a16:creationId xmlns:a16="http://schemas.microsoft.com/office/drawing/2014/main" id="{B1187447-3A77-A915-E7FF-25BD06CD16B8}"/>
                </a:ext>
              </a:extLst>
            </p:cNvPr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2266670" y="5275269"/>
              <a:ext cx="238725" cy="2387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230;p23">
              <a:extLst>
                <a:ext uri="{FF2B5EF4-FFF2-40B4-BE49-F238E27FC236}">
                  <a16:creationId xmlns:a16="http://schemas.microsoft.com/office/drawing/2014/main" id="{143E9413-2BBB-0D6A-232D-F928869CE39D}"/>
                </a:ext>
              </a:extLst>
            </p:cNvPr>
            <p:cNvSpPr txBox="1"/>
            <p:nvPr/>
          </p:nvSpPr>
          <p:spPr>
            <a:xfrm>
              <a:off x="1026016" y="4751574"/>
              <a:ext cx="937800" cy="25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8080"/>
                </a:buClr>
                <a:buFont typeface="Open Sans"/>
                <a:buNone/>
              </a:pPr>
              <a:r>
                <a:rPr lang="en-US" sz="700" b="1" i="0" u="none" strike="noStrike" cap="none" dirty="0">
                  <a:solidFill>
                    <a:srgbClr val="808080"/>
                  </a:solidFill>
                  <a:latin typeface="Roboto"/>
                  <a:ea typeface="Roboto"/>
                  <a:cs typeface="Roboto"/>
                  <a:sym typeface="Roboto"/>
                </a:rPr>
                <a:t>Chat</a:t>
              </a:r>
              <a:endParaRPr sz="700" b="1" i="0" u="none" strike="noStrike" cap="none" dirty="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DE5575D9-C981-41CA-575E-2AFFBA45D978}"/>
                </a:ext>
              </a:extLst>
            </p:cNvPr>
            <p:cNvCxnSpPr>
              <a:cxnSpLocks/>
              <a:stCxn id="127" idx="2"/>
              <a:endCxn id="93" idx="0"/>
            </p:cNvCxnSpPr>
            <p:nvPr/>
          </p:nvCxnSpPr>
          <p:spPr>
            <a:xfrm>
              <a:off x="6473536" y="4853792"/>
              <a:ext cx="6065" cy="1493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A87CBA2B-A0B1-2C7A-DFFA-2F40AC56549D}"/>
                </a:ext>
              </a:extLst>
            </p:cNvPr>
            <p:cNvCxnSpPr>
              <a:cxnSpLocks/>
              <a:stCxn id="95" idx="1"/>
              <a:endCxn id="132" idx="3"/>
            </p:cNvCxnSpPr>
            <p:nvPr/>
          </p:nvCxnSpPr>
          <p:spPr>
            <a:xfrm flipH="1" flipV="1">
              <a:off x="3565760" y="5399006"/>
              <a:ext cx="2221736" cy="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Elbow Connector 139">
              <a:extLst>
                <a:ext uri="{FF2B5EF4-FFF2-40B4-BE49-F238E27FC236}">
                  <a16:creationId xmlns:a16="http://schemas.microsoft.com/office/drawing/2014/main" id="{9E399916-53AD-04BB-386A-7AAAD1BAB311}"/>
                </a:ext>
              </a:extLst>
            </p:cNvPr>
            <p:cNvCxnSpPr>
              <a:stCxn id="132" idx="1"/>
              <a:endCxn id="16" idx="2"/>
            </p:cNvCxnSpPr>
            <p:nvPr/>
          </p:nvCxnSpPr>
          <p:spPr>
            <a:xfrm rot="10800000">
              <a:off x="672934" y="4429140"/>
              <a:ext cx="1496616" cy="96986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Google Shape;5174;p114">
              <a:extLst>
                <a:ext uri="{FF2B5EF4-FFF2-40B4-BE49-F238E27FC236}">
                  <a16:creationId xmlns:a16="http://schemas.microsoft.com/office/drawing/2014/main" id="{553B861E-1512-0959-D438-7D225F2BFF0C}"/>
                </a:ext>
              </a:extLst>
            </p:cNvPr>
            <p:cNvSpPr/>
            <p:nvPr/>
          </p:nvSpPr>
          <p:spPr>
            <a:xfrm>
              <a:off x="5712928" y="472423"/>
              <a:ext cx="1509864" cy="382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Selfie &amp; Photo Analysis</a:t>
              </a:r>
              <a:b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Functions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45" name="Google Shape;5217;p114">
              <a:extLst>
                <a:ext uri="{FF2B5EF4-FFF2-40B4-BE49-F238E27FC236}">
                  <a16:creationId xmlns:a16="http://schemas.microsoft.com/office/drawing/2014/main" id="{AA294888-02D4-267D-BCAC-761BA326865E}"/>
                </a:ext>
              </a:extLst>
            </p:cNvPr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5837207" y="539786"/>
              <a:ext cx="238725" cy="23870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51B19E54-52B0-8D12-6423-20F5DA6DCBC9}"/>
                </a:ext>
              </a:extLst>
            </p:cNvPr>
            <p:cNvCxnSpPr>
              <a:cxnSpLocks/>
              <a:stCxn id="144" idx="3"/>
            </p:cNvCxnSpPr>
            <p:nvPr/>
          </p:nvCxnSpPr>
          <p:spPr>
            <a:xfrm flipV="1">
              <a:off x="7222792" y="659032"/>
              <a:ext cx="2513490" cy="449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lbow Connector 151">
              <a:extLst>
                <a:ext uri="{FF2B5EF4-FFF2-40B4-BE49-F238E27FC236}">
                  <a16:creationId xmlns:a16="http://schemas.microsoft.com/office/drawing/2014/main" id="{A0E3F48C-8996-28DE-B532-0B48857D9F99}"/>
                </a:ext>
              </a:extLst>
            </p:cNvPr>
            <p:cNvCxnSpPr>
              <a:cxnSpLocks/>
              <a:stCxn id="84" idx="3"/>
              <a:endCxn id="127" idx="0"/>
            </p:cNvCxnSpPr>
            <p:nvPr/>
          </p:nvCxnSpPr>
          <p:spPr>
            <a:xfrm>
              <a:off x="5448346" y="2650406"/>
              <a:ext cx="1025190" cy="182118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Google Shape;1922;p57">
              <a:extLst>
                <a:ext uri="{FF2B5EF4-FFF2-40B4-BE49-F238E27FC236}">
                  <a16:creationId xmlns:a16="http://schemas.microsoft.com/office/drawing/2014/main" id="{3E560416-1EA0-56E3-B343-14070921B9B8}"/>
                </a:ext>
              </a:extLst>
            </p:cNvPr>
            <p:cNvSpPr/>
            <p:nvPr/>
          </p:nvSpPr>
          <p:spPr>
            <a:xfrm>
              <a:off x="4145103" y="1238801"/>
              <a:ext cx="1303239" cy="382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Mongo Connector</a:t>
              </a:r>
              <a:b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VPN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56" name="Google Shape;1979;p57">
              <a:extLst>
                <a:ext uri="{FF2B5EF4-FFF2-40B4-BE49-F238E27FC236}">
                  <a16:creationId xmlns:a16="http://schemas.microsoft.com/office/drawing/2014/main" id="{8D3E1B32-666F-05E0-33F2-9E80FA38045D}"/>
                </a:ext>
              </a:extLst>
            </p:cNvPr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4235806" y="1294728"/>
              <a:ext cx="244825" cy="27117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58" name="Elbow Connector 157">
              <a:extLst>
                <a:ext uri="{FF2B5EF4-FFF2-40B4-BE49-F238E27FC236}">
                  <a16:creationId xmlns:a16="http://schemas.microsoft.com/office/drawing/2014/main" id="{ACBDF109-5FDB-B77D-7A24-2FC88818234D}"/>
                </a:ext>
              </a:extLst>
            </p:cNvPr>
            <p:cNvCxnSpPr>
              <a:cxnSpLocks/>
              <a:endCxn id="155" idx="1"/>
            </p:cNvCxnSpPr>
            <p:nvPr/>
          </p:nvCxnSpPr>
          <p:spPr>
            <a:xfrm rot="5400000" flipH="1" flipV="1">
              <a:off x="3361809" y="1878491"/>
              <a:ext cx="1231883" cy="33470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6CD5ED9E-5034-7288-990A-54158D74E986}"/>
                </a:ext>
              </a:extLst>
            </p:cNvPr>
            <p:cNvCxnSpPr>
              <a:cxnSpLocks/>
              <a:stCxn id="109" idx="3"/>
              <a:endCxn id="84" idx="1"/>
            </p:cNvCxnSpPr>
            <p:nvPr/>
          </p:nvCxnSpPr>
          <p:spPr>
            <a:xfrm flipV="1">
              <a:off x="3565760" y="2650406"/>
              <a:ext cx="579346" cy="1137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2631EB80-E5AA-928B-6804-E2D7987F9527}"/>
                </a:ext>
              </a:extLst>
            </p:cNvPr>
            <p:cNvCxnSpPr>
              <a:cxnSpLocks/>
              <a:stCxn id="155" idx="3"/>
            </p:cNvCxnSpPr>
            <p:nvPr/>
          </p:nvCxnSpPr>
          <p:spPr>
            <a:xfrm flipV="1">
              <a:off x="5448342" y="1427015"/>
              <a:ext cx="4134873" cy="288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Google Shape;5174;p114">
              <a:extLst>
                <a:ext uri="{FF2B5EF4-FFF2-40B4-BE49-F238E27FC236}">
                  <a16:creationId xmlns:a16="http://schemas.microsoft.com/office/drawing/2014/main" id="{DD472DBA-2766-BEDF-FB2A-E58FFEAD5A41}"/>
                </a:ext>
              </a:extLst>
            </p:cNvPr>
            <p:cNvSpPr/>
            <p:nvPr/>
          </p:nvSpPr>
          <p:spPr>
            <a:xfrm>
              <a:off x="5718180" y="1601124"/>
              <a:ext cx="1509865" cy="382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Profile Updates</a:t>
              </a:r>
              <a:b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Pub/Sub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77" name="Straight Arrow Connector 176">
              <a:extLst>
                <a:ext uri="{FF2B5EF4-FFF2-40B4-BE49-F238E27FC236}">
                  <a16:creationId xmlns:a16="http://schemas.microsoft.com/office/drawing/2014/main" id="{40D283AE-4CED-1A2F-4F86-5E6EA83E3090}"/>
                </a:ext>
              </a:extLst>
            </p:cNvPr>
            <p:cNvCxnSpPr>
              <a:cxnSpLocks/>
              <a:endCxn id="171" idx="0"/>
            </p:cNvCxnSpPr>
            <p:nvPr/>
          </p:nvCxnSpPr>
          <p:spPr>
            <a:xfrm>
              <a:off x="6473113" y="1465930"/>
              <a:ext cx="0" cy="1351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Elbow Connector 180">
              <a:extLst>
                <a:ext uri="{FF2B5EF4-FFF2-40B4-BE49-F238E27FC236}">
                  <a16:creationId xmlns:a16="http://schemas.microsoft.com/office/drawing/2014/main" id="{44F04CEE-83F3-1171-FB4C-EBD5C290DDCA}"/>
                </a:ext>
              </a:extLst>
            </p:cNvPr>
            <p:cNvCxnSpPr>
              <a:cxnSpLocks/>
              <a:stCxn id="171" idx="2"/>
              <a:endCxn id="84" idx="3"/>
            </p:cNvCxnSpPr>
            <p:nvPr/>
          </p:nvCxnSpPr>
          <p:spPr>
            <a:xfrm rot="5400000">
              <a:off x="5627189" y="1804482"/>
              <a:ext cx="667082" cy="102476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3" name="Google Shape;4590;p102">
              <a:extLst>
                <a:ext uri="{FF2B5EF4-FFF2-40B4-BE49-F238E27FC236}">
                  <a16:creationId xmlns:a16="http://schemas.microsoft.com/office/drawing/2014/main" id="{09054D7B-292A-FC18-3713-5D41B3717BE6}"/>
                </a:ext>
              </a:extLst>
            </p:cNvPr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5793666" y="1650770"/>
              <a:ext cx="258300" cy="2775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5174;p114">
              <a:extLst>
                <a:ext uri="{FF2B5EF4-FFF2-40B4-BE49-F238E27FC236}">
                  <a16:creationId xmlns:a16="http://schemas.microsoft.com/office/drawing/2014/main" id="{891A981D-8E76-06AD-228A-9B4A98A31F61}"/>
                </a:ext>
              </a:extLst>
            </p:cNvPr>
            <p:cNvSpPr/>
            <p:nvPr/>
          </p:nvSpPr>
          <p:spPr>
            <a:xfrm>
              <a:off x="5737133" y="2057746"/>
              <a:ext cx="1472804" cy="382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Profile Updater</a:t>
              </a:r>
              <a:b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Functions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87" name="Google Shape;5217;p114">
              <a:extLst>
                <a:ext uri="{FF2B5EF4-FFF2-40B4-BE49-F238E27FC236}">
                  <a16:creationId xmlns:a16="http://schemas.microsoft.com/office/drawing/2014/main" id="{69ACB508-C040-E8BE-40AA-318E13DB33EE}"/>
                </a:ext>
              </a:extLst>
            </p:cNvPr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5834253" y="2125109"/>
              <a:ext cx="238725" cy="23870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67A3B244-B19D-4D6A-B3D4-EC94A883F5F3}"/>
                </a:ext>
              </a:extLst>
            </p:cNvPr>
            <p:cNvCxnSpPr>
              <a:stCxn id="16" idx="3"/>
              <a:endCxn id="90" idx="2"/>
            </p:cNvCxnSpPr>
            <p:nvPr/>
          </p:nvCxnSpPr>
          <p:spPr>
            <a:xfrm>
              <a:off x="1007309" y="2669193"/>
              <a:ext cx="3779395" cy="674111"/>
            </a:xfrm>
            <a:prstGeom prst="bentConnector4">
              <a:avLst>
                <a:gd name="adj1" fmla="val 3344"/>
                <a:gd name="adj2" fmla="val 35036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Google Shape;2630;p68">
              <a:extLst>
                <a:ext uri="{FF2B5EF4-FFF2-40B4-BE49-F238E27FC236}">
                  <a16:creationId xmlns:a16="http://schemas.microsoft.com/office/drawing/2014/main" id="{98802683-A10D-E35A-0438-261CE417039D}"/>
                </a:ext>
              </a:extLst>
            </p:cNvPr>
            <p:cNvSpPr/>
            <p:nvPr/>
          </p:nvSpPr>
          <p:spPr>
            <a:xfrm>
              <a:off x="4311570" y="4295206"/>
              <a:ext cx="914400" cy="38688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spcFirstLastPara="1" wrap="square"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Firebase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02" name="Google Shape;2631;p68">
              <a:extLst>
                <a:ext uri="{FF2B5EF4-FFF2-40B4-BE49-F238E27FC236}">
                  <a16:creationId xmlns:a16="http://schemas.microsoft.com/office/drawing/2014/main" id="{340620AF-2A64-D656-F35C-97E96056E56E}"/>
                </a:ext>
              </a:extLst>
            </p:cNvPr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4356275" y="4351488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3" name="Google Shape;4895;p107">
              <a:extLst>
                <a:ext uri="{FF2B5EF4-FFF2-40B4-BE49-F238E27FC236}">
                  <a16:creationId xmlns:a16="http://schemas.microsoft.com/office/drawing/2014/main" id="{5FA6E5A9-DCB9-42D3-E7C9-66E047BD9704}"/>
                </a:ext>
              </a:extLst>
            </p:cNvPr>
            <p:cNvGrpSpPr/>
            <p:nvPr/>
          </p:nvGrpSpPr>
          <p:grpSpPr>
            <a:xfrm>
              <a:off x="7395676" y="1885366"/>
              <a:ext cx="1825348" cy="1490464"/>
              <a:chOff x="2178033" y="1054764"/>
              <a:chExt cx="889273" cy="670414"/>
            </a:xfrm>
          </p:grpSpPr>
          <p:sp>
            <p:nvSpPr>
              <p:cNvPr id="204" name="Google Shape;4896;p107">
                <a:extLst>
                  <a:ext uri="{FF2B5EF4-FFF2-40B4-BE49-F238E27FC236}">
                    <a16:creationId xmlns:a16="http://schemas.microsoft.com/office/drawing/2014/main" id="{FB9F9D8A-E720-A960-60F7-E7358BB26C67}"/>
                  </a:ext>
                </a:extLst>
              </p:cNvPr>
              <p:cNvSpPr/>
              <p:nvPr/>
            </p:nvSpPr>
            <p:spPr>
              <a:xfrm>
                <a:off x="2178033" y="1054764"/>
                <a:ext cx="889273" cy="670414"/>
              </a:xfrm>
              <a:prstGeom prst="roundRect">
                <a:avLst>
                  <a:gd name="adj" fmla="val 827"/>
                </a:avLst>
              </a:prstGeom>
              <a:solidFill>
                <a:srgbClr val="E3F2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endParaRPr sz="1400" b="0" i="0" u="none" strike="noStrike" cap="non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4897;p107">
                <a:extLst>
                  <a:ext uri="{FF2B5EF4-FFF2-40B4-BE49-F238E27FC236}">
                    <a16:creationId xmlns:a16="http://schemas.microsoft.com/office/drawing/2014/main" id="{659F0FC2-A790-77EA-2449-7F486A9AF9DD}"/>
                  </a:ext>
                </a:extLst>
              </p:cNvPr>
              <p:cNvSpPr txBox="1"/>
              <p:nvPr/>
            </p:nvSpPr>
            <p:spPr>
              <a:xfrm>
                <a:off x="2178037" y="1054764"/>
                <a:ext cx="492223" cy="83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6400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3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Machine Learning</a:t>
                </a:r>
                <a:endParaRPr sz="600" b="0" i="0" u="none" strike="noStrike" cap="non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06" name="Google Shape;4909;p107">
              <a:extLst>
                <a:ext uri="{FF2B5EF4-FFF2-40B4-BE49-F238E27FC236}">
                  <a16:creationId xmlns:a16="http://schemas.microsoft.com/office/drawing/2014/main" id="{3A28C270-154B-73F8-D0E9-428F23B1E91D}"/>
                </a:ext>
              </a:extLst>
            </p:cNvPr>
            <p:cNvSpPr/>
            <p:nvPr/>
          </p:nvSpPr>
          <p:spPr>
            <a:xfrm>
              <a:off x="7483640" y="2096147"/>
              <a:ext cx="161380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Python ML/Spark </a:t>
              </a:r>
              <a:r>
                <a:rPr lang="en-US" sz="750" b="0" i="0" u="none" strike="noStrike" cap="none" dirty="0" err="1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MLlib</a:t>
              </a:r>
              <a:b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 dirty="0" err="1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Dataproc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7" name="Google Shape;4928;p107">
              <a:extLst>
                <a:ext uri="{FF2B5EF4-FFF2-40B4-BE49-F238E27FC236}">
                  <a16:creationId xmlns:a16="http://schemas.microsoft.com/office/drawing/2014/main" id="{2E98DCC3-C44C-6050-41A0-FAB3197FAC5F}"/>
                </a:ext>
              </a:extLst>
            </p:cNvPr>
            <p:cNvSpPr/>
            <p:nvPr/>
          </p:nvSpPr>
          <p:spPr>
            <a:xfrm>
              <a:off x="7483638" y="2526007"/>
              <a:ext cx="161379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Hosted Models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Machine Learning</a:t>
              </a:r>
              <a:endParaRPr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8" name="Google Shape;4929;p107">
              <a:extLst>
                <a:ext uri="{FF2B5EF4-FFF2-40B4-BE49-F238E27FC236}">
                  <a16:creationId xmlns:a16="http://schemas.microsoft.com/office/drawing/2014/main" id="{6874880D-6A21-FEF4-B49C-DDCFFBCD9A9F}"/>
                </a:ext>
              </a:extLst>
            </p:cNvPr>
            <p:cNvSpPr/>
            <p:nvPr/>
          </p:nvSpPr>
          <p:spPr>
            <a:xfrm>
              <a:off x="7483639" y="2955868"/>
              <a:ext cx="1613797" cy="37575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Real-Time</a:t>
              </a:r>
              <a:b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Prediction API</a:t>
              </a:r>
              <a:endParaRPr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09" name="Google Shape;4937;p107">
              <a:extLst>
                <a:ext uri="{FF2B5EF4-FFF2-40B4-BE49-F238E27FC236}">
                  <a16:creationId xmlns:a16="http://schemas.microsoft.com/office/drawing/2014/main" id="{A3F5F049-31FC-4161-0D4C-0E0D1C588A39}"/>
                </a:ext>
              </a:extLst>
            </p:cNvPr>
            <p:cNvPicPr preferRelativeResize="0"/>
            <p:nvPr/>
          </p:nvPicPr>
          <p:blipFill>
            <a:blip r:embed="rId17">
              <a:alphaModFix/>
            </a:blip>
            <a:stretch>
              <a:fillRect/>
            </a:stretch>
          </p:blipFill>
          <p:spPr>
            <a:xfrm>
              <a:off x="7568220" y="2151514"/>
              <a:ext cx="271475" cy="271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4938;p107">
              <a:extLst>
                <a:ext uri="{FF2B5EF4-FFF2-40B4-BE49-F238E27FC236}">
                  <a16:creationId xmlns:a16="http://schemas.microsoft.com/office/drawing/2014/main" id="{042F6730-186A-8C18-43A0-416C6060DDE6}"/>
                </a:ext>
              </a:extLst>
            </p:cNvPr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7551211" y="2596459"/>
              <a:ext cx="271475" cy="241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4943;p107">
              <a:extLst>
                <a:ext uri="{FF2B5EF4-FFF2-40B4-BE49-F238E27FC236}">
                  <a16:creationId xmlns:a16="http://schemas.microsoft.com/office/drawing/2014/main" id="{698F76B7-0CE5-7749-BEFC-85570DA825E7}"/>
                </a:ext>
              </a:extLst>
            </p:cNvPr>
            <p:cNvPicPr preferRelativeResize="0"/>
            <p:nvPr/>
          </p:nvPicPr>
          <p:blipFill>
            <a:blip r:embed="rId19">
              <a:alphaModFix/>
            </a:blip>
            <a:stretch>
              <a:fillRect/>
            </a:stretch>
          </p:blipFill>
          <p:spPr>
            <a:xfrm>
              <a:off x="7603311" y="3043089"/>
              <a:ext cx="201300" cy="2013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0" name="Straight Arrow Connector 219">
              <a:extLst>
                <a:ext uri="{FF2B5EF4-FFF2-40B4-BE49-F238E27FC236}">
                  <a16:creationId xmlns:a16="http://schemas.microsoft.com/office/drawing/2014/main" id="{13F788F3-4366-00A6-56EF-B2B7ACD57F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8346" y="2639651"/>
              <a:ext cx="2059301" cy="1980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23" name="Google Shape;4944;p107">
              <a:extLst>
                <a:ext uri="{FF2B5EF4-FFF2-40B4-BE49-F238E27FC236}">
                  <a16:creationId xmlns:a16="http://schemas.microsoft.com/office/drawing/2014/main" id="{FD26D4D4-64C3-266C-E4C8-0DACF7F47BB1}"/>
                </a:ext>
              </a:extLst>
            </p:cNvPr>
            <p:cNvPicPr preferRelativeResize="0"/>
            <p:nvPr/>
          </p:nvPicPr>
          <p:blipFill rotWithShape="1">
            <a:blip r:embed="rId20">
              <a:alphaModFix/>
            </a:blip>
            <a:srcRect l="-6931" t="-49478" r="-5592" b="-59115"/>
            <a:stretch/>
          </p:blipFill>
          <p:spPr>
            <a:xfrm>
              <a:off x="8280782" y="302184"/>
              <a:ext cx="982184" cy="321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5" name="Google Shape;546;p32">
              <a:extLst>
                <a:ext uri="{FF2B5EF4-FFF2-40B4-BE49-F238E27FC236}">
                  <a16:creationId xmlns:a16="http://schemas.microsoft.com/office/drawing/2014/main" id="{C2430A26-63CE-5567-BFAD-BA971122825C}"/>
                </a:ext>
              </a:extLst>
            </p:cNvPr>
            <p:cNvGrpSpPr/>
            <p:nvPr/>
          </p:nvGrpSpPr>
          <p:grpSpPr>
            <a:xfrm>
              <a:off x="1835903" y="216279"/>
              <a:ext cx="419100" cy="304375"/>
              <a:chOff x="2795550" y="2147950"/>
              <a:chExt cx="419100" cy="304375"/>
            </a:xfrm>
          </p:grpSpPr>
          <p:sp>
            <p:nvSpPr>
              <p:cNvPr id="226" name="Google Shape;547;p32">
                <a:extLst>
                  <a:ext uri="{FF2B5EF4-FFF2-40B4-BE49-F238E27FC236}">
                    <a16:creationId xmlns:a16="http://schemas.microsoft.com/office/drawing/2014/main" id="{DF149C00-4080-7095-C3E7-ED01EC325AE9}"/>
                  </a:ext>
                </a:extLst>
              </p:cNvPr>
              <p:cNvSpPr/>
              <p:nvPr/>
            </p:nvSpPr>
            <p:spPr>
              <a:xfrm>
                <a:off x="2895900" y="2233925"/>
                <a:ext cx="218400" cy="218400"/>
              </a:xfrm>
              <a:prstGeom prst="ellipse">
                <a:avLst/>
              </a:prstGeom>
              <a:solidFill>
                <a:srgbClr val="F4B4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548;p32">
                <a:extLst>
                  <a:ext uri="{FF2B5EF4-FFF2-40B4-BE49-F238E27FC236}">
                    <a16:creationId xmlns:a16="http://schemas.microsoft.com/office/drawing/2014/main" id="{D6A62B8C-9AB8-EBFC-D33A-7C7A2EA1D8F1}"/>
                  </a:ext>
                </a:extLst>
              </p:cNvPr>
              <p:cNvSpPr txBox="1"/>
              <p:nvPr/>
            </p:nvSpPr>
            <p:spPr>
              <a:xfrm>
                <a:off x="2795550" y="2147950"/>
                <a:ext cx="419100" cy="2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Font typeface="Roboto"/>
                  <a:buNone/>
                </a:pPr>
                <a:r>
                  <a:rPr lang="en-US" sz="1400" b="1" i="0" u="none" strike="noStrike" cap="none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endParaRPr dirty="0"/>
              </a:p>
            </p:txBody>
          </p:sp>
        </p:grpSp>
        <p:grpSp>
          <p:nvGrpSpPr>
            <p:cNvPr id="228" name="Google Shape;546;p32">
              <a:extLst>
                <a:ext uri="{FF2B5EF4-FFF2-40B4-BE49-F238E27FC236}">
                  <a16:creationId xmlns:a16="http://schemas.microsoft.com/office/drawing/2014/main" id="{1965D61C-B949-0404-408E-95156B3775C8}"/>
                </a:ext>
              </a:extLst>
            </p:cNvPr>
            <p:cNvGrpSpPr/>
            <p:nvPr/>
          </p:nvGrpSpPr>
          <p:grpSpPr>
            <a:xfrm>
              <a:off x="7270599" y="1646960"/>
              <a:ext cx="419100" cy="304375"/>
              <a:chOff x="2795550" y="2147950"/>
              <a:chExt cx="419100" cy="304375"/>
            </a:xfrm>
          </p:grpSpPr>
          <p:sp>
            <p:nvSpPr>
              <p:cNvPr id="229" name="Google Shape;547;p32">
                <a:extLst>
                  <a:ext uri="{FF2B5EF4-FFF2-40B4-BE49-F238E27FC236}">
                    <a16:creationId xmlns:a16="http://schemas.microsoft.com/office/drawing/2014/main" id="{36FE546B-B65D-6D3E-5837-2948C8A80CD2}"/>
                  </a:ext>
                </a:extLst>
              </p:cNvPr>
              <p:cNvSpPr/>
              <p:nvPr/>
            </p:nvSpPr>
            <p:spPr>
              <a:xfrm>
                <a:off x="2895900" y="2233925"/>
                <a:ext cx="218400" cy="218400"/>
              </a:xfrm>
              <a:prstGeom prst="ellipse">
                <a:avLst/>
              </a:prstGeom>
              <a:solidFill>
                <a:srgbClr val="F4B4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548;p32">
                <a:extLst>
                  <a:ext uri="{FF2B5EF4-FFF2-40B4-BE49-F238E27FC236}">
                    <a16:creationId xmlns:a16="http://schemas.microsoft.com/office/drawing/2014/main" id="{5A6136F7-D99C-1264-C521-5893879237D7}"/>
                  </a:ext>
                </a:extLst>
              </p:cNvPr>
              <p:cNvSpPr txBox="1"/>
              <p:nvPr/>
            </p:nvSpPr>
            <p:spPr>
              <a:xfrm>
                <a:off x="2795550" y="2147950"/>
                <a:ext cx="419100" cy="2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Font typeface="Roboto"/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2</a:t>
                </a:r>
                <a:endParaRPr dirty="0"/>
              </a:p>
            </p:txBody>
          </p:sp>
        </p:grpSp>
        <p:grpSp>
          <p:nvGrpSpPr>
            <p:cNvPr id="231" name="Google Shape;546;p32">
              <a:extLst>
                <a:ext uri="{FF2B5EF4-FFF2-40B4-BE49-F238E27FC236}">
                  <a16:creationId xmlns:a16="http://schemas.microsoft.com/office/drawing/2014/main" id="{21BD2046-78A2-E59B-8C0F-B00A289E761B}"/>
                </a:ext>
              </a:extLst>
            </p:cNvPr>
            <p:cNvGrpSpPr/>
            <p:nvPr/>
          </p:nvGrpSpPr>
          <p:grpSpPr>
            <a:xfrm>
              <a:off x="3904923" y="1621004"/>
              <a:ext cx="419100" cy="304375"/>
              <a:chOff x="2795550" y="2147950"/>
              <a:chExt cx="419100" cy="304375"/>
            </a:xfrm>
          </p:grpSpPr>
          <p:sp>
            <p:nvSpPr>
              <p:cNvPr id="232" name="Google Shape;547;p32">
                <a:extLst>
                  <a:ext uri="{FF2B5EF4-FFF2-40B4-BE49-F238E27FC236}">
                    <a16:creationId xmlns:a16="http://schemas.microsoft.com/office/drawing/2014/main" id="{32497E80-96D0-E97B-A655-3ACBAE46EA98}"/>
                  </a:ext>
                </a:extLst>
              </p:cNvPr>
              <p:cNvSpPr/>
              <p:nvPr/>
            </p:nvSpPr>
            <p:spPr>
              <a:xfrm>
                <a:off x="2895900" y="2233925"/>
                <a:ext cx="218400" cy="218400"/>
              </a:xfrm>
              <a:prstGeom prst="ellipse">
                <a:avLst/>
              </a:prstGeom>
              <a:solidFill>
                <a:srgbClr val="F4B4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548;p32">
                <a:extLst>
                  <a:ext uri="{FF2B5EF4-FFF2-40B4-BE49-F238E27FC236}">
                    <a16:creationId xmlns:a16="http://schemas.microsoft.com/office/drawing/2014/main" id="{CDA2ADAC-84F4-449A-2B86-89B54A54D013}"/>
                  </a:ext>
                </a:extLst>
              </p:cNvPr>
              <p:cNvSpPr txBox="1"/>
              <p:nvPr/>
            </p:nvSpPr>
            <p:spPr>
              <a:xfrm>
                <a:off x="2795550" y="2147950"/>
                <a:ext cx="419100" cy="2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Font typeface="Roboto"/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4</a:t>
                </a:r>
                <a:endParaRPr dirty="0"/>
              </a:p>
            </p:txBody>
          </p:sp>
        </p:grpSp>
        <p:grpSp>
          <p:nvGrpSpPr>
            <p:cNvPr id="234" name="Google Shape;546;p32">
              <a:extLst>
                <a:ext uri="{FF2B5EF4-FFF2-40B4-BE49-F238E27FC236}">
                  <a16:creationId xmlns:a16="http://schemas.microsoft.com/office/drawing/2014/main" id="{A91D1397-E1CD-436B-A124-0EA8382B2D60}"/>
                </a:ext>
              </a:extLst>
            </p:cNvPr>
            <p:cNvGrpSpPr/>
            <p:nvPr/>
          </p:nvGrpSpPr>
          <p:grpSpPr>
            <a:xfrm>
              <a:off x="9631170" y="139198"/>
              <a:ext cx="419100" cy="304375"/>
              <a:chOff x="2795550" y="2147950"/>
              <a:chExt cx="419100" cy="304375"/>
            </a:xfrm>
          </p:grpSpPr>
          <p:sp>
            <p:nvSpPr>
              <p:cNvPr id="235" name="Google Shape;547;p32">
                <a:extLst>
                  <a:ext uri="{FF2B5EF4-FFF2-40B4-BE49-F238E27FC236}">
                    <a16:creationId xmlns:a16="http://schemas.microsoft.com/office/drawing/2014/main" id="{8C49141C-9290-BE1A-F255-3E1326F637FC}"/>
                  </a:ext>
                </a:extLst>
              </p:cNvPr>
              <p:cNvSpPr/>
              <p:nvPr/>
            </p:nvSpPr>
            <p:spPr>
              <a:xfrm>
                <a:off x="2895900" y="2233925"/>
                <a:ext cx="218400" cy="218400"/>
              </a:xfrm>
              <a:prstGeom prst="ellipse">
                <a:avLst/>
              </a:prstGeom>
              <a:solidFill>
                <a:srgbClr val="F4B4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548;p32">
                <a:extLst>
                  <a:ext uri="{FF2B5EF4-FFF2-40B4-BE49-F238E27FC236}">
                    <a16:creationId xmlns:a16="http://schemas.microsoft.com/office/drawing/2014/main" id="{57C0D3D6-5D24-C6C2-E4F3-079095C92180}"/>
                  </a:ext>
                </a:extLst>
              </p:cNvPr>
              <p:cNvSpPr txBox="1"/>
              <p:nvPr/>
            </p:nvSpPr>
            <p:spPr>
              <a:xfrm>
                <a:off x="2795550" y="2147950"/>
                <a:ext cx="419100" cy="2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Font typeface="Roboto"/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3</a:t>
                </a:r>
                <a:endParaRPr dirty="0"/>
              </a:p>
            </p:txBody>
          </p:sp>
        </p:grpSp>
        <p:grpSp>
          <p:nvGrpSpPr>
            <p:cNvPr id="237" name="Google Shape;546;p32">
              <a:extLst>
                <a:ext uri="{FF2B5EF4-FFF2-40B4-BE49-F238E27FC236}">
                  <a16:creationId xmlns:a16="http://schemas.microsoft.com/office/drawing/2014/main" id="{129154AE-A1B8-F45F-D327-D7A1C88AF162}"/>
                </a:ext>
              </a:extLst>
            </p:cNvPr>
            <p:cNvGrpSpPr/>
            <p:nvPr/>
          </p:nvGrpSpPr>
          <p:grpSpPr>
            <a:xfrm>
              <a:off x="5415712" y="4811848"/>
              <a:ext cx="419100" cy="304375"/>
              <a:chOff x="2795550" y="2147950"/>
              <a:chExt cx="419100" cy="304375"/>
            </a:xfrm>
          </p:grpSpPr>
          <p:sp>
            <p:nvSpPr>
              <p:cNvPr id="238" name="Google Shape;547;p32">
                <a:extLst>
                  <a:ext uri="{FF2B5EF4-FFF2-40B4-BE49-F238E27FC236}">
                    <a16:creationId xmlns:a16="http://schemas.microsoft.com/office/drawing/2014/main" id="{D7A8BF00-FAD9-61B3-D6C0-7BF53829E302}"/>
                  </a:ext>
                </a:extLst>
              </p:cNvPr>
              <p:cNvSpPr/>
              <p:nvPr/>
            </p:nvSpPr>
            <p:spPr>
              <a:xfrm>
                <a:off x="2895900" y="2233925"/>
                <a:ext cx="218400" cy="218400"/>
              </a:xfrm>
              <a:prstGeom prst="ellipse">
                <a:avLst/>
              </a:prstGeom>
              <a:solidFill>
                <a:srgbClr val="F4B4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548;p32">
                <a:extLst>
                  <a:ext uri="{FF2B5EF4-FFF2-40B4-BE49-F238E27FC236}">
                    <a16:creationId xmlns:a16="http://schemas.microsoft.com/office/drawing/2014/main" id="{52EC9FCF-D353-C027-3D96-06C8941D55D7}"/>
                  </a:ext>
                </a:extLst>
              </p:cNvPr>
              <p:cNvSpPr txBox="1"/>
              <p:nvPr/>
            </p:nvSpPr>
            <p:spPr>
              <a:xfrm>
                <a:off x="2795550" y="2147950"/>
                <a:ext cx="419100" cy="2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Font typeface="Roboto"/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6</a:t>
                </a:r>
                <a:endParaRPr dirty="0"/>
              </a:p>
            </p:txBody>
          </p:sp>
        </p:grpSp>
        <p:sp>
          <p:nvSpPr>
            <p:cNvPr id="240" name="Google Shape;545;p32">
              <a:extLst>
                <a:ext uri="{FF2B5EF4-FFF2-40B4-BE49-F238E27FC236}">
                  <a16:creationId xmlns:a16="http://schemas.microsoft.com/office/drawing/2014/main" id="{9DC88CBD-994F-4E40-832C-F9DDFBDE5932}"/>
                </a:ext>
              </a:extLst>
            </p:cNvPr>
            <p:cNvSpPr txBox="1">
              <a:spLocks/>
            </p:cNvSpPr>
            <p:nvPr/>
          </p:nvSpPr>
          <p:spPr>
            <a:xfrm>
              <a:off x="9745462" y="2717119"/>
              <a:ext cx="2316836" cy="24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91425" rIns="91425" bIns="91425" rtlCol="0" anchor="t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15000"/>
                </a:lnSpc>
                <a:spcBef>
                  <a:spcPts val="0"/>
                </a:spcBef>
                <a:buClr>
                  <a:srgbClr val="808080"/>
                </a:buClr>
                <a:buFont typeface="Open Sans"/>
                <a:buNone/>
              </a:pPr>
              <a:r>
                <a:rPr lang="en-US" sz="1000" b="1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The call-outs below identify the various elements found in a diagram.</a:t>
              </a:r>
              <a:endParaRPr lang="en-US" dirty="0"/>
            </a:p>
            <a:p>
              <a:pPr algn="l">
                <a:lnSpc>
                  <a:spcPct val="150000"/>
                </a:lnSpc>
                <a:buClr>
                  <a:srgbClr val="808080"/>
                </a:buClr>
                <a:buFont typeface="Open Sans"/>
                <a:buNone/>
              </a:pPr>
              <a:r>
                <a:rPr lang="en-US" sz="1000" b="1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1 </a:t>
              </a:r>
              <a:r>
                <a:rPr lang="en-US" sz="1000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 GCP Managed Microservices</a:t>
              </a:r>
              <a:br>
                <a:rPr lang="en-US" sz="1000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lang="en-US" sz="1000" b="1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r>
                <a:rPr lang="en-US" sz="1000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  AI/ML Models</a:t>
              </a:r>
              <a:br>
                <a:rPr lang="en-US" sz="1000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lang="en-US" sz="1000" b="1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3 </a:t>
              </a:r>
              <a:r>
                <a:rPr lang="en-US" sz="1000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 Customized Selfie/Photo ML</a:t>
              </a:r>
              <a:br>
                <a:rPr lang="en-US" sz="1000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lang="en-US" sz="1000" b="1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4 </a:t>
              </a:r>
              <a:r>
                <a:rPr lang="en-US" sz="1000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 GCP Managed Storage</a:t>
              </a:r>
              <a:br>
                <a:rPr lang="en-US" sz="1000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lang="en-US" sz="1000" b="1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r>
                <a:rPr lang="en-US" sz="1000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  GCP hosted Managed MongoDB</a:t>
              </a:r>
              <a:br>
                <a:rPr lang="en-US" sz="1000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lang="en-US" sz="1000" b="1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r>
                <a:rPr lang="en-US" sz="1000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  Custom Rules driven Notifications</a:t>
              </a:r>
              <a:br>
                <a:rPr lang="en-US" sz="1000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lang="en-US" sz="1000" b="1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7</a:t>
              </a:r>
              <a:r>
                <a:rPr lang="en-US" sz="1000" dirty="0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  Firebase Managed Realtime Chat</a:t>
              </a:r>
              <a:endParaRPr lang="en-US" dirty="0"/>
            </a:p>
          </p:txBody>
        </p:sp>
        <p:grpSp>
          <p:nvGrpSpPr>
            <p:cNvPr id="244" name="Google Shape;546;p32">
              <a:extLst>
                <a:ext uri="{FF2B5EF4-FFF2-40B4-BE49-F238E27FC236}">
                  <a16:creationId xmlns:a16="http://schemas.microsoft.com/office/drawing/2014/main" id="{034CB1C6-F8F0-C408-20DE-420CCEE5C72F}"/>
                </a:ext>
              </a:extLst>
            </p:cNvPr>
            <p:cNvGrpSpPr/>
            <p:nvPr/>
          </p:nvGrpSpPr>
          <p:grpSpPr>
            <a:xfrm>
              <a:off x="10506294" y="1069285"/>
              <a:ext cx="419100" cy="304375"/>
              <a:chOff x="2795550" y="2147950"/>
              <a:chExt cx="419100" cy="304375"/>
            </a:xfrm>
          </p:grpSpPr>
          <p:sp>
            <p:nvSpPr>
              <p:cNvPr id="245" name="Google Shape;547;p32">
                <a:extLst>
                  <a:ext uri="{FF2B5EF4-FFF2-40B4-BE49-F238E27FC236}">
                    <a16:creationId xmlns:a16="http://schemas.microsoft.com/office/drawing/2014/main" id="{09B57934-AEEE-1CED-44C3-6E457849B24D}"/>
                  </a:ext>
                </a:extLst>
              </p:cNvPr>
              <p:cNvSpPr/>
              <p:nvPr/>
            </p:nvSpPr>
            <p:spPr>
              <a:xfrm>
                <a:off x="2895900" y="2233925"/>
                <a:ext cx="218400" cy="218400"/>
              </a:xfrm>
              <a:prstGeom prst="ellipse">
                <a:avLst/>
              </a:prstGeom>
              <a:solidFill>
                <a:srgbClr val="F4B4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548;p32">
                <a:extLst>
                  <a:ext uri="{FF2B5EF4-FFF2-40B4-BE49-F238E27FC236}">
                    <a16:creationId xmlns:a16="http://schemas.microsoft.com/office/drawing/2014/main" id="{F38D390F-D95C-D91B-FB9F-CDE16A22BC93}"/>
                  </a:ext>
                </a:extLst>
              </p:cNvPr>
              <p:cNvSpPr txBox="1"/>
              <p:nvPr/>
            </p:nvSpPr>
            <p:spPr>
              <a:xfrm>
                <a:off x="2795550" y="2147950"/>
                <a:ext cx="419100" cy="2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Font typeface="Roboto"/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5</a:t>
                </a:r>
                <a:endParaRPr dirty="0"/>
              </a:p>
            </p:txBody>
          </p:sp>
        </p:grpSp>
        <p:grpSp>
          <p:nvGrpSpPr>
            <p:cNvPr id="247" name="Google Shape;546;p32">
              <a:extLst>
                <a:ext uri="{FF2B5EF4-FFF2-40B4-BE49-F238E27FC236}">
                  <a16:creationId xmlns:a16="http://schemas.microsoft.com/office/drawing/2014/main" id="{95B2CBDA-F274-54B9-3591-D22C4216CBEE}"/>
                </a:ext>
              </a:extLst>
            </p:cNvPr>
            <p:cNvGrpSpPr/>
            <p:nvPr/>
          </p:nvGrpSpPr>
          <p:grpSpPr>
            <a:xfrm>
              <a:off x="4030341" y="4040625"/>
              <a:ext cx="419100" cy="304375"/>
              <a:chOff x="2795550" y="2147950"/>
              <a:chExt cx="419100" cy="304375"/>
            </a:xfrm>
          </p:grpSpPr>
          <p:sp>
            <p:nvSpPr>
              <p:cNvPr id="248" name="Google Shape;547;p32">
                <a:extLst>
                  <a:ext uri="{FF2B5EF4-FFF2-40B4-BE49-F238E27FC236}">
                    <a16:creationId xmlns:a16="http://schemas.microsoft.com/office/drawing/2014/main" id="{5A689A20-4BE9-4B8A-7661-50C09609DD4D}"/>
                  </a:ext>
                </a:extLst>
              </p:cNvPr>
              <p:cNvSpPr/>
              <p:nvPr/>
            </p:nvSpPr>
            <p:spPr>
              <a:xfrm>
                <a:off x="2895900" y="2233925"/>
                <a:ext cx="218400" cy="218400"/>
              </a:xfrm>
              <a:prstGeom prst="ellipse">
                <a:avLst/>
              </a:prstGeom>
              <a:solidFill>
                <a:srgbClr val="F4B4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548;p32">
                <a:extLst>
                  <a:ext uri="{FF2B5EF4-FFF2-40B4-BE49-F238E27FC236}">
                    <a16:creationId xmlns:a16="http://schemas.microsoft.com/office/drawing/2014/main" id="{0F7DB521-CB28-73BA-4226-FA5D94EFE443}"/>
                  </a:ext>
                </a:extLst>
              </p:cNvPr>
              <p:cNvSpPr txBox="1"/>
              <p:nvPr/>
            </p:nvSpPr>
            <p:spPr>
              <a:xfrm>
                <a:off x="2795550" y="2147950"/>
                <a:ext cx="419100" cy="2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Font typeface="Roboto"/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7</a:t>
                </a:r>
                <a:endParaRPr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84316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187</Words>
  <Application>Microsoft Macintosh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Open Sans</vt:lpstr>
      <vt:lpstr>Roboto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Amit Pandey</dc:creator>
  <cp:lastModifiedBy>Amit Pandey</cp:lastModifiedBy>
  <cp:revision>10</cp:revision>
  <dcterms:created xsi:type="dcterms:W3CDTF">2023-10-10T15:23:13Z</dcterms:created>
  <dcterms:modified xsi:type="dcterms:W3CDTF">2023-10-10T17:12:45Z</dcterms:modified>
</cp:coreProperties>
</file>