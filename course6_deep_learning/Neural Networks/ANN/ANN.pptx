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76" r:id="rId10"/>
    <p:sldId id="277" r:id="rId11"/>
    <p:sldId id="278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89"/>
    <p:restoredTop sz="94700"/>
  </p:normalViewPr>
  <p:slideViewPr>
    <p:cSldViewPr snapToGrid="0">
      <p:cViewPr varScale="1">
        <p:scale>
          <a:sx n="141" d="100"/>
          <a:sy n="141" d="100"/>
        </p:scale>
        <p:origin x="108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36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1542 24575,'0'22'0,"0"9"0,0 49 0,0-17 0,0 7 0,0 17 0,0 6-3277,0-21 0,0 4 0,0-1 2780,0-4 1,0 0-1,0 4 497,0 1 0,0 5 0,0 2 0,0 0-334,0 5 1,0 0 0,0 2 0,0 1 333,0-11 0,0 1 0,0 2 0,0-1 0,0 1 0,0 0 0,0 2 0,0-1 0,0-1 0,0-1 0,1 9 0,0-2 0,0 1 0,0 4-234,0-1 0,0 3 0,0 3 0,0 1 1,0 0 233,0-12 0,0 0 0,0 1 0,0 1 0,0 1 0,0 1-315,0-7 0,0 2 0,-1 1 0,1 0 0,0 1 0,-1-1 0,1 1 315,-1-1 0,0 2 0,1-1 0,-1 0 0,0 0 0,0-1 0,0 0 0,0 10 0,0 0 0,0-1 0,0 0 0,0 0 0,0 0 0,0-11 0,0 0 0,0 1 0,0 0 0,0-1 0,0-1 0,0 0-60,0 6 1,0-1 0,0-1 0,0-1-1,0 0 1,0 0 59,0 0 0,0-1 0,0-1 0,0 1 0,0-1 0,0-2 0,0 12 0,0-2 0,0 0 0,0-2 0,0 1 0,0-5 0,0 0 0,0-1 0,0 0 0,0-2 293,0 13 0,0-1 0,0-2 0,0-2-293,0-12 0,0-1 0,0-2 0,0-3 0,0 10 0,0-3 0,0-3 0,0 22 0,0-4 990,0 0 0,0-3-990,0-19 0,0-3 0,-1-5 0,0-2 0,0-9 0,-1-1 1795,1-1 0,-1-1-1795,-2 30 5368,1-15-5368,0-15 2637,1-16-2637,2-10 1637,0-8-1637,0-8 0,0-2 0,9-4 0,14-4 0,28-6 0,45-12-1055,-10-1 1,17-4 1054,-33 9 0,7-2 0,6 0 0,3 0 0,0 0-1015,-1 0 1,2 0 0,3 0 0,1 0 0,2 0 0,1 1 1014,-5 1 0,2 0 0,2 0 0,0 1 0,2 0 0,0 0 0,0 2-509,-9 1 0,2 0 0,0 1 1,1 0-1,0 1 0,-1 0 1,1 1-1,-1 0 509,9 1 0,1 0 0,-2 1 0,1 1 0,1 0 0,0 0 0,1 1-341,-6 0 1,1 0 0,0 1 0,1 0 0,1 0 0,0 0 0,0 0 0,0 0 340,2 1 0,1-1 0,1 1 0,-1 0 0,1 0 0,0 0 0,0 0 0,0 0-156,-9 0 1,-1 0-1,1-1 1,-1 1 0,1 0-1,0-1 1,-1 2 0,1-1-1,-1 1 156,0 0 0,1 0 0,0 1 0,-1 0 0,1 0 0,-2 0 0,0 0 0,-1 1 0,-1-1 0,15 1 0,-1 1 0,-1-1 0,-1 1 0,-2 0 0,-1 0 0,-2 0 0,5 1 0,-3 0 0,-1 0 0,-2 1 0,-1 0 0,-1 0 0,8 2 0,-2 1 0,-2 0 0,-1 0 0,-1 0 0,-7-2 0,-1 0 0,-2 0 0,1 0 0,-1 0 0,-1 0 0,1 0 0,-1 0 0,-1 0 0,0 0 176,15 2 0,0-1 1,-2 0-1,-2-1-176,-10-2 0,-3 0 0,-1 0 0,-3-1 485,7 0 1,-3 0-1,-1 0-485,-7-2 0,-1 1 0,-3-2 1549,14 0 1,-4 0-1550,-17 0 0,-2-1 0,0 0 0,-2 0 0,-4 0 0,1 0 0,2 1 0,2 1 0,14 2 0,1 1 298,2 1 0,-1 1-298,-7 0 0,0 0 0,-2 0 0,-1 0 2436,36 3-2436,-47-5 0,1-1 0,6 0 0,-1-1 0,-4-1 0,0 0 0,-1-1 0,-1-1 0,40 1 1825,-16-1-1825,-15 0 0,-14 0 0,-13 0 5769,-10-2-5769,-7 0 498,-5 0-498,-4 0 0,-1 2 0,-2-1 0,-2-2 0,-1-1 0,-2-2 0,-2-2 0,-2-2 0,-3-4 0,-4-5 0,-3-3 0,-1-10 0,-1-8 0,-1-9 0,2-11 0,2-8 0,0-16-739,7 31 1,1-5 738,-1-12 0,0-5-1726,0-18 1,1-8 1725,0 12 0,1-7 0,0-3-1183,1 13 1,0-3 0,1-2 0,-1-2 1182,1 9 0,1-1 0,-1-1 0,1-2 0,0-1-717,-1-8 0,1-1 0,0-2 0,-1 0 0,2-1 717,-1 14 0,1 0 0,0-1 0,-1 0 0,1-2 0,0 0-337,0-6 0,0-1 0,0-1 0,0-1 1,-1-1-1,1 0 337,0 10 0,0-2 0,0 1 0,0-2 0,0 1 0,0-1 0,0 0-137,0-2 1,0-1 0,0-1 0,0 1-1,0-1 1,0 2 0,0 0 136,0 6 0,1-1 0,-1 1 0,1 1 0,-1 0 0,1 1 0,0 0-28,0-11 0,0 1 0,1 0 1,0 1-1,0 1 0,0 0 28,1 6 0,0-1 0,0 2 0,1-1 0,0 2 0,0 0 0,2-13 0,0 0 0,1 1 0,0 1 0,0 1 0,-1 6 0,0 1 0,1 1 0,0 2 0,-1 3 319,1-3 0,1 4 1,-1 1-1,-1 2-319,1-19 0,-1 2 0,-1 5 0,-2 20 0,-1 4 0,1 1 0,0-30 0,0 3 1166,0 10 1,-1 7-1167,2-19 0,-1-2 3817,-3 23-3817,1 22 5707,-1 18-5707,0 4 0,0-9 0,-3-23 0,-2-3 0,-3-9 297,-2-17 0,-2-5-297,2 23 0,0-2 0,0 0-448,0 3 0,0 0 0,0 1 448,-3-22 0,0 0-1820,4 19 1,-1-2-1,1 1 1820,1 6 0,0 2 0,0-1 0,0-4 0,-1 1 0,0 0-474,-2-25 0,1 5 474,2 22 0,-1 3 0,1-7 0,-1 1 316,3 10 0,1 3-316,0 7 0,0 3 1367,-3-40-1367,1 26 5979,2 20-5979,2 15 1699,1 12-1699,-1 9 730,-1 4-730,-2 3 0,-1 1 0,1 0 0,-2 0 0,-3 2 0,-6 2 0,-8 2 0,-7 4 0,-6 3-6784,-15 3 6784,-10 3 0,-19 0-911,22-7 0,-5 0 911,-8 0 0,-4 0 0,-7 0 0,-3 0 0,19-3 0,-2 0 0,-1 0 0,-2-1 0,-1-1 0,-1 0-714,-5 1 0,-2 0 1,-1-1 713,-5 1 0,-1-1 0,-1 0 0,0-2 0,1 0 0,-2-1-676,-2-1 0,-1 0 0,-1 0 676,21-2 0,-1 0 0,0 0 0,-1 0 0,-2-1 0,0 0 0,-1 0 0,-1 0 247,-1 0 0,-1 0 0,-1 0 1,1 0-248,-4 0 0,0 0 0,1 0 0,1 0 0,5 0 0,2 0 0,0 0 0,0 0 0,0 0 0,0 0 0,1 0 0,-1 0 0,-23 0 0,1 0 0,-1 0 0,23 0 0,1 0 0,-1 0 0,0 0 0,0 0 0,0 0 0,1 0 0,1 0 0,-17 0 0,2 0 0,1 0-17,5 0 1,0 0-1,2 0 17,3 0 0,1 0 0,-2 0 0,-13 0 0,-3 0 0,0 0 19,-2 0 1,-1 0-1,3 0-19,6 0 0,2 0 0,1 0 0,4 0 0,2 0 0,2 0 0,10 0 0,3 0 0,0 0 415,-31 2 0,-1 0-415,28-1 0,0 0 0,1 1-542,-29 1 0,2 1 542,13 0 0,3-1 0,5-1 0,3 0 438,7 0 1,2-1-439,2-1 0,0 0 0,-2 0 0,0 0 0,3 1 0,0 0 0,0 1 0,1-1 0,3 2 0,1 0 0,0 1 0,0 0 882,1-1 0,2 0-882,-40 5 0,4 0 0,11 1 0,4 1 1698,2 1-1698,9-1 6334,5 0-6334,9-1 975,8 0-975,5-3 384,1-1-384,-2 1 0,-9 1 0,0 2 0,-4-2 0,-2 1 0,1-1 0,-5 1 0,0 2 0,3-1 0,1 1 0,3-1 0,0 3 0,1 2 0,1 2 0,-1 4 0,4-1 0,1 0 0,3 0 0,6 0 0,-2-3 0,6-1 0,2-2 0,2-2 0,4-1 0,-2-2 0,3 0 0,0 0 0,-2 0 0,2 0 0,-1-1 0,2 0 0,0-1 0,-2-1 0,0-1 0,-2-2 0,-2 2 0,1-2 0,-3 1 0,-1-1 0,0-2 0,1 0 0,2 0 0,2 0 0,1 0 0,2 0 0,3 0 0,0 0 0,2 0 0,3 0 0,0 0 0,2 0 0,2 0 0,0 0 0,1 0 0,0 0 0,1 0 0,-1 0 0,1 0 0,-3 0 0,0 0 0,-2 0 0,-1 0 0,-1 0 0,0-1 0,2 0 0,0-1 0,-1 0 0,-3 1 0,-2 1 0,0 0 0,2 0 0,-1 0 0,3 0 0,0-1 0,2 1 0,1 0 0,1 0 0,2 0 0,0 0 0,1 0 0,0 0 0,0 0 0,1 2 0,2 1 0,-4 0 0,-6 0 0,-10-1 0,-6-1 0,0 3 0,6 1 0,-8 5 0,-5 1 0,-4 1 0,2-1 0,11-4 0,6-1 0,3-2 0,0-2 0,4-1 0,2 0 0,3-1 0,1 0 0,0 0 0,2 0 0,1 1 0,1 1 0,3 2 0,0 2 0,-1 1 0,1-1 0,-2 1 0,1 0 0,-2 0 0,1 1 0,0 2 0,-2 1 0,-1 2 0,1-1 0,-1 1 0,1 4 0,-1 2 0,-1 0 0,0 2 0,0 0 0,1 0 0,1 5 0,3 1 0,-1 1 0,1-1 0,0-2 0,0 0 0,1 0 0,1-3 0,0-2 0,0 0 0,0-3 0,0-2 0,0-2 0,0-1 0,0-2 0,0 0 0,0-1 0,0-3 0,0 0 0,0 1 0,0 0 0,0-1 0,0 1 0,0 0 0,0-1 0,1 0 0,1 0 0,1 0 0,0 2 0,-2 2 0,3 3 0,-2 1 0,1 1 0,1-1 0,-1 1 0,1-2 0,-1-2 0,0-1 0,-1-3 0,-1 0 0,-1 0 0,2-1 0,-1-1 0,1 0 0,0 0 0,-2-1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7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15 24575,'-3'-7'0,"-4"3"0,-6 1 0,-7 3 0,-7 2 0,-2 4 0,-4 10 0,1 10 0,4 4 0,1 11 0,6 6 0,4 6 0,4 2 0,7 4 0,3 4 0,3-3 0,0 0 0,1-18 0,5-6 0,7-5 0,10 0 0,8 1 0,4-6 0,6-5 0,-3-9 0,9-5 0,-3-4 0,2-13 0,3-15 0,-9-14 0,-1-13 0,-11 0 0,-8-2 0,-6-2 0,-6 5 0,-4 0 0,-1 4 0,-3 1 0,-5 2 0,-6 5 0,-7 7 0,-5 9 0,-1 7 0,0 8 0,-6 5 0,-1 3 0,-3 10 0,0 10 0,3 11 0,1 8 0,14-17 0,3-3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7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 7 24575,'-14'-3'0,"-3"1"0,-6 1 0,-1 0 0,-4 1 0,-2 2 0,-2 4 0,1 6 0,-5 15 0,5 3 0,-4 8 0,0 2 0,6-2 0,0 7 0,9 0 0,5 2 0,6-2 0,5-2 0,3-4 0,1-2 0,0-4 0,5-4 0,7-7 0,6-4 0,11-8 0,-1-3 0,5-2 0,0-3 0,-1 0 0,12-2 0,-4 1 0,2-7 0,0-11 0,-8-11 0,4-14 0,-6-5 0,-8-10 0,-8-7 0,-9 4 0,-4-4 0,-6 14 0,-8 4 0,-5 7 0,-9 10 0,-1 5 0,-1 9 0,11 6 0,6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8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0 24575,'-21'4'0,"5"-2"0,-3 0 0,6-1 0,0 3 0,1 2 0,0 7 0,0 5 0,-1 6 0,-3 14 0,4 4 0,2 6 0,3 5 0,6-3 0,0 6 0,1-8 0,0-2 0,0 1 0,0-6 0,2 4 0,3-13 0,7-7 0,3-8 0,4-7 0,4-2 0,0-4 0,7-1 0,3-4 0,1-8 0,5-15 0,-7-8 0,-3-13 0,-6-6 0,-5-11 0,-4 0 0,-5-5 0,-6 0 0,-5 11 0,-5 5 0,-9 14 0,-12 7 0,11 14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9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24575,'-13'0'0,"-4"0"0,-3 3 0,-9 14 0,-5 13 0,-1 14 0,-1 14 0,11-2 0,5 2 0,6 1 0,6-2 0,3 3 0,4-7 0,0-6 0,1-11 0,0-10 0,3-9 0,5-7 0,8-5 0,9-4 0,8-1 0,5-6 0,6-11 0,4-8 0,1-11 0,0-6 0,-9-1 0,-6-5 0,-5-2 0,-5-2 0,-3-3 0,-8 3 0,-5 4 0,-6 6 0,-2 7 0,-2 10 0,-7 5 0,5 11 0,-4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3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0 24575,'-11'0'0,"-2"0"0,-5 0 0,-5 0 0,-6 0 0,-4 0 0,0 0 0,-4 11 0,4 13 0,0 13 0,2 17 0,7-4 0,4 10 0,8-1 0,7 2 0,1 4 0,3-10 0,0-1 0,1-10 0,0-8 0,3-8 0,6-8 0,9-8 0,6-5 0,3-5 0,1-2 0,-1-2 0,-2-2 0,3-8 0,-3-7 0,-3-6 0,2-6 0,-7-3 0,-1-7 0,-6 18 0,-4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5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2205 1 24575,'-11'0'0,"-8"0"0,-5 0 0,-12 0 0,-7 0 0,1 0 0,-7 0 0,-3 0 0,-10 0 0,-18 0 0,-17 0-956,32 1 0,-4 0 956,-11 2 0,-2 1 0,-3 2 0,0 1 0,-3 2 0,0 2 0,8 1 0,1 2 0,3 1 0,0 0 0,-4 2 0,1 1-234,12-2 0,2 1 234,8-3 0,2 0 0,-34 12 0,23-6 0,10 0 0,17-1 0,5 8 0,12 1 0,4 10 0,9 11 0,9 5 1864,0 11-1864,2 8 0,6 10-403,6 16 403,-3-42 0,0 2-831,2 7 1,0 2 830,3 16 0,0 3-903,-5-21 1,0 1-1,-1 2 903,0 6 0,0 2 0,-2 2-1678,1 9 1,0 3 0,-2 1 1677,-1 5 0,-1 1 0,0 4 0,-1-14 0,0 4 0,-1 1 0,0 2-610,0-12 1,-1 2 0,0 1 0,0 1-1,-1 2 610,1-8 0,-1 2 0,0 1 0,0 1 0,-1 1 0,1 0-319,0 9 0,-1 1 0,0 1 0,1 1 0,-1 0 0,0-1 319,1-2 0,-1-2 0,0 1 0,0 0 0,0 2 0,0 1-158,0-6 1,1 3-1,-1 0 1,0 1-1,0 0 1,0-1-1,0-2 158,-1-4 0,1-1 0,-1-1 0,0 0 0,0-1 0,0 0 0,0 1 0,-1 11 0,-1-1 0,1 1 0,-1-1 0,-1-1 0,1-1 0,-1-6 0,0 0 0,0-1 0,-1-1 0,0-2 0,0-2 0,-3 19 0,-1-3 0,-1-2 0,1 0 0,0 2 0,1 0 0,-1-2 0,0-1 143,1-12 1,0-2 0,0-1 0,1 1-144,-1 0 0,1 1 0,0-1 0,0-2 495,-1 13 0,1-2 0,0-3-495,1-9 0,0-3 0,1-1 0,0 26 0,2-6 0,1-18 0,0-4 0,2-9 0,0-2 0,0 0 0,0-1 0,0-7 0,0 0 0,2 2 0,0 0 1524,3-1 1,3-2-1525,9 35 0,6-1 0,2-9 0,-5-8 0,0 0 2866,-3-3-2866,-4-8 1625,-1-14-1625,-3-12 6784,-2-9-6784,-4-6 0,0-5 0,-2-3 0,2-2 0,2-4 0,0 0 0,5-3 0,8-2 0,7-4 0,16-6 0,6-2 0,16-2 0,18 1-3392,-24 7 0,5 0 3392,14-2 0,5 1 0,11-1 0,4 0-859,-26 3 1,1 0 0,1 1 858,2-1 0,1 1 0,0-1 0,4 1 0,0 0 0,-1 1 0,-5-1 0,0 1 0,-2-1 0,-1 0 0,-1-2 0,-1 0 0,29-4 0,-1-2-584,-5-2 0,-2-2 584,-7 2 0,-3-2 0,-4-2 0,-4-1 0,-7-3 0,-4-2 0,-6 1 0,-3-1 0,-3 0 0,-4 0 0,16-17 0,-15 5 0,-2-3 4929,1-4-4929,-1-1 3447,-4 0-3447,-6 3 2151,-4 4-2151,-4-1 0,-3-5 0,-4-6 0,-2-11 0,-5-24 0,-7 30 0,-2-3-1039,0-14 0,-1-4 1039,-2-16 0,-2-9-2014,-3 11 0,-3-7 0,-1-1 2014,1 19 0,-2-2 0,0-1 0,-2-3 0,1 9 0,-1-2 0,-2-2 0,0-1 0,0-1-819,-3-7 0,-1-2 0,-1-1 0,0 0 1,0-1 818,2 11 0,0 1 0,0-2 0,0 1 0,-1-2 0,1 1-415,-1-4 0,-1-1 0,1 1 0,-1-2 0,1 1 0,0 0 415,0 1 0,1 0 0,-1-1 0,1 1 0,0 0 0,0 0-247,0 2 1,1 0 0,-1 0 0,1 0 0,0 1 0,0 0 246,1 2 0,1 1 0,-1 0 0,1 0 0,-1 0 0,1-1 51,0-1 0,0-1 0,0 0 0,0 1 0,1 1 0,1 2-51,-2-5 0,2 1 0,-1 2 0,2 1 0,0 2 0,0-12 0,1 3 0,1 1 0,2 3 0,-2-15 0,3 4 0,1 2 0,3 10 0,0 2 0,2 0 488,-1-1 1,0-1 0,1 3-489,0 8 0,1 3 0,0 1 0,0-26 0,0 5 0,0 13 0,0 4 0,0 8 0,0 3 1163,0 5 1,0 1-1164,0 4 0,0-1 0,0-7 0,0-1 0,0 5 0,0 3 0,0-42 3189,0 12-3189,0 16 1555,0-3-1555,0 4 453,0 5-453,-4 8 6734,-3 9-6734,-4 4 151,-4 7-151,3 5 0,-2 4 0,3 5 0,1 1 0,0-1 0,1-2 0,-1-5 0,2-1 0,1-2 0,2-1 0,1 2 0,-1 2 0,3 5 0,0 5 0,1 4 0,0 3 0,-1 2 0,0 1 0,1 0 0,1 0 0,0 0 0,-2 0 0,0-1 0,0 1 0,1-3 0,1 0 0,0 0 0,0 0 0,0 0 0,-1-1 0,-1 1 0,0 0 0,1 1 0,1 4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16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424 174 24575,'-16'-11'0,"6"5"0,-1 1 0,3 5 0,-1 0 0,-2 0 0,-3 0 0,0 0 0,-3 0 0,-3 0 0,-7 6 0,0 5 0,-1 7 0,-2 5 0,3 3 0,-3 7 0,3 0 0,6 8 0,3 1 0,2 4 0,5 0 0,-1-3 0,4 0 0,2-5 0,1-1 0,5-7 0,-1 0 0,5-2 0,3-2 0,8 1 0,5-4 0,4-1 0,6 1 0,4-3 0,4 0 0,3-4 0,0-4 0,-1-1 0,-1-4 0,-2-1 0,0-4 0,-4-1 0,-3-1 0,0-4 0,-2-4 0,-1-7 0,1-6 0,-5-2 0,-1-3 0,-1-5 0,-2-3 0,0-6 0,-2-11 0,-3-7 0,-2-11 0,-5 3 0,-3-5 0,-4 5 0,-4 2 0,-10-1 0,-8 14 0,-10 3 0,-4 9 0,4 8 0,2 9 0,2 8 0,1 4 0,-3 4 0,1 2 0,1 1 0,2 2 0,3 1 0,2 0 0,3 0 0,2 0 0,1 1 0,2 2 0,-1 3 0,3-1 0,4 0 0,0-2 0,4 0 0,0 0 0,-1 0 0,3-2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39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466 928 24575,'-26'0'0,"-3"0"0,-6 0 0,-5 0 0,-3 0 0,4 0 0,2 0 0,7 0 0,4 2 0,-2 6 0,-3 9 0,2 10 0,2 6 0,8 4 0,6 12 0,7 1 0,2 2 0,3-6 0,1-11 0,-2-1 0,1-6 0,9-6 0,5-9 0,8-5 0,8-4 0,6-3 0,7-8 0,-1-13 0,0-19 0,-6-22 0,-4-13 0,-5-13-777,-12-8 777,-9 43 0,-2-2 0,0-6 0,-2 0 0,-2-4 0,-2-1 0,-4-2 0,-2 0 0,-1 7 0,-2 2 0,-2 2 0,-2 3 0,-15-37 0,4 16 0,4 14 0,8 22 0,6 16 0,2 13 0,1 7 0,2 19 0,2 24 0,1 27 0,1 28-56,0-40 1,0 3 55,1 7 0,0 2-814,2 6 0,1 1 814,2 2 0,1 0 0,4 2 0,2-1 0,1-5 0,2-2-2975,1-4 0,1-4 2975,-2-12 0,0-3 0,11 29 0,-2-14 0,-1-11 544,6 1-544,0-11 1138,4-11-1138,2-12 6784,3-9-6784,7-10 0,6-17 0,10-21 0,8-26-524,-32 23 0,-1-3 524,-1-2 0,-1-2 0,-5 2 0,-3 1 0,13-38 0,-15 11 0,-10 11 0,-5 10 0,-5 15 0,-3 12 0,-5 11 1048,-5 4-1048,-10 6 0,-6 3 0,-3 9 0,-3 10 0,5 15 0,0 11 0,5 4 0,5 2 0,5-4 0,5-3 0,3-3 0,2-9 0,0-5 0,0-7 0,2-5 0,10 0 0,7-5 0,9-3 0,7-3 0,3-3 0,4-3 0,2-6 0,-1-7 0,3-13 0,-3-7 0,-5 1 0,-6 0 0,-10 2 0,-5 4 0,-6 2 0,-4 7 0,0 5 0,-2 2 0,0 7 0,-3 13 0,-1 9 0,1 10 0,0 2 0,0 0 0,2 0 0,-2-6 0,0-3 0,0-7 0,-1-3 0,1-1 0,-1-2 0,1-6 0,0-9 0,2-16 0,3-12 0,4-6 0,3-2 0,2 3 0,0 5 0,2 4 0,0 7 0,0 9 0,3 4 0,-3 8 0,3 2 0,-2 1 0,1 4 0,-1 6 0,-3 6 0,0 4 0,-3 2 0,-1-1 0,-3-4 0,-1-1 0,-1-5 0,-1-2 0,1 0 0,0-4 0,2 0 0,3-2 0,2-1 0,4-1 0,6-5 0,2-7 0,1-9 0,0-9 0,-1-5 0,0 0 0,-3 1 0,-3 5 0,-6 6 0,-1 7 0,-3 9 0,-2 4 0,0 3 0,-3 0 0,2 3 0,0 4 0,1 9 0,-2 11 0,-1 8 0,-2 2 0,-3 1 0,1-1 0,-5-1 0,-5-3 0,-5-5 0,-4-3 0,0-8 0,1-4 0,3-3 0,1-3 0,0-2 0,1-1 0,3-2 0,11-1 0,14-2 0,11-2 0,7 1 0,-1 0 0,2 0 0,5 0 0,3 0 0,5-2 0,-1-1 0,-3-3 0,-1-4 0,-6-3 0,-3-4 0,-2-2 0,-4-4 0,-5-1 0,-7 1 0,-6 3 0,-2 2 0,-2 3 0,-2 5 0,-3 2 0,-2 4 0,-2 3 0,-2 8 0,0 7 0,1 6 0,2 6 0,2 2 0,0 2 0,0-3 0,-1-3 0,5-5 0,5-5 0,5-1 0,5-3 0,1-2 0,0-2 0,1-2 0,-1-1 0,1-1 0,-3-2 0,-3-5 0,-3-2 0,-4-1 0,-1 1 0,0 2 0,-2 0 0,-1 3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1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24575,'0'32'0,"0"2"0,0 6 0,0 27 0,0 9 0,0-1 0,0-8 0,0-28 0,0-4 0,0-4 0,0-7 0,0-9 0,0-6 0,0-5 0,0-17 0,1-2 0,3-17 0,2 3 0,2 2 0,3-1 0,2 4 0,2 1 0,0 4 0,1 3 0,-1 5 0,2 4 0,0 3 0,-1 1 0,-1 3 0,-2 0 0,-2 0 0,2 5 0,-2 7 0,-1 4 0,1 7 0,-2 1 0,1 5 0,3 6 0,3 3 0,1 1 0,1-3 0,0-6 0,1-6 0,-1-6 0,1-5 0,-1-5 0,2-4 0,1-2 0,-1-1 0,1-5 0,-3-2 0,-4-6 0,-2-3 0,-4 0 0,-3 5 0,-2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2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24575,'0'17'0,"0"4"0,0 8 0,0 3 0,0 3 0,0 0 0,0-3 0,0-4 0,0-5 0,0-8 0,0-4 0,0-6 0,0-2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4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1295 24575,'3'0'0,"0"-15"0,-3-15 0,0-14 0,0-17 0,0-8 0,0-17 0,0 36 0,0-3-752,0-4 0,0-2 752,0-3 0,0-1 0,0-2 0,0 2 0,0 8 0,0 3 0,0-40-6286,0 7 6286,1 19 0,1 4 0,0 16 0,0 20 0,-1 4 1006,-1 10-1006,0 13 6784,0 14-6784,0 13 0,0 13 0,0 13 0,0 2 0,0 14 0,0 7 0,0-1 0,0 17 0,0-12 0,0 0 0,0-1 0,0-11 0,0 3-6784,0-11 6784,1-9 0,1-10 0,2-7 0,0-3 0,0-2 0,0-7 0,-1-7 6784,-1-5-6784,-2-3 0,2-2 0,0-6 0,-1-5 0,2-9 0,1-7 0,2-11 0,2-4 0,0-7 0,2-4 0,1 0 0,3-4 0,2 5 0,0 5 0,-1 7 0,-2 8 0,-3 6 0,1 9 0,-2 5 0,0 5 0,2 1 0,-1 0 0,3 0 0,2 1 0,0 5 0,0 6 0,-1 6 0,1 7 0,0 4 0,-2 3 0,2 1 0,0 0 0,-1-3 0,-1-2 0,-2-3 0,-1-6 0,-1-3 0,-1-4 0,-2-2 0,0-4 0,0-2 0,1-2 0,0-2 0,-3 1 0,-1-1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4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24575,'2'-6'0,"6"-1"0,6-1 0,3 1 0,4 0 0,0 4 0,1 1 0,1 1 0,-4 1 0,0 0 0,-1 2 0,-3 3 0,-2 5 0,-6 10 0,-3 2 0,-2 4 0,-1 3 0,-1-2 0,0 4 0,-2 1 0,-4-3 0,-8 0 0,-6-5 0,-5-1 0,2-3 0,2-4 0,5-5 0,5-5 0,5-2 0,11-3 0,13-3 0,17-2 0,14-3 0,11-1 0,9 3 0,8 2 0,8 3 0,-10 0 0,-3 0 0,-13 0 0,-10 1 0,-20 0 0,-11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5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24575,'-4'22'0,"2"17"0,2 21 0,0 18 0,0 17 0,0 5-841,0-3 841,0-8 0,0-15 0,0-16 276,0-10-276,0-16 140,0-17-140,0-12 0,1-10 0,4-11 425,10-9-425,6-2 0,7-5 0,6 1 0,1 2 0,3 3 0,-5 7 0,-2 4 0,-2 5 0,-3 4 0,3 3 0,-5 3 0,1 1 0,0 0 0,-2 6 0,-1 8 0,-3 9 0,-3 9 0,-2 3 0,-3 2 0,-2 0 0,0 1 0,0 2 0,-1-6 0,-2-3 0,-1-4 0,0-2 0,1 2 0,0-3 0,0-3 0,-2-6 0,-2-7 0,0-3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24575,'10'0'0,"2"0"0,8 0 0,4 0 0,1 0 0,2 0 0,-1 0 0,-1 0 0,-3-1 0,-3 0 0,-7 3 0,-2 5 0,-3 5 0,-3 3 0,-2 3 0,-1-1 0,0 3 0,-1 0 0,-2 1 0,-3 4 0,-3-1 0,-4 1 0,0-3 0,1-3 0,4-4 0,3-4 0,2-3 0,2-1 0,0-1 0,0 0 0,3 0 0,4 0 0,6 1 0,3 2 0,1 2 0,-2 0 0,-1 2 0,-3-2 0,-2-2 0,-4 2 0,-1-3 0,-3 0 0,-1 0 0,0-2 0,-1 3 0,-3 3 0,-4 2 0,-6-1 0,-2-1 0,-3-2 0,-2-1 0,-1-1 0,-2-1 0,-1-3 0,1-2 0,1-2 0,3 0 0,10 0 0,3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9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7 24575,'-9'-4'0,"-2"1"0,2 3 0,-3 0 0,-5 0 0,1 3 0,-7 10 0,-1 11 0,5 7 0,-1 8 0,8 1 0,5 2 0,1 8 0,3 1 0,2 4 0,4 1 0,6-10 0,7-3 0,10-7 0,6-3 0,1-2 0,1-9 0,-1-8 0,-3-8 0,1-4 0,-2 0 0,-5-4 0,-3-7 0,-1-8 0,0-7 0,0-4 0,-4-2 0,-6-3 0,-4-1 0,-3-2 0,-2 0 0,-2 3 0,-5 2 0,-6 3 0,-5 4 0,-3 4 0,1 4 0,2 4 0,0 4 0,4 2 0,-1 3 0,7 1 0,2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0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4 24575,'-10'-3'0,"-4"5"0,-11 16 0,-3 10 0,-3 11 0,-4 11 0,3 6 0,0 11 0,11-5 0,8-8 0,5-8 0,6-1 0,0-2 0,2-7 0,0-5 0,0-9 0,0 1 0,2-4 0,7-7 0,13-3 0,15-4 0,11-1 0,6-2 0,1-11 0,-1-12 0,-5-7 0,-5-11 0,-2-9 0,-8 2 0,-4-5 0,-9-1 0,-12 5 0,0-6 0,-5 1 0,-8 6 0,-7 3 0,3 20 0,-2 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346 180 24575,'-15'0'0,"3"0"0,-3 0 0,4 0 0,-2 0 0,-4 0 0,-3 0 0,-2 0 0,0 0 0,-5 0 0,1 0 0,-2 6 0,0 7 0,7 4 0,2 5 0,2 8 0,4 4 0,3 9 0,3 1 0,6-4 0,0 2 0,1-3 0,0-2 0,0-7 0,0-5 0,3-6 0,6-5 0,5-4 0,7-6 0,3-2 0,9-2 0,2-1 0,3-8 0,-3-6 0,0-13 0,2-12 0,-3-4 0,0-8 0,-9-7 0,-7 1 0,-5-3 0,-7 4 0,-5 8 0,-7-2 0,-7 11 0,-11 8 0,-19 7 0,-4 10 0,14 5 0,9 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1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8 24575,'-13'-3'0,"-6"0"0,-5 1 0,-4 3 0,-2 9 0,1 10 0,0 14 0,-1 11 0,5-2 0,3 11 0,6-6-6784,6-1 6784,3-1 0,7-9 0,0 4 0,0-3 0,-2-3 0,4-5 0,2-7 6784,9-6-6784,8-3 0,8-5 0,6-1 0,2-5 0,0-1 0,-1-2 0,-2-1 0,0-7 0,2-15 0,-4-9 0,-7-5 0,-6-5 0,-8 3 0,-3-6 0,-2-7 0,-3 3 0,-2 2 0,-2 3 0,-5 11 0,3 12 0,-2 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2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2 24575,'-17'0'0,"-3"-1"0,-13 6 0,-5 10 0,1 12 0,-6 13 0,7 7 0,-1 7 0,6-1 0,9 1 0,3-2 0,7-2 0,3 1 0,4-5 0,4-5 0,1-5 0,0-7 0,0-6 0,0-6 0,3-5 0,4-3 0,6-2 0,9-2 0,6-3 0,4-1 0,2 0 0,-1-1 0,-2 0 0,-2 0 0,-3 0 0,-5-3 0,-1-6 0,-2-7 0,-4-6 0,-1-4 0,-3-3 0,-4-1 0,-2-7 0,-2-3 0,-2 2 0,0 4 0,0 8 0,-3 5 0,-2 2 0,2 9 0,-2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3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81 136 24575,'-12'0'0,"1"0"0,0 0 0,2 1 0,-1 6 0,2 5 0,0 7 0,2 3 0,4 3 0,0-2 0,2-4 0,0 2 0,0-2 0,0 3 0,0-1 0,0-1 0,-1-2 0,0-2 0,6-3 0,4-2 0,11-3 0,6 0 0,4-2 0,3-3 0,-2-1 0,-6-2 0,-3 0 0,-4 0 0,-3-3 0,3-4 0,-2-7 0,0-7 0,-4-5 0,-1-4 0,0-5 0,-2-9 0,-1-2 0,-2 0 0,-4 4 0,-5 8 0,-7 4 0,-8 3 0,-5 5 0,1 7 0,-7 7 0,1 6 0,9 2 0,3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5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7 24575,'-7'-3'0,"-6"0"0,-4 3 0,-9 0 0,-4 0 0,-2 3 0,-2 10 0,8 12 0,4 12 0,5 2 0,8-1 0,5-1 0,4 5 0,0 5 0,0-1 0,0-6 0,1-7 0,6-5 0,6-10 0,7-5 0,3-4 0,2-3 0,-1-2 0,0-3 0,0-2 0,-1-3 0,-2-4 0,-2-5 0,-2-5 0,-3-6 0,-1-3 0,-5-3 0,-3-1 0,-2-4 0,-2 2 0,-1 2 0,-3 3 0,-5 5 0,-4 0 0,4 10 0,1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6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 24575,'-22'0'0,"2"0"0,-6 10 0,1 11 0,-1 7 0,3 18 0,10 3 0,3 0 0,3 2 0,5-8 0,2 1 0,-1 1 0,1-4 0,2-7 0,3-8 0,4-7 0,6-6 0,4-5 0,3-4 0,4-2 0,0 0 0,0-5 0,0-5 0,-1-6 0,1-10 0,-2-5 0,-4-3 0,-5-3 0,-6-1 0,-4 16 0,-2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6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24575,'-14'5'0,"-2"9"0,-4 4 0,1 10 0,-6 11 0,2 8 0,3 2 0,8 2 0,9-5 0,3-3 0,0 4 0,0-4 0,0-2 0,-1-2 0,2-4 0,3-5 0,-1-14 0,3-6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8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1 24575,'-14'7'0,"-4"8"0,-9 16 0,-4 9 0,-4 9 0,3 8 0,6 1 0,8-2 0,7-2 0,3 6 0,6-8 0,-1-3 0,3-7 0,0-9 0,0 1 0,0-4 0,2-8 0,1-6 0,3-4 0,4-3 0,2-5 0,3-1 0,1-3 0,6 0 0,8-6 0,4-10 0,-2-5 0,-5-4 0,0-8 0,0-3 0,8-18 0,0-5 0,-6 0 0,-1-4 0,-10 5 0,0-3 0,-7 7 0,-4 6 0,-4 10 0,-2 9 0,-1 5 0,-6 6 0,-8 4 0,-10 4 0,-6 4 0,-7 4 0,-2 2 0,-3 0 0,-5 0 0,2 5 0,-4 7 0,3 10 0,3 8 0,6 3 0,7 1 0,8-3 0,6-2 0,7-2 0,4-2 0,3-12 0,2-2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7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9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459 104 24575,'-9'0'0,"-1"0"0,-2 0 0,-3 0 0,-4 0 0,-7 0 0,-2 0 0,-11 0 0,1 0 0,-3 0 0,-4 4 0,7 6 0,-3 10 0,6 12 0,8 10 0,7 2 0,9 3 0,7 3 0,4-5 0,0 4 0,0-10 0,0-7 0,2-3 0,3-9 0,5-1 0,5-6 0,4-3 0,7-5 0,1-2 0,2-2 0,1-3 0,1-4 0,-1-6 0,-4-7 0,3-13 0,-2-9 0,-6 2 0,-3-3 0,-6 0 0,-1-5 0,0-8 0,-3-2 0,-4 3 0,-3 5 0,0 8 0,-1 10 0,0 11 0,-1 5 0,-7 7 0,5 4 0,-3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0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65 12278,'-9'-7'0,"0"9"4762,-2 6-4762,1 10 2139,1 7-2139,-3 4 1198,2 6-1198,2-1 4198,3 1-4198,4-2 0,1-2 0,0-2 0,0-7 0,0-5 0,0-5 0,0-2 0,6-4 0,3-3 0,5-1 0,5-2 0,1 1 0,2-1 0,2-2 0,-1-3 0,-1-6 0,1-7 0,0-4 0,-2-6 0,-3-1 0,-3-1 0,-4 0 0,-3 4 0,-2 0 0,-4 5 0,-2 2 0,0 2 0,-1 2 0,-5-2 0,-6 1 0,-6 0 0,-5-1 0,-4 2 0,-1 2 0,3 3 0,9 6 0,7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1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163 409 24575,'-12'0'0,"3"0"0,-1-2 0,4 2 0,1 3 0,1 6 0,3 11 0,1 2 0,0 2 0,0-2 0,0-3 0,0 0 0,0-2 0,0-3 0,0-4 0,2-3 0,5-3 0,3-2 0,3-2 0,1 0 0,1 0 0,3-3 0,3-5 0,-2-4 0,1-7 0,-1-3 0,-4-5 0,0-6 0,-3-10 0,-3-5 0,-3-9 0,-2-1 0,-4 8 0,-8 0 0,-8 8 0,-11 3 0,-5 5 0,0 11 0,-1 7 0,4 8 0,0 4 0,4 2 0,1 3 0,2 5 0,2 6 0,4 6 0,4 4 0,6-9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2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195 287 24575,'0'15'0,"0"0"0,0 3 0,0 3 0,0-4 0,0 0 0,0-6 0,0-3 0,1-1 0,4-3 0,3-2 0,2-2 0,4 0 0,3 0 0,1-3 0,3-3 0,-3-3 0,-2-4 0,-2 0 0,-2-1 0,1-3 0,-3 0 0,-1-2 0,-2-2 0,-3-1 0,-2-2 0,-1-2 0,-1-2 0,0 0 0,-3 1 0,-4 2 0,-6 0 0,-4 2 0,-1 3 0,-2 4 0,-1 4 0,3 5 0,-1 3 0,0 2 0,0 2 0,-6 0 0,-2 5 0,-3 10 0,0 8 0,3 9 0,4 3 0,4-1 0,4 2 0,3-1 0,5-1 0,4-4 0,1-13 0,2-7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16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4958 818 24575,'-11'-14'0,"-27"-17"0,-2 4 0,-7-4-596,-7-3 0,-3-3 596,-9-4 0,-1-2-920,3 3 0,0 0 920,0 2 0,-2 1 0,-10-5 0,-3 1 0,-4 0 0,-2 3-855,-6 2 1,-3 2 854,24 12 0,-2 0 0,0 3 0,-4 0 0,0 3 0,0 1 0,3 2 0,0 1 0,2 2 0,-25-2 0,4 4 0,10 5 0,2 3-760,3-1 1,-2 2 759,-5 1 0,-3 3 0,-4 3 0,1 3 0,7 3 0,1 4 0,3 2 0,3 3 0,5-1 0,2 2-136,6 0 0,2 0 136,4-1 0,2 0 0,4 0 0,0-1 506,4 0 1,0 0-507,-40 25 0,8 4 0,3 7 0,39-26 0,0 3 0,-2 3 0,2 3 0,-3 3 0,2 3 163,0 3 0,0 1-163,-2 6 0,-1 2 0,1 1 0,0 3 0,-2 3 0,0 3 0,-3 5 0,1 3 0,0 2 0,1 3 0,-2 6 0,1 1 0,3 2 0,3 0 0,1 0 0,2 1 0,3-2 0,4 1 0,2-1 0,4 0 0,3-1 0,2 0 0,4 0 0,2 0 0,2-1 0,3 0 0,1-1 0,2 1 0,0-1 0,2 0 0,1-8 0,0-1 0,0 1 0,0-1 0,0 3 0,0 0 0,0 4 0,0 3 0,0-16 0,0 4 0,0 0-413,0 5 1,0 0-1,0 2 413,0 4 0,0 1 0,0 0 0,0 1 0,0 1 0,0-3 0,0-10 0,0-2 0,0 2 0,1 7 0,0 1 0,1 0 0,0-5 0,1 0 0,0 0 0,0 0 0,1 0 0,1 1 0,0 3 0,2 1 0,0-1 0,-1-8 0,1-1 0,0 0 0,0 4 0,0 1 0,0 0-488,0-3 1,0 1 0,-1-1 487,-1-2 0,-1 0 0,0-1 0,-1-2 0,-1-1 0,0 0 0,0-1 0,-1 0 0,0-2 0,-1 26 0,0-2 0,0-6 0,0-1-521,0-2 0,0 0 521,0 1 0,0-1 0,0 6 0,0 0 0,0 0 0,0-2 0,1-4 0,0-1 0,2-4 0,0-2 0,3-5 0,3-1 373,1-4 1,3-2-374,3-1 0,2 0 0,3-3 0,2-1 0,1-2 0,1-2 0,3 1 0,1-1 0,0 0 0,2 0 0,-1-2 0,-1-1 1256,-4-3 0,1-1-1256,0 3 0,0-2 0,-3-2 0,0-1 1002,-1 2 0,1 1-1002,1 2 0,-1 0 0,-4-3 0,0 0 0,2 4 0,0 1 0,-1 0 0,0 1 0,-1 1 0,0-1 0,0-1 0,-1-1 0,16 39 0,-3-10 0,-1-8 0,7 4 0,1-4 0,4 1 0,5-3 0,-6-18 1889,6 3-1889,-1-13 0,4-3 0,16 1 0,2-7 0,5-12 0,-6-9 0,2-10 0,8-3 0,12 2 0,-38-1 0,4 1-920,21 1 1,6 1 919,-17-1 0,3 1 0,2 0 0,12 0 0,4 1 0,2-1 0,-15 0 0,2-1 0,1 0 0,-1 1-1024,0-1 1,0 1 0,0-1 0,1 0 1023,5 0 0,2-1 0,0 0 0,0 1 0,1-1 0,-1 1 0,0-1 0,1 0 0,3 1 0,1-1 0,0 0 0,0 1 0,2-1 0,0 0 0,1 1 0,0-1-830,-1 1 1,1-1 0,-1 0 0,1 1 829,1-1 0,1 0 0,-1 1 0,1-1 0,-2 2 0,-1-1 0,1 1 0,0-1 0,0 0 0,1 0 0,-1-1 0,-2 1 0,-4-1 0,-2 1 0,-1-1 0,1 0 0,0 0 0,0-1 0,0 0 0,1 0-612,1-1 0,0 0 1,0 0-1,1 0 612,1 0 0,1 0 0,0 0 0,3 0-299,-10 0 0,1 0 1,2 0-1,-1 0 1,-1 0 298,15 0 0,1 0 0,-3 0 0,-1 0 0,-9 0 0,-2 0 0,-1 0 0,-1 0 162,18 0 1,-1 0 0,-4 0-163,-13 0 0,-3 0 0,1 0 0,1 0 0,0 0 0,0 0 0,1 0 0,-1 0 0,0 0 449,-7 0 0,-1 0 1,-2 0-450,31 0 0,-5 0 883,-17 0 0,-3 0-883,-1 0 0,-2 0 1863,-12 0 0,-3 0-1863,35-2 2737,-2-4-2737,-26-4 0,7-3 0,2-1 2167,-8 3-2167,-4 0 1557,-10 1-1557,-7 1 1183,-5-1-1183,-3 3 0,-1 0 0,-1 3 0,3 1 0,1 1 0,1 0 0,-1-1 0,-3 1 0,2 0 0,-2 0 0,1-1 0,-1-1 0,-6-2 0,-4-1 0,-2-2 0,-6-4 0,-4-4 0,-4-2 0,-1-11 0,1-9 0,-3-10 0,-2-11 0,-3-9 0,-2-15-497,0 30 1,0-4 496,-2-10 0,-1-4-1677,-2-16 1,-3-7 1676,-1 11 0,-2-6 0,-1-1 0,2 18 0,0-2 0,-2 0 0,1-2 0,0-6 0,-1-2 0,0-2 0,0 0 0,-2-8 0,1-2 0,-1-1 0,1 0-884,3 19 1,0-1 0,0-1 0,1 0 0,0-2 883,-1-8 0,1-2 0,0-1 0,0-1 0,0 0-594,2 12 0,0 0 0,0-1 0,0 0 0,1 0 0,0-1 594,0 1 0,1-1 0,0 0 0,1 0 0,-1 0 0,1 0 0,-1-1 0,1 0 0,0 1 0,0-1 0,0 1 0,1 0 0,-1-15 0,0 0 0,0 1 0,1 0 0,0 0 0,-1 4 0,1 0 0,0 0 0,0 1 0,-1 1 0,1 4 0,1 0 0,-1 2 0,-1 0 0,1 1-606,-1-14 0,-1 1 1,0 3-1,0 2 606,0 16 0,-1 2 0,0 2 0,0 2 0,-3-16 0,-1 2 0,0 3 94,1 12 0,-1 1 1,0 2-95,-5-30 0,-1-1 0,5 27 0,-1-2 0,1 2 0,-6-26 0,1 2 0,5 29 0,-1 0 0,1 2 0,-6-27 0,1 3 799,0 6 0,0 3-799,0 7 0,1 2 1517,1 13 0,0 3-1517,-11-42 0,3 16 0,3 13 5273,3 8-5273,4 17 2404,5 12-2404,1 13 1609,2 6-1609,3-8 548,-3-20-548,-9-43 0,4 32 0,-2-3-996,-4-10 0,-1-3 996,-2-8 0,-1-2 0,-1-7 0,0-4 0,5 20 0,-1-2 0,1 1-799,0 1 0,1 0 0,-1 0 799,0-2 0,1 1 0,-1 0 0,2 3 0,-1 0 0,1 2 0,-4-20 0,0 2-489,1 6 1,0 2 488,4 15 0,0 3 0,-6-27 0,2 13 1628,6 23-1628,1 16 2494,3 10-2494,3 10 1244,-2 6-1244,2 2 0,-2 1 0,1 1 0,-1-1 0,-5 2 0,-4 0 0,-8 0 0,-10 0 0,-10-1 0,-12 1 0,-19 0 0,-15 0 0,-9 0 0,42 0 0,-3 0-1103,-13 0 0,-4 0 1103,-13 0 0,-5 0 0,21 0 0,-1 0 0,-2 0 0,-6 1 0,-1-1 0,0-1-846,-2 1 0,0-1 1,-2-1 845,-3-1 0,-2-1 0,0 0-1673,-5-1 1,-1-1-1,-2 0 1673,22 0 0,-1-1 0,0 1 0,-1-1 0,-1-1 0,-1 0 0,0 0 0,0 1 0,-2-1 0,0 1 0,0-1 0,-1 1 0,2 0 0,0 0 0,0 0 0,0 0-599,0 1 1,1-1 0,0 2 0,0 0 598,0 0 0,0 1 0,1 1 0,2 0 0,-16-1 0,2 1 0,1 0 0,4 2 0,1-1 0,0 1 0,5 1 0,2 0 0,1 0 0,9 0 0,3 0 0,-1 0 0,-1 0 0,-1 0 0,2 0 56,-24 0 1,2 0-57,6 0 0,1 0 0,-3-1 0,2 0 447,12-1 1,2 1-448,9-1 0,3 0 4296,-41-1-4296,19 3 0,9-1 3919,15 1-3919,15 0 1855,9 0-1855,10 0 966,7 0-966,4 0 110,4 0-110,0 0 0,0 0 0,0 0 0,-1 0 0,1-3 0,3 3 0,1-3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17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1170 24575,'5'8'0,"12"9"0,23 19 0,11 8 0,6 5 0,-9-10 0,-13-13 0,-3-1 0,-3-4 0,-1-1 0,-2-3 0,-2-5 0,-6-5 0,2-2 0,4-11 0,11-16 0,19-31 0,-20 18 0,2-5-1435,17-20 0,3-5 1435,1-1 0,1-1 0,4-1 0,1-1 0,-18 18 0,0 1 0,0 0 0,17-18 0,1 2 0,3-6 0,1-1 0,-6 5 0,-3 1-629,-6 7 0,-2 4 629,-7 7 0,-3 3 0,-5 7 0,-3 3 0,19-12 0,-15 20 0,-19 16 0,-5 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1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1039 24575,'13'8'0,"6"6"0,6 11 0,10 14 0,8 13 0,-2-2 0,-1 0 0,-2-5 0,-6-5 0,2 1 0,-7-9 0,-8-10 0,-7-9 0,-4-8 0,0-4 0,6 0 0,9-6 0,20-21 0,24-23 0,-19 11 0,5-5-1858,15-12 0,5-2 1858,-16 15 0,4 0 0,0-2 0,8-4 0,2-1 0,-1 1 0,-1 4 0,-1 0 0,0 1 0,-2 1 0,0 0 0,0-1-663,-2 2 0,-1 0 1,0 0 662,-2 1 0,0 1 0,-2-1 0,25-16 0,-5 1 0,-16 12 0,-5 3 0,-13 9 0,-4 1 0,22-15 0,-3 3 0,-11 8 0,-16 10 0,-11 9 0,-8 6 0,-7 5 0,-3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0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 24575,'0'-11'0,"2"-3"0,5-1 0,10-4 0,10-1 0,10 3 0,10 3 0,3 7 0,4 3 0,3 2 0,2 1 0,-1 1 0,0 4 0,-11 5 0,-14 8 0,-9 10 0,-13 8 0,-3 7 0,-3 12 0,-2 1 0,-10 3 0,-5-7 0,-5-9 0,-8 4 0,0-1 0,-2 9 0,1 2 0,6-6 0,1 2 0,5-6 0,5-2 0,6-7 0,2-5 0,0-4 0,1-5 0,2-3 0,3-4 0,6-5 0,6-1 0,3 0 0,0-1 0,-9-4 0,-3-2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0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2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24575,'53'0'0,"20"5"0,-10 8 0,5 4-2314,12 5 0,4 5 2314,-20-5 0,2 2 0,0 2-565,6 4 0,0 2 0,-1 0 565,-8-3 0,0 1 0,-1 0 0,0 1 0,1 0 0,-2 0-165,23 13 1,0 1 164,-3-2 0,0 0 0,3 2 0,-1-1 0,-11-4 0,-3-2-315,-5-4 1,-3-2 314,-10-7 0,-4-1 1803,33 16-1803,-10-6 2408,-19-11-2408,-13-6 2138,-13-7-2138,-8-4 0,-10-3 0,-2-1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3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24575,'23'0'0,"5"0"0,21 0 0,24 0 0,16 0-1806,-25 0 0,5 0 1806,10 0 0,2 0 0,9 0 0,0 0 0,2 0 0,-2 0 0,-8 0 0,-3 0 0,-7 0 0,-2 2 0,4 0 0,0 2 0,-2 2 0,-3 1 0,-9 0 0,-3 1 563,-4 0 1,-2 1-564,28 8 591,-8-2-591,-9-2 0,-19-3 0,-19-4 1894,-3-1-1894,-9 0 0,-4-3 0,-4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4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1655 24575,'60'-35'0,"20"-16"-2699,-13 8 1,7-6 2698,-15 12 0,1-2 0,2-1-847,8-5 0,3-1 1,1-1 846,9-3 0,2-1 0,0-1-410,-20 13 1,-1-1-1,1 0 1,1 0 409,3-1 0,0-2 0,1 1 0,-2 2 0,17-11 0,0 2 0,-3 1-565,-6 4 0,-2 1 1,-2 2 564,-5 3 0,-1 2 0,-3 1 322,16-7 0,-4 1-322,-2 1 0,-2 2 0,-13 7 0,-3 3 2272,33-15-2272,-11 3 3641,-26 16-3641,-14 8 2900,-16 7-2900,-7 6 0,-10 0 0,-1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5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24575,'18'0'0,"8"0"0,36 0 0,25 0 0,-25 0 0,5 2-1212,9 2 1,2 4 1211,5 3 0,0 5 0,7 6 0,1 4-1011,0 4 0,1 3 1011,-28-8 0,2 1 0,0 0 0,5 3 0,0 0 0,1 1 0,6 2 0,1 2 0,-2-1 0,-6-2 0,-1 0 0,-1 0 0,-3-1 0,-1 0 0,-2 0-801,22 12 0,-3-1 801,-6-4 0,-2-2 0,-7-1 0,-2-3 0,-7-3 0,-4-2 0,33 17 0,-19-8 0,6 2 0,-11-8 0,-3 0 1429,-8-6-1429,-4-3 2572,-6-3-2572,-6-1 2046,-5 1-2046,-5-2 0,-4-3 0,-4-2 0,-6-3 0,-3-1 0,-2-3 0,-2-2 0,0 0 0,-2 0 0,-2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8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1820 24575,'13'-2'0,"8"-6"0,15-12 0,22-17 0,18-14-4283,-32 22 0,1-1 4283,-1 1 0,0 0 0,0-1 0,2 0 361,9-9 0,2-2-361,7-7 0,4-3-1034,-13 10 0,3-3 0,0 1 1034,-4 1 0,-1 1 0,1 0 0,1-1 0,0-1 0,-1 0-522,24-17 1,-3 0 521,-9 5 0,0 0 0,6-5 0,0-1 0,-9 8 0,-2 0 929,3 0 0,-1 1-929,-10 9 0,-1 3 378,-7 5 0,-1 2-378,29-21 0,-12 9 0,3 3 0,-12 13 0,-9 7 5500,-8 7-5500,-10 0 2041,-5 5-2041,-3 2 1412,-4 2-1412,-3 3 422,-2 0-422,-1 3 0,-1 0 0,3-1 0,4 1 0,12 2 0,10 2 0,12 5 0,9 5 0,5 6 0,9 4 0,6 6 0,2 4 0,4 0-751,7 6 751,-41-21 0,0 0 0,5 3 0,1 1 0,-4-1 0,0 1 0,1 0 0,-1 1 0,3 1 0,0 0 0,3 1 0,2 1 0,7 4 0,0 0 0,-1 1 0,0 0 0,-2-1 0,0 1 0,-4-2 0,-1-1 0,-7-5 0,-2 0 0,3 1 0,-2 1 0,40 19 0,-10-4 0,-2-1 0,-21-12 0,-4 2 0,-8-5 0,-9-4 0,-6-5 0,-4-5 0,-1 0 0,-1-1 751,-2 1-751,-3-2 0,-1-2 0,-2-1 0,0-2 0,0-1 0,-2 0 0,-2-1 0,-2 0 0,-2-1 0,0-1 0,-1 0 0,1 0 0,-1 0 0,-3 0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0 777 24575,'15'0'0,"6"0"0,15 0 0,11 2 0,16 8 0,14 9 0,13 10 0,-39-12 0,1 1 0,0 0 0,0 0-572,4 2 0,-1 0 572,0 2 0,1-1 0,-1 1 0,0 0 0,-3-2 0,-1 1 0,-1 0 0,0 0 0,1 0 0,0 0 0,0 1 0,0 0 0,5 1 0,0 0 0,-7-4 0,-2-1 209,42 19-209,-9-6 0,-12-5 0,-3-1 0,-13-7 0,-11-1 0,-11-6 861,-8-1-861,-6-3 74,-5-3-74,-4-3 0,0-1 0,-1 0 0,0 0 0,2 0 0,2 0 0,4-2 0,4-3 0,6-6 0,6-4 0,5-4 0,9-6-6784,11-10 6784,3-4-34,5-3 34,2 0 0,2-2-386,10-8 386,6-3 0,-40 25 0,0 1 0,1-1 0,-1 0 0,1-1 0,0 1 0,-1 0 0,1 0 0,-1 0 0,-1 0 0,39-28 0,-2 1 0,-6 2 0,-6 4 0,-8 4 0,-3 0 0,-5 3 0,2-1 0,-5 4 6576,-3 1-6576,1 1 0,-2 3 48,-5 4-48,-3 5 580,-4 4-580,-6 4 0,-1 2 0,-6 2 0,-2 1 0,-3 3 0,-4 1 0,-2 3 0,-2-1 0,0 0 0,1 2 0,-1 1 0,-2 0 0,-2 1 0,0 0 0,-1-1 0,2 2 0,-2 0 0,1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0 816 24575,'14'0'0,"7"0"0,13 0 0,10 0 0,4 0 0,6 0 0,8 2 0,9 6 0,11 6 0,6 8 0,1 4-6784,3 5 6784,-7 0 0,-2 0-373,0 2 373,3 2 0,-39-15 0,0 0 0,-1 1 0,0 0 0,1 2 0,0 0 0,40 19 0,-10-3 0,-11-6 0,-9-6 0,-2-1 0,-8-3 0,-6-4 6599,-12-4-6599,-8-5 558,-4 0-558,-5-3 0,-2-3 0,-3-2 0,-3 0 0,1 0 0,0-1 0,9-2 0,4-1 0,8-2 0,5 0 0,-2 1 0,3-1 0,-2 2 0,2-2 0,1-1 0,0 1 0,-1 0 0,-1 2 0,-3 0 0,-2 1 0,-3-1 0,-2 0 0,3 0 0,-1 0 0,-3 0 0,-2 0 0,-4-1 0,-1-1 0,0-1 0,1-4 0,3-2 0,0-5 0,9-7 0,1-3 0,9-9 0,2-1 0,2-1 0,8-5 0,1-3 0,6-3 0,8-5 0,4-1 0,6 0-1241,9-3 1241,-2 4 0,-37 27 0,0 0-551,44-24 551,-41 24 0,0-1 0,2 0 0,0 0 0,-4 1 0,-1 0 0,41-23 0,-16 10-6190,-2-1 6190,-2 2 0,-7 4 0,2-1 806,-11 5-806,3-1 392,-6 2-392,-3 2 6784,-1 2-6784,-3 1 0,-4 3 0,0 3 0,-2 2 0,-1 3 0,-3 3 0,-4 1 0,-6 2 0,-4 2 0,-1 1 0,-3 1 0,-1 1 0,-1 0 0,-4 1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8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2719 24575,'10'-8'0,"16"-14"0,10-10 0,8-6 0,4-3 0,2 4 0,11-5 0,6-2 0,4 1 0,-3 6 0,1 0 0,-4 4 0,-1 2 0,-7 4 0,6-2 0,5-2 0,-3 0 0,3-1 0,-10 5 0,-2 1 0,0-2 0,-7 3 0,-6 4 0,-4 0 0,-3 5 0,-5 3 0,-4 3 0,-7 2 0,-5 2 0,0 1 0,-4 0 0,2 1 0,-2 0 0,-1 1 0,0 0 0,-1 2 0,0 0 0,0 1 0,-2 0 0,-2-2 0,0 1 0,0-1 0,0 1 0,2 0 0,1 1 0,3 0 0,4 0 0,3 0 0,1 0 0,3 0 0,2 0 0,1-1 0,4-1 0,3 0 0,2 0 0,1 1 0,1 1 0,2 0 0,-1 0 0,1 0 0,-4 0 0,-4 0 0,-1 0 0,-2 0 0,0 0 0,0 0 0,-2 0 0,-2 0 0,-3 0 0,-5 0 0,-3 0 0,-3 0 0,-2 0 0,0 0 0,-1 0 0,1 0 0,-2 0 0,5 0 0,2 0 0,5 2 0,6 2 0,4 2 0,5 4 0,3 1 0,3 3 0,-3-1 0,0 1 0,2 2 0,0-1 0,5 3 0,1 1 0,0-1 0,2 2 0,-2-2 0,-3 1 0,-1-3 0,-2 0 0,-2-2 0,-5-1 0,-3-1 0,-5 0 0,-1 0 0,-2-4 0,-1 2 0,5 0 0,0 1 0,5 4 0,1 0 0,5 3 0,9 5 0,-1-2 0,5 3 0,-2-3 0,1 1 0,3 1 0,-1-3 0,-2-4 0,-2-2 0,-6-3 0,-3 0 0,-5-2 0,-5-3 0,1-2 0,0-1 0,2 1 0,0 0 0,-2 1 0,-3-3 0,-1 0 0,-1 0 0,-1 0 0,-1 0 0,-1 0 0,0-2 0,-1 0 0,-4 0 0,-3 1 0,2 1 0,0-1 0,0 1 0,0-1 0,-5 0 0,1 1 0,-2-1 0,1 1 0,-2-1 0,0 1 0,-1 0 0,1-1 0,1 1 0,0 0 0,1-1 0,-1 1 0,3-1 0,-1 1 0,1 0 0,0 1 0,-1-2 0,0 1 0,-1 0 0,0-2 0,0 0 0,-1 1 0,-1 1 0,0 0 0,-2-2 0,0-4 0,-1-8 0,-2-10 0,0-12 0,0-10 0,0-16 0,0-14 0,-6-16 0,1 37 0,-2-1 0,-2-2 0,-1-1-327,-1-3 1,0 0 326,0 0 0,0 1 0,-5-37 0,5 13 0,3 14 0,5 9 0,0-4 0,3 6 0,-1 11 0,1 10 0,0 8 653,0 7-653,0-3 0,1 0 0,3-2 0,3-3 0,1-2 0,1-3 0,-1 0 0,-1 2 0,-1-1 0,-2-11 0,-2-9 0,0-10 0,-1-5 0,-1-5 0,0-8 0,0 2 0,0 0 0,0 5 0,-2 7 0,-1 1 0,-1 13 0,-1 13 0,3 12 0,0 10 0,2 5 0,0 4 0,-1 3 0,-2 4 0,-2 1 0,-1 1 0,3 1 0,0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9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24575,'0'18'0,"0"3"0,0 7 0,0 2 0,0 8 0,0 3 0,2 8 0,0 12 0,5 11 0,5 7 0,0 5 0,1 4-575,-1 2 575,-5 5 0,2 1 0,-3 0 0,-2-11 0,-2 4 0,-2-9 0,0-8 0,0 3 0,0-19 0,0-1 0,0-4 0,0-4 0,0-3 575,0-4-575,0-6 0,0-6 0,0-3 0,0-4 0,0-5 0,2-4 0,1-2 0,1-3 0,-1-1 0,0-1 0,-3-1 0,1-3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24575,'0'-9'0,"0"6"0,0 11 0,0 16 0,0 8 0,0 11 0,4 4 0,4 4 0,4-1 0,3-4 0,5 9 0,-11-30 0,2 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57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24575,'0'-7'0,"0"1"0,0-3 0,0-1 0,0-2 0,3 1 0,7 4 0,5 3 0,9 2 0,3 2 0,-3 0 0,-2 0 0,-1 0 0,-2 3 0,2 8 0,-2 6 0,-7 8 0,-2 5 0,-4 0 0,-3 7 0,-1 0 0,-1 2 0,-3 2 0,-6-6 0,-5 1 0,-8-5 0,-5-6 0,0-1 0,1-7 0,6-5 0,2-1 0,3-3 0,2 0 0,7-2 0,12-2 0,13-2 0,13-1 0,7-1 0,-1 0 0,0 1 0,-1 1 0,-3 2 0,1 1 0,-4 1 0,-15-2 0,-5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58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9 24575,'21'-4'0,"1"2"0,7 0 0,-2 2 0,3 0 0,-4 0 0,-5 0 0,-1 0 0,-7 4 0,-5 7 0,-5 10 0,-2 7 0,-1 4 0,0 5 0,0-3 0,-3 2 0,-6 0 0,-6-7 0,-3-2 0,0-5 0,2-7 0,5-2 0,3-5 0,6-2 0,5-2 0,7-3 0,8 0 0,1-1 0,3 0 0,-5 0 0,-3 0 0,-1 0 0,-4 0 0,1 2 0,-2 5 0,-3 5 0,-3 5 0,-1 6 0,-1 2 0,-3 2 0,-7 3 0,-9-1 0,-11 4 0,-5 0 0,-13 3 0,-4-1 0,-8-3 0,4-7 0,8-10 0,0-4 0,5-3 0,-3 2 0,5-3 0,7-1 0,10-3 0,8-3 0,9 1 0,4-1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3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18952,'0'-3'0,"18"1"2586,32 0-2586,38 2 0,-27 0 0,5 0-593,5-1 1,4 0 592,10 0 0,5-1-675,-22 1 0,4-1 0,0 1 675,8 0 0,2-1 0,2 1-601,-10 1 1,2-1 0,2 1 0,-1 0 600,4-1 0,1 1 0,0 0 0,2 0-777,4 0 1,2 0-1,0 0 1,1 0 776,0 0 0,1 0 0,0 0 0,0-1 0,-2 1 0,0 0 0,-1 0 0,-2 0-233,-7 0 0,-1 0 0,-1 0 0,-2 0 233,16 0 0,-2 0 0,-3 0 69,-5 0 0,-1 0 0,-2 0-69,-6 0 0,-1 0 0,-1 0 781,29 0 0,-4 0-781,-15 0 0,-5 0 1517,-14 0 0,-4 0-1517,33 0 0,-15-1 2878,-21-1-2878,-19-1 2769,-13 1-2769,-5 1 412,-5 1 0,-6 0 1,-3 0-1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4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24575,'17'0'0,"5"0"0,25 0 0,48 0 0,-33 0 0,6 0-4916,14 0 1,3 0 4170,-2 0 0,0 0 745,1 0 0,2 0 320,7 0 0,3 0-320,-24 0 0,3 0 0,2 0 0,10 0 0,2 0 0,2 0-174,4 0 0,1 0 0,2 0 174,-22 0 0,2 0 0,-1 0 0,1 0 0,0 0 0,0 0 0,0 0 0,1 0 0,0 0 0,2 0 0,-2 0 0,-1 0 0,18 0 0,-1 0 0,-2 0-498,-6 0 0,0 0 1,-2 0 497,-6 0 0,-1 0 0,-2 0 0,-6 0 0,-1 0 0,-1 0 1540,23 0 1,-3 0-1541,-14 0 0,-5 0 0,-14 0 0,-3 0 0,33 0 0,-13 0 1765,-23-2-1765,-14-1 3409,-9-2-3409,-5-1 769,-8 1 1,-5 2 0,-5 2-1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6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37 24575,'-5'3'0,"0"1"0,3 11 0,0 0 0,2 0 0,0 1 0,0-5 0,0 2 0,0-2 0,2-2 0,3-1 0,6-2 0,4-3 0,4-1 0,-1-2 0,-2 0 0,1 0 0,-2 0 0,0 0 0,0 0 0,-4 0 0,-1-1 0,-1-4 0,-1-3 0,-1-5 0,-1-1 0,-2-1 0,-2-2 0,-2 0 0,0-1 0,0 2 0,-2 4 0,-2 2 0,-4 2 0,-1 3 0,-2 1 0,-1 1 0,1 3 0,-2-1 0,2 1 0,0 0 0,0 3 0,-1 4 0,1 6 0,1 4 0,2 2 0,2 5 0,2 0 0,2 1 0,0-2 0,2-3 0,0-9 0,0-1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6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46 24575,'-13'15'0,"4"-2"0,2 4 0,3-3 0,2-1 0,1-1 0,1-3 0,0-1 0,0 0 0,0 2 0,4-3 0,4 0 0,5-3 0,6-2 0,-1 0 0,1-2 0,0 0 0,-3 0 0,-2 0 0,-1-1 0,-2-3 0,1-2 0,-3-4 0,1-1 0,-2-2 0,-1-1 0,0-1 0,-3-2 0,-2 0 0,-2-1 0,1 1 0,-1 3 0,0 3 0,-2 2 0,-1 4 0,-2 2 0,-1 1 0,-1 2 0,-1 0 0,-1 0 0,-3 0 0,1 3 0,-3 6 0,7-5 0,1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7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24575,'-10'0'0,"-1"5"0,1 7 0,1 6 0,-1 2 0,5-2 0,0-3 0,3-1 0,2 1 0,0-1 0,0 1 0,0-2 0,0-3 0,0 0 0,0-1 0,0-2 0,1 2 0,2-3 0,5 1 0,4 0 0,1-1 0,3 0 0,-1-1 0,-2-1 0,0 0 0,-2-3 0,-2 0 0,0-1 0,0 0 0,-3 0 0,2 0 0,1-2 0,-1-2 0,-2-4 0,-1-3 0,-1-4 0,-2-2 0,0 0 0,-1 0 0,-1 4 0,0 1 0,0 3 0,0 1 0,0 4 0,0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8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9 104 24575,'0'8'0,"0"3"0,0 8 0,0-1 0,0-2 0,1-5 0,2-8 0,3-1 0,3-2 0,-1 0 0,2 0 0,0 0 0,2 0 0,0-1 0,0-3 0,-2-6 0,1-4 0,-1-2 0,0-3 0,-1 2 0,-2-1 0,-2-1 0,-3 2 0,-2 2 0,0 2 0,0 3 0,-1 2 0,-5 2 0,-2 3 0,-7 2 0,-2 1 0,-1 0 0,-1 0 0,3 1 0,1 3 0,0 4 0,2 4 0,5-4 0,3-1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9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85 24575,'-12'1'0,"2"2"0,2 4 0,3 3 0,2 1 0,2 1 0,1-1 0,0-1 0,0 1 0,0 0 0,0 0 0,0-1 0,0-1 0,1-2 0,2-3 0,3-2 0,6-2 0,2 0 0,3 0 0,0 0 0,0 0 0,2 0 0,-3 0 0,-3-1 0,-2 0 0,-1-4 0,-1-1 0,0-4 0,-1-4 0,0-1 0,-2-4 0,-2 0 0,-2-2 0,-1-1 0,-1 2 0,0 3 0,0 2 0,-1 5 0,-2 2 0,-2 4 0,-4 0 0,-1 2 0,-2 1 0,-1 1 0,1 0 0,-1 0 0,1 0 0,-1 0 0,-2 1 0,0 4 0,0 6 0,1 4 0,2 5 0,1-1 0,3-2 0,1-1 0,2 0 0,2 1 0,1-6 0,0-3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0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44 24575,'-2'-7'0,"0"3"0,-2 2 0,-2 6 0,1 4 0,1 5 0,2 2 0,1 4 0,0 2 0,1 3 0,0 3 0,0 0 0,0-3 0,0-6 0,0-4 0,1-5 0,2-2 0,1-3 0,0-1 0,0-2 0,1 1 0,0-1 0,2-1 0,0 0 0,-1-1 0,1-2 0,-1-4 0,1-1 0,0-1 0,2-1 0,0-1 0,0 0 0,0 0 0,-3 1 0,0 2 0,-1-2 0,-2 1 0,-1 0 0,-2-3 0,1 1 0,-1-2 0,0 1 0,0-1 0,0-2 0,-2 1 0,-1 3 0,-2 1 0,-2 0 0,0 1 0,0 2 0,2 3 0,1 1 0,1 0 0,-1 0 0,0 1 0,-1 0 0,-2 2 0,1 0 0,0 1 0,-3 4 0,0 4 0,0 6 0,0 2 0,1 0 0,5-7 0,-1-3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2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24575,'0'8'0,"0"2"0,0 3 0,0 1 0,0 2 0,0-2 0,1-4 0,3 1 0,3-4 0,4-3 0,3-1 0,4-3 0,1 1 0,0-1 0,1 0 0,-3 0 0,3-4 0,-1-4 0,1-6 0,0-4 0,-6 1 0,-3-3 0,-2 1 0,-2 1 0,-1 1 0,-3 5 0,0 1 0,-3 1 0,0 3 0,-4-1 0,-8 2 0,-6 2 0,-6 2 0,2 2 0,0 0 0,1 0 0,10 0 0,1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4:00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24575,'0'13'0,"0"8"0,0 15 0,0 24 0,0 12 0,0-1 0,0-6 0,0-20 0,1-8 0,2-5 0,-1-10 0,1-8 0,2-6 0,5-10 0,4-3 0,6-9 0,0-5 0,4-5 0,1-3 0,-1 3 0,-3 3 0,-7 6 0,-1-2 0,-3 3 0,-1-3 0,-3 1 0,-2 4 0,-3-1 0,-1 3 0,1 0 0,-1 2 0,0 3 0,0 5 0,0 5 0,0 10 0,0 6 0,0 9 0,0 11 0,1 6 0,4 9 0,2 0 0,4 0 0,4 0 0,0-6 0,-1-1 0,-3-9 0,-2-8 0,-5-16 0,0-6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4:00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24575,'0'8'0,"0"2"0,0 0 0,0 4 0,0 2 0,0 0 0,0 3 0,0 0 0,0 0 0,0-1 0,0-2 0,0-1 0,0 0 0,0-2 0,2 1 0,2-1 0,10 1 0,10-1 0,5-1 0,16-3 0,0-4 0,6-2 0,4-3 0,-7 0 0,1 0 0,-8 0 0,-8 0 0,-9 0 0,-5 0 0,-5 0 0,-2 0 0,-2 0 0,-3 2 0,-3 2 0,-1 4 0,-3 4 0,0 2 0,-2 3 0,-3 2 0,-6 4 0,-3 1 0,5-11 0,2-2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4:01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0 705 24575,'0'-22'0,"6"-8"0,17-30-1310,20-23 1310,-17 39 0,3-1 0,3-4 0,1 2 0,22-27 427,-7 10-427,-3 2 0,-10 19 217,-6 7-217,-8 14 0,-7 9 0,-7 7 0,-2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4826D-D00C-6943-92E8-E4D3FAA5E2F7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9769A-2FB5-E843-991C-AD5072A9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9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9769A-2FB5-E843-991C-AD5072A986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81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9769A-2FB5-E843-991C-AD5072A986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411C-804C-45D8-29F7-58F5B174A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4BA35-2216-F1AD-0B62-D564A618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8BD7B-0145-02CA-9F5F-4D9754EE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534C-83E2-2CFA-4EBF-C2E76855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8E36-1AA7-C487-2CCD-69622972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4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6ABD-E1D1-78FD-9C78-4EE84EC9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EBC98-F030-298E-21C4-C4E006F11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38BD2-6A61-89E2-7F54-2A536AC9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6205A-6A6F-2B00-B385-32C6F82B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DE2BE-ED88-5EA0-3C30-3FA1DCD1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7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3A04-B293-1CEB-03A3-4CBF21DA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BABD8-A297-6421-4693-A00C573A2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36F24-8D64-41B3-D559-13D906FB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2AC6-B78D-576B-E9C5-FC4CB0BE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C0A43-1A59-CCBB-31AC-94A7E8CE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9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A26-FA04-E1AE-C951-149D78FE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DB72D-6219-CC92-2F8C-0414B485D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4F11E-C103-6E55-36CA-29468D64C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7B6FC-FEFA-CC91-1130-879A226D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07A9F-3A95-6D41-BD76-DEC811FB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3404E-5DD3-2690-E6A9-274CED99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517E-D09E-6124-AB05-0D980C07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C1AF6-3B09-C768-B9B3-3798AE8F1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569C5-F73E-F476-02A1-4765EE1A8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F7759-6BFC-70BE-23CC-CB6161881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E86938-1A39-97EC-E7EB-F682AA822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6CFC2-9E41-5CCE-F2C1-A1E43E47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96419-5D0F-28FD-CEE3-AB26D782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5AC8E-26F9-AF9E-AE0A-83F2D4F4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8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C00B-FD00-B338-4F9B-4C48F83B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396EF-DC12-5D9C-5F78-0D3F993A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81611-6A17-C5FE-4DBF-5B7576A1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67E78-008C-BFBD-A7EA-5CC1995E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2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D2D00-60BB-C09B-6145-67642F18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85EB1-18BE-6A5F-713E-33CEC284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B60B7-C874-D58A-5F69-DA47C16D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4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7630-BDD7-C60A-1871-3508896A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02745-E004-1358-34FC-159D51CF8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87813-C564-2FBE-4295-5D039758D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1C842-5B40-0051-9C3F-E47A3FCB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D667-56B6-4737-E6F0-B52199CE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3F779-5C09-CEBB-89FB-55077F1D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2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9B25-AC1E-6D53-0BB9-7F040C42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1FFAF-2053-A3AF-0672-DD0AA82EA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10A42-A5A1-9B84-A142-FDF3FEFD5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6209C-6004-59A8-0C9A-0093F5B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5DF8A-43D1-942F-63F3-CF54C14F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88886-61F1-3A24-9077-66D37ED6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AF1C-DAF3-0E33-1378-E9C2FB5A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E82AA-1E2E-E489-2858-E84FFFBD9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84805-456C-AD91-4318-B5B33DBA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C18B8-4A7A-89E4-1146-C0190BB7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7298-863F-0726-8998-C6A1A46C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1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9472B-79A3-4B69-6252-C53A15213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04004-116A-D2C0-58AE-5B0BFE3ED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CFE2D-F8E7-4795-DB51-D40EF6ED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19E91-0528-DB0D-86B6-C8B762B0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92D7-F1FE-4880-BF42-931B9F96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6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D2345-9D38-C255-1BE8-C71639A1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3915-129A-BB1D-CD2E-B06F364F5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CF4F1-F57C-515B-F282-2C0A1737F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1EE71-694A-5C46-B134-F54154C28811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D4B13-0BBA-D2D9-FC66-7BD27B3EA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E75D2-3A70-7541-93E6-37EDE951E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image" Target="../media/image41.png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6" Type="http://schemas.openxmlformats.org/officeDocument/2006/relationships/customXml" Target="../ink/ink8.xml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image" Target="../media/image36.png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5" Type="http://schemas.openxmlformats.org/officeDocument/2006/relationships/image" Target="../media/image2.png"/><Relationship Id="rId90" Type="http://schemas.openxmlformats.org/officeDocument/2006/relationships/image" Target="../media/image44.png"/><Relationship Id="rId95" Type="http://schemas.openxmlformats.org/officeDocument/2006/relationships/customXml" Target="../ink/ink48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18" Type="http://schemas.openxmlformats.org/officeDocument/2006/relationships/image" Target="../media/image58.png"/><Relationship Id="rId80" Type="http://schemas.openxmlformats.org/officeDocument/2006/relationships/image" Target="../media/image39.png"/><Relationship Id="rId85" Type="http://schemas.openxmlformats.org/officeDocument/2006/relationships/customXml" Target="../ink/ink43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2.xml"/><Relationship Id="rId108" Type="http://schemas.openxmlformats.org/officeDocument/2006/relationships/image" Target="../media/image53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customXml" Target="../ink/ink38.xml"/><Relationship Id="rId91" Type="http://schemas.openxmlformats.org/officeDocument/2006/relationships/customXml" Target="../ink/ink46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customXml" Target="../ink/ink37.xml"/><Relationship Id="rId78" Type="http://schemas.openxmlformats.org/officeDocument/2006/relationships/image" Target="../media/image38.png"/><Relationship Id="rId81" Type="http://schemas.openxmlformats.org/officeDocument/2006/relationships/customXml" Target="../ink/ink41.xml"/><Relationship Id="rId86" Type="http://schemas.openxmlformats.org/officeDocument/2006/relationships/image" Target="../media/image42.png"/><Relationship Id="rId94" Type="http://schemas.openxmlformats.org/officeDocument/2006/relationships/image" Target="../media/image46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49.xml"/><Relationship Id="rId104" Type="http://schemas.openxmlformats.org/officeDocument/2006/relationships/image" Target="../media/image51.png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image" Target="../media/image4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customXml" Target="../ink/ink39.xml"/><Relationship Id="rId100" Type="http://schemas.openxmlformats.org/officeDocument/2006/relationships/image" Target="../media/image49.png"/><Relationship Id="rId105" Type="http://schemas.openxmlformats.org/officeDocument/2006/relationships/customXml" Target="../ink/ink5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47.xml"/><Relationship Id="rId98" Type="http://schemas.openxmlformats.org/officeDocument/2006/relationships/image" Target="../media/image48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image" Target="../media/image5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C36A-5FE7-19A9-E9F2-8AA2122F3A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C7898-68E8-D8F4-CA80-4C919F62B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7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F344BD-BD35-A418-A631-9A59376432F1}"/>
                  </a:ext>
                </a:extLst>
              </p14:cNvPr>
              <p14:cNvContentPartPr/>
              <p14:nvPr/>
            </p14:nvContentPartPr>
            <p14:xfrm>
              <a:off x="2971369" y="736410"/>
              <a:ext cx="4476240" cy="4263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F344BD-BD35-A418-A631-9A59376432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2369" y="727410"/>
                <a:ext cx="4493880" cy="428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34311D1-1A5E-1806-4A07-7601D4285F20}"/>
              </a:ext>
            </a:extLst>
          </p:cNvPr>
          <p:cNvGrpSpPr/>
          <p:nvPr/>
        </p:nvGrpSpPr>
        <p:grpSpPr>
          <a:xfrm>
            <a:off x="1132129" y="966090"/>
            <a:ext cx="1257120" cy="3784680"/>
            <a:chOff x="1132129" y="966090"/>
            <a:chExt cx="1257120" cy="37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6A20E0-554B-BC3C-BB63-5DC8218536F2}"/>
                    </a:ext>
                  </a:extLst>
                </p14:cNvPr>
                <p14:cNvContentPartPr/>
                <p14:nvPr/>
              </p14:nvContentPartPr>
              <p14:xfrm>
                <a:off x="1729369" y="1570530"/>
                <a:ext cx="191160" cy="273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6A20E0-554B-BC3C-BB63-5DC8218536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0369" y="1561890"/>
                  <a:ext cx="20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F6EEFC-9EAA-063C-336D-A6466F279944}"/>
                    </a:ext>
                  </a:extLst>
                </p14:cNvPr>
                <p14:cNvContentPartPr/>
                <p14:nvPr/>
              </p14:nvContentPartPr>
              <p14:xfrm>
                <a:off x="1749529" y="2214570"/>
                <a:ext cx="184680" cy="22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F6EEFC-9EAA-063C-336D-A6466F2799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0889" y="2205570"/>
                  <a:ext cx="202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9AC2EA-1B11-919D-1E3B-6F00F16DFC4C}"/>
                    </a:ext>
                  </a:extLst>
                </p14:cNvPr>
                <p14:cNvContentPartPr/>
                <p14:nvPr/>
              </p14:nvContentPartPr>
              <p14:xfrm>
                <a:off x="1677889" y="2697330"/>
                <a:ext cx="131040" cy="247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9AC2EA-1B11-919D-1E3B-6F00F16DFC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9249" y="2688330"/>
                  <a:ext cx="148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694FDC-3971-8E46-72E8-F87CF6729258}"/>
                    </a:ext>
                  </a:extLst>
                </p14:cNvPr>
                <p14:cNvContentPartPr/>
                <p14:nvPr/>
              </p14:nvContentPartPr>
              <p14:xfrm>
                <a:off x="1721089" y="3411210"/>
                <a:ext cx="174600" cy="229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694FDC-3971-8E46-72E8-F87CF67292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2449" y="3402210"/>
                  <a:ext cx="192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FB1F4E-2842-F87E-5DAB-4A12E2C5492B}"/>
                    </a:ext>
                  </a:extLst>
                </p14:cNvPr>
                <p14:cNvContentPartPr/>
                <p14:nvPr/>
              </p14:nvContentPartPr>
              <p14:xfrm>
                <a:off x="1691929" y="4050210"/>
                <a:ext cx="130320" cy="24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FB1F4E-2842-F87E-5DAB-4A12E2C549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2929" y="4041210"/>
                  <a:ext cx="147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E3AA8F6-D1B4-9A59-8DEB-CD9BB68A4548}"/>
                    </a:ext>
                  </a:extLst>
                </p14:cNvPr>
                <p14:cNvContentPartPr/>
                <p14:nvPr/>
              </p14:nvContentPartPr>
              <p14:xfrm>
                <a:off x="1132129" y="966090"/>
                <a:ext cx="1257120" cy="3784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E3AA8F6-D1B4-9A59-8DEB-CD9BB68A45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23489" y="957450"/>
                  <a:ext cx="1274760" cy="38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B390B14-F719-F534-080D-0AA799BDDBE0}"/>
                  </a:ext>
                </a:extLst>
              </p14:cNvPr>
              <p14:cNvContentPartPr/>
              <p14:nvPr/>
            </p14:nvContentPartPr>
            <p14:xfrm>
              <a:off x="8351929" y="2567730"/>
              <a:ext cx="267120" cy="339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B390B14-F719-F534-080D-0AA799BDDB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929" y="2559090"/>
                <a:ext cx="28476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64B4A5F-5548-6051-D417-7E7B38E97696}"/>
              </a:ext>
            </a:extLst>
          </p:cNvPr>
          <p:cNvGrpSpPr/>
          <p:nvPr/>
        </p:nvGrpSpPr>
        <p:grpSpPr>
          <a:xfrm>
            <a:off x="3187729" y="735690"/>
            <a:ext cx="4182840" cy="5044320"/>
            <a:chOff x="3187729" y="735690"/>
            <a:chExt cx="4182840" cy="504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FDD7B0-0E8F-8E55-9238-38224AFCA6A2}"/>
                    </a:ext>
                  </a:extLst>
                </p14:cNvPr>
                <p14:cNvContentPartPr/>
                <p14:nvPr/>
              </p14:nvContentPartPr>
              <p14:xfrm>
                <a:off x="4602529" y="5185290"/>
                <a:ext cx="987480" cy="594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FDD7B0-0E8F-8E55-9238-38224AFCA6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93529" y="5176290"/>
                  <a:ext cx="100512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5909ED-6F06-772B-949C-4206A52FC3B9}"/>
                    </a:ext>
                  </a:extLst>
                </p14:cNvPr>
                <p14:cNvContentPartPr/>
                <p14:nvPr/>
              </p14:nvContentPartPr>
              <p14:xfrm>
                <a:off x="3339289" y="4586970"/>
                <a:ext cx="200160" cy="235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5909ED-6F06-772B-949C-4206A52FC3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30649" y="4577970"/>
                  <a:ext cx="217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B8EB9F-558B-7B3B-D5C9-A70569FC028D}"/>
                    </a:ext>
                  </a:extLst>
                </p14:cNvPr>
                <p14:cNvContentPartPr/>
                <p14:nvPr/>
              </p14:nvContentPartPr>
              <p14:xfrm>
                <a:off x="3626569" y="4735290"/>
                <a:ext cx="360" cy="103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B8EB9F-558B-7B3B-D5C9-A70569FC02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17929" y="4726290"/>
                  <a:ext cx="1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7DE2F9-CD0F-D468-CE5A-6642508222CA}"/>
                    </a:ext>
                  </a:extLst>
                </p14:cNvPr>
                <p14:cNvContentPartPr/>
                <p14:nvPr/>
              </p14:nvContentPartPr>
              <p14:xfrm>
                <a:off x="4755169" y="4306170"/>
                <a:ext cx="171720" cy="46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7DE2F9-CD0F-D468-CE5A-6642508222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6529" y="4297170"/>
                  <a:ext cx="1893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D3E022-86AC-9C1E-DD65-4549CE788AB7}"/>
                    </a:ext>
                  </a:extLst>
                </p14:cNvPr>
                <p14:cNvContentPartPr/>
                <p14:nvPr/>
              </p14:nvContentPartPr>
              <p14:xfrm>
                <a:off x="5045689" y="4676970"/>
                <a:ext cx="282240" cy="132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D3E022-86AC-9C1E-DD65-4549CE788A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37049" y="4667970"/>
                  <a:ext cx="299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0ACCAA-FA3F-22E5-D1CE-7DCF921F9716}"/>
                    </a:ext>
                  </a:extLst>
                </p14:cNvPr>
                <p14:cNvContentPartPr/>
                <p14:nvPr/>
              </p14:nvContentPartPr>
              <p14:xfrm>
                <a:off x="6247009" y="4362690"/>
                <a:ext cx="209520" cy="359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0ACCAA-FA3F-22E5-D1CE-7DCF921F97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38369" y="4354050"/>
                  <a:ext cx="2271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6ACD1F-CCB2-B3EB-D19E-DC35DE08653C}"/>
                    </a:ext>
                  </a:extLst>
                </p14:cNvPr>
                <p14:cNvContentPartPr/>
                <p14:nvPr/>
              </p14:nvContentPartPr>
              <p14:xfrm>
                <a:off x="6607369" y="4723050"/>
                <a:ext cx="108000" cy="189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6ACD1F-CCB2-B3EB-D19E-DC35DE0865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98729" y="4714050"/>
                  <a:ext cx="125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66035B-ED71-6ACF-50C4-D2D0208D769F}"/>
                    </a:ext>
                  </a:extLst>
                </p14:cNvPr>
                <p14:cNvContentPartPr/>
                <p14:nvPr/>
              </p14:nvContentPartPr>
              <p14:xfrm>
                <a:off x="3365209" y="1470810"/>
                <a:ext cx="150480" cy="230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66035B-ED71-6ACF-50C4-D2D0208D76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56209" y="1461810"/>
                  <a:ext cx="168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425774-46D1-F606-FD4F-E323D06D9711}"/>
                    </a:ext>
                  </a:extLst>
                </p14:cNvPr>
                <p14:cNvContentPartPr/>
                <p14:nvPr/>
              </p14:nvContentPartPr>
              <p14:xfrm>
                <a:off x="3349729" y="2043570"/>
                <a:ext cx="188640" cy="242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425774-46D1-F606-FD4F-E323D06D97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41089" y="2034930"/>
                  <a:ext cx="206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BEDED9-5648-3C72-22F9-5070C25ADAF6}"/>
                    </a:ext>
                  </a:extLst>
                </p14:cNvPr>
                <p14:cNvContentPartPr/>
                <p14:nvPr/>
              </p14:nvContentPartPr>
              <p14:xfrm>
                <a:off x="3369889" y="2536050"/>
                <a:ext cx="150120" cy="234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BEDED9-5648-3C72-22F9-5070C25ADA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61249" y="2527410"/>
                  <a:ext cx="167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9B32F8-845E-C2FF-78AE-FC1872CDD4E4}"/>
                    </a:ext>
                  </a:extLst>
                </p14:cNvPr>
                <p14:cNvContentPartPr/>
                <p14:nvPr/>
              </p14:nvContentPartPr>
              <p14:xfrm>
                <a:off x="3368089" y="3087210"/>
                <a:ext cx="152280" cy="218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9B32F8-845E-C2FF-78AE-FC1872CDD4E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9089" y="3078210"/>
                  <a:ext cx="169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8F3A61-4F1C-49DA-F716-EDD43AB0A05F}"/>
                    </a:ext>
                  </a:extLst>
                </p14:cNvPr>
                <p14:cNvContentPartPr/>
                <p14:nvPr/>
              </p14:nvContentPartPr>
              <p14:xfrm>
                <a:off x="3370969" y="3606690"/>
                <a:ext cx="132120" cy="244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8F3A61-4F1C-49DA-F716-EDD43AB0A0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62329" y="3598050"/>
                  <a:ext cx="149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01361A-B713-9739-4ABC-CDDD8BD8956D}"/>
                    </a:ext>
                  </a:extLst>
                </p14:cNvPr>
                <p14:cNvContentPartPr/>
                <p14:nvPr/>
              </p14:nvContentPartPr>
              <p14:xfrm>
                <a:off x="3371689" y="4096650"/>
                <a:ext cx="123840" cy="163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01361A-B713-9739-4ABC-CDDD8BD895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62689" y="4087650"/>
                  <a:ext cx="141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77786D-7505-D6C3-16AF-0572F275F5D4}"/>
                    </a:ext>
                  </a:extLst>
                </p14:cNvPr>
                <p14:cNvContentPartPr/>
                <p14:nvPr/>
              </p14:nvContentPartPr>
              <p14:xfrm>
                <a:off x="4546729" y="1895250"/>
                <a:ext cx="102960" cy="172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77786D-7505-D6C3-16AF-0572F275F5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38089" y="1886610"/>
                  <a:ext cx="120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BF30E7-6520-70BF-4A43-DC11CD1FDC8E}"/>
                    </a:ext>
                  </a:extLst>
                </p14:cNvPr>
                <p14:cNvContentPartPr/>
                <p14:nvPr/>
              </p14:nvContentPartPr>
              <p14:xfrm>
                <a:off x="4570849" y="2414010"/>
                <a:ext cx="109440" cy="192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BF30E7-6520-70BF-4A43-DC11CD1FDC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61849" y="2405370"/>
                  <a:ext cx="127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751EB35-8973-76CF-6B22-4BC53E36ABAA}"/>
                    </a:ext>
                  </a:extLst>
                </p14:cNvPr>
                <p14:cNvContentPartPr/>
                <p14:nvPr/>
              </p14:nvContentPartPr>
              <p14:xfrm>
                <a:off x="4610809" y="2965890"/>
                <a:ext cx="55800" cy="21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751EB35-8973-76CF-6B22-4BC53E36AB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02169" y="2957250"/>
                  <a:ext cx="73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F551D0-201B-52B9-01CD-DF42B849DC9E}"/>
                    </a:ext>
                  </a:extLst>
                </p14:cNvPr>
                <p14:cNvContentPartPr/>
                <p14:nvPr/>
              </p14:nvContentPartPr>
              <p14:xfrm>
                <a:off x="4571929" y="2913690"/>
                <a:ext cx="195840" cy="264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F551D0-201B-52B9-01CD-DF42B849DC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63289" y="2904690"/>
                  <a:ext cx="213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2BD604-57D2-8286-821A-6D37F6D178AD}"/>
                    </a:ext>
                  </a:extLst>
                </p14:cNvPr>
                <p14:cNvContentPartPr/>
                <p14:nvPr/>
              </p14:nvContentPartPr>
              <p14:xfrm>
                <a:off x="4716649" y="3570690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2BD604-57D2-8286-821A-6D37F6D178A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07649" y="3561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B685E2-05AB-662B-684C-3099608B1D6F}"/>
                    </a:ext>
                  </a:extLst>
                </p14:cNvPr>
                <p14:cNvContentPartPr/>
                <p14:nvPr/>
              </p14:nvContentPartPr>
              <p14:xfrm>
                <a:off x="4574089" y="3608490"/>
                <a:ext cx="165240" cy="22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B685E2-05AB-662B-684C-3099608B1D6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65449" y="3599490"/>
                  <a:ext cx="182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0D9A19-B12C-A99E-BDEA-A09A7A6B8AA7}"/>
                    </a:ext>
                  </a:extLst>
                </p14:cNvPr>
                <p14:cNvContentPartPr/>
                <p14:nvPr/>
              </p14:nvContentPartPr>
              <p14:xfrm>
                <a:off x="6256729" y="3212130"/>
                <a:ext cx="103680" cy="147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0D9A19-B12C-A99E-BDEA-A09A7A6B8A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48089" y="3203490"/>
                  <a:ext cx="121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FEB311-A25C-2F55-A67A-29DC4A87291C}"/>
                    </a:ext>
                  </a:extLst>
                </p14:cNvPr>
                <p14:cNvContentPartPr/>
                <p14:nvPr/>
              </p14:nvContentPartPr>
              <p14:xfrm>
                <a:off x="6240889" y="2677530"/>
                <a:ext cx="120960" cy="216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FEB311-A25C-2F55-A67A-29DC4A87291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31889" y="2668890"/>
                  <a:ext cx="138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A8DC92-2D4C-C9C5-1227-73F550E66049}"/>
                    </a:ext>
                  </a:extLst>
                </p14:cNvPr>
                <p14:cNvContentPartPr/>
                <p14:nvPr/>
              </p14:nvContentPartPr>
              <p14:xfrm>
                <a:off x="6142609" y="2120970"/>
                <a:ext cx="142560" cy="151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A8DC92-2D4C-C9C5-1227-73F550E660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33969" y="2112330"/>
                  <a:ext cx="160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44B256-08FF-9353-38C2-9B8E495E3C49}"/>
                    </a:ext>
                  </a:extLst>
                </p14:cNvPr>
                <p14:cNvContentPartPr/>
                <p14:nvPr/>
              </p14:nvContentPartPr>
              <p14:xfrm>
                <a:off x="3187729" y="735690"/>
                <a:ext cx="4182840" cy="4260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44B256-08FF-9353-38C2-9B8E495E3C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79089" y="727050"/>
                  <a:ext cx="4200480" cy="427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B3FC5D4-B773-25BC-5292-E57522197D36}"/>
                  </a:ext>
                </a:extLst>
              </p14:cNvPr>
              <p14:cNvContentPartPr/>
              <p14:nvPr/>
            </p14:nvContentPartPr>
            <p14:xfrm>
              <a:off x="1586089" y="179490"/>
              <a:ext cx="663480" cy="538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B3FC5D4-B773-25BC-5292-E57522197D3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77449" y="170850"/>
                <a:ext cx="68112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0AC6AEC-6290-8904-5062-580184D8CECC}"/>
                  </a:ext>
                </a:extLst>
              </p14:cNvPr>
              <p14:cNvContentPartPr/>
              <p14:nvPr/>
            </p14:nvContentPartPr>
            <p14:xfrm>
              <a:off x="8103889" y="1622370"/>
              <a:ext cx="924480" cy="5317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0AC6AEC-6290-8904-5062-580184D8CEC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94889" y="1613730"/>
                <a:ext cx="942120" cy="54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7F742F7-3FCD-2656-FF90-0D148682CB13}"/>
                  </a:ext>
                </a:extLst>
              </p14:cNvPr>
              <p14:cNvContentPartPr/>
              <p14:nvPr/>
            </p14:nvContentPartPr>
            <p14:xfrm>
              <a:off x="5537449" y="194250"/>
              <a:ext cx="217440" cy="3571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7F742F7-3FCD-2656-FF90-0D148682CB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28449" y="185610"/>
                <a:ext cx="2350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489605-C5C3-69B5-7A34-02C2995E8497}"/>
                  </a:ext>
                </a:extLst>
              </p14:cNvPr>
              <p14:cNvContentPartPr/>
              <p14:nvPr/>
            </p14:nvContentPartPr>
            <p14:xfrm>
              <a:off x="6054769" y="652170"/>
              <a:ext cx="36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489605-C5C3-69B5-7A34-02C2995E849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46129" y="643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58EE27D-30CA-F747-7B9C-9DEE97A20DB0}"/>
                  </a:ext>
                </a:extLst>
              </p14:cNvPr>
              <p14:cNvContentPartPr/>
              <p14:nvPr/>
            </p14:nvContentPartPr>
            <p14:xfrm>
              <a:off x="10283689" y="814890"/>
              <a:ext cx="849960" cy="3690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58EE27D-30CA-F747-7B9C-9DEE97A20DB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274689" y="806250"/>
                <a:ext cx="8676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0B40139-A254-A884-530F-363C60B03845}"/>
                  </a:ext>
                </a:extLst>
              </p14:cNvPr>
              <p14:cNvContentPartPr/>
              <p14:nvPr/>
            </p14:nvContentPartPr>
            <p14:xfrm>
              <a:off x="10406449" y="1484130"/>
              <a:ext cx="739800" cy="46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0B40139-A254-A884-530F-363C60B0384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397449" y="1475490"/>
                <a:ext cx="7574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DADE2F7-ED5E-0507-89D9-DE39A33FE397}"/>
                  </a:ext>
                </a:extLst>
              </p14:cNvPr>
              <p14:cNvContentPartPr/>
              <p14:nvPr/>
            </p14:nvContentPartPr>
            <p14:xfrm>
              <a:off x="10204489" y="1947810"/>
              <a:ext cx="1024200" cy="5961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DADE2F7-ED5E-0507-89D9-DE39A33FE39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195849" y="1939170"/>
                <a:ext cx="104184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F8507B1-610B-C17E-0FB3-068D2CA4EB8B}"/>
                  </a:ext>
                </a:extLst>
              </p14:cNvPr>
              <p14:cNvContentPartPr/>
              <p14:nvPr/>
            </p14:nvContentPartPr>
            <p14:xfrm>
              <a:off x="10401049" y="2845290"/>
              <a:ext cx="1182600" cy="4309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F8507B1-610B-C17E-0FB3-068D2CA4EB8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392049" y="2836650"/>
                <a:ext cx="1200240" cy="44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1DA1FDE-BF9A-FCD2-235B-B76F212FAC84}"/>
              </a:ext>
            </a:extLst>
          </p:cNvPr>
          <p:cNvGrpSpPr/>
          <p:nvPr/>
        </p:nvGrpSpPr>
        <p:grpSpPr>
          <a:xfrm>
            <a:off x="9529489" y="3812970"/>
            <a:ext cx="1867320" cy="1149840"/>
            <a:chOff x="9529489" y="3812970"/>
            <a:chExt cx="1867320" cy="11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9C100E-6332-EE44-716E-0EAECBBB6907}"/>
                    </a:ext>
                  </a:extLst>
                </p14:cNvPr>
                <p14:cNvContentPartPr/>
                <p14:nvPr/>
              </p14:nvContentPartPr>
              <p14:xfrm>
                <a:off x="9529489" y="3812970"/>
                <a:ext cx="1867320" cy="655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9C100E-6332-EE44-716E-0EAECBBB690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20849" y="3803970"/>
                  <a:ext cx="188496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FEF544-4865-C337-3D78-44242F5E529C}"/>
                    </a:ext>
                  </a:extLst>
                </p14:cNvPr>
                <p14:cNvContentPartPr/>
                <p14:nvPr/>
              </p14:nvContentPartPr>
              <p14:xfrm>
                <a:off x="9736489" y="4431810"/>
                <a:ext cx="1459800" cy="53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FEF544-4865-C337-3D78-44242F5E529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27489" y="4422810"/>
                  <a:ext cx="1477440" cy="54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6E802DE-AECB-8D69-60C5-AAE8DDAD1085}"/>
                  </a:ext>
                </a:extLst>
              </p14:cNvPr>
              <p14:cNvContentPartPr/>
              <p14:nvPr/>
            </p14:nvContentPartPr>
            <p14:xfrm>
              <a:off x="6599809" y="5396250"/>
              <a:ext cx="1629360" cy="5184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6E802DE-AECB-8D69-60C5-AAE8DDAD108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590809" y="5387250"/>
                <a:ext cx="1647000" cy="53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368B2A1F-9325-BAE2-0E59-1FC92BED613D}"/>
              </a:ext>
            </a:extLst>
          </p:cNvPr>
          <p:cNvGrpSpPr/>
          <p:nvPr/>
        </p:nvGrpSpPr>
        <p:grpSpPr>
          <a:xfrm>
            <a:off x="6542209" y="5436570"/>
            <a:ext cx="1720080" cy="979200"/>
            <a:chOff x="6542209" y="5436570"/>
            <a:chExt cx="1720080" cy="9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DD277E-A494-6F6D-2B1C-4E81AAD62F9E}"/>
                    </a:ext>
                  </a:extLst>
                </p14:cNvPr>
                <p14:cNvContentPartPr/>
                <p14:nvPr/>
              </p14:nvContentPartPr>
              <p14:xfrm>
                <a:off x="6699529" y="5436570"/>
                <a:ext cx="1562760" cy="979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DD277E-A494-6F6D-2B1C-4E81AAD62F9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90889" y="5427570"/>
                  <a:ext cx="1580400" cy="9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736596B-0D2A-D2C3-47AD-ED95D8CA6F01}"/>
                    </a:ext>
                  </a:extLst>
                </p14:cNvPr>
                <p14:cNvContentPartPr/>
                <p14:nvPr/>
              </p14:nvContentPartPr>
              <p14:xfrm>
                <a:off x="6542209" y="5691090"/>
                <a:ext cx="38160" cy="666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736596B-0D2A-D2C3-47AD-ED95D8CA6F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33569" y="5682450"/>
                  <a:ext cx="55800" cy="68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3B15728-0D95-9934-2963-21467CE99477}"/>
                  </a:ext>
                </a:extLst>
              </p14:cNvPr>
              <p14:cNvContentPartPr/>
              <p14:nvPr/>
            </p14:nvContentPartPr>
            <p14:xfrm>
              <a:off x="9654049" y="1048170"/>
              <a:ext cx="28800" cy="1483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3B15728-0D95-9934-2963-21467CE9947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645049" y="1039170"/>
                <a:ext cx="464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8EF1864-0869-11A9-3BFB-0D798C542B52}"/>
                  </a:ext>
                </a:extLst>
              </p14:cNvPr>
              <p14:cNvContentPartPr/>
              <p14:nvPr/>
            </p14:nvContentPartPr>
            <p14:xfrm>
              <a:off x="9737929" y="2074530"/>
              <a:ext cx="144000" cy="185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8EF1864-0869-11A9-3BFB-0D798C542B5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728929" y="2065530"/>
                <a:ext cx="1616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BD50121-086C-E128-6839-3BBB5EBBEF32}"/>
                  </a:ext>
                </a:extLst>
              </p14:cNvPr>
              <p14:cNvContentPartPr/>
              <p14:nvPr/>
            </p14:nvContentPartPr>
            <p14:xfrm>
              <a:off x="9601849" y="3574650"/>
              <a:ext cx="225000" cy="2854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BD50121-086C-E128-6839-3BBB5EBBEF3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593209" y="3566010"/>
                <a:ext cx="242640" cy="30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787313EF-3801-36C7-D937-D0C93B8635A5}"/>
              </a:ext>
            </a:extLst>
          </p:cNvPr>
          <p:cNvGrpSpPr/>
          <p:nvPr/>
        </p:nvGrpSpPr>
        <p:grpSpPr>
          <a:xfrm>
            <a:off x="9611929" y="5325690"/>
            <a:ext cx="1941480" cy="664560"/>
            <a:chOff x="9611929" y="5325690"/>
            <a:chExt cx="1941480" cy="66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406C0F-C34C-B452-FF76-8F92BAAD5741}"/>
                    </a:ext>
                  </a:extLst>
                </p14:cNvPr>
                <p14:cNvContentPartPr/>
                <p14:nvPr/>
              </p14:nvContentPartPr>
              <p14:xfrm>
                <a:off x="9890929" y="5330730"/>
                <a:ext cx="1661400" cy="12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406C0F-C34C-B452-FF76-8F92BAAD57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81929" y="5322090"/>
                  <a:ext cx="1679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0C2FFF-33C0-6FA8-0872-CD6CB8D97A44}"/>
                    </a:ext>
                  </a:extLst>
                </p14:cNvPr>
                <p14:cNvContentPartPr/>
                <p14:nvPr/>
              </p14:nvContentPartPr>
              <p14:xfrm>
                <a:off x="9952489" y="5980890"/>
                <a:ext cx="1600920" cy="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0C2FFF-33C0-6FA8-0872-CD6CB8D97A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43489" y="5972250"/>
                  <a:ext cx="1618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1DCBCB1-A151-29C2-1229-8AFB6A6543B3}"/>
                    </a:ext>
                  </a:extLst>
                </p14:cNvPr>
                <p14:cNvContentPartPr/>
                <p14:nvPr/>
              </p14:nvContentPartPr>
              <p14:xfrm>
                <a:off x="10137169" y="5377170"/>
                <a:ext cx="74160" cy="7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1DCBCB1-A151-29C2-1229-8AFB6A6543B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28169" y="5368530"/>
                  <a:ext cx="91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205B6C-D9A0-8A31-449D-4399F65F1A18}"/>
                    </a:ext>
                  </a:extLst>
                </p14:cNvPr>
                <p14:cNvContentPartPr/>
                <p14:nvPr/>
              </p14:nvContentPartPr>
              <p14:xfrm>
                <a:off x="10140769" y="5538090"/>
                <a:ext cx="77400" cy="67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205B6C-D9A0-8A31-449D-4399F65F1A1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32129" y="5529090"/>
                  <a:ext cx="95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08AFE7-DD15-E305-F1EF-74053F442429}"/>
                    </a:ext>
                  </a:extLst>
                </p14:cNvPr>
                <p14:cNvContentPartPr/>
                <p14:nvPr/>
              </p14:nvContentPartPr>
              <p14:xfrm>
                <a:off x="10189009" y="5727810"/>
                <a:ext cx="66240" cy="90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08AFE7-DD15-E305-F1EF-74053F44242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80369" y="5719170"/>
                  <a:ext cx="83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A7427B-1B91-97B2-F541-6DA69964ACB4}"/>
                    </a:ext>
                  </a:extLst>
                </p14:cNvPr>
                <p14:cNvContentPartPr/>
                <p14:nvPr/>
              </p14:nvContentPartPr>
              <p14:xfrm>
                <a:off x="10240489" y="5916090"/>
                <a:ext cx="56520" cy="69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A7427B-1B91-97B2-F541-6DA69964ACB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31489" y="5907450"/>
                  <a:ext cx="74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A03F66-98BA-F784-60D8-2920B1064122}"/>
                    </a:ext>
                  </a:extLst>
                </p14:cNvPr>
                <p14:cNvContentPartPr/>
                <p14:nvPr/>
              </p14:nvContentPartPr>
              <p14:xfrm>
                <a:off x="10705969" y="5325690"/>
                <a:ext cx="76680" cy="77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A03F66-98BA-F784-60D8-2920B10641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97329" y="5317050"/>
                  <a:ext cx="94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1DF9842-A705-BD64-5ABD-AB8F983A2CB3}"/>
                    </a:ext>
                  </a:extLst>
                </p14:cNvPr>
                <p14:cNvContentPartPr/>
                <p14:nvPr/>
              </p14:nvContentPartPr>
              <p14:xfrm>
                <a:off x="10733329" y="5521170"/>
                <a:ext cx="47880" cy="97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1DF9842-A705-BD64-5ABD-AB8F983A2C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724689" y="5512530"/>
                  <a:ext cx="65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43DA7C-529D-5265-6860-02BB563603F3}"/>
                    </a:ext>
                  </a:extLst>
                </p14:cNvPr>
                <p14:cNvContentPartPr/>
                <p14:nvPr/>
              </p14:nvContentPartPr>
              <p14:xfrm>
                <a:off x="10752769" y="5756250"/>
                <a:ext cx="94680" cy="70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43DA7C-529D-5265-6860-02BB563603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43769" y="5747610"/>
                  <a:ext cx="112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0FCDADA-CAF6-500A-FFDD-46F4775E5815}"/>
                    </a:ext>
                  </a:extLst>
                </p14:cNvPr>
                <p14:cNvContentPartPr/>
                <p14:nvPr/>
              </p14:nvContentPartPr>
              <p14:xfrm>
                <a:off x="9611929" y="5371770"/>
                <a:ext cx="117720" cy="289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0FCDADA-CAF6-500A-FFDD-46F4775E581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02929" y="5363130"/>
                  <a:ext cx="13536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3A48F9-B19B-B875-7EAF-F0CE50C1AEC6}"/>
              </a:ext>
            </a:extLst>
          </p:cNvPr>
          <p:cNvGrpSpPr/>
          <p:nvPr/>
        </p:nvGrpSpPr>
        <p:grpSpPr>
          <a:xfrm>
            <a:off x="7760809" y="4821330"/>
            <a:ext cx="251640" cy="524520"/>
            <a:chOff x="7760809" y="4821330"/>
            <a:chExt cx="251640" cy="52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73B32A-59A7-BFB3-6FB4-9A894BD9A002}"/>
                    </a:ext>
                  </a:extLst>
                </p14:cNvPr>
                <p14:cNvContentPartPr/>
                <p14:nvPr/>
              </p14:nvContentPartPr>
              <p14:xfrm>
                <a:off x="7760809" y="5188170"/>
                <a:ext cx="192240" cy="157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73B32A-59A7-BFB3-6FB4-9A894BD9A00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51809" y="5179170"/>
                  <a:ext cx="209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5479359-6FB4-7E42-5BE6-BE168B3C1353}"/>
                    </a:ext>
                  </a:extLst>
                </p14:cNvPr>
                <p14:cNvContentPartPr/>
                <p14:nvPr/>
              </p14:nvContentPartPr>
              <p14:xfrm>
                <a:off x="7849729" y="4821330"/>
                <a:ext cx="162720" cy="253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5479359-6FB4-7E42-5BE6-BE168B3C135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40729" y="4812330"/>
                  <a:ext cx="180360" cy="27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642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34CA-A404-FCC7-57B6-98D53A72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Funnel (Decreasing)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37AE7-B590-307B-E116-51B63E65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Wide -&gt; Narrow -&gt; Narrow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Feature Extraction Focus</a:t>
            </a:r>
            <a:r>
              <a:rPr lang="en-IN" dirty="0"/>
              <a:t>: Sometimes used when you want the network to rapidly reduce dimensionality and </a:t>
            </a:r>
            <a:r>
              <a:rPr lang="en-IN" dirty="0" err="1"/>
              <a:t>distill</a:t>
            </a:r>
            <a:r>
              <a:rPr lang="en-IN" dirty="0"/>
              <a:t> high-level features. Each subsequent layer’s smaller dimensionality encourages the network to compress the information.</a:t>
            </a:r>
          </a:p>
          <a:p>
            <a:pPr lvl="1"/>
            <a:r>
              <a:rPr lang="en-IN" b="1" dirty="0"/>
              <a:t>Dimensionality Reduction</a:t>
            </a:r>
            <a:r>
              <a:rPr lang="en-IN" dirty="0"/>
              <a:t>: If the input layer is very large (for instance, when dealing with very high-dimensional data), a funnel shape ensures that the model learns a compact representation quickly.</a:t>
            </a:r>
          </a:p>
          <a:p>
            <a:pPr lvl="1"/>
            <a:r>
              <a:rPr lang="en-IN" b="1" dirty="0"/>
              <a:t>Efficiency</a:t>
            </a:r>
            <a:r>
              <a:rPr lang="en-IN" dirty="0"/>
              <a:t>: Fewer neurons in deeper layers can reduce computational cost and potential overfitting once enough features have been extracted.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If the network becomes too narrow too quickly, it may lose important information early on, hurting overall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2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1465-2720-8EE9-BCF6-F986CDBF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Pyramid (Increasing)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6189A-ACDF-6563-4E6E-E28235A05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Narrow – wide – even wider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Progressive Complexity</a:t>
            </a:r>
            <a:r>
              <a:rPr lang="en-IN" dirty="0"/>
              <a:t>: If your model needs to build more complex, higher-level abstractions at deeper layers, you can expand the representational capacity as the data moves through the network.</a:t>
            </a:r>
          </a:p>
          <a:p>
            <a:pPr lvl="1"/>
            <a:r>
              <a:rPr lang="en-IN" b="1" dirty="0"/>
              <a:t>Data Constraints</a:t>
            </a:r>
            <a:r>
              <a:rPr lang="en-IN" dirty="0"/>
              <a:t>: Sometimes used when the input features aren’t very high-dimensional, but you suspect that deeper layers need larger capacity to capture complex relationships.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Can be more prone to overfitting if the deeper layers become very wide without sufficient regularization or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3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C8F5-9A34-F525-8615-97CB2486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Hourglass (Sandglass)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1EBBE-D07A-83C1-B9C1-722EB069E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Wide – Narrow - Wide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Bottleneck in the middle</a:t>
            </a:r>
            <a:r>
              <a:rPr lang="en-IN" dirty="0"/>
              <a:t>: This architecture enforces a “bottleneck” (a layer with fewer neurons in the middle) that forces the network to learn compressed representations and then “decompress” them again for the output.</a:t>
            </a:r>
          </a:p>
          <a:p>
            <a:pPr lvl="1"/>
            <a:r>
              <a:rPr lang="en-IN" b="1" dirty="0"/>
              <a:t>Autoencoder &amp; U-Net Inspiration</a:t>
            </a:r>
            <a:r>
              <a:rPr lang="en-IN" dirty="0"/>
              <a:t>: Often seen in autoencoder-like structures where the network encodes data down to a bottleneck (latent space) and then decodes it back. Variants of this structure are popular in segmentation networks (e.g., U-Net), which also have skip connections.</a:t>
            </a:r>
          </a:p>
          <a:p>
            <a:pPr lvl="1"/>
            <a:r>
              <a:rPr lang="en-IN" b="1" dirty="0"/>
              <a:t>Feature Extraction + Reconstruction</a:t>
            </a:r>
            <a:r>
              <a:rPr lang="en-IN" dirty="0"/>
              <a:t>: If your task benefits from a compressed representation but still needs a high-capacity output layer (for large dimensional outputs), the hourglass shape can be a good fit.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Balancing the “compress” and “expand” phases can be tricky. If the bottleneck is too small, you might overly restrict the flow of information; if it’s too large, you lose the benefit of enforced compression.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09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E7FD-E471-11DC-9692-AE78C3A3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Diamond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A646-BC70-C9DE-84A5-AC4E4CE7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Narrow – Wide – Narrow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Mid-network complexity</a:t>
            </a:r>
            <a:r>
              <a:rPr lang="en-IN" dirty="0"/>
              <a:t>: Sometimes you want to keep initial complexity lower (fewer neurons early on) to capture basic patterns, then allow mid-layers to explore more complex interactions, and finally </a:t>
            </a:r>
            <a:r>
              <a:rPr lang="en-IN" dirty="0" err="1"/>
              <a:t>distill</a:t>
            </a:r>
            <a:r>
              <a:rPr lang="en-IN" dirty="0"/>
              <a:t> them back down to a smaller dimensionality.</a:t>
            </a:r>
          </a:p>
          <a:p>
            <a:pPr lvl="1"/>
            <a:r>
              <a:rPr lang="en-IN" b="1" dirty="0"/>
              <a:t>Alternative to Hourglass</a:t>
            </a:r>
            <a:r>
              <a:rPr lang="en-IN" dirty="0"/>
              <a:t>: Similar in concept to an hourglass, but with the “peak width” in the middle instead of having wide input and output layers.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If you need to capture a lot of variability early on (high-dimensional input), a narrow first layer might throw away information prematurely.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89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9B7D-BFE4-138F-0081-D106BCCE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Tips for Choosing the Number of Layers and Neurons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667D6-0C95-440E-0908-85F2A733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Start Simple</a:t>
            </a:r>
            <a:r>
              <a:rPr lang="en-IN" dirty="0"/>
              <a:t>: Begin with a smaller architecture (e.g., 1–2 hidden layers) and scale up if you find underfitting or insufficient </a:t>
            </a:r>
            <a:r>
              <a:rPr lang="en-IN" dirty="0" err="1"/>
              <a:t>capacity.</a:t>
            </a:r>
            <a:r>
              <a:rPr lang="en-IN" b="1" dirty="0" err="1"/>
              <a:t>Consider</a:t>
            </a:r>
            <a:r>
              <a:rPr lang="en-IN" b="1" dirty="0"/>
              <a:t> the Data Size &amp; </a:t>
            </a:r>
            <a:r>
              <a:rPr lang="en-IN" b="1" dirty="0" err="1"/>
              <a:t>Dimensionality</a:t>
            </a:r>
            <a:r>
              <a:rPr lang="en-IN" dirty="0" err="1"/>
              <a:t>:High-dimensional</a:t>
            </a:r>
            <a:r>
              <a:rPr lang="en-IN" dirty="0"/>
              <a:t> data might need a funnel-like approach to reduce dimensions 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Lower-dimensional data may benefit from expansions to capture interactions among features.</a:t>
            </a:r>
          </a:p>
          <a:p>
            <a:r>
              <a:rPr lang="en-IN" b="1" dirty="0"/>
              <a:t>Use Domain Knowledge</a:t>
            </a:r>
            <a:r>
              <a:rPr lang="en-IN" dirty="0"/>
              <a:t>: If you know certain layers need to capture complex patterns or if certain transformations (like “compress then expand”) are beneficial, shape your architecture accordingly.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92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5E37-4F72-D833-0D26-67EE2F03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Tips for Choosing the Number of Layers and Neurons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EC8C-834F-6EA5-D354-8EE0590D1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Regularization</a:t>
            </a:r>
            <a:r>
              <a:rPr lang="en-IN" dirty="0"/>
              <a:t>: Wider and deeper networks have more parameters and can overfit. Techniques like dropout, weight decay, or batch normalization can help mitigate this.</a:t>
            </a:r>
          </a:p>
          <a:p>
            <a:r>
              <a:rPr lang="en-IN" b="1" dirty="0"/>
              <a:t>Experiment &amp; Validate</a:t>
            </a:r>
            <a:r>
              <a:rPr lang="en-IN" dirty="0"/>
              <a:t>: The final word typically comes from running experiments. Hyperparameter tuning (e.g., with grid search or Bayesian optimization) can systematically explore different shapes and layer sizes.</a:t>
            </a:r>
          </a:p>
          <a:p>
            <a:r>
              <a:rPr lang="en-IN" b="1" dirty="0"/>
              <a:t>Consider Modern Alternatives</a:t>
            </a:r>
            <a:r>
              <a:rPr lang="en-IN" dirty="0"/>
              <a:t>: In many tasks, especially in areas like vision and NLP, architectures like CNNs, RNNs, or Transformers might do better than just a fully connected multi-layer network. They have their own “shapes” (e.g., the shape in a Transformer is more about attention heads and feed-forward widths, but the concept of capacity vs. compression is still relevant).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87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7BE221-F0DC-9BC0-3116-50A0C0605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297384"/>
              </p:ext>
            </p:extLst>
          </p:nvPr>
        </p:nvGraphicFramePr>
        <p:xfrm>
          <a:off x="1045029" y="339655"/>
          <a:ext cx="1030778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56">
                  <a:extLst>
                    <a:ext uri="{9D8B030D-6E8A-4147-A177-3AD203B41FA5}">
                      <a16:colId xmlns:a16="http://schemas.microsoft.com/office/drawing/2014/main" val="131931554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4167845498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70514228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660527274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3345165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Funnel (Decreasing)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Starts </a:t>
                      </a:r>
                      <a:r>
                        <a:rPr lang="en-IN" b="1" dirty="0"/>
                        <a:t>wide</a:t>
                      </a:r>
                      <a:r>
                        <a:rPr lang="en-IN" dirty="0"/>
                        <a:t> and gradually narrows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Fraud Detection in Banking</a:t>
                      </a:r>
                      <a:r>
                        <a:rPr lang="en-IN"/>
                        <a:t>: Identifies high-dimensional features from transactions and reduces them to key risk factors.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Efficiently extracts key features </a:t>
                      </a:r>
                      <a:br>
                        <a:rPr lang="en-IN"/>
                      </a:br>
                      <a:r>
                        <a:rPr lang="en-IN"/>
                        <a:t>- Reduces dimensionality for complex data </a:t>
                      </a:r>
                      <a:br>
                        <a:rPr lang="en-IN"/>
                      </a:br>
                      <a:r>
                        <a:rPr lang="en-IN"/>
                        <a:t>- Helps avoid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May lose crucial information if narrowed too quickly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3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Pyramid (Increasing)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</a:t>
                      </a:r>
                      <a:r>
                        <a:rPr lang="en-IN" b="1"/>
                        <a:t>narrow</a:t>
                      </a:r>
                      <a:r>
                        <a:rPr lang="en-IN"/>
                        <a:t> and expands deeper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Recommendation Systems (E-commerce &amp; OTT platforms)</a:t>
                      </a:r>
                      <a:r>
                        <a:rPr lang="en-IN"/>
                        <a:t>: Starts with basic user preferences and expands feature representation to predict complex behavioral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Allows capturing </a:t>
                      </a:r>
                      <a:r>
                        <a:rPr lang="en-IN" b="1"/>
                        <a:t>rich, high-level interactions</a:t>
                      </a:r>
                      <a:r>
                        <a:rPr lang="en-IN"/>
                        <a:t> in deeper layers </a:t>
                      </a:r>
                      <a:br>
                        <a:rPr lang="en-IN"/>
                      </a:br>
                      <a:r>
                        <a:rPr lang="en-IN"/>
                        <a:t>- Improves 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Risk of </a:t>
                      </a:r>
                      <a:r>
                        <a:rPr lang="en-IN" b="1" dirty="0"/>
                        <a:t>overfitting</a:t>
                      </a:r>
                      <a:r>
                        <a:rPr lang="en-IN" dirty="0"/>
                        <a:t> if deeper layers are too large </a:t>
                      </a:r>
                      <a:br>
                        <a:rPr lang="en-IN" dirty="0"/>
                      </a:br>
                      <a:r>
                        <a:rPr lang="en-IN" dirty="0"/>
                        <a:t>- </a:t>
                      </a:r>
                      <a:r>
                        <a:rPr lang="en-IN" b="1" dirty="0"/>
                        <a:t>Increased computation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9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23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3A45-CCBE-F75A-32A2-609D3DCB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F25AC2-A437-8015-7F65-F837C1F7E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901245"/>
              </p:ext>
            </p:extLst>
          </p:nvPr>
        </p:nvGraphicFramePr>
        <p:xfrm>
          <a:off x="1045029" y="339655"/>
          <a:ext cx="1030778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56">
                  <a:extLst>
                    <a:ext uri="{9D8B030D-6E8A-4147-A177-3AD203B41FA5}">
                      <a16:colId xmlns:a16="http://schemas.microsoft.com/office/drawing/2014/main" val="131931554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4167845498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70514228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660527274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3345165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Hourglass (Bottleneck)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</a:t>
                      </a:r>
                      <a:r>
                        <a:rPr lang="en-IN" b="1"/>
                        <a:t>wide</a:t>
                      </a:r>
                      <a:r>
                        <a:rPr lang="en-IN"/>
                        <a:t>, narrows in the middle, expands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Image Segmentation in Healthcare</a:t>
                      </a:r>
                      <a:r>
                        <a:rPr lang="en-IN"/>
                        <a:t> (U-Net for medical imaging): Identifies key regions in MRI scans to detect anomalies.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Enforces </a:t>
                      </a:r>
                      <a:r>
                        <a:rPr lang="en-IN" b="1"/>
                        <a:t>feature compression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Works well for </a:t>
                      </a:r>
                      <a:r>
                        <a:rPr lang="en-IN" b="1"/>
                        <a:t>denoising and segmentation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Reduces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</a:t>
                      </a:r>
                      <a:r>
                        <a:rPr lang="en-IN" b="1" dirty="0"/>
                        <a:t>Bottleneck may lose important details</a:t>
                      </a:r>
                      <a:r>
                        <a:rPr lang="en-IN" dirty="0"/>
                        <a:t> if too small </a:t>
                      </a:r>
                      <a:br>
                        <a:rPr lang="en-IN" dirty="0"/>
                      </a:br>
                      <a:r>
                        <a:rPr lang="en-IN" dirty="0"/>
                        <a:t>- Needs careful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3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Diamond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</a:t>
                      </a:r>
                      <a:r>
                        <a:rPr lang="en-IN" b="1"/>
                        <a:t>narrow</a:t>
                      </a:r>
                      <a:r>
                        <a:rPr lang="en-IN"/>
                        <a:t>, expands in the middle, narrows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Speech Emotion Recognition (Call Centers)</a:t>
                      </a:r>
                      <a:r>
                        <a:rPr lang="en-IN"/>
                        <a:t>: Detects emotions in customer service calls using an increasing number of feature interactions, then refines predictions.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Expands capacity for key middle-layer representations </a:t>
                      </a:r>
                      <a:br>
                        <a:rPr lang="en-IN"/>
                      </a:br>
                      <a:r>
                        <a:rPr lang="en-IN"/>
                        <a:t>- Captures hierarchical </a:t>
                      </a:r>
                      <a:r>
                        <a:rPr lang="en-IN" b="1"/>
                        <a:t>feature interactions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</a:t>
                      </a:r>
                      <a:r>
                        <a:rPr lang="en-IN" b="1" dirty="0"/>
                        <a:t>Difficult to tune</a:t>
                      </a:r>
                      <a:r>
                        <a:rPr lang="en-IN" dirty="0"/>
                        <a:t> optimal width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9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34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4CC0-6885-6683-1954-292CC0B9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960C65-1B81-86A1-C727-FBCCC27B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573015"/>
              </p:ext>
            </p:extLst>
          </p:nvPr>
        </p:nvGraphicFramePr>
        <p:xfrm>
          <a:off x="1045029" y="339655"/>
          <a:ext cx="103077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56">
                  <a:extLst>
                    <a:ext uri="{9D8B030D-6E8A-4147-A177-3AD203B41FA5}">
                      <a16:colId xmlns:a16="http://schemas.microsoft.com/office/drawing/2014/main" val="131931554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4167845498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70514228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660527274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3345165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Uniform (Same-width)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All hidden layers have the </a:t>
                      </a:r>
                      <a:r>
                        <a:rPr lang="en-IN" b="1"/>
                        <a:t>same number of neurons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Credit Scoring Models (Financial Institutions)</a:t>
                      </a:r>
                      <a:r>
                        <a:rPr lang="en-IN"/>
                        <a:t>: Consistently weighs risk factors in a simple MLP for loan approvals.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</a:t>
                      </a:r>
                      <a:r>
                        <a:rPr lang="en-IN" b="1"/>
                        <a:t>Easy to implement</a:t>
                      </a:r>
                      <a:r>
                        <a:rPr lang="en-IN"/>
                        <a:t> and tune </a:t>
                      </a:r>
                      <a:br>
                        <a:rPr lang="en-IN"/>
                      </a:br>
                      <a:r>
                        <a:rPr lang="en-IN"/>
                        <a:t>- Works well for general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Not optimized for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3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Skip Connection (ResNet-like)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Allows layers to skip connections, rather than strict width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Autonomous Driving (Tesla, Waymo, etc.)</a:t>
                      </a:r>
                      <a:r>
                        <a:rPr lang="en-IN"/>
                        <a:t>: Enables deep CNNs to extract complex hierarchical patterns without vanishing gradients.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Enables very </a:t>
                      </a:r>
                      <a:r>
                        <a:rPr lang="en-IN" b="1"/>
                        <a:t>deep networks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Overcomes </a:t>
                      </a:r>
                      <a:r>
                        <a:rPr lang="en-IN" b="1"/>
                        <a:t>vanishing gradients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More complex implementation </a:t>
                      </a:r>
                      <a:br>
                        <a:rPr lang="en-IN" dirty="0"/>
                      </a:br>
                      <a:r>
                        <a:rPr lang="en-IN" dirty="0"/>
                        <a:t>- Higher </a:t>
                      </a:r>
                      <a:r>
                        <a:rPr lang="en-IN" b="1" dirty="0"/>
                        <a:t>computation cost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9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9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DBB4-AA79-BE9B-AF2A-97F882BE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63DD-3FAD-A35D-BCC3-A4CC9395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6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1D68-672E-B8BC-F483-947DA0C6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Incorrect Input Data 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C87EC-4D3B-EEBA-EC71-716311B3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Issue: Feeding unnormalized or improperly formatted data into the network.</a:t>
            </a:r>
          </a:p>
          <a:p>
            <a:pPr lvl="1"/>
            <a:r>
              <a:rPr lang="en-IN" dirty="0"/>
              <a:t>Example: Forgetting to normalize or standardize input features (e.g., pixel values in image data should be scaled between [0,1] or standardized to have zero mean and unit variance).</a:t>
            </a:r>
          </a:p>
          <a:p>
            <a:pPr lvl="1"/>
            <a:r>
              <a:rPr lang="en-IN" dirty="0"/>
              <a:t>Effect: Large input values can lead to exploding gradients, while small ones can lead to vanishing gradients.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Min-Max Scaling</a:t>
            </a:r>
            <a:r>
              <a:rPr lang="en-IN" dirty="0"/>
              <a:t> ((x - min) / (max - min)) or </a:t>
            </a:r>
            <a:r>
              <a:rPr lang="en-IN" b="1" dirty="0"/>
              <a:t>Standardization</a:t>
            </a:r>
            <a:r>
              <a:rPr lang="en-IN" dirty="0"/>
              <a:t> ((x - mean) / std deviation).</a:t>
            </a:r>
          </a:p>
          <a:p>
            <a:pPr lvl="1"/>
            <a:r>
              <a:rPr lang="en-IN" dirty="0"/>
              <a:t>Ensure categorical variables are </a:t>
            </a:r>
            <a:r>
              <a:rPr lang="en-IN" b="1" dirty="0"/>
              <a:t>one-hot encoded</a:t>
            </a:r>
            <a:r>
              <a:rPr lang="en-IN" dirty="0"/>
              <a:t> if necessary.</a:t>
            </a:r>
          </a:p>
          <a:p>
            <a:endParaRPr lang="en-IN" dirty="0"/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85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09AC-1515-4BEC-1320-E2EA6377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Wrong Weight Initialization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A5D6-93A6-DC0A-27F9-174341890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Issue: Using incorrect or random weight initialization.</a:t>
            </a:r>
          </a:p>
          <a:p>
            <a:pPr lvl="1"/>
            <a:r>
              <a:rPr lang="en-IN" dirty="0"/>
              <a:t>Example: Initializing all weights to </a:t>
            </a:r>
            <a:r>
              <a:rPr lang="en-IN" b="1" dirty="0"/>
              <a:t>zero</a:t>
            </a:r>
            <a:r>
              <a:rPr lang="en-IN" dirty="0"/>
              <a:t> or using very large values.</a:t>
            </a:r>
          </a:p>
          <a:p>
            <a:pPr lvl="1"/>
            <a:r>
              <a:rPr lang="en-IN" dirty="0"/>
              <a:t>Effect:</a:t>
            </a:r>
          </a:p>
          <a:p>
            <a:pPr marL="1200150" lvl="2" indent="-285750"/>
            <a:r>
              <a:rPr lang="en-IN" dirty="0"/>
              <a:t>If all weights are initialized to </a:t>
            </a:r>
            <a:r>
              <a:rPr lang="en-IN" b="1" dirty="0"/>
              <a:t>zero</a:t>
            </a:r>
            <a:r>
              <a:rPr lang="en-IN" dirty="0"/>
              <a:t>, all neurons in a given layer will have the same gradients and learn the same features.</a:t>
            </a:r>
          </a:p>
          <a:p>
            <a:pPr marL="1200150" lvl="2" indent="-285750"/>
            <a:r>
              <a:rPr lang="en-IN" dirty="0"/>
              <a:t>If weights are initialized </a:t>
            </a:r>
            <a:r>
              <a:rPr lang="en-IN" b="1" dirty="0"/>
              <a:t>too large</a:t>
            </a:r>
            <a:r>
              <a:rPr lang="en-IN" dirty="0"/>
              <a:t>, the activations can saturate, leading to vanishing/exploding gradients.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He initialization</a:t>
            </a:r>
            <a:r>
              <a:rPr lang="en-IN" dirty="0"/>
              <a:t> (W = </a:t>
            </a:r>
            <a:r>
              <a:rPr lang="en-IN" dirty="0" err="1"/>
              <a:t>np.random.randn</a:t>
            </a:r>
            <a:r>
              <a:rPr lang="en-IN" dirty="0"/>
              <a:t>() * sqrt(2 / </a:t>
            </a:r>
            <a:r>
              <a:rPr lang="en-IN" dirty="0" err="1"/>
              <a:t>fan_in</a:t>
            </a:r>
            <a:r>
              <a:rPr lang="en-IN" dirty="0"/>
              <a:t>)) for </a:t>
            </a:r>
            <a:r>
              <a:rPr lang="en-IN" dirty="0" err="1"/>
              <a:t>ReLU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Xavier (</a:t>
            </a:r>
            <a:r>
              <a:rPr lang="en-IN" b="1" dirty="0" err="1"/>
              <a:t>Glorot</a:t>
            </a:r>
            <a:r>
              <a:rPr lang="en-IN" b="1" dirty="0"/>
              <a:t>) initialization</a:t>
            </a:r>
            <a:r>
              <a:rPr lang="en-IN" dirty="0"/>
              <a:t> (W = </a:t>
            </a:r>
            <a:r>
              <a:rPr lang="en-IN" dirty="0" err="1"/>
              <a:t>np.random.randn</a:t>
            </a:r>
            <a:r>
              <a:rPr lang="en-IN" dirty="0"/>
              <a:t>() * sqrt(1 / </a:t>
            </a:r>
            <a:r>
              <a:rPr lang="en-IN" dirty="0" err="1"/>
              <a:t>fan_in</a:t>
            </a:r>
            <a:r>
              <a:rPr lang="en-IN" dirty="0"/>
              <a:t>)) for sigmoid/tanh.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19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5DC-69D0-7D7F-E1B0-4D1BFB2B5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the Wrong Activation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496A-CCD5-63D7-B8E0-586E3E6D1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Issue: Using activation functions that cause gradient issues.</a:t>
            </a:r>
          </a:p>
          <a:p>
            <a:pPr lvl="1"/>
            <a:r>
              <a:rPr lang="en-IN" dirty="0"/>
              <a:t>Example: Using </a:t>
            </a:r>
            <a:r>
              <a:rPr lang="en-IN" b="1" dirty="0"/>
              <a:t>sigmoid/tanh</a:t>
            </a:r>
            <a:r>
              <a:rPr lang="en-IN" dirty="0"/>
              <a:t> in deep networks → leads to </a:t>
            </a:r>
            <a:r>
              <a:rPr lang="en-IN" b="1" dirty="0"/>
              <a:t>vanishing gradients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Effect: If activations saturate (sigmoid outputs near 0 or 1), gradients become very small, slowing learning.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 err="1"/>
              <a:t>ReLU</a:t>
            </a:r>
            <a:r>
              <a:rPr lang="en-IN" dirty="0"/>
              <a:t> (max(0, x)) in hidden layers to avoid vanishing gradients.</a:t>
            </a:r>
          </a:p>
          <a:p>
            <a:pPr lvl="1"/>
            <a:r>
              <a:rPr lang="en-IN" dirty="0"/>
              <a:t>If encountering </a:t>
            </a:r>
            <a:r>
              <a:rPr lang="en-IN" b="1" dirty="0"/>
              <a:t>dying </a:t>
            </a:r>
            <a:r>
              <a:rPr lang="en-IN" b="1" dirty="0" err="1"/>
              <a:t>ReLU</a:t>
            </a:r>
            <a:r>
              <a:rPr lang="en-IN" b="1" dirty="0"/>
              <a:t> problem</a:t>
            </a:r>
            <a:r>
              <a:rPr lang="en-IN" dirty="0"/>
              <a:t> (many neurons output 0), use </a:t>
            </a:r>
            <a:r>
              <a:rPr lang="en-IN" b="1" dirty="0"/>
              <a:t>Leaky </a:t>
            </a:r>
            <a:r>
              <a:rPr lang="en-IN" b="1" dirty="0" err="1"/>
              <a:t>ReLU</a:t>
            </a:r>
            <a:r>
              <a:rPr lang="en-IN" dirty="0"/>
              <a:t> or </a:t>
            </a:r>
            <a:r>
              <a:rPr lang="en-IN" b="1" dirty="0"/>
              <a:t>ELU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Use </a:t>
            </a:r>
            <a:r>
              <a:rPr lang="en-IN" b="1" dirty="0" err="1"/>
              <a:t>softmax</a:t>
            </a:r>
            <a:r>
              <a:rPr lang="en-IN" dirty="0"/>
              <a:t> for multi-class classification in the output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383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2737-D116-B2A7-C7DE-2757331E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Handling Output Activation Correctly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F591D-BD3B-0891-B363-4085D0DEA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Wrong activation function for the output layer.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Using </a:t>
            </a:r>
            <a:r>
              <a:rPr lang="en-IN" b="1" dirty="0" err="1"/>
              <a:t>ReLU</a:t>
            </a:r>
            <a:r>
              <a:rPr lang="en-IN" dirty="0"/>
              <a:t> or </a:t>
            </a:r>
            <a:r>
              <a:rPr lang="en-IN" b="1" dirty="0"/>
              <a:t>sigmoid</a:t>
            </a:r>
            <a:r>
              <a:rPr lang="en-IN" dirty="0"/>
              <a:t> when predicting continuous values in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Effect: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Classification:</a:t>
            </a:r>
            <a:r>
              <a:rPr lang="en-IN" dirty="0"/>
              <a:t> Should use sigmoid (binary) or </a:t>
            </a:r>
            <a:r>
              <a:rPr lang="en-IN" dirty="0" err="1"/>
              <a:t>softmax</a:t>
            </a:r>
            <a:r>
              <a:rPr lang="en-IN" dirty="0"/>
              <a:t> (multi-class).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Regression:</a:t>
            </a:r>
            <a:r>
              <a:rPr lang="en-IN" dirty="0"/>
              <a:t> Should use </a:t>
            </a:r>
            <a:r>
              <a:rPr lang="en-IN" b="1" dirty="0"/>
              <a:t>no activation</a:t>
            </a:r>
            <a:r>
              <a:rPr lang="en-IN" dirty="0"/>
              <a:t> or linear.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0098E14-0DB5-8C07-80FD-03F2D70EC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36842"/>
              </p:ext>
            </p:extLst>
          </p:nvPr>
        </p:nvGraphicFramePr>
        <p:xfrm>
          <a:off x="1675741" y="469360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693809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88475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 Activation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30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Sigmoid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5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Multi-class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Softmax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17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activation (or linear)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04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0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E718-8084-19BB-0A9C-EF79CBBB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Incorrect Loss Function Choice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B23FD-D1F7-E41C-B9C7-F6A607625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Using an inappropriate loss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Using </a:t>
            </a:r>
            <a:r>
              <a:rPr lang="en-IN" b="1" dirty="0"/>
              <a:t>mean squared error (MSE)</a:t>
            </a:r>
            <a:r>
              <a:rPr lang="en-IN" dirty="0"/>
              <a:t> for </a:t>
            </a:r>
            <a:r>
              <a:rPr lang="en-IN" b="1" dirty="0"/>
              <a:t>classification</a:t>
            </a:r>
            <a:r>
              <a:rPr lang="en-IN" dirty="0"/>
              <a:t> instead of cross-entropy.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Effect: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MSE is not ideal for classification as it doesn’t penalize incorrect class predictions correctly.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Cross-entropy works better for probabilistic outputs.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80B12B-ACE5-514C-D673-ABC1A4762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6402"/>
              </p:ext>
            </p:extLst>
          </p:nvPr>
        </p:nvGraphicFramePr>
        <p:xfrm>
          <a:off x="1663865" y="482854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693809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88475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Correct Loss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30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Binary Cross-Entropy (log loss)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5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Multi-class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 Cross-Entropy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17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 Squared Error (MSE) or Mean Absolute Error (MAE)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04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36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FAFF-0DE0-9CCF-41B1-561D1E3C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Using Proper Batch Normalization or Regularization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F716-1C54-CFDF-97B7-C214920D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Overfitting due to lack of regularization.</a:t>
            </a:r>
          </a:p>
          <a:p>
            <a:pPr lvl="1"/>
            <a:r>
              <a:rPr lang="en-IN" dirty="0"/>
              <a:t>Example: The model memorizes the training set but fails on new data.</a:t>
            </a:r>
          </a:p>
          <a:p>
            <a:pPr lvl="1"/>
            <a:r>
              <a:rPr lang="en-IN" dirty="0"/>
              <a:t>Effect: Poor generalization.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Dropout</a:t>
            </a:r>
            <a:r>
              <a:rPr lang="en-IN" dirty="0"/>
              <a:t> to randomly disable neurons during training.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L2 regularization</a:t>
            </a:r>
            <a:r>
              <a:rPr lang="en-IN" dirty="0"/>
              <a:t> (</a:t>
            </a:r>
            <a:r>
              <a:rPr lang="en-IN" dirty="0" err="1"/>
              <a:t>weight_decay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Apply </a:t>
            </a:r>
            <a:r>
              <a:rPr lang="en-IN" b="1" dirty="0"/>
              <a:t>Batch Normalization</a:t>
            </a:r>
            <a:r>
              <a:rPr lang="en-IN" dirty="0"/>
              <a:t> to stabilize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250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8236-0869-20C7-B2DD-BFCC2656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Incorrect Learning 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ABDC-DEBF-8800-BF02-B16446079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Setting the learning rate too high or too low.</a:t>
            </a:r>
          </a:p>
          <a:p>
            <a:pPr lvl="1"/>
            <a:r>
              <a:rPr lang="en-IN" b="1" dirty="0"/>
              <a:t>Too high</a:t>
            </a:r>
            <a:r>
              <a:rPr lang="en-IN" dirty="0"/>
              <a:t>: The network fails to converge or oscillates wildly.</a:t>
            </a:r>
          </a:p>
          <a:p>
            <a:pPr lvl="1"/>
            <a:r>
              <a:rPr lang="en-IN" b="1" dirty="0"/>
              <a:t>Too low</a:t>
            </a:r>
            <a:r>
              <a:rPr lang="en-IN" dirty="0"/>
              <a:t>: Training is extremely slow.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Start with a moderate learning rate (0.001 to 0.01).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learning rate schedules</a:t>
            </a:r>
            <a:r>
              <a:rPr lang="en-IN" dirty="0"/>
              <a:t> (decay over epochs).</a:t>
            </a:r>
          </a:p>
          <a:p>
            <a:pPr lvl="1"/>
            <a:r>
              <a:rPr lang="en-IN" dirty="0"/>
              <a:t>Try </a:t>
            </a:r>
            <a:r>
              <a:rPr lang="en-IN" b="1" dirty="0"/>
              <a:t>Adam optimizer</a:t>
            </a:r>
            <a:r>
              <a:rPr lang="en-IN" dirty="0"/>
              <a:t> (which adjusts learning rate dynamically).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681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A31E-638B-E679-5F6A-B5585E32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Handling Exploding or Vanishing Gradients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30865-A279-F318-3044-1DFB424A2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Gradients become too large (exploding) or too small (vanishing).</a:t>
            </a:r>
          </a:p>
          <a:p>
            <a:pPr lvl="1"/>
            <a:r>
              <a:rPr lang="en-IN" dirty="0"/>
              <a:t>Effect:</a:t>
            </a:r>
          </a:p>
          <a:p>
            <a:pPr marL="1200150" lvl="2" indent="-285750"/>
            <a:r>
              <a:rPr lang="en-IN" dirty="0"/>
              <a:t>Vanishing gradients → Very slow learning.</a:t>
            </a:r>
          </a:p>
          <a:p>
            <a:pPr marL="1200150" lvl="2" indent="-285750"/>
            <a:r>
              <a:rPr lang="en-IN" dirty="0"/>
              <a:t>Exploding gradients → Weights become too large, causing instability.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Gradient Clipping</a:t>
            </a:r>
            <a:r>
              <a:rPr lang="en-IN" dirty="0"/>
              <a:t> (clip gradients to a max norm).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Batch Normalization</a:t>
            </a:r>
            <a:r>
              <a:rPr lang="en-IN" dirty="0"/>
              <a:t> to stabilize inputs.</a:t>
            </a:r>
          </a:p>
          <a:p>
            <a:pPr lvl="1"/>
            <a:r>
              <a:rPr lang="en-IN" dirty="0"/>
              <a:t>Ensure proper weight initialization (e.g., </a:t>
            </a:r>
            <a:r>
              <a:rPr lang="en-IN" b="1" dirty="0"/>
              <a:t>He/Xavier initialization</a:t>
            </a:r>
            <a:r>
              <a:rPr lang="en-IN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42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04F0-16AF-79CB-9E0F-AF72939C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Forgetting to Shuffle Data in 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8F5D-A68D-AF7E-FA12-DE75C85E1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Training data is not shuffled, leading to bias.</a:t>
            </a:r>
          </a:p>
          <a:p>
            <a:pPr lvl="1"/>
            <a:r>
              <a:rPr lang="en-IN" dirty="0"/>
              <a:t>Example: If similar samples appear in sequence, the model may learn patterns incorrectly.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Shuffle training data every epoch (shuffle=True in </a:t>
            </a:r>
            <a:r>
              <a:rPr lang="en-IN" dirty="0" err="1"/>
              <a:t>PyTorch</a:t>
            </a:r>
            <a:r>
              <a:rPr lang="en-IN" dirty="0"/>
              <a:t> </a:t>
            </a:r>
            <a:r>
              <a:rPr lang="en-IN" dirty="0" err="1"/>
              <a:t>DataLoader</a:t>
            </a:r>
            <a:r>
              <a:rPr lang="en-IN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78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A011-EC5F-45D0-F2C4-22942887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Splitting Data Correctly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153B-B0FA-7A6E-A562-5DEA3156B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Not properly splitting data into training, validation, and test sets.</a:t>
            </a:r>
          </a:p>
          <a:p>
            <a:pPr lvl="1"/>
            <a:r>
              <a:rPr lang="en-IN" dirty="0"/>
              <a:t>Example: Evaluating on the training set and assuming high accuracy means good performance.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an </a:t>
            </a:r>
            <a:r>
              <a:rPr lang="en-IN" b="1" dirty="0"/>
              <a:t>80-10-10 split</a:t>
            </a:r>
            <a:r>
              <a:rPr lang="en-IN" dirty="0"/>
              <a:t> (Train-Validation-Test).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cross-validation</a:t>
            </a:r>
            <a:r>
              <a:rPr lang="en-IN" dirty="0"/>
              <a:t> to evaluate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80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7746-2B00-3FB9-17E9-03A0646D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Ignoring Debugging and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9B91-A9B0-9C26-9151-77803E787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Not checking intermediate outputs and gradients.</a:t>
            </a:r>
          </a:p>
          <a:p>
            <a:pPr lvl="1"/>
            <a:r>
              <a:rPr lang="en-IN" dirty="0"/>
              <a:t>Example: Assuming learning is happening without checking loss curves.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Plot </a:t>
            </a:r>
            <a:r>
              <a:rPr lang="en-IN" b="1" dirty="0"/>
              <a:t>loss curves</a:t>
            </a:r>
            <a:r>
              <a:rPr lang="en-IN" dirty="0"/>
              <a:t> to check if loss is decreasing.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gradients visualization</a:t>
            </a:r>
            <a:r>
              <a:rPr lang="en-IN" dirty="0"/>
              <a:t> (</a:t>
            </a:r>
            <a:r>
              <a:rPr lang="en-IN" dirty="0" err="1"/>
              <a:t>torch.autograd</a:t>
            </a:r>
            <a:r>
              <a:rPr lang="en-IN" dirty="0"/>
              <a:t> in </a:t>
            </a:r>
            <a:r>
              <a:rPr lang="en-IN" dirty="0" err="1"/>
              <a:t>PyTorch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Print </a:t>
            </a:r>
            <a:r>
              <a:rPr lang="en-IN" b="1" dirty="0"/>
              <a:t>intermediate activations</a:t>
            </a:r>
            <a:r>
              <a:rPr lang="en-IN" dirty="0"/>
              <a:t> to debug.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7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6409</TotalTime>
  <Words>1960</Words>
  <Application>Microsoft Macintosh PowerPoint</Application>
  <PresentationFormat>Widescreen</PresentationFormat>
  <Paragraphs>181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Funnel (Decreasing) Architecture</vt:lpstr>
      <vt:lpstr>Pyramid (Increasing) Architecture</vt:lpstr>
      <vt:lpstr>Hourglass (Sandglass) Architecture</vt:lpstr>
      <vt:lpstr>Diamond Architecture</vt:lpstr>
      <vt:lpstr>Practical Tips for Choosing the Number of Layers and Neurons</vt:lpstr>
      <vt:lpstr>Practical Tips for Choosing the Number of Layers and Neurons</vt:lpstr>
      <vt:lpstr>PowerPoint Presentation</vt:lpstr>
      <vt:lpstr>PowerPoint Presentation</vt:lpstr>
      <vt:lpstr>PowerPoint Presentation</vt:lpstr>
      <vt:lpstr>PowerPoint Presentation</vt:lpstr>
      <vt:lpstr>Incorrect Input Data Preprocessing</vt:lpstr>
      <vt:lpstr>Wrong Weight Initialization</vt:lpstr>
      <vt:lpstr>Using the Wrong Activation Functions</vt:lpstr>
      <vt:lpstr>Not Handling Output Activation Correctly</vt:lpstr>
      <vt:lpstr>Incorrect Loss Function Choice</vt:lpstr>
      <vt:lpstr>Not Using Proper Batch Normalization or Regularization</vt:lpstr>
      <vt:lpstr>Incorrect Learning Rate</vt:lpstr>
      <vt:lpstr>Not Handling Exploding or Vanishing Gradients</vt:lpstr>
      <vt:lpstr>Forgetting to Shuffle Data in Training</vt:lpstr>
      <vt:lpstr>Not Splitting Data Correctly</vt:lpstr>
      <vt:lpstr>Ignoring Debugging and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Pandey</dc:creator>
  <cp:lastModifiedBy>Amit Pandey</cp:lastModifiedBy>
  <cp:revision>17</cp:revision>
  <dcterms:created xsi:type="dcterms:W3CDTF">2025-02-01T08:43:10Z</dcterms:created>
  <dcterms:modified xsi:type="dcterms:W3CDTF">2025-04-02T19:30:24Z</dcterms:modified>
</cp:coreProperties>
</file>