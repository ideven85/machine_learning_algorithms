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48" r:id="rId2"/>
  </p:sldMasterIdLst>
  <p:notesMasterIdLst>
    <p:notesMasterId r:id="rId16"/>
  </p:notesMasterIdLst>
  <p:sldIdLst>
    <p:sldId id="257" r:id="rId3"/>
    <p:sldId id="258" r:id="rId4"/>
    <p:sldId id="259" r:id="rId5"/>
    <p:sldId id="260" r:id="rId6"/>
    <p:sldId id="261" r:id="rId7"/>
    <p:sldId id="267" r:id="rId8"/>
    <p:sldId id="268" r:id="rId9"/>
    <p:sldId id="269" r:id="rId10"/>
    <p:sldId id="262" r:id="rId11"/>
    <p:sldId id="263" r:id="rId12"/>
    <p:sldId id="264" r:id="rId13"/>
    <p:sldId id="265" r:id="rId14"/>
    <p:sldId id="266" r:id="rId15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452740-3E45-40DC-A4F9-892B929CC84C}" v="334" dt="2022-04-15T05:44:05.903"/>
    <p1510:client id="{22648630-88EC-468E-A096-E08AC777C138}" v="117" dt="2022-04-15T14:00:12.7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microsoft.com/office/2016/11/relationships/changesInfo" Target="changesInfos/changesInfo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SUPULETI DIVYA" userId="4c4a9ff419f6c6ac" providerId="Windows Live" clId="Web-{22648630-88EC-468E-A096-E08AC777C138}"/>
    <pc:docChg chg="addSld modSld">
      <pc:chgData name="PASUPULETI DIVYA" userId="4c4a9ff419f6c6ac" providerId="Windows Live" clId="Web-{22648630-88EC-468E-A096-E08AC777C138}" dt="2022-04-15T14:00:12.787" v="113"/>
      <pc:docMkLst>
        <pc:docMk/>
      </pc:docMkLst>
      <pc:sldChg chg="modSp">
        <pc:chgData name="PASUPULETI DIVYA" userId="4c4a9ff419f6c6ac" providerId="Windows Live" clId="Web-{22648630-88EC-468E-A096-E08AC777C138}" dt="2022-04-15T13:58:30.771" v="80" actId="20577"/>
        <pc:sldMkLst>
          <pc:docMk/>
          <pc:sldMk cId="1425853406" sldId="258"/>
        </pc:sldMkLst>
        <pc:spChg chg="mod">
          <ac:chgData name="PASUPULETI DIVYA" userId="4c4a9ff419f6c6ac" providerId="Windows Live" clId="Web-{22648630-88EC-468E-A096-E08AC777C138}" dt="2022-04-15T13:58:21.162" v="79" actId="20577"/>
          <ac:spMkLst>
            <pc:docMk/>
            <pc:sldMk cId="1425853406" sldId="258"/>
            <ac:spMk id="2" creationId="{D65BBD17-D439-B4DC-4C4A-542F910D8250}"/>
          </ac:spMkLst>
        </pc:spChg>
        <pc:spChg chg="mod">
          <ac:chgData name="PASUPULETI DIVYA" userId="4c4a9ff419f6c6ac" providerId="Windows Live" clId="Web-{22648630-88EC-468E-A096-E08AC777C138}" dt="2022-04-15T13:58:30.771" v="80" actId="20577"/>
          <ac:spMkLst>
            <pc:docMk/>
            <pc:sldMk cId="1425853406" sldId="258"/>
            <ac:spMk id="3" creationId="{C3EAB556-DA7D-C7F5-4A4E-E401D5657A24}"/>
          </ac:spMkLst>
        </pc:spChg>
      </pc:sldChg>
      <pc:sldChg chg="modSp">
        <pc:chgData name="PASUPULETI DIVYA" userId="4c4a9ff419f6c6ac" providerId="Windows Live" clId="Web-{22648630-88EC-468E-A096-E08AC777C138}" dt="2022-04-15T13:58:36.630" v="81" actId="20577"/>
        <pc:sldMkLst>
          <pc:docMk/>
          <pc:sldMk cId="203099743" sldId="259"/>
        </pc:sldMkLst>
        <pc:spChg chg="mod">
          <ac:chgData name="PASUPULETI DIVYA" userId="4c4a9ff419f6c6ac" providerId="Windows Live" clId="Web-{22648630-88EC-468E-A096-E08AC777C138}" dt="2022-04-15T13:58:36.630" v="81" actId="20577"/>
          <ac:spMkLst>
            <pc:docMk/>
            <pc:sldMk cId="203099743" sldId="259"/>
            <ac:spMk id="3" creationId="{777EC1E9-D7DE-A6F9-8868-0A014989F210}"/>
          </ac:spMkLst>
        </pc:spChg>
      </pc:sldChg>
      <pc:sldChg chg="modSp">
        <pc:chgData name="PASUPULETI DIVYA" userId="4c4a9ff419f6c6ac" providerId="Windows Live" clId="Web-{22648630-88EC-468E-A096-E08AC777C138}" dt="2022-04-15T13:58:55.943" v="85" actId="20577"/>
        <pc:sldMkLst>
          <pc:docMk/>
          <pc:sldMk cId="1678475042" sldId="260"/>
        </pc:sldMkLst>
        <pc:spChg chg="mod">
          <ac:chgData name="PASUPULETI DIVYA" userId="4c4a9ff419f6c6ac" providerId="Windows Live" clId="Web-{22648630-88EC-468E-A096-E08AC777C138}" dt="2022-04-15T13:58:55.943" v="85" actId="20577"/>
          <ac:spMkLst>
            <pc:docMk/>
            <pc:sldMk cId="1678475042" sldId="260"/>
            <ac:spMk id="3" creationId="{33B4CAC1-45E2-64C6-C91E-9732B1615F15}"/>
          </ac:spMkLst>
        </pc:spChg>
      </pc:sldChg>
      <pc:sldChg chg="modSp">
        <pc:chgData name="PASUPULETI DIVYA" userId="4c4a9ff419f6c6ac" providerId="Windows Live" clId="Web-{22648630-88EC-468E-A096-E08AC777C138}" dt="2022-04-15T13:59:00.302" v="86" actId="20577"/>
        <pc:sldMkLst>
          <pc:docMk/>
          <pc:sldMk cId="1473277916" sldId="261"/>
        </pc:sldMkLst>
        <pc:spChg chg="mod">
          <ac:chgData name="PASUPULETI DIVYA" userId="4c4a9ff419f6c6ac" providerId="Windows Live" clId="Web-{22648630-88EC-468E-A096-E08AC777C138}" dt="2022-04-15T13:59:00.302" v="86" actId="20577"/>
          <ac:spMkLst>
            <pc:docMk/>
            <pc:sldMk cId="1473277916" sldId="261"/>
            <ac:spMk id="3" creationId="{7DC5AB41-47DC-465F-4BC1-68B1EF60C3CC}"/>
          </ac:spMkLst>
        </pc:spChg>
      </pc:sldChg>
      <pc:sldChg chg="modSp">
        <pc:chgData name="PASUPULETI DIVYA" userId="4c4a9ff419f6c6ac" providerId="Windows Live" clId="Web-{22648630-88EC-468E-A096-E08AC777C138}" dt="2022-04-15T13:59:44.427" v="109" actId="20577"/>
        <pc:sldMkLst>
          <pc:docMk/>
          <pc:sldMk cId="3794039849" sldId="262"/>
        </pc:sldMkLst>
        <pc:spChg chg="mod">
          <ac:chgData name="PASUPULETI DIVYA" userId="4c4a9ff419f6c6ac" providerId="Windows Live" clId="Web-{22648630-88EC-468E-A096-E08AC777C138}" dt="2022-04-15T13:59:44.427" v="109" actId="20577"/>
          <ac:spMkLst>
            <pc:docMk/>
            <pc:sldMk cId="3794039849" sldId="262"/>
            <ac:spMk id="3" creationId="{B5930636-8725-8379-C4D2-5C9B135F07DC}"/>
          </ac:spMkLst>
        </pc:spChg>
      </pc:sldChg>
      <pc:sldChg chg="delSp">
        <pc:chgData name="PASUPULETI DIVYA" userId="4c4a9ff419f6c6ac" providerId="Windows Live" clId="Web-{22648630-88EC-468E-A096-E08AC777C138}" dt="2022-04-15T13:59:52.459" v="110"/>
        <pc:sldMkLst>
          <pc:docMk/>
          <pc:sldMk cId="3117485655" sldId="263"/>
        </pc:sldMkLst>
        <pc:spChg chg="del">
          <ac:chgData name="PASUPULETI DIVYA" userId="4c4a9ff419f6c6ac" providerId="Windows Live" clId="Web-{22648630-88EC-468E-A096-E08AC777C138}" dt="2022-04-15T13:59:52.459" v="110"/>
          <ac:spMkLst>
            <pc:docMk/>
            <pc:sldMk cId="3117485655" sldId="263"/>
            <ac:spMk id="3" creationId="{06821387-51C4-85DC-81D0-113747A9F818}"/>
          </ac:spMkLst>
        </pc:spChg>
      </pc:sldChg>
      <pc:sldChg chg="delSp">
        <pc:chgData name="PASUPULETI DIVYA" userId="4c4a9ff419f6c6ac" providerId="Windows Live" clId="Web-{22648630-88EC-468E-A096-E08AC777C138}" dt="2022-04-15T13:59:57.396" v="111"/>
        <pc:sldMkLst>
          <pc:docMk/>
          <pc:sldMk cId="1812483671" sldId="264"/>
        </pc:sldMkLst>
        <pc:spChg chg="del">
          <ac:chgData name="PASUPULETI DIVYA" userId="4c4a9ff419f6c6ac" providerId="Windows Live" clId="Web-{22648630-88EC-468E-A096-E08AC777C138}" dt="2022-04-15T13:59:57.396" v="111"/>
          <ac:spMkLst>
            <pc:docMk/>
            <pc:sldMk cId="1812483671" sldId="264"/>
            <ac:spMk id="3" creationId="{A9BCB8AF-DEBD-9EDE-6D81-74E7C5F63F16}"/>
          </ac:spMkLst>
        </pc:spChg>
      </pc:sldChg>
      <pc:sldChg chg="delSp">
        <pc:chgData name="PASUPULETI DIVYA" userId="4c4a9ff419f6c6ac" providerId="Windows Live" clId="Web-{22648630-88EC-468E-A096-E08AC777C138}" dt="2022-04-15T14:00:02.568" v="112"/>
        <pc:sldMkLst>
          <pc:docMk/>
          <pc:sldMk cId="3615834695" sldId="265"/>
        </pc:sldMkLst>
        <pc:spChg chg="del">
          <ac:chgData name="PASUPULETI DIVYA" userId="4c4a9ff419f6c6ac" providerId="Windows Live" clId="Web-{22648630-88EC-468E-A096-E08AC777C138}" dt="2022-04-15T14:00:02.568" v="112"/>
          <ac:spMkLst>
            <pc:docMk/>
            <pc:sldMk cId="3615834695" sldId="265"/>
            <ac:spMk id="3" creationId="{3414B34C-E0B4-11CC-F2EF-FA2070F0A877}"/>
          </ac:spMkLst>
        </pc:spChg>
      </pc:sldChg>
      <pc:sldChg chg="delSp">
        <pc:chgData name="PASUPULETI DIVYA" userId="4c4a9ff419f6c6ac" providerId="Windows Live" clId="Web-{22648630-88EC-468E-A096-E08AC777C138}" dt="2022-04-15T14:00:12.787" v="113"/>
        <pc:sldMkLst>
          <pc:docMk/>
          <pc:sldMk cId="353330449" sldId="266"/>
        </pc:sldMkLst>
        <pc:spChg chg="del">
          <ac:chgData name="PASUPULETI DIVYA" userId="4c4a9ff419f6c6ac" providerId="Windows Live" clId="Web-{22648630-88EC-468E-A096-E08AC777C138}" dt="2022-04-15T14:00:12.787" v="113"/>
          <ac:spMkLst>
            <pc:docMk/>
            <pc:sldMk cId="353330449" sldId="266"/>
            <ac:spMk id="3" creationId="{010525F1-0EFF-5615-48FE-2CA26A4B250D}"/>
          </ac:spMkLst>
        </pc:spChg>
      </pc:sldChg>
      <pc:sldChg chg="addSp modSp new">
        <pc:chgData name="PASUPULETI DIVYA" userId="4c4a9ff419f6c6ac" providerId="Windows Live" clId="Web-{22648630-88EC-468E-A096-E08AC777C138}" dt="2022-04-15T13:59:07.646" v="87" actId="20577"/>
        <pc:sldMkLst>
          <pc:docMk/>
          <pc:sldMk cId="3618350736" sldId="267"/>
        </pc:sldMkLst>
        <pc:spChg chg="mod">
          <ac:chgData name="PASUPULETI DIVYA" userId="4c4a9ff419f6c6ac" providerId="Windows Live" clId="Web-{22648630-88EC-468E-A096-E08AC777C138}" dt="2022-04-15T13:48:56.222" v="29" actId="20577"/>
          <ac:spMkLst>
            <pc:docMk/>
            <pc:sldMk cId="3618350736" sldId="267"/>
            <ac:spMk id="2" creationId="{3D434993-9115-3100-F787-FF71BEA55B7F}"/>
          </ac:spMkLst>
        </pc:spChg>
        <pc:spChg chg="mod">
          <ac:chgData name="PASUPULETI DIVYA" userId="4c4a9ff419f6c6ac" providerId="Windows Live" clId="Web-{22648630-88EC-468E-A096-E08AC777C138}" dt="2022-04-15T13:59:07.646" v="87" actId="20577"/>
          <ac:spMkLst>
            <pc:docMk/>
            <pc:sldMk cId="3618350736" sldId="267"/>
            <ac:spMk id="3" creationId="{3161E218-EB85-8D13-200E-DB6ADD7AB584}"/>
          </ac:spMkLst>
        </pc:spChg>
        <pc:picChg chg="add mod">
          <ac:chgData name="PASUPULETI DIVYA" userId="4c4a9ff419f6c6ac" providerId="Windows Live" clId="Web-{22648630-88EC-468E-A096-E08AC777C138}" dt="2022-04-15T13:48:26.566" v="21" actId="1076"/>
          <ac:picMkLst>
            <pc:docMk/>
            <pc:sldMk cId="3618350736" sldId="267"/>
            <ac:picMk id="4" creationId="{261934BA-BB93-055D-44E5-F1812D9C3614}"/>
          </ac:picMkLst>
        </pc:picChg>
      </pc:sldChg>
      <pc:sldChg chg="addSp modSp new">
        <pc:chgData name="PASUPULETI DIVYA" userId="4c4a9ff419f6c6ac" providerId="Windows Live" clId="Web-{22648630-88EC-468E-A096-E08AC777C138}" dt="2022-04-15T13:59:13.021" v="88" actId="20577"/>
        <pc:sldMkLst>
          <pc:docMk/>
          <pc:sldMk cId="3281424917" sldId="268"/>
        </pc:sldMkLst>
        <pc:spChg chg="mod">
          <ac:chgData name="PASUPULETI DIVYA" userId="4c4a9ff419f6c6ac" providerId="Windows Live" clId="Web-{22648630-88EC-468E-A096-E08AC777C138}" dt="2022-04-15T13:51:52.316" v="60" actId="20577"/>
          <ac:spMkLst>
            <pc:docMk/>
            <pc:sldMk cId="3281424917" sldId="268"/>
            <ac:spMk id="2" creationId="{54CBE978-D154-F2F2-8C37-6DFF3F885721}"/>
          </ac:spMkLst>
        </pc:spChg>
        <pc:spChg chg="mod">
          <ac:chgData name="PASUPULETI DIVYA" userId="4c4a9ff419f6c6ac" providerId="Windows Live" clId="Web-{22648630-88EC-468E-A096-E08AC777C138}" dt="2022-04-15T13:59:13.021" v="88" actId="20577"/>
          <ac:spMkLst>
            <pc:docMk/>
            <pc:sldMk cId="3281424917" sldId="268"/>
            <ac:spMk id="3" creationId="{C051F380-BE3B-1F9B-9788-87A9B0F184C2}"/>
          </ac:spMkLst>
        </pc:spChg>
        <pc:picChg chg="add mod">
          <ac:chgData name="PASUPULETI DIVYA" userId="4c4a9ff419f6c6ac" providerId="Windows Live" clId="Web-{22648630-88EC-468E-A096-E08AC777C138}" dt="2022-04-15T13:49:35.597" v="44" actId="1076"/>
          <ac:picMkLst>
            <pc:docMk/>
            <pc:sldMk cId="3281424917" sldId="268"/>
            <ac:picMk id="4" creationId="{CD2A010F-2FCF-B716-E9E4-88D7A6CB8784}"/>
          </ac:picMkLst>
        </pc:picChg>
      </pc:sldChg>
      <pc:sldChg chg="addSp delSp modSp new">
        <pc:chgData name="PASUPULETI DIVYA" userId="4c4a9ff419f6c6ac" providerId="Windows Live" clId="Web-{22648630-88EC-468E-A096-E08AC777C138}" dt="2022-04-15T13:59:31.365" v="107" actId="20577"/>
        <pc:sldMkLst>
          <pc:docMk/>
          <pc:sldMk cId="2894675802" sldId="269"/>
        </pc:sldMkLst>
        <pc:spChg chg="del">
          <ac:chgData name="PASUPULETI DIVYA" userId="4c4a9ff419f6c6ac" providerId="Windows Live" clId="Web-{22648630-88EC-468E-A096-E08AC777C138}" dt="2022-04-15T13:56:09.286" v="62"/>
          <ac:spMkLst>
            <pc:docMk/>
            <pc:sldMk cId="2894675802" sldId="269"/>
            <ac:spMk id="2" creationId="{B70E4BD2-09D1-EFD5-0B49-2FB1B0A47DFA}"/>
          </ac:spMkLst>
        </pc:spChg>
        <pc:spChg chg="mod">
          <ac:chgData name="PASUPULETI DIVYA" userId="4c4a9ff419f6c6ac" providerId="Windows Live" clId="Web-{22648630-88EC-468E-A096-E08AC777C138}" dt="2022-04-15T13:59:31.365" v="107" actId="20577"/>
          <ac:spMkLst>
            <pc:docMk/>
            <pc:sldMk cId="2894675802" sldId="269"/>
            <ac:spMk id="3" creationId="{50A4A6BD-ED76-2D61-2522-65B28170F17A}"/>
          </ac:spMkLst>
        </pc:spChg>
        <pc:picChg chg="add mod">
          <ac:chgData name="PASUPULETI DIVYA" userId="4c4a9ff419f6c6ac" providerId="Windows Live" clId="Web-{22648630-88EC-468E-A096-E08AC777C138}" dt="2022-04-15T13:56:25.661" v="68" actId="14100"/>
          <ac:picMkLst>
            <pc:docMk/>
            <pc:sldMk cId="2894675802" sldId="269"/>
            <ac:picMk id="4" creationId="{B351F82C-1EF0-5C34-D493-B251F2CA97DD}"/>
          </ac:picMkLst>
        </pc:picChg>
        <pc:picChg chg="add del mod">
          <ac:chgData name="PASUPULETI DIVYA" userId="4c4a9ff419f6c6ac" providerId="Windows Live" clId="Web-{22648630-88EC-468E-A096-E08AC777C138}" dt="2022-04-15T13:57:06.771" v="74"/>
          <ac:picMkLst>
            <pc:docMk/>
            <pc:sldMk cId="2894675802" sldId="269"/>
            <ac:picMk id="5" creationId="{65F8CD26-D215-16C5-88E1-2A866E70AEC6}"/>
          </ac:picMkLst>
        </pc:picChg>
        <pc:picChg chg="add mod">
          <ac:chgData name="PASUPULETI DIVYA" userId="4c4a9ff419f6c6ac" providerId="Windows Live" clId="Web-{22648630-88EC-468E-A096-E08AC777C138}" dt="2022-04-15T13:57:26.271" v="76" actId="1076"/>
          <ac:picMkLst>
            <pc:docMk/>
            <pc:sldMk cId="2894675802" sldId="269"/>
            <ac:picMk id="6" creationId="{29CEE1BA-D5DE-26DD-97AE-5EF04B3C9E35}"/>
          </ac:picMkLst>
        </pc:picChg>
      </pc:sldChg>
    </pc:docChg>
  </pc:docChgLst>
  <pc:docChgLst>
    <pc:chgData name="PASUPULETI DIVYA" userId="4c4a9ff419f6c6ac" providerId="Windows Live" clId="Web-{0F452740-3E45-40DC-A4F9-892B929CC84C}"/>
    <pc:docChg chg="addSld delSld modSld addMainMaster modMainMaster">
      <pc:chgData name="PASUPULETI DIVYA" userId="4c4a9ff419f6c6ac" providerId="Windows Live" clId="Web-{0F452740-3E45-40DC-A4F9-892B929CC84C}" dt="2022-04-15T05:44:05.903" v="323" actId="20577"/>
      <pc:docMkLst>
        <pc:docMk/>
      </pc:docMkLst>
      <pc:sldChg chg="modSp del">
        <pc:chgData name="PASUPULETI DIVYA" userId="4c4a9ff419f6c6ac" providerId="Windows Live" clId="Web-{0F452740-3E45-40DC-A4F9-892B929CC84C}" dt="2022-04-15T05:08:46.241" v="7"/>
        <pc:sldMkLst>
          <pc:docMk/>
          <pc:sldMk cId="109857222" sldId="256"/>
        </pc:sldMkLst>
        <pc:spChg chg="mod">
          <ac:chgData name="PASUPULETI DIVYA" userId="4c4a9ff419f6c6ac" providerId="Windows Live" clId="Web-{0F452740-3E45-40DC-A4F9-892B929CC84C}" dt="2022-04-15T05:08:02.617" v="5" actId="20577"/>
          <ac:spMkLst>
            <pc:docMk/>
            <pc:sldMk cId="109857222" sldId="256"/>
            <ac:spMk id="2" creationId="{00000000-0000-0000-0000-000000000000}"/>
          </ac:spMkLst>
        </pc:spChg>
      </pc:sldChg>
      <pc:sldChg chg="modSp add">
        <pc:chgData name="PASUPULETI DIVYA" userId="4c4a9ff419f6c6ac" providerId="Windows Live" clId="Web-{0F452740-3E45-40DC-A4F9-892B929CC84C}" dt="2022-04-15T05:09:06.585" v="34" actId="20577"/>
        <pc:sldMkLst>
          <pc:docMk/>
          <pc:sldMk cId="3788477016" sldId="257"/>
        </pc:sldMkLst>
        <pc:spChg chg="mod">
          <ac:chgData name="PASUPULETI DIVYA" userId="4c4a9ff419f6c6ac" providerId="Windows Live" clId="Web-{0F452740-3E45-40DC-A4F9-892B929CC84C}" dt="2022-04-15T05:09:06.585" v="34" actId="20577"/>
          <ac:spMkLst>
            <pc:docMk/>
            <pc:sldMk cId="3788477016" sldId="257"/>
            <ac:spMk id="85" creationId="{00000000-0000-0000-0000-000000000000}"/>
          </ac:spMkLst>
        </pc:spChg>
      </pc:sldChg>
      <pc:sldChg chg="addSp delSp modSp new">
        <pc:chgData name="PASUPULETI DIVYA" userId="4c4a9ff419f6c6ac" providerId="Windows Live" clId="Web-{0F452740-3E45-40DC-A4F9-892B929CC84C}" dt="2022-04-15T05:19:32.521" v="80" actId="20577"/>
        <pc:sldMkLst>
          <pc:docMk/>
          <pc:sldMk cId="1425853406" sldId="258"/>
        </pc:sldMkLst>
        <pc:spChg chg="add del mod">
          <ac:chgData name="PASUPULETI DIVYA" userId="4c4a9ff419f6c6ac" providerId="Windows Live" clId="Web-{0F452740-3E45-40DC-A4F9-892B929CC84C}" dt="2022-04-15T05:17:19.532" v="67"/>
          <ac:spMkLst>
            <pc:docMk/>
            <pc:sldMk cId="1425853406" sldId="258"/>
            <ac:spMk id="2" creationId="{D65BBD17-D439-B4DC-4C4A-542F910D8250}"/>
          </ac:spMkLst>
        </pc:spChg>
        <pc:spChg chg="mod">
          <ac:chgData name="PASUPULETI DIVYA" userId="4c4a9ff419f6c6ac" providerId="Windows Live" clId="Web-{0F452740-3E45-40DC-A4F9-892B929CC84C}" dt="2022-04-15T05:19:32.521" v="80" actId="20577"/>
          <ac:spMkLst>
            <pc:docMk/>
            <pc:sldMk cId="1425853406" sldId="258"/>
            <ac:spMk id="3" creationId="{C3EAB556-DA7D-C7F5-4A4E-E401D5657A24}"/>
          </ac:spMkLst>
        </pc:spChg>
        <pc:spChg chg="add del mod">
          <ac:chgData name="PASUPULETI DIVYA" userId="4c4a9ff419f6c6ac" providerId="Windows Live" clId="Web-{0F452740-3E45-40DC-A4F9-892B929CC84C}" dt="2022-04-15T05:17:19.532" v="67"/>
          <ac:spMkLst>
            <pc:docMk/>
            <pc:sldMk cId="1425853406" sldId="258"/>
            <ac:spMk id="6" creationId="{674A6C06-4252-C8D9-13DB-256A6C0657BC}"/>
          </ac:spMkLst>
        </pc:spChg>
        <pc:picChg chg="add mod">
          <ac:chgData name="PASUPULETI DIVYA" userId="4c4a9ff419f6c6ac" providerId="Windows Live" clId="Web-{0F452740-3E45-40DC-A4F9-892B929CC84C}" dt="2022-04-15T05:15:02.643" v="58" actId="1076"/>
          <ac:picMkLst>
            <pc:docMk/>
            <pc:sldMk cId="1425853406" sldId="258"/>
            <ac:picMk id="4" creationId="{2D86497E-2AD4-BF2A-6D0F-AD892FD1487F}"/>
          </ac:picMkLst>
        </pc:picChg>
      </pc:sldChg>
      <pc:sldChg chg="addSp modSp new modNotes">
        <pc:chgData name="PASUPULETI DIVYA" userId="4c4a9ff419f6c6ac" providerId="Windows Live" clId="Web-{0F452740-3E45-40DC-A4F9-892B929CC84C}" dt="2022-04-15T05:23:04.663" v="129"/>
        <pc:sldMkLst>
          <pc:docMk/>
          <pc:sldMk cId="203099743" sldId="259"/>
        </pc:sldMkLst>
        <pc:spChg chg="mod">
          <ac:chgData name="PASUPULETI DIVYA" userId="4c4a9ff419f6c6ac" providerId="Windows Live" clId="Web-{0F452740-3E45-40DC-A4F9-892B929CC84C}" dt="2022-04-15T05:20:47.287" v="105" actId="20577"/>
          <ac:spMkLst>
            <pc:docMk/>
            <pc:sldMk cId="203099743" sldId="259"/>
            <ac:spMk id="2" creationId="{7F473DCD-762D-D729-B2CA-0E0CF8DAF224}"/>
          </ac:spMkLst>
        </pc:spChg>
        <pc:spChg chg="mod">
          <ac:chgData name="PASUPULETI DIVYA" userId="4c4a9ff419f6c6ac" providerId="Windows Live" clId="Web-{0F452740-3E45-40DC-A4F9-892B929CC84C}" dt="2022-04-15T05:19:54.178" v="94" actId="20577"/>
          <ac:spMkLst>
            <pc:docMk/>
            <pc:sldMk cId="203099743" sldId="259"/>
            <ac:spMk id="3" creationId="{777EC1E9-D7DE-A6F9-8868-0A014989F210}"/>
          </ac:spMkLst>
        </pc:spChg>
        <pc:spChg chg="add mod">
          <ac:chgData name="PASUPULETI DIVYA" userId="4c4a9ff419f6c6ac" providerId="Windows Live" clId="Web-{0F452740-3E45-40DC-A4F9-892B929CC84C}" dt="2022-04-15T05:21:20.475" v="109" actId="14100"/>
          <ac:spMkLst>
            <pc:docMk/>
            <pc:sldMk cId="203099743" sldId="259"/>
            <ac:spMk id="5" creationId="{B35702C8-C11F-79F2-B05E-F71DE1BB79C6}"/>
          </ac:spMkLst>
        </pc:spChg>
        <pc:spChg chg="add mod">
          <ac:chgData name="PASUPULETI DIVYA" userId="4c4a9ff419f6c6ac" providerId="Windows Live" clId="Web-{0F452740-3E45-40DC-A4F9-892B929CC84C}" dt="2022-04-15T05:22:48.585" v="126" actId="20577"/>
          <ac:spMkLst>
            <pc:docMk/>
            <pc:sldMk cId="203099743" sldId="259"/>
            <ac:spMk id="7" creationId="{FD4A62B2-1532-E523-5E6B-D5ECFBB304B7}"/>
          </ac:spMkLst>
        </pc:spChg>
        <pc:picChg chg="add mod">
          <ac:chgData name="PASUPULETI DIVYA" userId="4c4a9ff419f6c6ac" providerId="Windows Live" clId="Web-{0F452740-3E45-40DC-A4F9-892B929CC84C}" dt="2022-04-15T05:20:53.225" v="106" actId="1076"/>
          <ac:picMkLst>
            <pc:docMk/>
            <pc:sldMk cId="203099743" sldId="259"/>
            <ac:picMk id="4" creationId="{6F8544C6-9F32-59B6-E537-C38B6C12DF15}"/>
          </ac:picMkLst>
        </pc:picChg>
        <pc:picChg chg="add mod">
          <ac:chgData name="PASUPULETI DIVYA" userId="4c4a9ff419f6c6ac" providerId="Windows Live" clId="Web-{0F452740-3E45-40DC-A4F9-892B929CC84C}" dt="2022-04-15T05:22:52.507" v="127" actId="1076"/>
          <ac:picMkLst>
            <pc:docMk/>
            <pc:sldMk cId="203099743" sldId="259"/>
            <ac:picMk id="6" creationId="{B905E181-6325-CB7E-F986-53B518D25352}"/>
          </ac:picMkLst>
        </pc:picChg>
      </pc:sldChg>
      <pc:sldChg chg="addSp delSp modSp new">
        <pc:chgData name="PASUPULETI DIVYA" userId="4c4a9ff419f6c6ac" providerId="Windows Live" clId="Web-{0F452740-3E45-40DC-A4F9-892B929CC84C}" dt="2022-04-15T05:25:37.976" v="156" actId="20577"/>
        <pc:sldMkLst>
          <pc:docMk/>
          <pc:sldMk cId="1678475042" sldId="260"/>
        </pc:sldMkLst>
        <pc:spChg chg="del mod">
          <ac:chgData name="PASUPULETI DIVYA" userId="4c4a9ff419f6c6ac" providerId="Windows Live" clId="Web-{0F452740-3E45-40DC-A4F9-892B929CC84C}" dt="2022-04-15T05:24:15.023" v="137"/>
          <ac:spMkLst>
            <pc:docMk/>
            <pc:sldMk cId="1678475042" sldId="260"/>
            <ac:spMk id="2" creationId="{D8DB36A3-C8AE-3A12-6347-E916A453AC27}"/>
          </ac:spMkLst>
        </pc:spChg>
        <pc:spChg chg="mod">
          <ac:chgData name="PASUPULETI DIVYA" userId="4c4a9ff419f6c6ac" providerId="Windows Live" clId="Web-{0F452740-3E45-40DC-A4F9-892B929CC84C}" dt="2022-04-15T05:23:48.476" v="133" actId="14100"/>
          <ac:spMkLst>
            <pc:docMk/>
            <pc:sldMk cId="1678475042" sldId="260"/>
            <ac:spMk id="3" creationId="{33B4CAC1-45E2-64C6-C91E-9732B1615F15}"/>
          </ac:spMkLst>
        </pc:spChg>
        <pc:spChg chg="add mod">
          <ac:chgData name="PASUPULETI DIVYA" userId="4c4a9ff419f6c6ac" providerId="Windows Live" clId="Web-{0F452740-3E45-40DC-A4F9-892B929CC84C}" dt="2022-04-15T05:25:37.976" v="156" actId="20577"/>
          <ac:spMkLst>
            <pc:docMk/>
            <pc:sldMk cId="1678475042" sldId="260"/>
            <ac:spMk id="5" creationId="{FC8BDA4F-394A-7551-E20C-170AE755A490}"/>
          </ac:spMkLst>
        </pc:spChg>
        <pc:picChg chg="add mod">
          <ac:chgData name="PASUPULETI DIVYA" userId="4c4a9ff419f6c6ac" providerId="Windows Live" clId="Web-{0F452740-3E45-40DC-A4F9-892B929CC84C}" dt="2022-04-15T05:25:17.757" v="142" actId="14100"/>
          <ac:picMkLst>
            <pc:docMk/>
            <pc:sldMk cId="1678475042" sldId="260"/>
            <ac:picMk id="4" creationId="{57B88602-9650-3589-F228-82F447AFE369}"/>
          </ac:picMkLst>
        </pc:picChg>
      </pc:sldChg>
      <pc:sldChg chg="modSp new">
        <pc:chgData name="PASUPULETI DIVYA" userId="4c4a9ff419f6c6ac" providerId="Windows Live" clId="Web-{0F452740-3E45-40DC-A4F9-892B929CC84C}" dt="2022-04-15T05:29:13.977" v="218" actId="20577"/>
        <pc:sldMkLst>
          <pc:docMk/>
          <pc:sldMk cId="1473277916" sldId="261"/>
        </pc:sldMkLst>
        <pc:spChg chg="mod">
          <ac:chgData name="PASUPULETI DIVYA" userId="4c4a9ff419f6c6ac" providerId="Windows Live" clId="Web-{0F452740-3E45-40DC-A4F9-892B929CC84C}" dt="2022-04-15T05:29:13.977" v="218" actId="20577"/>
          <ac:spMkLst>
            <pc:docMk/>
            <pc:sldMk cId="1473277916" sldId="261"/>
            <ac:spMk id="2" creationId="{44EE56EE-591D-2AB0-5A38-E2DC07DCB6E3}"/>
          </ac:spMkLst>
        </pc:spChg>
        <pc:spChg chg="mod">
          <ac:chgData name="PASUPULETI DIVYA" userId="4c4a9ff419f6c6ac" providerId="Windows Live" clId="Web-{0F452740-3E45-40DC-A4F9-892B929CC84C}" dt="2022-04-15T05:27:01.023" v="200" actId="20577"/>
          <ac:spMkLst>
            <pc:docMk/>
            <pc:sldMk cId="1473277916" sldId="261"/>
            <ac:spMk id="3" creationId="{7DC5AB41-47DC-465F-4BC1-68B1EF60C3CC}"/>
          </ac:spMkLst>
        </pc:spChg>
      </pc:sldChg>
      <pc:sldChg chg="modSp new">
        <pc:chgData name="PASUPULETI DIVYA" userId="4c4a9ff419f6c6ac" providerId="Windows Live" clId="Web-{0F452740-3E45-40DC-A4F9-892B929CC84C}" dt="2022-04-15T05:35:58.979" v="254" actId="20577"/>
        <pc:sldMkLst>
          <pc:docMk/>
          <pc:sldMk cId="3794039849" sldId="262"/>
        </pc:sldMkLst>
        <pc:spChg chg="mod">
          <ac:chgData name="PASUPULETI DIVYA" userId="4c4a9ff419f6c6ac" providerId="Windows Live" clId="Web-{0F452740-3E45-40DC-A4F9-892B929CC84C}" dt="2022-04-15T05:35:31.666" v="252" actId="20577"/>
          <ac:spMkLst>
            <pc:docMk/>
            <pc:sldMk cId="3794039849" sldId="262"/>
            <ac:spMk id="2" creationId="{DC69EDE0-035F-523A-3930-4E17B1135258}"/>
          </ac:spMkLst>
        </pc:spChg>
        <pc:spChg chg="mod">
          <ac:chgData name="PASUPULETI DIVYA" userId="4c4a9ff419f6c6ac" providerId="Windows Live" clId="Web-{0F452740-3E45-40DC-A4F9-892B929CC84C}" dt="2022-04-15T05:35:58.979" v="254" actId="20577"/>
          <ac:spMkLst>
            <pc:docMk/>
            <pc:sldMk cId="3794039849" sldId="262"/>
            <ac:spMk id="3" creationId="{B5930636-8725-8379-C4D2-5C9B135F07DC}"/>
          </ac:spMkLst>
        </pc:spChg>
      </pc:sldChg>
      <pc:sldChg chg="addSp modSp new">
        <pc:chgData name="PASUPULETI DIVYA" userId="4c4a9ff419f6c6ac" providerId="Windows Live" clId="Web-{0F452740-3E45-40DC-A4F9-892B929CC84C}" dt="2022-04-15T05:39:04.386" v="272" actId="1076"/>
        <pc:sldMkLst>
          <pc:docMk/>
          <pc:sldMk cId="3117485655" sldId="263"/>
        </pc:sldMkLst>
        <pc:spChg chg="mod">
          <ac:chgData name="PASUPULETI DIVYA" userId="4c4a9ff419f6c6ac" providerId="Windows Live" clId="Web-{0F452740-3E45-40DC-A4F9-892B929CC84C}" dt="2022-04-15T05:38:59.542" v="270" actId="20577"/>
          <ac:spMkLst>
            <pc:docMk/>
            <pc:sldMk cId="3117485655" sldId="263"/>
            <ac:spMk id="2" creationId="{60108ED5-A3E6-732E-29D6-BC04C757E1AE}"/>
          </ac:spMkLst>
        </pc:spChg>
        <pc:picChg chg="add mod">
          <ac:chgData name="PASUPULETI DIVYA" userId="4c4a9ff419f6c6ac" providerId="Windows Live" clId="Web-{0F452740-3E45-40DC-A4F9-892B929CC84C}" dt="2022-04-15T05:39:04.386" v="272" actId="1076"/>
          <ac:picMkLst>
            <pc:docMk/>
            <pc:sldMk cId="3117485655" sldId="263"/>
            <ac:picMk id="4" creationId="{D977F7D2-A6AF-4A27-EF8F-A5C3C5193152}"/>
          </ac:picMkLst>
        </pc:picChg>
      </pc:sldChg>
      <pc:sldChg chg="addSp modSp new">
        <pc:chgData name="PASUPULETI DIVYA" userId="4c4a9ff419f6c6ac" providerId="Windows Live" clId="Web-{0F452740-3E45-40DC-A4F9-892B929CC84C}" dt="2022-04-15T05:40:48.480" v="288" actId="14100"/>
        <pc:sldMkLst>
          <pc:docMk/>
          <pc:sldMk cId="1812483671" sldId="264"/>
        </pc:sldMkLst>
        <pc:spChg chg="mod">
          <ac:chgData name="PASUPULETI DIVYA" userId="4c4a9ff419f6c6ac" providerId="Windows Live" clId="Web-{0F452740-3E45-40DC-A4F9-892B929CC84C}" dt="2022-04-15T05:40:34.652" v="282" actId="20577"/>
          <ac:spMkLst>
            <pc:docMk/>
            <pc:sldMk cId="1812483671" sldId="264"/>
            <ac:spMk id="2" creationId="{0FA6808D-CD2F-399C-856B-2008686CF1EE}"/>
          </ac:spMkLst>
        </pc:spChg>
        <pc:picChg chg="add mod">
          <ac:chgData name="PASUPULETI DIVYA" userId="4c4a9ff419f6c6ac" providerId="Windows Live" clId="Web-{0F452740-3E45-40DC-A4F9-892B929CC84C}" dt="2022-04-15T05:40:48.480" v="288" actId="14100"/>
          <ac:picMkLst>
            <pc:docMk/>
            <pc:sldMk cId="1812483671" sldId="264"/>
            <ac:picMk id="4" creationId="{FD0EDD54-CA72-CCE4-523E-E5D16F02B407}"/>
          </ac:picMkLst>
        </pc:picChg>
      </pc:sldChg>
      <pc:sldChg chg="addSp modSp new">
        <pc:chgData name="PASUPULETI DIVYA" userId="4c4a9ff419f6c6ac" providerId="Windows Live" clId="Web-{0F452740-3E45-40DC-A4F9-892B929CC84C}" dt="2022-04-15T05:42:19.418" v="306" actId="1076"/>
        <pc:sldMkLst>
          <pc:docMk/>
          <pc:sldMk cId="3615834695" sldId="265"/>
        </pc:sldMkLst>
        <pc:spChg chg="mod">
          <ac:chgData name="PASUPULETI DIVYA" userId="4c4a9ff419f6c6ac" providerId="Windows Live" clId="Web-{0F452740-3E45-40DC-A4F9-892B929CC84C}" dt="2022-04-15T05:42:12.230" v="302" actId="20577"/>
          <ac:spMkLst>
            <pc:docMk/>
            <pc:sldMk cId="3615834695" sldId="265"/>
            <ac:spMk id="2" creationId="{DA04B568-CD12-E94D-2A50-80603B52EA77}"/>
          </ac:spMkLst>
        </pc:spChg>
        <pc:picChg chg="add mod">
          <ac:chgData name="PASUPULETI DIVYA" userId="4c4a9ff419f6c6ac" providerId="Windows Live" clId="Web-{0F452740-3E45-40DC-A4F9-892B929CC84C}" dt="2022-04-15T05:42:19.418" v="306" actId="1076"/>
          <ac:picMkLst>
            <pc:docMk/>
            <pc:sldMk cId="3615834695" sldId="265"/>
            <ac:picMk id="4" creationId="{2FC08BBF-37CA-9F41-A4D5-B90C4A3CC669}"/>
          </ac:picMkLst>
        </pc:picChg>
      </pc:sldChg>
      <pc:sldChg chg="addSp modSp new">
        <pc:chgData name="PASUPULETI DIVYA" userId="4c4a9ff419f6c6ac" providerId="Windows Live" clId="Web-{0F452740-3E45-40DC-A4F9-892B929CC84C}" dt="2022-04-15T05:44:05.903" v="323" actId="20577"/>
        <pc:sldMkLst>
          <pc:docMk/>
          <pc:sldMk cId="353330449" sldId="266"/>
        </pc:sldMkLst>
        <pc:spChg chg="mod">
          <ac:chgData name="PASUPULETI DIVYA" userId="4c4a9ff419f6c6ac" providerId="Windows Live" clId="Web-{0F452740-3E45-40DC-A4F9-892B929CC84C}" dt="2022-04-15T05:44:05.903" v="323" actId="20577"/>
          <ac:spMkLst>
            <pc:docMk/>
            <pc:sldMk cId="353330449" sldId="266"/>
            <ac:spMk id="2" creationId="{BE777ED3-E02B-DE41-D35F-CC8406FB268A}"/>
          </ac:spMkLst>
        </pc:spChg>
        <pc:picChg chg="add mod">
          <ac:chgData name="PASUPULETI DIVYA" userId="4c4a9ff419f6c6ac" providerId="Windows Live" clId="Web-{0F452740-3E45-40DC-A4F9-892B929CC84C}" dt="2022-04-15T05:43:02.074" v="314" actId="1076"/>
          <ac:picMkLst>
            <pc:docMk/>
            <pc:sldMk cId="353330449" sldId="266"/>
            <ac:picMk id="4" creationId="{54CA66EF-989F-83D5-A81F-98A3EB62D354}"/>
          </ac:picMkLst>
        </pc:picChg>
      </pc:sldChg>
      <pc:sldMasterChg chg="add addSldLayout">
        <pc:chgData name="PASUPULETI DIVYA" userId="4c4a9ff419f6c6ac" providerId="Windows Live" clId="Web-{0F452740-3E45-40DC-A4F9-892B929CC84C}" dt="2022-04-15T05:08:41.647" v="6"/>
        <pc:sldMasterMkLst>
          <pc:docMk/>
          <pc:sldMasterMk cId="0" sldId="2147483648"/>
        </pc:sldMasterMkLst>
        <pc:sldLayoutChg chg="add">
          <pc:chgData name="PASUPULETI DIVYA" userId="4c4a9ff419f6c6ac" providerId="Windows Live" clId="Web-{0F452740-3E45-40DC-A4F9-892B929CC84C}" dt="2022-04-15T05:08:41.647" v="6"/>
          <pc:sldLayoutMkLst>
            <pc:docMk/>
            <pc:sldMasterMk cId="0" sldId="2147483648"/>
            <pc:sldLayoutMk cId="0" sldId="2147483650"/>
          </pc:sldLayoutMkLst>
        </pc:sldLayoutChg>
        <pc:sldLayoutChg chg="add">
          <pc:chgData name="PASUPULETI DIVYA" userId="4c4a9ff419f6c6ac" providerId="Windows Live" clId="Web-{0F452740-3E45-40DC-A4F9-892B929CC84C}" dt="2022-04-15T05:08:41.647" v="6"/>
          <pc:sldLayoutMkLst>
            <pc:docMk/>
            <pc:sldMasterMk cId="0" sldId="2147483648"/>
            <pc:sldLayoutMk cId="0" sldId="2147483651"/>
          </pc:sldLayoutMkLst>
        </pc:sldLayoutChg>
        <pc:sldLayoutChg chg="add">
          <pc:chgData name="PASUPULETI DIVYA" userId="4c4a9ff419f6c6ac" providerId="Windows Live" clId="Web-{0F452740-3E45-40DC-A4F9-892B929CC84C}" dt="2022-04-15T05:08:41.647" v="6"/>
          <pc:sldLayoutMkLst>
            <pc:docMk/>
            <pc:sldMasterMk cId="0" sldId="2147483648"/>
            <pc:sldLayoutMk cId="0" sldId="2147483654"/>
          </pc:sldLayoutMkLst>
        </pc:sldLayoutChg>
        <pc:sldLayoutChg chg="add">
          <pc:chgData name="PASUPULETI DIVYA" userId="4c4a9ff419f6c6ac" providerId="Windows Live" clId="Web-{0F452740-3E45-40DC-A4F9-892B929CC84C}" dt="2022-04-15T05:08:41.647" v="6"/>
          <pc:sldLayoutMkLst>
            <pc:docMk/>
            <pc:sldMasterMk cId="0" sldId="2147483648"/>
            <pc:sldLayoutMk cId="0" sldId="2147483655"/>
          </pc:sldLayoutMkLst>
        </pc:sldLayoutChg>
        <pc:sldLayoutChg chg="add">
          <pc:chgData name="PASUPULETI DIVYA" userId="4c4a9ff419f6c6ac" providerId="Windows Live" clId="Web-{0F452740-3E45-40DC-A4F9-892B929CC84C}" dt="2022-04-15T05:08:41.647" v="6"/>
          <pc:sldLayoutMkLst>
            <pc:docMk/>
            <pc:sldMasterMk cId="0" sldId="2147483648"/>
            <pc:sldLayoutMk cId="0" sldId="2147483656"/>
          </pc:sldLayoutMkLst>
        </pc:sldLayoutChg>
        <pc:sldLayoutChg chg="add">
          <pc:chgData name="PASUPULETI DIVYA" userId="4c4a9ff419f6c6ac" providerId="Windows Live" clId="Web-{0F452740-3E45-40DC-A4F9-892B929CC84C}" dt="2022-04-15T05:08:41.647" v="6"/>
          <pc:sldLayoutMkLst>
            <pc:docMk/>
            <pc:sldMasterMk cId="0" sldId="2147483648"/>
            <pc:sldLayoutMk cId="0" sldId="2147483657"/>
          </pc:sldLayoutMkLst>
        </pc:sldLayoutChg>
        <pc:sldLayoutChg chg="add">
          <pc:chgData name="PASUPULETI DIVYA" userId="4c4a9ff419f6c6ac" providerId="Windows Live" clId="Web-{0F452740-3E45-40DC-A4F9-892B929CC84C}" dt="2022-04-15T05:08:41.647" v="6"/>
          <pc:sldLayoutMkLst>
            <pc:docMk/>
            <pc:sldMasterMk cId="0" sldId="2147483648"/>
            <pc:sldLayoutMk cId="0" sldId="2147483659"/>
          </pc:sldLayoutMkLst>
        </pc:sldLayoutChg>
        <pc:sldLayoutChg chg="add">
          <pc:chgData name="PASUPULETI DIVYA" userId="4c4a9ff419f6c6ac" providerId="Windows Live" clId="Web-{0F452740-3E45-40DC-A4F9-892B929CC84C}" dt="2022-04-15T05:08:41.647" v="6"/>
          <pc:sldLayoutMkLst>
            <pc:docMk/>
            <pc:sldMasterMk cId="0" sldId="2147483648"/>
            <pc:sldLayoutMk cId="0" sldId="2147483661"/>
          </pc:sldLayoutMkLst>
        </pc:sldLayoutChg>
        <pc:sldLayoutChg chg="add">
          <pc:chgData name="PASUPULETI DIVYA" userId="4c4a9ff419f6c6ac" providerId="Windows Live" clId="Web-{0F452740-3E45-40DC-A4F9-892B929CC84C}" dt="2022-04-15T05:08:41.647" v="6"/>
          <pc:sldLayoutMkLst>
            <pc:docMk/>
            <pc:sldMasterMk cId="0" sldId="2147483648"/>
            <pc:sldLayoutMk cId="0" sldId="2147483662"/>
          </pc:sldLayoutMkLst>
        </pc:sldLayoutChg>
        <pc:sldLayoutChg chg="add">
          <pc:chgData name="PASUPULETI DIVYA" userId="4c4a9ff419f6c6ac" providerId="Windows Live" clId="Web-{0F452740-3E45-40DC-A4F9-892B929CC84C}" dt="2022-04-15T05:08:41.647" v="6"/>
          <pc:sldLayoutMkLst>
            <pc:docMk/>
            <pc:sldMasterMk cId="0" sldId="2147483648"/>
            <pc:sldLayoutMk cId="0" sldId="2147483663"/>
          </pc:sldLayoutMkLst>
        </pc:sldLayoutChg>
      </pc:sldMasterChg>
      <pc:sldMasterChg chg="modSldLayout">
        <pc:chgData name="PASUPULETI DIVYA" userId="4c4a9ff419f6c6ac" providerId="Windows Live" clId="Web-{0F452740-3E45-40DC-A4F9-892B929CC84C}" dt="2022-04-15T05:08:41.647" v="6"/>
        <pc:sldMasterMkLst>
          <pc:docMk/>
          <pc:sldMasterMk cId="2460954070" sldId="2147483660"/>
        </pc:sldMasterMkLst>
        <pc:sldLayoutChg chg="replId">
          <pc:chgData name="PASUPULETI DIVYA" userId="4c4a9ff419f6c6ac" providerId="Windows Live" clId="Web-{0F452740-3E45-40DC-A4F9-892B929CC84C}" dt="2022-04-15T05:08:41.647" v="6"/>
          <pc:sldLayoutMkLst>
            <pc:docMk/>
            <pc:sldMasterMk cId="2460954070" sldId="2147483660"/>
            <pc:sldLayoutMk cId="2385387890" sldId="2147483672"/>
          </pc:sldLayoutMkLst>
        </pc:sldLayoutChg>
        <pc:sldLayoutChg chg="replId">
          <pc:chgData name="PASUPULETI DIVYA" userId="4c4a9ff419f6c6ac" providerId="Windows Live" clId="Web-{0F452740-3E45-40DC-A4F9-892B929CC84C}" dt="2022-04-15T05:08:41.647" v="6"/>
          <pc:sldLayoutMkLst>
            <pc:docMk/>
            <pc:sldMasterMk cId="2460954070" sldId="2147483660"/>
            <pc:sldLayoutMk cId="949138452" sldId="2147483673"/>
          </pc:sldLayoutMkLst>
        </pc:sldLayoutChg>
        <pc:sldLayoutChg chg="replId">
          <pc:chgData name="PASUPULETI DIVYA" userId="4c4a9ff419f6c6ac" providerId="Windows Live" clId="Web-{0F452740-3E45-40DC-A4F9-892B929CC84C}" dt="2022-04-15T05:08:41.647" v="6"/>
          <pc:sldLayoutMkLst>
            <pc:docMk/>
            <pc:sldMasterMk cId="2460954070" sldId="2147483660"/>
            <pc:sldLayoutMk cId="2591524520" sldId="2147483674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BB6719-A70C-4C97-8D25-08225B6CEB6B}" type="datetimeFigureOut">
              <a:t>4/15/2022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2585D5-67A6-4A2D-AE1A-B61406B30B45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65326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3" name="Google Shape;8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few other properties include:</a:t>
            </a:r>
          </a:p>
          <a:p>
            <a:pPr marL="342900" indent="-342900">
              <a:buAutoNum type="arabicPeriod"/>
            </a:pPr>
            <a:r>
              <a:rPr lang="en-US" dirty="0"/>
              <a:t>Domain: (-∞, +∞)</a:t>
            </a:r>
            <a:endParaRPr lang="en-US" dirty="0">
              <a:ea typeface="Calibri"/>
              <a:cs typeface="Calibri"/>
            </a:endParaRPr>
          </a:p>
          <a:p>
            <a:pPr marL="342900" indent="-342900">
              <a:buAutoNum type="arabicPeriod"/>
            </a:pPr>
            <a:r>
              <a:rPr lang="en-US" dirty="0"/>
              <a:t>Range: (0, +1)</a:t>
            </a:r>
            <a:endParaRPr lang="en-US" dirty="0">
              <a:ea typeface="Calibri"/>
              <a:cs typeface="Calibri"/>
            </a:endParaRPr>
          </a:p>
          <a:p>
            <a:pPr marL="342900" indent="-342900">
              <a:buAutoNum type="arabicPeriod"/>
            </a:pPr>
            <a:r>
              <a:rPr lang="en-US" dirty="0"/>
              <a:t>σ(0) = 0.5</a:t>
            </a:r>
            <a:endParaRPr lang="en-US" dirty="0">
              <a:ea typeface="Calibri"/>
              <a:cs typeface="Calibri"/>
            </a:endParaRPr>
          </a:p>
          <a:p>
            <a:pPr marL="342900" indent="-342900">
              <a:buAutoNum type="arabicPeriod"/>
            </a:pPr>
            <a:r>
              <a:rPr lang="en-US" dirty="0"/>
              <a:t>The function is monotonically increasing.</a:t>
            </a:r>
          </a:p>
          <a:p>
            <a:pPr marL="342900" indent="-342900">
              <a:buAutoNum type="arabicPeriod"/>
            </a:pPr>
            <a:r>
              <a:rPr lang="en-US" dirty="0"/>
              <a:t>The function is continuous everywhere.</a:t>
            </a:r>
          </a:p>
          <a:p>
            <a:pPr marL="342900" indent="-342900">
              <a:buAutoNum type="arabicPeriod"/>
            </a:pPr>
            <a:r>
              <a:rPr lang="en-US" dirty="0"/>
              <a:t>The function is differentiable everywhere in its domain.</a:t>
            </a:r>
          </a:p>
          <a:p>
            <a:pPr marL="342900" indent="-342900">
              <a:buAutoNum type="arabicPeriod"/>
            </a:pPr>
            <a:r>
              <a:rPr lang="en-US" dirty="0"/>
              <a:t>Numerically, it is enough to compute this function’s value over a small range of numbers, e.g., [-10, +10]. For values less than -10, the function’s value is almost zero. For values greater than 10, the function’s values are almost one.</a:t>
            </a: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2585D5-67A6-4A2D-AE1A-B61406B30B45}" type="slidenum">
              <a:rPr lang="en-GB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8113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15/04/2022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15/04/2022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15/04/2022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15/04/2022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15/04/2022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15/04/2022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15/04/2022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15/04/2022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15/04/2022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15/04/2022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15/04/2022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3"/>
          <p:cNvSpPr txBox="1"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>
              <a:lnSpc>
                <a:spcPct val="90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2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" name="Google Shape;18;p13"/>
          <p:cNvSpPr txBox="1">
            <a:spLocks noGrp="1"/>
          </p:cNvSpPr>
          <p:nvPr>
            <p:ph type="dt" idx="10"/>
          </p:nvPr>
        </p:nvSpPr>
        <p:spPr>
          <a:xfrm>
            <a:off x="885228" y="6205183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E72D4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13"/>
          <p:cNvSpPr txBox="1">
            <a:spLocks noGrp="1"/>
          </p:cNvSpPr>
          <p:nvPr>
            <p:ph type="sldNum" idx="12"/>
          </p:nvPr>
        </p:nvSpPr>
        <p:spPr>
          <a:xfrm>
            <a:off x="8822635" y="5349875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E72D4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E72D4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E72D4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E72D4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E72D4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E72D4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E72D4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E72D4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E72D4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sp>
        <p:nvSpPr>
          <p:cNvPr id="20" name="Google Shape;20;p13"/>
          <p:cNvSpPr/>
          <p:nvPr/>
        </p:nvSpPr>
        <p:spPr>
          <a:xfrm>
            <a:off x="0" y="0"/>
            <a:ext cx="12192000" cy="62052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3"/>
              <a:buFont typeface="Arial"/>
              <a:buNone/>
            </a:pPr>
            <a:endParaRPr sz="135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" name="Google Shape;21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5230" y="762517"/>
            <a:ext cx="2743199" cy="7319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29" userDrawn="1">
          <p15:clr>
            <a:srgbClr val="FBAE40"/>
          </p15:clr>
        </p15:guide>
        <p15:guide id="2" orient="horz" pos="504" userDrawn="1">
          <p15:clr>
            <a:srgbClr val="FBAE40"/>
          </p15:clr>
        </p15:guide>
        <p15:guide id="3" orient="horz" pos="1231" userDrawn="1">
          <p15:clr>
            <a:srgbClr val="FBAE40"/>
          </p15:clr>
        </p15:guide>
        <p15:guide id="4" orient="horz" pos="2341" userDrawn="1">
          <p15:clr>
            <a:srgbClr val="FBAE40"/>
          </p15:clr>
        </p15:guide>
        <p15:guide id="5" pos="4431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2 Line Title and Content">
  <p:cSld name="1_2 Line Title and Conten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" name="Google Shape;24;p1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sp>
        <p:nvSpPr>
          <p:cNvPr id="25" name="Google Shape;25;p14"/>
          <p:cNvSpPr txBox="1">
            <a:spLocks noGrp="1"/>
          </p:cNvSpPr>
          <p:nvPr>
            <p:ph type="body" idx="1"/>
          </p:nvPr>
        </p:nvSpPr>
        <p:spPr>
          <a:xfrm>
            <a:off x="4404784" y="2421467"/>
            <a:ext cx="7020800" cy="34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609585" marR="0" lvl="0" indent="-304792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1219170" marR="0" lvl="1" indent="-457189" algn="l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828754" marR="0" lvl="2" indent="-431789" algn="l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2438339" marR="0" lvl="3" indent="-419090" algn="l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3047924" marR="0" lvl="4" indent="-419090" algn="l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657509" marR="0" lvl="5" indent="-419090" algn="l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4267093" marR="0" lvl="6" indent="-419090" algn="l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4876678" marR="0" lvl="7" indent="-419090" algn="l">
              <a:lnSpc>
                <a:spcPct val="9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5486263" marR="0" lvl="8" indent="-419090" algn="l">
              <a:lnSpc>
                <a:spcPct val="90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35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" name="Google Shape;26;p14"/>
          <p:cNvSpPr/>
          <p:nvPr/>
        </p:nvSpPr>
        <p:spPr>
          <a:xfrm>
            <a:off x="0" y="0"/>
            <a:ext cx="12192000" cy="849200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3"/>
              <a:buFont typeface="Arial"/>
              <a:buNone/>
            </a:pPr>
            <a:endParaRPr sz="135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4"/>
          <p:cNvSpPr txBox="1">
            <a:spLocks noGrp="1"/>
          </p:cNvSpPr>
          <p:nvPr>
            <p:ph type="title"/>
          </p:nvPr>
        </p:nvSpPr>
        <p:spPr>
          <a:xfrm>
            <a:off x="422239" y="162621"/>
            <a:ext cx="4981200" cy="5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3200" b="0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28" name="Google Shape;28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72384" y="280085"/>
            <a:ext cx="1084840" cy="289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29" userDrawn="1">
          <p15:clr>
            <a:srgbClr val="FBAE40"/>
          </p15:clr>
        </p15:guide>
        <p15:guide id="2" orient="horz" pos="504" userDrawn="1">
          <p15:clr>
            <a:srgbClr val="FBAE40"/>
          </p15:clr>
        </p15:guide>
        <p15:guide id="3" orient="horz" pos="1231" userDrawn="1">
          <p15:clr>
            <a:srgbClr val="FBAE40"/>
          </p15:clr>
        </p15:guide>
        <p15:guide id="4" orient="horz" pos="3725" userDrawn="1">
          <p15:clr>
            <a:srgbClr val="FBAE40"/>
          </p15:clr>
        </p15:guide>
        <p15:guide id="5" pos="2775" userDrawn="1">
          <p15:clr>
            <a:srgbClr val="FBAE40"/>
          </p15:clr>
        </p15:guide>
        <p15:guide id="6" orient="horz" pos="1525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7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7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1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8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8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43" name="Google Shape;43;p18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44" name="Google Shape;44;p1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9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0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50" name="Google Shape;50;p20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1219170" lvl="1" indent="-40639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51" name="Google Shape;51;p2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2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2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58" name="Google Shape;58;p22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59" name="Google Shape;59;p22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457189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0" name="Google Shape;60;p2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4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66" name="Google Shape;66;p24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6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3" name="Google Shape;73;p26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4000000" cy="4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4" name="Google Shape;74;p26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4000000" cy="4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5" name="Google Shape;75;p2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15/04/2022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4" r:id="rId3"/>
    <p:sldLayoutId id="2147483655" r:id="rId4"/>
    <p:sldLayoutId id="2147483656" r:id="rId5"/>
    <p:sldLayoutId id="2147483657" r:id="rId6"/>
    <p:sldLayoutId id="2147483659" r:id="rId7"/>
    <p:sldLayoutId id="2147483661" r:id="rId8"/>
    <p:sldLayoutId id="2147483662" r:id="rId9"/>
    <p:sldLayoutId id="2147483663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"/>
          <p:cNvSpPr txBox="1"/>
          <p:nvPr/>
        </p:nvSpPr>
        <p:spPr>
          <a:xfrm>
            <a:off x="1499200" y="4854284"/>
            <a:ext cx="9193600" cy="15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b" anchorCtr="0">
            <a:noAutofit/>
          </a:bodyPr>
          <a:lstStyle/>
          <a:p>
            <a:pPr algn="ctr">
              <a:buClr>
                <a:schemeClr val="dk1"/>
              </a:buClr>
              <a:buSzPts val="1100"/>
            </a:pPr>
            <a:r>
              <a:rPr lang="en-IN" sz="6933" i="1" dirty="0">
                <a:solidFill>
                  <a:schemeClr val="dk1"/>
                </a:solidFill>
              </a:rPr>
              <a:t>SGC Coaching</a:t>
            </a:r>
          </a:p>
          <a:p>
            <a:pPr algn="ctr">
              <a:buClr>
                <a:schemeClr val="dk1"/>
              </a:buClr>
              <a:buSzPts val="1100"/>
            </a:pPr>
            <a:endParaRPr sz="2533" dirty="0"/>
          </a:p>
          <a:p>
            <a:pPr algn="ctr"/>
            <a:endParaRPr sz="3200" i="1" dirty="0">
              <a:solidFill>
                <a:schemeClr val="dk1"/>
              </a:solidFill>
            </a:endParaRPr>
          </a:p>
          <a:p>
            <a:pPr algn="ctr">
              <a:buClr>
                <a:schemeClr val="dk1"/>
              </a:buClr>
              <a:buSzPts val="1100"/>
            </a:pPr>
            <a:r>
              <a:rPr lang="en-US" sz="4800" dirty="0">
                <a:solidFill>
                  <a:schemeClr val="dk1"/>
                </a:solidFill>
                <a:latin typeface="Calibri Light"/>
                <a:cs typeface="Calibri Light"/>
              </a:rPr>
              <a:t>All about Logistic Regression</a:t>
            </a:r>
          </a:p>
        </p:txBody>
      </p:sp>
      <p:pic>
        <p:nvPicPr>
          <p:cNvPr id="86" name="Google Shape;86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09827" y="0"/>
            <a:ext cx="1808723" cy="2103309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2"/>
          <p:cNvSpPr txBox="1"/>
          <p:nvPr/>
        </p:nvSpPr>
        <p:spPr>
          <a:xfrm>
            <a:off x="1542815" y="954716"/>
            <a:ext cx="2207600" cy="17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1400"/>
            </a:pPr>
            <a:endParaRPr sz="1867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>
              <a:lnSpc>
                <a:spcPct val="90000"/>
              </a:lnSpc>
              <a:spcBef>
                <a:spcPts val="1333"/>
              </a:spcBef>
              <a:buClr>
                <a:schemeClr val="dk1"/>
              </a:buClr>
              <a:buSzPts val="1400"/>
            </a:pPr>
            <a:r>
              <a:rPr lang="en-IN" sz="1867" i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   #LifeKoKaroLift</a:t>
            </a:r>
            <a:endParaRPr sz="1867"/>
          </a:p>
        </p:txBody>
      </p:sp>
    </p:spTree>
    <p:extLst>
      <p:ext uri="{BB962C8B-B14F-4D97-AF65-F5344CB8AC3E}">
        <p14:creationId xmlns:p14="http://schemas.microsoft.com/office/powerpoint/2010/main" val="37884770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65BBD17-D439-B4DC-4C4A-542F910D8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1441" y="1349905"/>
            <a:ext cx="6535488" cy="5246350"/>
          </a:xfrm>
        </p:spPr>
        <p:txBody>
          <a:bodyPr/>
          <a:lstStyle/>
          <a:p>
            <a:pPr marL="647700" indent="-342900" algn="just">
              <a:buChar char="•"/>
            </a:pPr>
            <a:r>
              <a:rPr lang="en-GB" sz="2000" dirty="0">
                <a:latin typeface="Calibri"/>
              </a:rPr>
              <a:t>Logistic Regression, a statistical model ,a popular and easy-to-understand algorithm that is mainly used to find out the probability of an outcome.</a:t>
            </a:r>
          </a:p>
          <a:p>
            <a:pPr marL="647700" indent="-342900" algn="just">
              <a:buChar char="•"/>
            </a:pPr>
            <a:r>
              <a:rPr lang="en-GB" sz="2000" dirty="0">
                <a:latin typeface="Calibri"/>
              </a:rPr>
              <a:t> It becomes necessary for every aspiring Data Scientist and Machine Learning Engineer to have a good knowledge of it.</a:t>
            </a:r>
          </a:p>
          <a:p>
            <a:pPr marL="647700" indent="-342900" algn="just">
              <a:buChar char="•"/>
            </a:pPr>
            <a:r>
              <a:rPr lang="en-GB" sz="2000" dirty="0">
                <a:latin typeface="Calibri"/>
              </a:rPr>
              <a:t>The main objective behind Logistic Regression is to determine the relationship between features and the probability of an outcome. </a:t>
            </a:r>
          </a:p>
          <a:p>
            <a:pPr marL="647700" indent="-342900" algn="just">
              <a:buChar char="•"/>
            </a:pPr>
            <a:r>
              <a:rPr lang="en-GB" sz="2000" dirty="0">
                <a:latin typeface="Calibri"/>
              </a:rPr>
              <a:t>We can solve classification problem statements which is a supervised machine learning technique using Logistic Regression.</a:t>
            </a:r>
          </a:p>
          <a:p>
            <a:pPr marL="608965" indent="-304165" algn="just">
              <a:buChar char="•"/>
            </a:pPr>
            <a:r>
              <a:rPr lang="en-GB" sz="2000" dirty="0">
                <a:latin typeface="Calibri"/>
              </a:rPr>
              <a:t>For example,</a:t>
            </a:r>
          </a:p>
          <a:p>
            <a:pPr marL="608965" indent="-304165" algn="just">
              <a:buChar char="•"/>
            </a:pPr>
            <a:r>
              <a:rPr lang="en-GB" sz="2000" dirty="0">
                <a:latin typeface="Calibri"/>
              </a:rPr>
              <a:t>To predict whether an email is spam (1) or (0)</a:t>
            </a:r>
          </a:p>
          <a:p>
            <a:pPr marL="608965" indent="-304165" algn="just">
              <a:buChar char="•"/>
            </a:pPr>
            <a:r>
              <a:rPr lang="en-GB" sz="2000" dirty="0">
                <a:latin typeface="Calibri"/>
              </a:rPr>
              <a:t>Whether the tumour is malignant (1) or not (0)</a:t>
            </a:r>
          </a:p>
          <a:p>
            <a:pPr marL="647700" indent="-342900" algn="just">
              <a:buChar char="•"/>
            </a:pPr>
            <a:endParaRPr lang="en-GB" sz="2000" dirty="0">
              <a:latin typeface="Calibri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3EAB556-DA7D-C7F5-4A4E-E401D5657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Logistic Regression</a:t>
            </a:r>
          </a:p>
        </p:txBody>
      </p:sp>
      <p:pic>
        <p:nvPicPr>
          <p:cNvPr id="4" name="Picture 4" descr="Diagram&#10;&#10;Description automatically generated">
            <a:extLst>
              <a:ext uri="{FF2B5EF4-FFF2-40B4-BE49-F238E27FC236}">
                <a16:creationId xmlns:a16="http://schemas.microsoft.com/office/drawing/2014/main" id="{2D86497E-2AD4-BF2A-6D0F-AD892FD148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8963" y="2010729"/>
            <a:ext cx="4683917" cy="284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8534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F473DCD-762D-D729-B2CA-0E0CF8DAF2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4753" y="1123686"/>
            <a:ext cx="11080831" cy="4790181"/>
          </a:xfrm>
        </p:spPr>
        <p:txBody>
          <a:bodyPr/>
          <a:lstStyle/>
          <a:p>
            <a:pPr marL="304800" indent="0" algn="just"/>
            <a:r>
              <a:rPr lang="en-GB" sz="2000" b="1" dirty="0">
                <a:latin typeface="Calibri"/>
              </a:rPr>
              <a:t>Sigmoid Function</a:t>
            </a:r>
            <a:endParaRPr lang="en-GB" sz="2000" dirty="0">
              <a:latin typeface="Calibri"/>
            </a:endParaRPr>
          </a:p>
          <a:p>
            <a:pPr marL="608965" indent="-304165" algn="just">
              <a:buChar char="•"/>
            </a:pPr>
            <a:r>
              <a:rPr lang="en-GB" sz="2000" dirty="0">
                <a:latin typeface="Calibri"/>
              </a:rPr>
              <a:t>The sigmoid function is a special form of the logistic function and is usually denoted by σ(x) or sig(x). It is given by:</a:t>
            </a:r>
          </a:p>
          <a:p>
            <a:pPr marL="304800" indent="0" algn="just"/>
            <a:endParaRPr lang="en-GB" sz="2000" dirty="0">
              <a:latin typeface="Calibri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77EC1E9-D7DE-A6F9-8868-0A014989F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Sigmoid Function 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6F8544C6-9F32-59B6-E537-C38B6C12DF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7581" y="2166937"/>
            <a:ext cx="2247900" cy="4762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35702C8-C11F-79F2-B05E-F71DE1BB79C6}"/>
              </a:ext>
            </a:extLst>
          </p:cNvPr>
          <p:cNvSpPr txBox="1"/>
          <p:nvPr/>
        </p:nvSpPr>
        <p:spPr>
          <a:xfrm>
            <a:off x="759619" y="2819401"/>
            <a:ext cx="670798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rgbClr val="222222"/>
                </a:solidFill>
                <a:latin typeface="Helvetica Neue"/>
              </a:rPr>
              <a:t>Properties and Identities Of Sigmoid Function</a:t>
            </a:r>
          </a:p>
        </p:txBody>
      </p:sp>
      <p:pic>
        <p:nvPicPr>
          <p:cNvPr id="6" name="Picture 6" descr="Chart&#10;&#10;Description automatically generated">
            <a:extLst>
              <a:ext uri="{FF2B5EF4-FFF2-40B4-BE49-F238E27FC236}">
                <a16:creationId xmlns:a16="http://schemas.microsoft.com/office/drawing/2014/main" id="{B905E181-6325-CB7E-F986-53B518D253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4088" y="3708797"/>
            <a:ext cx="4814886" cy="267890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D4A62B2-1532-E523-5E6B-D5ECFBB304B7}"/>
              </a:ext>
            </a:extLst>
          </p:cNvPr>
          <p:cNvSpPr txBox="1"/>
          <p:nvPr/>
        </p:nvSpPr>
        <p:spPr>
          <a:xfrm>
            <a:off x="628651" y="3319462"/>
            <a:ext cx="5743575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2000" dirty="0">
              <a:solidFill>
                <a:srgbClr val="555555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30997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3B4CAC1-45E2-64C6-C91E-9732B1615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239" y="162621"/>
            <a:ext cx="7620985" cy="428358"/>
          </a:xfrm>
        </p:spPr>
        <p:txBody>
          <a:bodyPr/>
          <a:lstStyle/>
          <a:p>
            <a:r>
              <a:rPr lang="en-GB" sz="2000" b="1" dirty="0"/>
              <a:t>Sigmoid As An Activation Function In Neural Network</a:t>
            </a:r>
            <a:endParaRPr lang="en-US" sz="2000" b="1"/>
          </a:p>
          <a:p>
            <a:endParaRPr lang="en-GB" sz="2000" b="1" dirty="0"/>
          </a:p>
        </p:txBody>
      </p:sp>
      <p:pic>
        <p:nvPicPr>
          <p:cNvPr id="4" name="Picture 4" descr="Diagram&#10;&#10;Description automatically generated">
            <a:extLst>
              <a:ext uri="{FF2B5EF4-FFF2-40B4-BE49-F238E27FC236}">
                <a16:creationId xmlns:a16="http://schemas.microsoft.com/office/drawing/2014/main" id="{57B88602-9650-3589-F228-82F447AFE3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6758" y="1914611"/>
            <a:ext cx="5726413" cy="274302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C8BDA4F-394A-7551-E20C-170AE755A490}"/>
              </a:ext>
            </a:extLst>
          </p:cNvPr>
          <p:cNvSpPr txBox="1"/>
          <p:nvPr/>
        </p:nvSpPr>
        <p:spPr>
          <a:xfrm>
            <a:off x="618699" y="1574042"/>
            <a:ext cx="4210334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252525"/>
                </a:solidFill>
                <a:latin typeface="Open Sans"/>
                <a:ea typeface="Open Sans"/>
                <a:cs typeface="Open Sans"/>
              </a:rPr>
              <a:t>The sigmoid function is used as an activation function in neural networks. </a:t>
            </a:r>
            <a:endParaRPr lang="en-US" dirty="0">
              <a:solidFill>
                <a:srgbClr val="000000"/>
              </a:solidFill>
              <a:latin typeface="Arial"/>
              <a:ea typeface="Open Sans"/>
              <a:cs typeface="Arial"/>
            </a:endParaRPr>
          </a:p>
          <a:p>
            <a:endParaRPr lang="en-US" dirty="0">
              <a:solidFill>
                <a:srgbClr val="252525"/>
              </a:solidFill>
              <a:latin typeface="Open Sans"/>
              <a:ea typeface="Open Sans"/>
              <a:cs typeface="Open Sans"/>
            </a:endParaRPr>
          </a:p>
          <a:p>
            <a:r>
              <a:rPr lang="en-US" dirty="0">
                <a:solidFill>
                  <a:srgbClr val="252525"/>
                </a:solidFill>
                <a:latin typeface="Open Sans"/>
                <a:ea typeface="Open Sans"/>
                <a:cs typeface="Open Sans"/>
              </a:rPr>
              <a:t>An activation function is a non-linear function that takes a weighted sum of inputs and produces an output.</a:t>
            </a:r>
            <a:endParaRPr lang="en-US" dirty="0">
              <a:solidFill>
                <a:srgbClr val="000000"/>
              </a:solidFill>
              <a:latin typeface="Arial"/>
              <a:ea typeface="Open Sans"/>
              <a:cs typeface="Arial"/>
            </a:endParaRPr>
          </a:p>
          <a:p>
            <a:endParaRPr lang="en-US" dirty="0">
              <a:solidFill>
                <a:srgbClr val="252525"/>
              </a:solidFill>
              <a:latin typeface="Open Sans"/>
              <a:ea typeface="Open Sans"/>
              <a:cs typeface="Open Sans"/>
            </a:endParaRPr>
          </a:p>
          <a:p>
            <a:endParaRPr lang="en-US" dirty="0">
              <a:solidFill>
                <a:srgbClr val="252525"/>
              </a:solidFill>
              <a:latin typeface="Open Sans"/>
              <a:ea typeface="Open Sans"/>
              <a:cs typeface="Open Sans"/>
            </a:endParaRPr>
          </a:p>
          <a:p>
            <a:r>
              <a:rPr lang="en-US" dirty="0">
                <a:solidFill>
                  <a:srgbClr val="252525"/>
                </a:solidFill>
                <a:latin typeface="Open Sans"/>
                <a:ea typeface="Open Sans"/>
                <a:cs typeface="Open Sans"/>
              </a:rPr>
              <a:t> Such a function is termed a 'sigmoid unit' in the context of a neural network.</a:t>
            </a:r>
            <a:endParaRPr lang="en-US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784750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EE56EE-591D-2AB0-5A38-E2DC07DCB6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903" y="1295527"/>
            <a:ext cx="10773934" cy="5221116"/>
          </a:xfrm>
        </p:spPr>
        <p:txBody>
          <a:bodyPr/>
          <a:lstStyle/>
          <a:p>
            <a:pPr marL="647700" indent="-342900" algn="just">
              <a:buChar char="•"/>
            </a:pPr>
            <a:r>
              <a:rPr lang="en-GB" sz="2000" dirty="0">
                <a:latin typeface="Calibri"/>
              </a:rPr>
              <a:t>The main reason why we use sigmoid function is because it exists between (0 to 1). </a:t>
            </a:r>
            <a:endParaRPr lang="en-US" sz="2000">
              <a:latin typeface="Calibri"/>
            </a:endParaRPr>
          </a:p>
          <a:p>
            <a:pPr marL="647700" indent="-342900" algn="just">
              <a:buChar char="•"/>
            </a:pPr>
            <a:r>
              <a:rPr lang="en-GB" sz="2000" dirty="0">
                <a:latin typeface="Calibri"/>
              </a:rPr>
              <a:t>Therefore, it is especially used for models where we have to predict the probability as an output. </a:t>
            </a:r>
            <a:endParaRPr lang="en-US" sz="2000">
              <a:latin typeface="Calibri"/>
            </a:endParaRPr>
          </a:p>
          <a:p>
            <a:pPr marL="647700" indent="-342900" algn="just">
              <a:buChar char="•"/>
            </a:pPr>
            <a:r>
              <a:rPr lang="en-GB" sz="2000" dirty="0">
                <a:latin typeface="Calibri"/>
              </a:rPr>
              <a:t>Since probability of anything exists only between the range of 0 and 1, sigmoid is the right choice. </a:t>
            </a:r>
            <a:endParaRPr lang="en-US" sz="2000">
              <a:latin typeface="Calibri"/>
            </a:endParaRPr>
          </a:p>
          <a:p>
            <a:pPr marL="647700" indent="-342900" algn="just">
              <a:buChar char="•"/>
            </a:pPr>
            <a:r>
              <a:rPr lang="en-GB" sz="2000" dirty="0">
                <a:latin typeface="Calibri"/>
              </a:rPr>
              <a:t>The function is differentiable</a:t>
            </a:r>
          </a:p>
          <a:p>
            <a:pPr marL="647700" indent="-342900" algn="just">
              <a:buChar char="•"/>
            </a:pPr>
            <a:r>
              <a:rPr lang="en-GB" sz="2000" dirty="0">
                <a:latin typeface="Calibri"/>
              </a:rPr>
              <a:t>Then we set up one threshold value/ cut off value( whatever you call it), from which we predict whether the new data lies in the line of 1’s or 0’s.</a:t>
            </a:r>
            <a:endParaRPr lang="en-GB" dirty="0">
              <a:latin typeface="Calibri"/>
            </a:endParaRPr>
          </a:p>
          <a:p>
            <a:pPr marL="647700" indent="-342900" algn="just">
              <a:buChar char="•"/>
            </a:pPr>
            <a:r>
              <a:rPr lang="en-GB" sz="2000" dirty="0">
                <a:latin typeface="Calibri"/>
              </a:rPr>
              <a:t>That is the basic idea of using Sigmoid function in Logistic regression. </a:t>
            </a:r>
            <a:endParaRPr lang="en-GB" dirty="0">
              <a:latin typeface="Calibri"/>
            </a:endParaRPr>
          </a:p>
          <a:p>
            <a:pPr marL="647700" indent="-342900" algn="just">
              <a:buChar char="•"/>
            </a:pPr>
            <a:endParaRPr lang="en-GB" dirty="0">
              <a:latin typeface="Calibri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DC5AB41-47DC-465F-4BC1-68B1EF60C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239" y="162621"/>
            <a:ext cx="7437797" cy="578238"/>
          </a:xfrm>
        </p:spPr>
        <p:txBody>
          <a:bodyPr/>
          <a:lstStyle/>
          <a:p>
            <a:r>
              <a:rPr lang="en-GB" sz="2000" b="1" dirty="0"/>
              <a:t>Reasons for using sigmoid in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14732779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D434993-9115-3100-F787-FF71BEA55B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7531" y="1124930"/>
            <a:ext cx="5735636" cy="4788937"/>
          </a:xfrm>
        </p:spPr>
        <p:txBody>
          <a:bodyPr/>
          <a:lstStyle/>
          <a:p>
            <a:pPr marL="647700" indent="-342900" algn="just">
              <a:buChar char="•"/>
            </a:pPr>
            <a:r>
              <a:rPr lang="en-GB" sz="2000" dirty="0">
                <a:latin typeface="Calibri"/>
              </a:rPr>
              <a:t>In logistic regression, you have a given set of observations (or 𝑥-𝑦) and an independent variable (or feature) - </a:t>
            </a:r>
            <a:endParaRPr lang="en-US"/>
          </a:p>
          <a:p>
            <a:pPr marL="647700" indent="-342900" algn="just">
              <a:buChar char="•"/>
            </a:pPr>
            <a:endParaRPr lang="en-GB" sz="2000" dirty="0">
              <a:latin typeface="Calibri"/>
            </a:endParaRPr>
          </a:p>
          <a:p>
            <a:pPr marL="647700" indent="-342900" algn="just">
              <a:buChar char="•"/>
            </a:pPr>
            <a:r>
              <a:rPr lang="en-GB" sz="2000" dirty="0">
                <a:latin typeface="Calibri"/>
              </a:rPr>
              <a:t>there is only one such variable, which is  (i.e.,  the input). Logistic regression finds the weights  that correspond to the maximum LLF - that is, the limit between the inputs with the predicted outputs of 0 and 1.</a:t>
            </a:r>
            <a:endParaRPr lang="en-GB"/>
          </a:p>
          <a:p>
            <a:pPr marL="647700" indent="-342900" algn="just">
              <a:buChar char="•"/>
            </a:pPr>
            <a:endParaRPr lang="en-GB"/>
          </a:p>
          <a:p>
            <a:pPr marL="647700" indent="-342900" algn="just">
              <a:buChar char="•"/>
            </a:pPr>
            <a:r>
              <a:rPr lang="en-GB" sz="2000" dirty="0">
                <a:latin typeface="Calibri"/>
              </a:rPr>
              <a:t>In this case, the threshold  = 0 corresponds to the value of 𝓥 slightly higher than 3, while the actual output is just below 3.</a:t>
            </a:r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161E218-EB85-8D13-200E-DB6ADD7AB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239" y="162621"/>
            <a:ext cx="7255826" cy="510000"/>
          </a:xfrm>
        </p:spPr>
        <p:txBody>
          <a:bodyPr/>
          <a:lstStyle/>
          <a:p>
            <a:r>
              <a:rPr lang="en-GB" sz="2000" b="1" dirty="0"/>
              <a:t>Single-Variate Logistic Regression</a:t>
            </a:r>
            <a:endParaRPr lang="en-US" sz="2000" b="1"/>
          </a:p>
          <a:p>
            <a:endParaRPr lang="en-GB" sz="2000" b="1" dirty="0"/>
          </a:p>
        </p:txBody>
      </p:sp>
      <p:pic>
        <p:nvPicPr>
          <p:cNvPr id="4" name="Picture 4" descr="Chart, line chart&#10;&#10;Description automatically generated">
            <a:extLst>
              <a:ext uri="{FF2B5EF4-FFF2-40B4-BE49-F238E27FC236}">
                <a16:creationId xmlns:a16="http://schemas.microsoft.com/office/drawing/2014/main" id="{261934BA-BB93-055D-44E5-F1812D9C36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4699" y="1858658"/>
            <a:ext cx="5142930" cy="2753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3507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4CBE978-D154-F2F2-8C37-6DFF3F8857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47352" y="1318273"/>
            <a:ext cx="5189725" cy="4595594"/>
          </a:xfrm>
        </p:spPr>
        <p:txBody>
          <a:bodyPr/>
          <a:lstStyle/>
          <a:p>
            <a:pPr marL="647700" indent="-342900" algn="just">
              <a:buChar char="•"/>
            </a:pPr>
            <a:r>
              <a:rPr lang="en-GB" sz="2000" b="1" dirty="0">
                <a:latin typeface="Calibri"/>
              </a:rPr>
              <a:t>Multi-variate logistic regression</a:t>
            </a:r>
            <a:r>
              <a:rPr lang="en-GB" sz="2000" dirty="0">
                <a:latin typeface="Calibri"/>
              </a:rPr>
              <a:t> has more than one input variable. </a:t>
            </a:r>
          </a:p>
          <a:p>
            <a:pPr marL="647700" indent="-342900" algn="just">
              <a:buChar char="•"/>
            </a:pPr>
            <a:r>
              <a:rPr lang="en-GB" sz="2000" dirty="0">
                <a:latin typeface="Calibri"/>
              </a:rPr>
              <a:t>Logistic regression determines the weights that maximize the LLF. </a:t>
            </a:r>
          </a:p>
          <a:p>
            <a:pPr marL="647700" indent="-342900" algn="just">
              <a:buChar char="•"/>
            </a:pPr>
            <a:r>
              <a:rPr lang="en-GB" sz="2000" dirty="0">
                <a:latin typeface="Calibri"/>
              </a:rPr>
              <a:t>The red circles show the observations classified as zeros, while the green circles are those classified as ones.</a:t>
            </a:r>
            <a:endParaRPr lang="en-GB" dirty="0"/>
          </a:p>
          <a:p>
            <a:pPr marL="647700" indent="-342900" algn="just">
              <a:buChar char="•"/>
            </a:pPr>
            <a:r>
              <a:rPr lang="en-GB" sz="2000" dirty="0">
                <a:latin typeface="Calibri"/>
              </a:rPr>
              <a:t> The dash-dotted black line linearly separates the two classes.</a:t>
            </a:r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051F380-BE3B-1F9B-9788-87A9B0F18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239" y="162621"/>
            <a:ext cx="7119349" cy="544119"/>
          </a:xfrm>
        </p:spPr>
        <p:txBody>
          <a:bodyPr/>
          <a:lstStyle/>
          <a:p>
            <a:r>
              <a:rPr lang="en-GB" sz="2000" b="1" dirty="0"/>
              <a:t>Multi-Variate Logistic Regression</a:t>
            </a:r>
            <a:endParaRPr lang="en-US" sz="2000" b="1"/>
          </a:p>
          <a:p>
            <a:endParaRPr lang="en-GB" sz="2000" b="1" dirty="0"/>
          </a:p>
        </p:txBody>
      </p:sp>
      <p:pic>
        <p:nvPicPr>
          <p:cNvPr id="4" name="Picture 4" descr="Chart, scatter chart&#10;&#10;Description automatically generated">
            <a:extLst>
              <a:ext uri="{FF2B5EF4-FFF2-40B4-BE49-F238E27FC236}">
                <a16:creationId xmlns:a16="http://schemas.microsoft.com/office/drawing/2014/main" id="{CD2A010F-2FCF-B716-E9E4-88D7A6CB87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0969" y="2063376"/>
            <a:ext cx="5177048" cy="367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4249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0A4A6BD-ED76-2D61-2522-65B28170F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000" b="1" dirty="0"/>
              <a:t>Basic Implementation</a:t>
            </a:r>
          </a:p>
        </p:txBody>
      </p:sp>
      <p:pic>
        <p:nvPicPr>
          <p:cNvPr id="4" name="Picture 4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B351F82C-1EF0-5C34-D493-B251F2CA97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505" y="1362182"/>
            <a:ext cx="7917975" cy="4963876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29CEE1BA-D5DE-26DD-97AE-5EF04B3C9E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0095" y="3284205"/>
            <a:ext cx="2676525" cy="67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6758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C69EDE0-035F-523A-3930-4E17B11352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4187" y="1329647"/>
            <a:ext cx="11001397" cy="4584220"/>
          </a:xfrm>
        </p:spPr>
        <p:txBody>
          <a:bodyPr/>
          <a:lstStyle/>
          <a:p>
            <a:pPr marL="647700" indent="-342900" algn="just">
              <a:buChar char="•"/>
            </a:pPr>
            <a:r>
              <a:rPr lang="en-GB" sz="2000" b="1" dirty="0">
                <a:latin typeface="Calibri"/>
              </a:rPr>
              <a:t>What are the assumptions made in logistic regression?</a:t>
            </a:r>
          </a:p>
          <a:p>
            <a:pPr marL="608965" indent="-304165" algn="just">
              <a:buChar char="•"/>
            </a:pPr>
            <a:r>
              <a:rPr lang="en-GB" sz="2000" dirty="0">
                <a:latin typeface="Calibri"/>
              </a:rPr>
              <a:t>The logistic regression assumes that there is minimal or no multicollinearity among the independent variables.</a:t>
            </a:r>
            <a:endParaRPr lang="en-GB" sz="2000" b="1">
              <a:latin typeface="Calibri"/>
            </a:endParaRPr>
          </a:p>
          <a:p>
            <a:pPr marL="608965" indent="-304165" algn="just">
              <a:buChar char="•"/>
            </a:pPr>
            <a:r>
              <a:rPr lang="en-GB" sz="2000" dirty="0">
                <a:latin typeface="Calibri"/>
              </a:rPr>
              <a:t>There should be a linear relationship between the logit of the outcome and each predictor variables. The logit function is given as logit(p) = log(p/(1-p)), where p is the probability of the outcome.</a:t>
            </a:r>
          </a:p>
          <a:p>
            <a:pPr marL="608965" indent="-304165" algn="just">
              <a:buChar char="•"/>
            </a:pPr>
            <a:r>
              <a:rPr lang="en-GB" sz="2000" dirty="0">
                <a:latin typeface="Calibri"/>
              </a:rPr>
              <a:t>The logistic regression usually requires a large sample size to predict properly.</a:t>
            </a:r>
          </a:p>
          <a:p>
            <a:pPr marL="608965" indent="-304165" algn="just">
              <a:buChar char="•"/>
            </a:pPr>
            <a:r>
              <a:rPr lang="en-GB" sz="2000" dirty="0">
                <a:latin typeface="Calibri"/>
              </a:rPr>
              <a:t>The Logistic regression which has two classes assumes that the dependent variable is binary and ordered logistic regression requires the dependent variable to be ordered, for example </a:t>
            </a:r>
            <a:r>
              <a:rPr lang="en-GB" sz="2000" i="1" dirty="0">
                <a:latin typeface="Calibri"/>
              </a:rPr>
              <a:t>Too Little, About Right, Too Much</a:t>
            </a:r>
            <a:r>
              <a:rPr lang="en-GB" sz="2000" dirty="0">
                <a:latin typeface="Calibri"/>
              </a:rPr>
              <a:t>.</a:t>
            </a:r>
          </a:p>
          <a:p>
            <a:pPr marL="608965" indent="-304165" algn="just">
              <a:buChar char="•"/>
            </a:pPr>
            <a:r>
              <a:rPr lang="en-GB" sz="2000" dirty="0">
                <a:latin typeface="Calibri"/>
              </a:rPr>
              <a:t>The Logistic regression assumes the observations to be independent of each other.</a:t>
            </a:r>
          </a:p>
          <a:p>
            <a:pPr marL="647700" indent="-342900" algn="just">
              <a:buChar char="•"/>
            </a:pPr>
            <a:endParaRPr lang="en-GB" sz="2000" b="1" dirty="0">
              <a:latin typeface="Calibri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5930636-8725-8379-C4D2-5C9B135F0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000" b="1" dirty="0"/>
              <a:t>Interview preparation</a:t>
            </a:r>
          </a:p>
        </p:txBody>
      </p:sp>
    </p:spTree>
    <p:extLst>
      <p:ext uri="{BB962C8B-B14F-4D97-AF65-F5344CB8AC3E}">
        <p14:creationId xmlns:p14="http://schemas.microsoft.com/office/powerpoint/2010/main" val="37940398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0108ED5-A3E6-732E-29D6-BC04C757E1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4576" y="1079438"/>
            <a:ext cx="11081008" cy="4834429"/>
          </a:xfrm>
        </p:spPr>
        <p:txBody>
          <a:bodyPr/>
          <a:lstStyle/>
          <a:p>
            <a:pPr marL="608965" indent="-304165" algn="just"/>
            <a:r>
              <a:rPr lang="en-GB" sz="2000" b="1" dirty="0">
                <a:latin typeface="Calibri"/>
              </a:rPr>
              <a:t>Why is logistic regression called regression and not classification?</a:t>
            </a:r>
          </a:p>
          <a:p>
            <a:pPr marL="608965" indent="-304165" algn="just"/>
            <a:r>
              <a:rPr lang="en-GB" sz="2000" dirty="0">
                <a:latin typeface="Calibri"/>
              </a:rPr>
              <a:t>Logistic regression is basically a supervised classification algorithm. It can generate the predicted probability as any number ranging from negative to positive infinity. However, probability of an outcome can only lie between 0 and 1. To mitigate the problem of outliers a sigmoid function is used in logistic regression.</a:t>
            </a:r>
          </a:p>
          <a:p>
            <a:pPr marL="608965" indent="-304165" algn="just"/>
            <a:r>
              <a:rPr lang="en-GB" sz="2000" b="1" dirty="0">
                <a:latin typeface="Calibri"/>
              </a:rPr>
              <a:t>What is a decision boundary?</a:t>
            </a:r>
          </a:p>
          <a:p>
            <a:pPr marL="608965" indent="-304165" algn="just"/>
            <a:r>
              <a:rPr lang="en-GB" sz="2000" dirty="0">
                <a:latin typeface="Calibri"/>
              </a:rPr>
              <a:t>The goal of logistic regression is to figure out some way to split the data to allow for an accurate prediction of a given observation's class. A line or a hyperplane that separates the classes is called a decision boundary. In the case of a generic two-dimensional example, the split might look something like this</a:t>
            </a:r>
          </a:p>
          <a:p>
            <a:pPr marL="608965" indent="-304165" algn="just"/>
            <a:endParaRPr lang="en-GB" sz="2000" dirty="0">
              <a:latin typeface="Calibri"/>
            </a:endParaRPr>
          </a:p>
        </p:txBody>
      </p:sp>
      <p:pic>
        <p:nvPicPr>
          <p:cNvPr id="4" name="Picture 4" descr="Chart, scatter chart&#10;&#10;Description automatically generated">
            <a:extLst>
              <a:ext uri="{FF2B5EF4-FFF2-40B4-BE49-F238E27FC236}">
                <a16:creationId xmlns:a16="http://schemas.microsoft.com/office/drawing/2014/main" id="{D977F7D2-A6AF-4A27-EF8F-A5C3C51931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8438" y="4257533"/>
            <a:ext cx="2352675" cy="220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74856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FA6808D-CD2F-399C-856B-2008686CF1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6725" y="977079"/>
            <a:ext cx="11228859" cy="4936788"/>
          </a:xfrm>
        </p:spPr>
        <p:txBody>
          <a:bodyPr/>
          <a:lstStyle/>
          <a:p>
            <a:pPr marL="608965" indent="-304165" algn="just"/>
            <a:r>
              <a:rPr lang="en-GB" sz="2000" b="1" dirty="0">
                <a:latin typeface="Calibri"/>
              </a:rPr>
              <a:t>What are outliers and how can the sigmoid function mitigate the problem of outliers in logistic regression?</a:t>
            </a:r>
          </a:p>
          <a:p>
            <a:pPr marL="608965" indent="-304165" algn="just"/>
            <a:r>
              <a:rPr lang="en-GB" sz="2000" dirty="0">
                <a:latin typeface="Calibri"/>
              </a:rPr>
              <a:t>The sigmoid function plays an important role in mitigating the problem of outliers. Sometimes a dataset can contain extreme values that are outside the range of what is expected and unlike the other data. Let's take a very simple example to see how sum of signed distances can be impacted by an erroneous/outlier points.</a:t>
            </a:r>
          </a:p>
          <a:p>
            <a:pPr marL="608965" indent="-304165" algn="just"/>
            <a:endParaRPr lang="en-GB" sz="2000" dirty="0">
              <a:latin typeface="Calibri"/>
            </a:endParaRPr>
          </a:p>
        </p:txBody>
      </p:sp>
      <p:pic>
        <p:nvPicPr>
          <p:cNvPr id="4" name="Picture 4" descr="Diagram&#10;&#10;Description automatically generated">
            <a:extLst>
              <a:ext uri="{FF2B5EF4-FFF2-40B4-BE49-F238E27FC236}">
                <a16:creationId xmlns:a16="http://schemas.microsoft.com/office/drawing/2014/main" id="{FD0EDD54-CA72-CCE4-523E-E5D16F02B4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2699" y="3166184"/>
            <a:ext cx="6678303" cy="322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4836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A04B568-CD12-E94D-2A50-80603B52EA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2217" y="1250035"/>
            <a:ext cx="11183367" cy="4663832"/>
          </a:xfrm>
        </p:spPr>
        <p:txBody>
          <a:bodyPr/>
          <a:lstStyle/>
          <a:p>
            <a:pPr marL="608965" indent="-304165" algn="just"/>
            <a:r>
              <a:rPr lang="en-GB" sz="2000" b="1" dirty="0">
                <a:latin typeface="Calibri"/>
              </a:rPr>
              <a:t>Can the cost function used in linear regression work in logistic regression?</a:t>
            </a:r>
            <a:endParaRPr lang="en-US" sz="2000">
              <a:latin typeface="Calibri"/>
            </a:endParaRPr>
          </a:p>
          <a:p>
            <a:pPr marL="608965" indent="-304165" algn="just"/>
            <a:r>
              <a:rPr lang="en-GB" sz="2000" dirty="0">
                <a:latin typeface="Calibri"/>
              </a:rPr>
              <a:t>The cost function J(θ) used in linear regression cannot work with logistic regression. Such a cost function produces a nonconvex space that is not ideal for optimization. There will exist many local optima on which our optimization algorithm might prematurely converge before finding the true minimum.</a:t>
            </a:r>
          </a:p>
          <a:p>
            <a:pPr marL="608965" indent="-304165" algn="just"/>
            <a:endParaRPr lang="en-GB" sz="2000" dirty="0">
              <a:latin typeface="Calibri"/>
            </a:endParaRPr>
          </a:p>
          <a:p>
            <a:pPr marL="608965" indent="-304165" algn="just"/>
            <a:endParaRPr lang="en-GB" sz="2000" dirty="0">
              <a:latin typeface="Calibri"/>
            </a:endParaRPr>
          </a:p>
        </p:txBody>
      </p:sp>
      <p:pic>
        <p:nvPicPr>
          <p:cNvPr id="4" name="Picture 4" descr="Chart, line chart&#10;&#10;Description automatically generated">
            <a:extLst>
              <a:ext uri="{FF2B5EF4-FFF2-40B4-BE49-F238E27FC236}">
                <a16:creationId xmlns:a16="http://schemas.microsoft.com/office/drawing/2014/main" id="{2FC08BBF-37CA-9F41-A4D5-B90C4A3CC6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1565" y="3096743"/>
            <a:ext cx="5029199" cy="2506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8346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E777ED3-E02B-DE41-D35F-CC8406FB26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8097" y="1284154"/>
            <a:ext cx="7020800" cy="3492400"/>
          </a:xfrm>
        </p:spPr>
        <p:txBody>
          <a:bodyPr/>
          <a:lstStyle/>
          <a:p>
            <a:pPr marL="608965" indent="-304165" algn="just"/>
            <a:r>
              <a:rPr lang="en-GB" sz="2000" b="1" dirty="0">
                <a:latin typeface="Calibri"/>
              </a:rPr>
              <a:t>What is squashing in the context of logistic regression?</a:t>
            </a:r>
            <a:endParaRPr lang="en-US">
              <a:latin typeface="Calibri"/>
            </a:endParaRPr>
          </a:p>
          <a:p>
            <a:pPr marL="608965" indent="-304165" algn="just"/>
            <a:r>
              <a:rPr lang="en-GB" sz="2000" dirty="0">
                <a:latin typeface="Calibri"/>
              </a:rPr>
              <a:t>Squashing function maps the whole real axis into finite interval.</a:t>
            </a:r>
            <a:endParaRPr lang="en-GB">
              <a:latin typeface="Calibri"/>
            </a:endParaRPr>
          </a:p>
          <a:p>
            <a:pPr marL="608965" indent="-304165" algn="just"/>
            <a:r>
              <a:rPr lang="en-GB" sz="2000" dirty="0">
                <a:latin typeface="Calibri"/>
              </a:rPr>
              <a:t>As Zi goes from -∞ to +∞, f(Zi) goes from A to B.</a:t>
            </a:r>
            <a:endParaRPr lang="en-GB">
              <a:latin typeface="Calibri"/>
            </a:endParaRPr>
          </a:p>
          <a:p>
            <a:pPr marL="608965" indent="-304165" algn="just"/>
            <a:r>
              <a:rPr lang="en-GB" sz="2000" dirty="0">
                <a:latin typeface="Calibri"/>
              </a:rPr>
              <a:t>We will be using sigmoid function to squash the value between 0 and 1.</a:t>
            </a:r>
            <a:endParaRPr lang="en-GB" dirty="0">
              <a:latin typeface="Calibri"/>
            </a:endParaRPr>
          </a:p>
          <a:p>
            <a:pPr marL="608965" indent="-304165" algn="just"/>
            <a:r>
              <a:rPr lang="en-GB" sz="2000" dirty="0">
                <a:latin typeface="Calibri"/>
              </a:rPr>
              <a:t>Usually, the predictions in the classification problem are probability values. So we don’t want our model to predict the probability value below 0 or above 1. Sigmoid function helps to achieve that.</a:t>
            </a:r>
            <a:endParaRPr lang="en-GB" dirty="0">
              <a:latin typeface="Calibri"/>
            </a:endParaRPr>
          </a:p>
          <a:p>
            <a:pPr marL="608965" indent="-304165" algn="just"/>
            <a:endParaRPr lang="en-GB" sz="2000" b="1" dirty="0">
              <a:latin typeface="Calibri"/>
            </a:endParaRPr>
          </a:p>
        </p:txBody>
      </p:sp>
      <p:pic>
        <p:nvPicPr>
          <p:cNvPr id="4" name="Picture 4" descr="Chart&#10;&#10;Description automatically generated">
            <a:extLst>
              <a:ext uri="{FF2B5EF4-FFF2-40B4-BE49-F238E27FC236}">
                <a16:creationId xmlns:a16="http://schemas.microsoft.com/office/drawing/2014/main" id="{54CA66EF-989F-83D5-A81F-98A3EB62D3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7922" y="1718164"/>
            <a:ext cx="2743200" cy="2102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304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13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office theme</vt:lpstr>
      <vt:lpstr>Simple Light</vt:lpstr>
      <vt:lpstr>PowerPoint Presentation</vt:lpstr>
      <vt:lpstr>Logistic Regression</vt:lpstr>
      <vt:lpstr>Sigmoid Function </vt:lpstr>
      <vt:lpstr>Sigmoid As An Activation Function In Neural Network </vt:lpstr>
      <vt:lpstr>Reasons for using sigmoid in classification</vt:lpstr>
      <vt:lpstr>Single-Variate Logistic Regression </vt:lpstr>
      <vt:lpstr>Multi-Variate Logistic Regression </vt:lpstr>
      <vt:lpstr>Basic Implementation</vt:lpstr>
      <vt:lpstr>Interview preparation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ALL</dc:title>
  <dc:creator/>
  <cp:lastModifiedBy/>
  <cp:revision>195</cp:revision>
  <dcterms:created xsi:type="dcterms:W3CDTF">2022-04-15T05:06:17Z</dcterms:created>
  <dcterms:modified xsi:type="dcterms:W3CDTF">2022-04-15T14:00:16Z</dcterms:modified>
</cp:coreProperties>
</file>