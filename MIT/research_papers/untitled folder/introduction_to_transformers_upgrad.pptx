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notesSlides/notesSlide1.xml" ContentType="application/vnd.openxmlformats-officedocument.presentationml.notesSlide+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22.xml" ContentType="application/inkml+xml"/>
  <Override PartName="/ppt/ink/ink23.xml" ContentType="application/inkml+xml"/>
  <Override PartName="/ppt/ink/ink24.xml" ContentType="application/inkml+xml"/>
  <Override PartName="/ppt/ink/ink25.xml" ContentType="application/inkml+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56" r:id="rId2"/>
    <p:sldId id="350" r:id="rId3"/>
    <p:sldId id="351" r:id="rId4"/>
    <p:sldId id="352" r:id="rId5"/>
    <p:sldId id="257" r:id="rId6"/>
    <p:sldId id="331" r:id="rId7"/>
    <p:sldId id="332" r:id="rId8"/>
    <p:sldId id="335" r:id="rId9"/>
    <p:sldId id="334" r:id="rId10"/>
    <p:sldId id="278" r:id="rId11"/>
    <p:sldId id="279" r:id="rId12"/>
    <p:sldId id="280" r:id="rId13"/>
    <p:sldId id="357" r:id="rId14"/>
    <p:sldId id="281" r:id="rId15"/>
    <p:sldId id="282" r:id="rId16"/>
    <p:sldId id="323" r:id="rId17"/>
    <p:sldId id="283" r:id="rId18"/>
    <p:sldId id="324" r:id="rId19"/>
    <p:sldId id="325" r:id="rId20"/>
    <p:sldId id="284" r:id="rId21"/>
    <p:sldId id="356" r:id="rId22"/>
    <p:sldId id="277" r:id="rId23"/>
    <p:sldId id="336" r:id="rId24"/>
    <p:sldId id="337" r:id="rId25"/>
    <p:sldId id="338" r:id="rId26"/>
    <p:sldId id="354" r:id="rId27"/>
    <p:sldId id="355" r:id="rId28"/>
    <p:sldId id="339" r:id="rId29"/>
    <p:sldId id="340" r:id="rId30"/>
    <p:sldId id="341" r:id="rId31"/>
    <p:sldId id="342" r:id="rId32"/>
    <p:sldId id="343" r:id="rId33"/>
    <p:sldId id="344" r:id="rId34"/>
    <p:sldId id="345" r:id="rId35"/>
    <p:sldId id="292" r:id="rId36"/>
    <p:sldId id="346" r:id="rId37"/>
    <p:sldId id="347" r:id="rId38"/>
    <p:sldId id="293" r:id="rId39"/>
    <p:sldId id="294" r:id="rId40"/>
    <p:sldId id="295" r:id="rId41"/>
    <p:sldId id="296" r:id="rId42"/>
    <p:sldId id="297" r:id="rId43"/>
    <p:sldId id="298" r:id="rId44"/>
    <p:sldId id="299" r:id="rId45"/>
    <p:sldId id="300" r:id="rId46"/>
    <p:sldId id="302" r:id="rId47"/>
    <p:sldId id="328" r:id="rId48"/>
    <p:sldId id="358" r:id="rId49"/>
    <p:sldId id="329" r:id="rId50"/>
    <p:sldId id="330" r:id="rId51"/>
    <p:sldId id="313" r:id="rId52"/>
    <p:sldId id="314" r:id="rId53"/>
    <p:sldId id="353"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9AF53C-123A-4573-80FD-4F6A8A1EED30}" v="92" dt="2026-01-04T07:40:13.3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946" y="28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inadh Kumar Veeramachaneni" userId="0395da3e368d96f6" providerId="LiveId" clId="{8E6B89C9-37FB-4DC7-9833-FBB423AFB77F}"/>
    <pc:docChg chg="undo custSel addSld delSld modSld sldOrd">
      <pc:chgData name="Trinadh Kumar Veeramachaneni" userId="0395da3e368d96f6" providerId="LiveId" clId="{8E6B89C9-37FB-4DC7-9833-FBB423AFB77F}" dt="2026-01-04T07:54:16.686" v="559" actId="478"/>
      <pc:docMkLst>
        <pc:docMk/>
      </pc:docMkLst>
      <pc:sldChg chg="del">
        <pc:chgData name="Trinadh Kumar Veeramachaneni" userId="0395da3e368d96f6" providerId="LiveId" clId="{8E6B89C9-37FB-4DC7-9833-FBB423AFB77F}" dt="2026-01-03T17:17:00.597" v="242" actId="2696"/>
        <pc:sldMkLst>
          <pc:docMk/>
          <pc:sldMk cId="1340224143" sldId="257"/>
        </pc:sldMkLst>
      </pc:sldChg>
      <pc:sldChg chg="addSp modSp add mod">
        <pc:chgData name="Trinadh Kumar Veeramachaneni" userId="0395da3e368d96f6" providerId="LiveId" clId="{8E6B89C9-37FB-4DC7-9833-FBB423AFB77F}" dt="2026-01-04T05:56:11.381" v="534"/>
        <pc:sldMkLst>
          <pc:docMk/>
          <pc:sldMk cId="1378694113" sldId="257"/>
        </pc:sldMkLst>
        <pc:spChg chg="mod">
          <ac:chgData name="Trinadh Kumar Veeramachaneni" userId="0395da3e368d96f6" providerId="LiveId" clId="{8E6B89C9-37FB-4DC7-9833-FBB423AFB77F}" dt="2026-01-04T03:09:24.296" v="270" actId="1076"/>
          <ac:spMkLst>
            <pc:docMk/>
            <pc:sldMk cId="1378694113" sldId="257"/>
            <ac:spMk id="5" creationId="{4F65A3FD-C5C2-1B32-C92B-D757F471BD9E}"/>
          </ac:spMkLst>
        </pc:spChg>
        <pc:spChg chg="mod">
          <ac:chgData name="Trinadh Kumar Veeramachaneni" userId="0395da3e368d96f6" providerId="LiveId" clId="{8E6B89C9-37FB-4DC7-9833-FBB423AFB77F}" dt="2026-01-04T03:10:30.441" v="284" actId="14100"/>
          <ac:spMkLst>
            <pc:docMk/>
            <pc:sldMk cId="1378694113" sldId="257"/>
            <ac:spMk id="8" creationId="{16158492-B294-CD78-C0C0-4FEFCFCABF63}"/>
          </ac:spMkLst>
        </pc:spChg>
        <pc:spChg chg="mod">
          <ac:chgData name="Trinadh Kumar Veeramachaneni" userId="0395da3e368d96f6" providerId="LiveId" clId="{8E6B89C9-37FB-4DC7-9833-FBB423AFB77F}" dt="2026-01-04T03:10:20.895" v="282" actId="1076"/>
          <ac:spMkLst>
            <pc:docMk/>
            <pc:sldMk cId="1378694113" sldId="257"/>
            <ac:spMk id="10" creationId="{C40B77C8-96F3-0257-144F-A1603654A1E2}"/>
          </ac:spMkLst>
        </pc:spChg>
        <pc:inkChg chg="add">
          <ac:chgData name="Trinadh Kumar Veeramachaneni" userId="0395da3e368d96f6" providerId="LiveId" clId="{8E6B89C9-37FB-4DC7-9833-FBB423AFB77F}" dt="2026-01-04T05:56:11.381" v="534"/>
          <ac:inkMkLst>
            <pc:docMk/>
            <pc:sldMk cId="1378694113" sldId="257"/>
            <ac:inkMk id="2" creationId="{A5761B98-35BB-F3ED-C652-7021739D1F2B}"/>
          </ac:inkMkLst>
        </pc:inkChg>
      </pc:sldChg>
      <pc:sldChg chg="del">
        <pc:chgData name="Trinadh Kumar Veeramachaneni" userId="0395da3e368d96f6" providerId="LiveId" clId="{8E6B89C9-37FB-4DC7-9833-FBB423AFB77F}" dt="2026-01-03T17:20:05.315" v="247" actId="47"/>
        <pc:sldMkLst>
          <pc:docMk/>
          <pc:sldMk cId="2094617337" sldId="258"/>
        </pc:sldMkLst>
      </pc:sldChg>
      <pc:sldChg chg="delSp del mod">
        <pc:chgData name="Trinadh Kumar Veeramachaneni" userId="0395da3e368d96f6" providerId="LiveId" clId="{8E6B89C9-37FB-4DC7-9833-FBB423AFB77F}" dt="2026-01-03T17:20:17.973" v="248" actId="47"/>
        <pc:sldMkLst>
          <pc:docMk/>
          <pc:sldMk cId="242614125" sldId="260"/>
        </pc:sldMkLst>
        <pc:inkChg chg="del">
          <ac:chgData name="Trinadh Kumar Veeramachaneni" userId="0395da3e368d96f6" providerId="LiveId" clId="{8E6B89C9-37FB-4DC7-9833-FBB423AFB77F}" dt="2026-01-03T14:51:18.900" v="1" actId="478"/>
          <ac:inkMkLst>
            <pc:docMk/>
            <pc:sldMk cId="242614125" sldId="260"/>
            <ac:inkMk id="2" creationId="{7977D1D5-FA36-870F-76BA-1CC51697E481}"/>
          </ac:inkMkLst>
        </pc:inkChg>
      </pc:sldChg>
      <pc:sldChg chg="add del">
        <pc:chgData name="Trinadh Kumar Veeramachaneni" userId="0395da3e368d96f6" providerId="LiveId" clId="{8E6B89C9-37FB-4DC7-9833-FBB423AFB77F}" dt="2026-01-03T17:18:52.856" v="246" actId="47"/>
        <pc:sldMkLst>
          <pc:docMk/>
          <pc:sldMk cId="2497634199" sldId="276"/>
        </pc:sldMkLst>
      </pc:sldChg>
      <pc:sldChg chg="del">
        <pc:chgData name="Trinadh Kumar Veeramachaneni" userId="0395da3e368d96f6" providerId="LiveId" clId="{8E6B89C9-37FB-4DC7-9833-FBB423AFB77F}" dt="2026-01-03T17:17:37.862" v="244" actId="2696"/>
        <pc:sldMkLst>
          <pc:docMk/>
          <pc:sldMk cId="3046404480" sldId="276"/>
        </pc:sldMkLst>
      </pc:sldChg>
      <pc:sldChg chg="addSp delSp modSp mod">
        <pc:chgData name="Trinadh Kumar Veeramachaneni" userId="0395da3e368d96f6" providerId="LiveId" clId="{8E6B89C9-37FB-4DC7-9833-FBB423AFB77F}" dt="2026-01-04T03:51:43.414" v="399" actId="21"/>
        <pc:sldMkLst>
          <pc:docMk/>
          <pc:sldMk cId="1709411882" sldId="277"/>
        </pc:sldMkLst>
        <pc:spChg chg="add mod">
          <ac:chgData name="Trinadh Kumar Veeramachaneni" userId="0395da3e368d96f6" providerId="LiveId" clId="{8E6B89C9-37FB-4DC7-9833-FBB423AFB77F}" dt="2026-01-03T15:14:38.653" v="66" actId="20577"/>
          <ac:spMkLst>
            <pc:docMk/>
            <pc:sldMk cId="1709411882" sldId="277"/>
            <ac:spMk id="3" creationId="{1AC81236-8F0C-C16A-6E67-0FD7E700B839}"/>
          </ac:spMkLst>
        </pc:spChg>
        <pc:spChg chg="add mod">
          <ac:chgData name="Trinadh Kumar Veeramachaneni" userId="0395da3e368d96f6" providerId="LiveId" clId="{8E6B89C9-37FB-4DC7-9833-FBB423AFB77F}" dt="2026-01-03T15:13:30.815" v="61" actId="15"/>
          <ac:spMkLst>
            <pc:docMk/>
            <pc:sldMk cId="1709411882" sldId="277"/>
            <ac:spMk id="4" creationId="{DA5BFC02-2B26-9A6B-9B93-2A066CF8D6AD}"/>
          </ac:spMkLst>
        </pc:spChg>
        <pc:spChg chg="add mod">
          <ac:chgData name="Trinadh Kumar Veeramachaneni" userId="0395da3e368d96f6" providerId="LiveId" clId="{8E6B89C9-37FB-4DC7-9833-FBB423AFB77F}" dt="2026-01-03T15:14:17.371" v="64" actId="15"/>
          <ac:spMkLst>
            <pc:docMk/>
            <pc:sldMk cId="1709411882" sldId="277"/>
            <ac:spMk id="6" creationId="{7D2E4B11-82E6-E87E-9CBB-395468BD8E15}"/>
          </ac:spMkLst>
        </pc:spChg>
        <pc:picChg chg="add del mod">
          <ac:chgData name="Trinadh Kumar Veeramachaneni" userId="0395da3e368d96f6" providerId="LiveId" clId="{8E6B89C9-37FB-4DC7-9833-FBB423AFB77F}" dt="2026-01-04T03:51:43.414" v="399" actId="21"/>
          <ac:picMkLst>
            <pc:docMk/>
            <pc:sldMk cId="1709411882" sldId="277"/>
            <ac:picMk id="2" creationId="{A267C6B7-7CAD-FDE4-C742-95DB4FBE23F5}"/>
          </ac:picMkLst>
        </pc:picChg>
        <pc:picChg chg="add mod">
          <ac:chgData name="Trinadh Kumar Veeramachaneni" userId="0395da3e368d96f6" providerId="LiveId" clId="{8E6B89C9-37FB-4DC7-9833-FBB423AFB77F}" dt="2026-01-03T15:17:21.592" v="79" actId="1076"/>
          <ac:picMkLst>
            <pc:docMk/>
            <pc:sldMk cId="1709411882" sldId="277"/>
            <ac:picMk id="8" creationId="{BF3C38D6-5F52-6B8B-F9AF-621ABD009DCD}"/>
          </ac:picMkLst>
        </pc:picChg>
      </pc:sldChg>
      <pc:sldChg chg="addSp delSp modSp add mod setBg delDesignElem">
        <pc:chgData name="Trinadh Kumar Veeramachaneni" userId="0395da3e368d96f6" providerId="LiveId" clId="{8E6B89C9-37FB-4DC7-9833-FBB423AFB77F}" dt="2026-01-04T05:56:11.381" v="534"/>
        <pc:sldMkLst>
          <pc:docMk/>
          <pc:sldMk cId="2700723538" sldId="278"/>
        </pc:sldMkLst>
        <pc:spChg chg="mod">
          <ac:chgData name="Trinadh Kumar Veeramachaneni" userId="0395da3e368d96f6" providerId="LiveId" clId="{8E6B89C9-37FB-4DC7-9833-FBB423AFB77F}" dt="2026-01-04T03:36:46.672" v="332" actId="26606"/>
          <ac:spMkLst>
            <pc:docMk/>
            <pc:sldMk cId="2700723538" sldId="278"/>
            <ac:spMk id="5" creationId="{25960ACD-FAA1-8B68-9CA3-895944E33791}"/>
          </ac:spMkLst>
        </pc:spChg>
        <pc:spChg chg="mod ord">
          <ac:chgData name="Trinadh Kumar Veeramachaneni" userId="0395da3e368d96f6" providerId="LiveId" clId="{8E6B89C9-37FB-4DC7-9833-FBB423AFB77F}" dt="2026-01-04T03:36:46.672" v="332" actId="26606"/>
          <ac:spMkLst>
            <pc:docMk/>
            <pc:sldMk cId="2700723538" sldId="278"/>
            <ac:spMk id="7" creationId="{7B1F6399-B04A-EA46-96E6-417894523C6F}"/>
          </ac:spMkLst>
        </pc:spChg>
        <pc:spChg chg="add del">
          <ac:chgData name="Trinadh Kumar Veeramachaneni" userId="0395da3e368d96f6" providerId="LiveId" clId="{8E6B89C9-37FB-4DC7-9833-FBB423AFB77F}" dt="2026-01-04T03:36:46.649" v="331" actId="26606"/>
          <ac:spMkLst>
            <pc:docMk/>
            <pc:sldMk cId="2700723538" sldId="278"/>
            <ac:spMk id="14" creationId="{66E48AFA-8884-4F68-A44F-D2C1E8609C5A}"/>
          </ac:spMkLst>
        </pc:spChg>
        <pc:spChg chg="add del">
          <ac:chgData name="Trinadh Kumar Veeramachaneni" userId="0395da3e368d96f6" providerId="LiveId" clId="{8E6B89C9-37FB-4DC7-9833-FBB423AFB77F}" dt="2026-01-04T03:36:46.649" v="331" actId="26606"/>
          <ac:spMkLst>
            <pc:docMk/>
            <pc:sldMk cId="2700723538" sldId="278"/>
            <ac:spMk id="16" creationId="{969D19A6-08CB-498C-93EC-3FFB021FC68A}"/>
          </ac:spMkLst>
        </pc:spChg>
        <pc:spChg chg="add">
          <ac:chgData name="Trinadh Kumar Veeramachaneni" userId="0395da3e368d96f6" providerId="LiveId" clId="{8E6B89C9-37FB-4DC7-9833-FBB423AFB77F}" dt="2026-01-04T03:36:46.672" v="332" actId="26606"/>
          <ac:spMkLst>
            <pc:docMk/>
            <pc:sldMk cId="2700723538" sldId="278"/>
            <ac:spMk id="18" creationId="{716248AD-805F-41BF-9B57-FC53E5B32F98}"/>
          </ac:spMkLst>
        </pc:spChg>
        <pc:spChg chg="add">
          <ac:chgData name="Trinadh Kumar Veeramachaneni" userId="0395da3e368d96f6" providerId="LiveId" clId="{8E6B89C9-37FB-4DC7-9833-FBB423AFB77F}" dt="2026-01-04T03:36:46.672" v="332" actId="26606"/>
          <ac:spMkLst>
            <pc:docMk/>
            <pc:sldMk cId="2700723538" sldId="278"/>
            <ac:spMk id="19" creationId="{AA474011-A49D-4C7A-BF41-0ACD0A2693B3}"/>
          </ac:spMkLst>
        </pc:spChg>
        <pc:spChg chg="add">
          <ac:chgData name="Trinadh Kumar Veeramachaneni" userId="0395da3e368d96f6" providerId="LiveId" clId="{8E6B89C9-37FB-4DC7-9833-FBB423AFB77F}" dt="2026-01-04T03:36:46.672" v="332" actId="26606"/>
          <ac:spMkLst>
            <pc:docMk/>
            <pc:sldMk cId="2700723538" sldId="278"/>
            <ac:spMk id="20" creationId="{1F82758F-B2B3-4F0A-BB90-4BFFEDD166D6}"/>
          </ac:spMkLst>
        </pc:spChg>
        <pc:spChg chg="add">
          <ac:chgData name="Trinadh Kumar Veeramachaneni" userId="0395da3e368d96f6" providerId="LiveId" clId="{8E6B89C9-37FB-4DC7-9833-FBB423AFB77F}" dt="2026-01-04T03:36:46.672" v="332" actId="26606"/>
          <ac:spMkLst>
            <pc:docMk/>
            <pc:sldMk cId="2700723538" sldId="278"/>
            <ac:spMk id="21" creationId="{6D72081E-AD41-4FBB-B02B-698A68DBCA5E}"/>
          </ac:spMkLst>
        </pc:spChg>
        <pc:spChg chg="del">
          <ac:chgData name="Trinadh Kumar Veeramachaneni" userId="0395da3e368d96f6" providerId="LiveId" clId="{8E6B89C9-37FB-4DC7-9833-FBB423AFB77F}" dt="2026-01-04T03:35:20.387" v="326"/>
          <ac:spMkLst>
            <pc:docMk/>
            <pc:sldMk cId="2700723538" sldId="278"/>
            <ac:spMk id="42" creationId="{32AEEBC8-9D30-42EF-95F2-386C2653FBF0}"/>
          </ac:spMkLst>
        </pc:spChg>
        <pc:spChg chg="del">
          <ac:chgData name="Trinadh Kumar Veeramachaneni" userId="0395da3e368d96f6" providerId="LiveId" clId="{8E6B89C9-37FB-4DC7-9833-FBB423AFB77F}" dt="2026-01-04T03:35:20.387" v="326"/>
          <ac:spMkLst>
            <pc:docMk/>
            <pc:sldMk cId="2700723538" sldId="278"/>
            <ac:spMk id="43" creationId="{2E92FA66-67D7-4CB4-94D3-E643A9AD4757}"/>
          </ac:spMkLst>
        </pc:spChg>
        <pc:picChg chg="mod">
          <ac:chgData name="Trinadh Kumar Veeramachaneni" userId="0395da3e368d96f6" providerId="LiveId" clId="{8E6B89C9-37FB-4DC7-9833-FBB423AFB77F}" dt="2026-01-04T03:36:46.672" v="332" actId="26606"/>
          <ac:picMkLst>
            <pc:docMk/>
            <pc:sldMk cId="2700723538" sldId="278"/>
            <ac:picMk id="9" creationId="{0D81C4E0-D3D0-450F-5324-5C8F3738CD1D}"/>
          </ac:picMkLst>
        </pc:picChg>
        <pc:inkChg chg="add">
          <ac:chgData name="Trinadh Kumar Veeramachaneni" userId="0395da3e368d96f6" providerId="LiveId" clId="{8E6B89C9-37FB-4DC7-9833-FBB423AFB77F}" dt="2026-01-04T05:56:11.381" v="534"/>
          <ac:inkMkLst>
            <pc:docMk/>
            <pc:sldMk cId="2700723538" sldId="278"/>
            <ac:inkMk id="2" creationId="{BC85E034-D0F0-318C-1B57-2BD43474D1DF}"/>
          </ac:inkMkLst>
        </pc:inkChg>
      </pc:sldChg>
      <pc:sldChg chg="delSp del mod">
        <pc:chgData name="Trinadh Kumar Veeramachaneni" userId="0395da3e368d96f6" providerId="LiveId" clId="{8E6B89C9-37FB-4DC7-9833-FBB423AFB77F}" dt="2026-01-04T03:35:13.541" v="317" actId="2696"/>
        <pc:sldMkLst>
          <pc:docMk/>
          <pc:sldMk cId="4157365050" sldId="278"/>
        </pc:sldMkLst>
        <pc:inkChg chg="del">
          <ac:chgData name="Trinadh Kumar Veeramachaneni" userId="0395da3e368d96f6" providerId="LiveId" clId="{8E6B89C9-37FB-4DC7-9833-FBB423AFB77F}" dt="2026-01-03T14:51:13.819" v="0" actId="478"/>
          <ac:inkMkLst>
            <pc:docMk/>
            <pc:sldMk cId="4157365050" sldId="278"/>
            <ac:inkMk id="2" creationId="{B04264B0-5045-94A5-2597-02E1AA966DED}"/>
          </ac:inkMkLst>
        </pc:inkChg>
      </pc:sldChg>
      <pc:sldChg chg="delSp del mod">
        <pc:chgData name="Trinadh Kumar Veeramachaneni" userId="0395da3e368d96f6" providerId="LiveId" clId="{8E6B89C9-37FB-4DC7-9833-FBB423AFB77F}" dt="2026-01-04T03:35:13.541" v="317" actId="2696"/>
        <pc:sldMkLst>
          <pc:docMk/>
          <pc:sldMk cId="2434623093" sldId="279"/>
        </pc:sldMkLst>
        <pc:inkChg chg="del">
          <ac:chgData name="Trinadh Kumar Veeramachaneni" userId="0395da3e368d96f6" providerId="LiveId" clId="{8E6B89C9-37FB-4DC7-9833-FBB423AFB77F}" dt="2026-01-03T14:51:25.329" v="2" actId="478"/>
          <ac:inkMkLst>
            <pc:docMk/>
            <pc:sldMk cId="2434623093" sldId="279"/>
            <ac:inkMk id="5" creationId="{3DFDB166-D00A-4E79-5B2D-6E285AD92B6C}"/>
          </ac:inkMkLst>
        </pc:inkChg>
      </pc:sldChg>
      <pc:sldChg chg="addSp delSp add setBg delDesignElem">
        <pc:chgData name="Trinadh Kumar Veeramachaneni" userId="0395da3e368d96f6" providerId="LiveId" clId="{8E6B89C9-37FB-4DC7-9833-FBB423AFB77F}" dt="2026-01-04T05:56:11.381" v="534"/>
        <pc:sldMkLst>
          <pc:docMk/>
          <pc:sldMk cId="3705706689" sldId="279"/>
        </pc:sldMkLst>
        <pc:spChg chg="del">
          <ac:chgData name="Trinadh Kumar Veeramachaneni" userId="0395da3e368d96f6" providerId="LiveId" clId="{8E6B89C9-37FB-4DC7-9833-FBB423AFB77F}" dt="2026-01-04T03:35:20.387" v="326"/>
          <ac:spMkLst>
            <pc:docMk/>
            <pc:sldMk cId="3705706689" sldId="279"/>
            <ac:spMk id="35" creationId="{743AA782-23D1-4521-8CAD-47662984AA08}"/>
          </ac:spMkLst>
        </pc:spChg>
        <pc:spChg chg="del">
          <ac:chgData name="Trinadh Kumar Veeramachaneni" userId="0395da3e368d96f6" providerId="LiveId" clId="{8E6B89C9-37FB-4DC7-9833-FBB423AFB77F}" dt="2026-01-04T03:35:20.387" v="326"/>
          <ac:spMkLst>
            <pc:docMk/>
            <pc:sldMk cId="3705706689" sldId="279"/>
            <ac:spMk id="36" creationId="{71877DBC-BB60-40F0-AC93-2ACDBAAE60CE}"/>
          </ac:spMkLst>
        </pc:spChg>
        <pc:inkChg chg="add">
          <ac:chgData name="Trinadh Kumar Veeramachaneni" userId="0395da3e368d96f6" providerId="LiveId" clId="{8E6B89C9-37FB-4DC7-9833-FBB423AFB77F}" dt="2026-01-04T05:56:11.381" v="534"/>
          <ac:inkMkLst>
            <pc:docMk/>
            <pc:sldMk cId="3705706689" sldId="279"/>
            <ac:inkMk id="3" creationId="{A8C91623-438A-1081-6D33-AD53F3A3BC25}"/>
          </ac:inkMkLst>
        </pc:inkChg>
      </pc:sldChg>
      <pc:sldChg chg="addSp add">
        <pc:chgData name="Trinadh Kumar Veeramachaneni" userId="0395da3e368d96f6" providerId="LiveId" clId="{8E6B89C9-37FB-4DC7-9833-FBB423AFB77F}" dt="2026-01-04T06:03:38.433" v="535"/>
        <pc:sldMkLst>
          <pc:docMk/>
          <pc:sldMk cId="497709466" sldId="280"/>
        </pc:sldMkLst>
        <pc:inkChg chg="add">
          <ac:chgData name="Trinadh Kumar Veeramachaneni" userId="0395da3e368d96f6" providerId="LiveId" clId="{8E6B89C9-37FB-4DC7-9833-FBB423AFB77F}" dt="2026-01-04T05:56:11.381" v="534"/>
          <ac:inkMkLst>
            <pc:docMk/>
            <pc:sldMk cId="497709466" sldId="280"/>
            <ac:inkMk id="2" creationId="{675F1892-7E35-F9A2-7EB9-DE050A2300CD}"/>
          </ac:inkMkLst>
        </pc:inkChg>
        <pc:inkChg chg="add">
          <ac:chgData name="Trinadh Kumar Veeramachaneni" userId="0395da3e368d96f6" providerId="LiveId" clId="{8E6B89C9-37FB-4DC7-9833-FBB423AFB77F}" dt="2026-01-04T06:03:38.433" v="535"/>
          <ac:inkMkLst>
            <pc:docMk/>
            <pc:sldMk cId="497709466" sldId="280"/>
            <ac:inkMk id="4" creationId="{FEF87473-18D9-C222-DFA5-39A5D93709A0}"/>
          </ac:inkMkLst>
        </pc:inkChg>
      </pc:sldChg>
      <pc:sldChg chg="delSp del mod">
        <pc:chgData name="Trinadh Kumar Veeramachaneni" userId="0395da3e368d96f6" providerId="LiveId" clId="{8E6B89C9-37FB-4DC7-9833-FBB423AFB77F}" dt="2026-01-04T03:35:13.541" v="317" actId="2696"/>
        <pc:sldMkLst>
          <pc:docMk/>
          <pc:sldMk cId="4168449620" sldId="280"/>
        </pc:sldMkLst>
        <pc:inkChg chg="del">
          <ac:chgData name="Trinadh Kumar Veeramachaneni" userId="0395da3e368d96f6" providerId="LiveId" clId="{8E6B89C9-37FB-4DC7-9833-FBB423AFB77F}" dt="2026-01-03T14:51:29.863" v="3" actId="478"/>
          <ac:inkMkLst>
            <pc:docMk/>
            <pc:sldMk cId="4168449620" sldId="280"/>
            <ac:inkMk id="4" creationId="{986ED1F8-957F-B55B-873F-CCA75430BFF6}"/>
          </ac:inkMkLst>
        </pc:inkChg>
      </pc:sldChg>
      <pc:sldChg chg="addSp delSp modSp add mod setBg delDesignElem">
        <pc:chgData name="Trinadh Kumar Veeramachaneni" userId="0395da3e368d96f6" providerId="LiveId" clId="{8E6B89C9-37FB-4DC7-9833-FBB423AFB77F}" dt="2026-01-04T06:34:09.054" v="536"/>
        <pc:sldMkLst>
          <pc:docMk/>
          <pc:sldMk cId="1380168492" sldId="281"/>
        </pc:sldMkLst>
        <pc:spChg chg="mod">
          <ac:chgData name="Trinadh Kumar Veeramachaneni" userId="0395da3e368d96f6" providerId="LiveId" clId="{8E6B89C9-37FB-4DC7-9833-FBB423AFB77F}" dt="2026-01-04T03:45:53.960" v="380"/>
          <ac:spMkLst>
            <pc:docMk/>
            <pc:sldMk cId="1380168492" sldId="281"/>
            <ac:spMk id="5" creationId="{443550A4-D8C2-B01D-F98D-CDA1E2ADC72B}"/>
          </ac:spMkLst>
        </pc:spChg>
        <pc:spChg chg="del">
          <ac:chgData name="Trinadh Kumar Veeramachaneni" userId="0395da3e368d96f6" providerId="LiveId" clId="{8E6B89C9-37FB-4DC7-9833-FBB423AFB77F}" dt="2026-01-04T03:35:20.387" v="326"/>
          <ac:spMkLst>
            <pc:docMk/>
            <pc:sldMk cId="1380168492" sldId="281"/>
            <ac:spMk id="12" creationId="{743AA782-23D1-4521-8CAD-47662984AA08}"/>
          </ac:spMkLst>
        </pc:spChg>
        <pc:spChg chg="del">
          <ac:chgData name="Trinadh Kumar Veeramachaneni" userId="0395da3e368d96f6" providerId="LiveId" clId="{8E6B89C9-37FB-4DC7-9833-FBB423AFB77F}" dt="2026-01-04T03:35:20.387" v="326"/>
          <ac:spMkLst>
            <pc:docMk/>
            <pc:sldMk cId="1380168492" sldId="281"/>
            <ac:spMk id="14" creationId="{71877DBC-BB60-40F0-AC93-2ACDBAAE60CE}"/>
          </ac:spMkLst>
        </pc:spChg>
        <pc:inkChg chg="add">
          <ac:chgData name="Trinadh Kumar Veeramachaneni" userId="0395da3e368d96f6" providerId="LiveId" clId="{8E6B89C9-37FB-4DC7-9833-FBB423AFB77F}" dt="2026-01-04T06:03:38.433" v="535"/>
          <ac:inkMkLst>
            <pc:docMk/>
            <pc:sldMk cId="1380168492" sldId="281"/>
            <ac:inkMk id="2" creationId="{BA213EFC-83B2-83A8-0714-9B49FC65E420}"/>
          </ac:inkMkLst>
        </pc:inkChg>
        <pc:inkChg chg="add">
          <ac:chgData name="Trinadh Kumar Veeramachaneni" userId="0395da3e368d96f6" providerId="LiveId" clId="{8E6B89C9-37FB-4DC7-9833-FBB423AFB77F}" dt="2026-01-04T06:34:09.054" v="536"/>
          <ac:inkMkLst>
            <pc:docMk/>
            <pc:sldMk cId="1380168492" sldId="281"/>
            <ac:inkMk id="4" creationId="{406850D3-1F3B-9EBF-3B3E-4AFFD4F044A0}"/>
          </ac:inkMkLst>
        </pc:inkChg>
      </pc:sldChg>
      <pc:sldChg chg="delSp del mod">
        <pc:chgData name="Trinadh Kumar Veeramachaneni" userId="0395da3e368d96f6" providerId="LiveId" clId="{8E6B89C9-37FB-4DC7-9833-FBB423AFB77F}" dt="2026-01-04T03:35:13.541" v="317" actId="2696"/>
        <pc:sldMkLst>
          <pc:docMk/>
          <pc:sldMk cId="1719351529" sldId="281"/>
        </pc:sldMkLst>
        <pc:inkChg chg="del">
          <ac:chgData name="Trinadh Kumar Veeramachaneni" userId="0395da3e368d96f6" providerId="LiveId" clId="{8E6B89C9-37FB-4DC7-9833-FBB423AFB77F}" dt="2026-01-03T14:51:35.663" v="4" actId="478"/>
          <ac:inkMkLst>
            <pc:docMk/>
            <pc:sldMk cId="1719351529" sldId="281"/>
            <ac:inkMk id="4" creationId="{A65EF898-DF29-51D7-241B-606B6FCCA478}"/>
          </ac:inkMkLst>
        </pc:inkChg>
        <pc:inkChg chg="del">
          <ac:chgData name="Trinadh Kumar Veeramachaneni" userId="0395da3e368d96f6" providerId="LiveId" clId="{8E6B89C9-37FB-4DC7-9833-FBB423AFB77F}" dt="2026-01-03T14:51:38.779" v="5" actId="478"/>
          <ac:inkMkLst>
            <pc:docMk/>
            <pc:sldMk cId="1719351529" sldId="281"/>
            <ac:inkMk id="6" creationId="{785E8C04-CC1C-E463-FC06-2479807B96B6}"/>
          </ac:inkMkLst>
        </pc:inkChg>
      </pc:sldChg>
      <pc:sldChg chg="delSp del mod">
        <pc:chgData name="Trinadh Kumar Veeramachaneni" userId="0395da3e368d96f6" providerId="LiveId" clId="{8E6B89C9-37FB-4DC7-9833-FBB423AFB77F}" dt="2026-01-04T03:35:13.541" v="317" actId="2696"/>
        <pc:sldMkLst>
          <pc:docMk/>
          <pc:sldMk cId="1428126448" sldId="282"/>
        </pc:sldMkLst>
        <pc:inkChg chg="del">
          <ac:chgData name="Trinadh Kumar Veeramachaneni" userId="0395da3e368d96f6" providerId="LiveId" clId="{8E6B89C9-37FB-4DC7-9833-FBB423AFB77F}" dt="2026-01-03T14:51:43.251" v="6" actId="478"/>
          <ac:inkMkLst>
            <pc:docMk/>
            <pc:sldMk cId="1428126448" sldId="282"/>
            <ac:inkMk id="4" creationId="{439BDD1B-6ABE-F0D6-0460-B03C5140C2EF}"/>
          </ac:inkMkLst>
        </pc:inkChg>
      </pc:sldChg>
      <pc:sldChg chg="addSp delSp modSp add mod setBg delDesignElem">
        <pc:chgData name="Trinadh Kumar Veeramachaneni" userId="0395da3e368d96f6" providerId="LiveId" clId="{8E6B89C9-37FB-4DC7-9833-FBB423AFB77F}" dt="2026-01-04T06:34:09.054" v="536"/>
        <pc:sldMkLst>
          <pc:docMk/>
          <pc:sldMk cId="4233570681" sldId="282"/>
        </pc:sldMkLst>
        <pc:spChg chg="mod">
          <ac:chgData name="Trinadh Kumar Veeramachaneni" userId="0395da3e368d96f6" providerId="LiveId" clId="{8E6B89C9-37FB-4DC7-9833-FBB423AFB77F}" dt="2026-01-04T03:42:12.572" v="357" actId="20577"/>
          <ac:spMkLst>
            <pc:docMk/>
            <pc:sldMk cId="4233570681" sldId="282"/>
            <ac:spMk id="3" creationId="{A038F8C5-E06D-6962-5155-9E90265D60E6}"/>
          </ac:spMkLst>
        </pc:spChg>
        <pc:spChg chg="mod">
          <ac:chgData name="Trinadh Kumar Veeramachaneni" userId="0395da3e368d96f6" providerId="LiveId" clId="{8E6B89C9-37FB-4DC7-9833-FBB423AFB77F}" dt="2026-01-04T03:43:51.895" v="377" actId="20577"/>
          <ac:spMkLst>
            <pc:docMk/>
            <pc:sldMk cId="4233570681" sldId="282"/>
            <ac:spMk id="7" creationId="{81490B48-433F-A759-667C-46798E892191}"/>
          </ac:spMkLst>
        </pc:spChg>
        <pc:spChg chg="del">
          <ac:chgData name="Trinadh Kumar Veeramachaneni" userId="0395da3e368d96f6" providerId="LiveId" clId="{8E6B89C9-37FB-4DC7-9833-FBB423AFB77F}" dt="2026-01-04T03:35:20.387" v="326"/>
          <ac:spMkLst>
            <pc:docMk/>
            <pc:sldMk cId="4233570681" sldId="282"/>
            <ac:spMk id="12" creationId="{32AEEBC8-9D30-42EF-95F2-386C2653FBF0}"/>
          </ac:spMkLst>
        </pc:spChg>
        <pc:spChg chg="del">
          <ac:chgData name="Trinadh Kumar Veeramachaneni" userId="0395da3e368d96f6" providerId="LiveId" clId="{8E6B89C9-37FB-4DC7-9833-FBB423AFB77F}" dt="2026-01-04T03:35:20.387" v="326"/>
          <ac:spMkLst>
            <pc:docMk/>
            <pc:sldMk cId="4233570681" sldId="282"/>
            <ac:spMk id="14" creationId="{2E92FA66-67D7-4CB4-94D3-E643A9AD4757}"/>
          </ac:spMkLst>
        </pc:spChg>
        <pc:picChg chg="mod">
          <ac:chgData name="Trinadh Kumar Veeramachaneni" userId="0395da3e368d96f6" providerId="LiveId" clId="{8E6B89C9-37FB-4DC7-9833-FBB423AFB77F}" dt="2026-01-04T03:45:15.657" v="378" actId="1036"/>
          <ac:picMkLst>
            <pc:docMk/>
            <pc:sldMk cId="4233570681" sldId="282"/>
            <ac:picMk id="5" creationId="{F564F1E4-D673-2D31-CF8C-4BB342193132}"/>
          </ac:picMkLst>
        </pc:picChg>
        <pc:inkChg chg="add">
          <ac:chgData name="Trinadh Kumar Veeramachaneni" userId="0395da3e368d96f6" providerId="LiveId" clId="{8E6B89C9-37FB-4DC7-9833-FBB423AFB77F}" dt="2026-01-04T06:34:09.054" v="536"/>
          <ac:inkMkLst>
            <pc:docMk/>
            <pc:sldMk cId="4233570681" sldId="282"/>
            <ac:inkMk id="2" creationId="{1B10BA90-29A6-B2EB-8507-00C836E2E398}"/>
          </ac:inkMkLst>
        </pc:inkChg>
      </pc:sldChg>
      <pc:sldChg chg="delSp del mod">
        <pc:chgData name="Trinadh Kumar Veeramachaneni" userId="0395da3e368d96f6" providerId="LiveId" clId="{8E6B89C9-37FB-4DC7-9833-FBB423AFB77F}" dt="2026-01-04T03:35:13.541" v="317" actId="2696"/>
        <pc:sldMkLst>
          <pc:docMk/>
          <pc:sldMk cId="752194799" sldId="283"/>
        </pc:sldMkLst>
        <pc:inkChg chg="del">
          <ac:chgData name="Trinadh Kumar Veeramachaneni" userId="0395da3e368d96f6" providerId="LiveId" clId="{8E6B89C9-37FB-4DC7-9833-FBB423AFB77F}" dt="2026-01-03T14:51:50.102" v="8" actId="478"/>
          <ac:inkMkLst>
            <pc:docMk/>
            <pc:sldMk cId="752194799" sldId="283"/>
            <ac:inkMk id="2" creationId="{0898CF75-ACD3-0F32-9AEF-B3BF3DCF3CA7}"/>
          </ac:inkMkLst>
        </pc:inkChg>
      </pc:sldChg>
      <pc:sldChg chg="addSp delSp modSp add mod setBg delDesignElem">
        <pc:chgData name="Trinadh Kumar Veeramachaneni" userId="0395da3e368d96f6" providerId="LiveId" clId="{8E6B89C9-37FB-4DC7-9833-FBB423AFB77F}" dt="2026-01-04T06:34:09.054" v="536"/>
        <pc:sldMkLst>
          <pc:docMk/>
          <pc:sldMk cId="1563543572" sldId="283"/>
        </pc:sldMkLst>
        <pc:spChg chg="mod">
          <ac:chgData name="Trinadh Kumar Veeramachaneni" userId="0395da3e368d96f6" providerId="LiveId" clId="{8E6B89C9-37FB-4DC7-9833-FBB423AFB77F}" dt="2026-01-04T03:42:26.594" v="366" actId="20577"/>
          <ac:spMkLst>
            <pc:docMk/>
            <pc:sldMk cId="1563543572" sldId="283"/>
            <ac:spMk id="5" creationId="{A6A88233-F2DB-3083-047F-603930B40BA5}"/>
          </ac:spMkLst>
        </pc:spChg>
        <pc:spChg chg="mod ord">
          <ac:chgData name="Trinadh Kumar Veeramachaneni" userId="0395da3e368d96f6" providerId="LiveId" clId="{8E6B89C9-37FB-4DC7-9833-FBB423AFB77F}" dt="2026-01-04T03:42:04.489" v="348" actId="26606"/>
          <ac:spMkLst>
            <pc:docMk/>
            <pc:sldMk cId="1563543572" sldId="283"/>
            <ac:spMk id="9" creationId="{F9899C0E-16C1-15E8-D103-2849374008AE}"/>
          </ac:spMkLst>
        </pc:spChg>
        <pc:spChg chg="add del">
          <ac:chgData name="Trinadh Kumar Veeramachaneni" userId="0395da3e368d96f6" providerId="LiveId" clId="{8E6B89C9-37FB-4DC7-9833-FBB423AFB77F}" dt="2026-01-04T03:42:00.163" v="346" actId="26606"/>
          <ac:spMkLst>
            <pc:docMk/>
            <pc:sldMk cId="1563543572" sldId="283"/>
            <ac:spMk id="11" creationId="{716248AD-805F-41BF-9B57-FC53E5B32F98}"/>
          </ac:spMkLst>
        </pc:spChg>
        <pc:spChg chg="add del">
          <ac:chgData name="Trinadh Kumar Veeramachaneni" userId="0395da3e368d96f6" providerId="LiveId" clId="{8E6B89C9-37FB-4DC7-9833-FBB423AFB77F}" dt="2026-01-04T03:42:00.163" v="346" actId="26606"/>
          <ac:spMkLst>
            <pc:docMk/>
            <pc:sldMk cId="1563543572" sldId="283"/>
            <ac:spMk id="14" creationId="{AA474011-A49D-4C7A-BF41-0ACD0A2693B3}"/>
          </ac:spMkLst>
        </pc:spChg>
        <pc:spChg chg="add del">
          <ac:chgData name="Trinadh Kumar Veeramachaneni" userId="0395da3e368d96f6" providerId="LiveId" clId="{8E6B89C9-37FB-4DC7-9833-FBB423AFB77F}" dt="2026-01-04T03:42:00.163" v="346" actId="26606"/>
          <ac:spMkLst>
            <pc:docMk/>
            <pc:sldMk cId="1563543572" sldId="283"/>
            <ac:spMk id="16" creationId="{6D72081E-AD41-4FBB-B02B-698A68DBCA5E}"/>
          </ac:spMkLst>
        </pc:spChg>
        <pc:spChg chg="del">
          <ac:chgData name="Trinadh Kumar Veeramachaneni" userId="0395da3e368d96f6" providerId="LiveId" clId="{8E6B89C9-37FB-4DC7-9833-FBB423AFB77F}" dt="2026-01-04T03:35:20.387" v="326"/>
          <ac:spMkLst>
            <pc:docMk/>
            <pc:sldMk cId="1563543572" sldId="283"/>
            <ac:spMk id="18" creationId="{2B97F24A-32CE-4C1C-A50D-3016B394DCFB}"/>
          </ac:spMkLst>
        </pc:spChg>
        <pc:spChg chg="del">
          <ac:chgData name="Trinadh Kumar Veeramachaneni" userId="0395da3e368d96f6" providerId="LiveId" clId="{8E6B89C9-37FB-4DC7-9833-FBB423AFB77F}" dt="2026-01-04T03:35:20.387" v="326"/>
          <ac:spMkLst>
            <pc:docMk/>
            <pc:sldMk cId="1563543572" sldId="283"/>
            <ac:spMk id="19" creationId="{6357EC4F-235E-4222-A36F-C7878ACE37F2}"/>
          </ac:spMkLst>
        </pc:spChg>
        <pc:spChg chg="add del">
          <ac:chgData name="Trinadh Kumar Veeramachaneni" userId="0395da3e368d96f6" providerId="LiveId" clId="{8E6B89C9-37FB-4DC7-9833-FBB423AFB77F}" dt="2026-01-04T03:42:00.163" v="346" actId="26606"/>
          <ac:spMkLst>
            <pc:docMk/>
            <pc:sldMk cId="1563543572" sldId="283"/>
            <ac:spMk id="20" creationId="{1F82758F-B2B3-4F0A-BB90-4BFFEDD166D6}"/>
          </ac:spMkLst>
        </pc:spChg>
        <pc:spChg chg="add del">
          <ac:chgData name="Trinadh Kumar Veeramachaneni" userId="0395da3e368d96f6" providerId="LiveId" clId="{8E6B89C9-37FB-4DC7-9833-FBB423AFB77F}" dt="2026-01-04T03:42:04.489" v="348" actId="26606"/>
          <ac:spMkLst>
            <pc:docMk/>
            <pc:sldMk cId="1563543572" sldId="283"/>
            <ac:spMk id="22" creationId="{2EB492CD-616E-47F8-933B-5E2D952A0593}"/>
          </ac:spMkLst>
        </pc:spChg>
        <pc:spChg chg="add del">
          <ac:chgData name="Trinadh Kumar Veeramachaneni" userId="0395da3e368d96f6" providerId="LiveId" clId="{8E6B89C9-37FB-4DC7-9833-FBB423AFB77F}" dt="2026-01-04T03:42:04.489" v="348" actId="26606"/>
          <ac:spMkLst>
            <pc:docMk/>
            <pc:sldMk cId="1563543572" sldId="283"/>
            <ac:spMk id="23" creationId="{59383CF9-23B5-4335-9B21-1791C4CF1C75}"/>
          </ac:spMkLst>
        </pc:spChg>
        <pc:spChg chg="add del">
          <ac:chgData name="Trinadh Kumar Veeramachaneni" userId="0395da3e368d96f6" providerId="LiveId" clId="{8E6B89C9-37FB-4DC7-9833-FBB423AFB77F}" dt="2026-01-04T03:42:04.489" v="348" actId="26606"/>
          <ac:spMkLst>
            <pc:docMk/>
            <pc:sldMk cId="1563543572" sldId="283"/>
            <ac:spMk id="24" creationId="{0007FE00-9498-4706-B255-6437B0252C02}"/>
          </ac:spMkLst>
        </pc:spChg>
        <pc:picChg chg="mod">
          <ac:chgData name="Trinadh Kumar Veeramachaneni" userId="0395da3e368d96f6" providerId="LiveId" clId="{8E6B89C9-37FB-4DC7-9833-FBB423AFB77F}" dt="2026-01-04T03:42:04.489" v="348" actId="26606"/>
          <ac:picMkLst>
            <pc:docMk/>
            <pc:sldMk cId="1563543572" sldId="283"/>
            <ac:picMk id="7" creationId="{753EAE2D-06B3-560B-D5A8-150516991AAC}"/>
          </ac:picMkLst>
        </pc:picChg>
        <pc:inkChg chg="add">
          <ac:chgData name="Trinadh Kumar Veeramachaneni" userId="0395da3e368d96f6" providerId="LiveId" clId="{8E6B89C9-37FB-4DC7-9833-FBB423AFB77F}" dt="2026-01-04T06:34:09.054" v="536"/>
          <ac:inkMkLst>
            <pc:docMk/>
            <pc:sldMk cId="1563543572" sldId="283"/>
            <ac:inkMk id="2" creationId="{7B237206-12BF-202B-CC73-22061A592DEE}"/>
          </ac:inkMkLst>
        </pc:inkChg>
      </pc:sldChg>
      <pc:sldChg chg="addSp delSp modSp add mod setBg delDesignElem">
        <pc:chgData name="Trinadh Kumar Veeramachaneni" userId="0395da3e368d96f6" providerId="LiveId" clId="{8E6B89C9-37FB-4DC7-9833-FBB423AFB77F}" dt="2026-01-04T06:34:09.054" v="536"/>
        <pc:sldMkLst>
          <pc:docMk/>
          <pc:sldMk cId="560696144" sldId="284"/>
        </pc:sldMkLst>
        <pc:spChg chg="mod">
          <ac:chgData name="Trinadh Kumar Veeramachaneni" userId="0395da3e368d96f6" providerId="LiveId" clId="{8E6B89C9-37FB-4DC7-9833-FBB423AFB77F}" dt="2026-01-04T03:46:31.127" v="389" actId="20577"/>
          <ac:spMkLst>
            <pc:docMk/>
            <pc:sldMk cId="560696144" sldId="284"/>
            <ac:spMk id="3" creationId="{355D7F9F-BFAB-4BA6-B9EA-D43C9BDD0D5F}"/>
          </ac:spMkLst>
        </pc:spChg>
        <pc:spChg chg="mod">
          <ac:chgData name="Trinadh Kumar Veeramachaneni" userId="0395da3e368d96f6" providerId="LiveId" clId="{8E6B89C9-37FB-4DC7-9833-FBB423AFB77F}" dt="2026-01-04T03:48:06.978" v="395" actId="26606"/>
          <ac:spMkLst>
            <pc:docMk/>
            <pc:sldMk cId="560696144" sldId="284"/>
            <ac:spMk id="5" creationId="{8184EEC9-D1A8-8BD6-C14E-B56384856DFD}"/>
          </ac:spMkLst>
        </pc:spChg>
        <pc:spChg chg="add">
          <ac:chgData name="Trinadh Kumar Veeramachaneni" userId="0395da3e368d96f6" providerId="LiveId" clId="{8E6B89C9-37FB-4DC7-9833-FBB423AFB77F}" dt="2026-01-04T03:48:06.978" v="395" actId="26606"/>
          <ac:spMkLst>
            <pc:docMk/>
            <pc:sldMk cId="560696144" sldId="284"/>
            <ac:spMk id="9" creationId="{2B97F24A-32CE-4C1C-A50D-3016B394DCFB}"/>
          </ac:spMkLst>
        </pc:spChg>
        <pc:spChg chg="add">
          <ac:chgData name="Trinadh Kumar Veeramachaneni" userId="0395da3e368d96f6" providerId="LiveId" clId="{8E6B89C9-37FB-4DC7-9833-FBB423AFB77F}" dt="2026-01-04T03:48:06.978" v="395" actId="26606"/>
          <ac:spMkLst>
            <pc:docMk/>
            <pc:sldMk cId="560696144" sldId="284"/>
            <ac:spMk id="10" creationId="{CD8B4F24-440B-49E9-B85D-733523DC064B}"/>
          </ac:spMkLst>
        </pc:spChg>
        <pc:spChg chg="del">
          <ac:chgData name="Trinadh Kumar Veeramachaneni" userId="0395da3e368d96f6" providerId="LiveId" clId="{8E6B89C9-37FB-4DC7-9833-FBB423AFB77F}" dt="2026-01-04T03:35:20.387" v="326"/>
          <ac:spMkLst>
            <pc:docMk/>
            <pc:sldMk cId="560696144" sldId="284"/>
            <ac:spMk id="12" creationId="{2B97F24A-32CE-4C1C-A50D-3016B394DCFB}"/>
          </ac:spMkLst>
        </pc:spChg>
        <pc:spChg chg="del">
          <ac:chgData name="Trinadh Kumar Veeramachaneni" userId="0395da3e368d96f6" providerId="LiveId" clId="{8E6B89C9-37FB-4DC7-9833-FBB423AFB77F}" dt="2026-01-04T03:35:20.387" v="326"/>
          <ac:spMkLst>
            <pc:docMk/>
            <pc:sldMk cId="560696144" sldId="284"/>
            <ac:spMk id="14" creationId="{CD8B4F24-440B-49E9-B85D-733523DC064B}"/>
          </ac:spMkLst>
        </pc:spChg>
        <pc:picChg chg="mod">
          <ac:chgData name="Trinadh Kumar Veeramachaneni" userId="0395da3e368d96f6" providerId="LiveId" clId="{8E6B89C9-37FB-4DC7-9833-FBB423AFB77F}" dt="2026-01-04T03:48:06.978" v="395" actId="26606"/>
          <ac:picMkLst>
            <pc:docMk/>
            <pc:sldMk cId="560696144" sldId="284"/>
            <ac:picMk id="7" creationId="{A2895991-6869-A9B5-4FF2-1DBD129AAE88}"/>
          </ac:picMkLst>
        </pc:picChg>
        <pc:inkChg chg="add">
          <ac:chgData name="Trinadh Kumar Veeramachaneni" userId="0395da3e368d96f6" providerId="LiveId" clId="{8E6B89C9-37FB-4DC7-9833-FBB423AFB77F}" dt="2026-01-04T06:34:09.054" v="536"/>
          <ac:inkMkLst>
            <pc:docMk/>
            <pc:sldMk cId="560696144" sldId="284"/>
            <ac:inkMk id="2" creationId="{306FCAB2-D5A7-2936-11EC-5DBE5098EA7D}"/>
          </ac:inkMkLst>
        </pc:inkChg>
      </pc:sldChg>
      <pc:sldChg chg="del">
        <pc:chgData name="Trinadh Kumar Veeramachaneni" userId="0395da3e368d96f6" providerId="LiveId" clId="{8E6B89C9-37FB-4DC7-9833-FBB423AFB77F}" dt="2026-01-04T03:35:13.541" v="317" actId="2696"/>
        <pc:sldMkLst>
          <pc:docMk/>
          <pc:sldMk cId="2918191034" sldId="284"/>
        </pc:sldMkLst>
      </pc:sldChg>
      <pc:sldChg chg="addSp delSp mod">
        <pc:chgData name="Trinadh Kumar Veeramachaneni" userId="0395da3e368d96f6" providerId="LiveId" clId="{8E6B89C9-37FB-4DC7-9833-FBB423AFB77F}" dt="2026-01-04T07:22:21.047" v="545"/>
        <pc:sldMkLst>
          <pc:docMk/>
          <pc:sldMk cId="2435972832" sldId="292"/>
        </pc:sldMkLst>
        <pc:inkChg chg="add">
          <ac:chgData name="Trinadh Kumar Veeramachaneni" userId="0395da3e368d96f6" providerId="LiveId" clId="{8E6B89C9-37FB-4DC7-9833-FBB423AFB77F}" dt="2026-01-04T07:22:21.047" v="545"/>
          <ac:inkMkLst>
            <pc:docMk/>
            <pc:sldMk cId="2435972832" sldId="292"/>
            <ac:inkMk id="2" creationId="{36B82241-0C00-392E-F91D-ACECF39909BE}"/>
          </ac:inkMkLst>
        </pc:inkChg>
        <pc:inkChg chg="del">
          <ac:chgData name="Trinadh Kumar Veeramachaneni" userId="0395da3e368d96f6" providerId="LiveId" clId="{8E6B89C9-37FB-4DC7-9833-FBB423AFB77F}" dt="2026-01-03T14:52:26.381" v="17" actId="478"/>
          <ac:inkMkLst>
            <pc:docMk/>
            <pc:sldMk cId="2435972832" sldId="292"/>
            <ac:inkMk id="5" creationId="{966CA5CC-65AE-B892-511E-3677BF5C83FF}"/>
          </ac:inkMkLst>
        </pc:inkChg>
        <pc:inkChg chg="del">
          <ac:chgData name="Trinadh Kumar Veeramachaneni" userId="0395da3e368d96f6" providerId="LiveId" clId="{8E6B89C9-37FB-4DC7-9833-FBB423AFB77F}" dt="2026-01-03T14:52:24.113" v="16" actId="478"/>
          <ac:inkMkLst>
            <pc:docMk/>
            <pc:sldMk cId="2435972832" sldId="292"/>
            <ac:inkMk id="6" creationId="{9049D72B-4D09-4CAE-320D-3C0F51F9AA46}"/>
          </ac:inkMkLst>
        </pc:inkChg>
        <pc:inkChg chg="del">
          <ac:chgData name="Trinadh Kumar Veeramachaneni" userId="0395da3e368d96f6" providerId="LiveId" clId="{8E6B89C9-37FB-4DC7-9833-FBB423AFB77F}" dt="2026-01-03T14:52:28.780" v="18" actId="478"/>
          <ac:inkMkLst>
            <pc:docMk/>
            <pc:sldMk cId="2435972832" sldId="292"/>
            <ac:inkMk id="8" creationId="{22A2AC37-A087-2911-E175-E9CF22EA1FA6}"/>
          </ac:inkMkLst>
        </pc:inkChg>
      </pc:sldChg>
      <pc:sldChg chg="addSp delSp mod">
        <pc:chgData name="Trinadh Kumar Veeramachaneni" userId="0395da3e368d96f6" providerId="LiveId" clId="{8E6B89C9-37FB-4DC7-9833-FBB423AFB77F}" dt="2026-01-04T07:22:21.047" v="545"/>
        <pc:sldMkLst>
          <pc:docMk/>
          <pc:sldMk cId="790176484" sldId="293"/>
        </pc:sldMkLst>
        <pc:inkChg chg="add">
          <ac:chgData name="Trinadh Kumar Veeramachaneni" userId="0395da3e368d96f6" providerId="LiveId" clId="{8E6B89C9-37FB-4DC7-9833-FBB423AFB77F}" dt="2026-01-04T07:22:21.047" v="545"/>
          <ac:inkMkLst>
            <pc:docMk/>
            <pc:sldMk cId="790176484" sldId="293"/>
            <ac:inkMk id="2" creationId="{E7456029-F464-4846-9FEB-DF89F21934C7}"/>
          </ac:inkMkLst>
        </pc:inkChg>
        <pc:inkChg chg="del">
          <ac:chgData name="Trinadh Kumar Veeramachaneni" userId="0395da3e368d96f6" providerId="LiveId" clId="{8E6B89C9-37FB-4DC7-9833-FBB423AFB77F}" dt="2026-01-03T14:52:34.130" v="19" actId="478"/>
          <ac:inkMkLst>
            <pc:docMk/>
            <pc:sldMk cId="790176484" sldId="293"/>
            <ac:inkMk id="2" creationId="{FA395C9B-A8FA-C19F-7C56-A15029A10584}"/>
          </ac:inkMkLst>
        </pc:inkChg>
      </pc:sldChg>
      <pc:sldChg chg="delSp mod">
        <pc:chgData name="Trinadh Kumar Veeramachaneni" userId="0395da3e368d96f6" providerId="LiveId" clId="{8E6B89C9-37FB-4DC7-9833-FBB423AFB77F}" dt="2026-01-03T14:52:37.780" v="20" actId="478"/>
        <pc:sldMkLst>
          <pc:docMk/>
          <pc:sldMk cId="83418711" sldId="294"/>
        </pc:sldMkLst>
        <pc:inkChg chg="del">
          <ac:chgData name="Trinadh Kumar Veeramachaneni" userId="0395da3e368d96f6" providerId="LiveId" clId="{8E6B89C9-37FB-4DC7-9833-FBB423AFB77F}" dt="2026-01-03T14:52:37.780" v="20" actId="478"/>
          <ac:inkMkLst>
            <pc:docMk/>
            <pc:sldMk cId="83418711" sldId="294"/>
            <ac:inkMk id="2" creationId="{218B0742-EFB4-B674-3268-DD0DEE3C64E1}"/>
          </ac:inkMkLst>
        </pc:inkChg>
      </pc:sldChg>
      <pc:sldChg chg="delSp modSp mod">
        <pc:chgData name="Trinadh Kumar Veeramachaneni" userId="0395da3e368d96f6" providerId="LiveId" clId="{8E6B89C9-37FB-4DC7-9833-FBB423AFB77F}" dt="2026-01-04T04:00:03.268" v="417" actId="20577"/>
        <pc:sldMkLst>
          <pc:docMk/>
          <pc:sldMk cId="3101528601" sldId="297"/>
        </pc:sldMkLst>
        <pc:spChg chg="mod">
          <ac:chgData name="Trinadh Kumar Veeramachaneni" userId="0395da3e368d96f6" providerId="LiveId" clId="{8E6B89C9-37FB-4DC7-9833-FBB423AFB77F}" dt="2026-01-04T04:00:03.268" v="417" actId="20577"/>
          <ac:spMkLst>
            <pc:docMk/>
            <pc:sldMk cId="3101528601" sldId="297"/>
            <ac:spMk id="3" creationId="{083554E7-E291-4EA7-DDFA-9DC6F289C555}"/>
          </ac:spMkLst>
        </pc:spChg>
        <pc:inkChg chg="del">
          <ac:chgData name="Trinadh Kumar Veeramachaneni" userId="0395da3e368d96f6" providerId="LiveId" clId="{8E6B89C9-37FB-4DC7-9833-FBB423AFB77F}" dt="2026-01-03T14:52:42.498" v="21" actId="478"/>
          <ac:inkMkLst>
            <pc:docMk/>
            <pc:sldMk cId="3101528601" sldId="297"/>
            <ac:inkMk id="4" creationId="{CAAD829E-63F1-F7CE-26C0-7AE54D0F88EB}"/>
          </ac:inkMkLst>
        </pc:inkChg>
      </pc:sldChg>
      <pc:sldChg chg="delSp modSp mod">
        <pc:chgData name="Trinadh Kumar Veeramachaneni" userId="0395da3e368d96f6" providerId="LiveId" clId="{8E6B89C9-37FB-4DC7-9833-FBB423AFB77F}" dt="2026-01-04T04:01:07.566" v="426" actId="20577"/>
        <pc:sldMkLst>
          <pc:docMk/>
          <pc:sldMk cId="577525634" sldId="298"/>
        </pc:sldMkLst>
        <pc:spChg chg="mod">
          <ac:chgData name="Trinadh Kumar Veeramachaneni" userId="0395da3e368d96f6" providerId="LiveId" clId="{8E6B89C9-37FB-4DC7-9833-FBB423AFB77F}" dt="2026-01-04T04:01:07.566" v="426" actId="20577"/>
          <ac:spMkLst>
            <pc:docMk/>
            <pc:sldMk cId="577525634" sldId="298"/>
            <ac:spMk id="3" creationId="{4FAF4272-CEB4-C075-EEA3-0BA6438A9869}"/>
          </ac:spMkLst>
        </pc:spChg>
        <pc:inkChg chg="del">
          <ac:chgData name="Trinadh Kumar Veeramachaneni" userId="0395da3e368d96f6" providerId="LiveId" clId="{8E6B89C9-37FB-4DC7-9833-FBB423AFB77F}" dt="2026-01-03T14:52:45.790" v="22" actId="478"/>
          <ac:inkMkLst>
            <pc:docMk/>
            <pc:sldMk cId="577525634" sldId="298"/>
            <ac:inkMk id="4" creationId="{E87F0EFF-C1D9-3CA1-F8A0-61648022C1C0}"/>
          </ac:inkMkLst>
        </pc:inkChg>
      </pc:sldChg>
      <pc:sldChg chg="delSp modSp mod">
        <pc:chgData name="Trinadh Kumar Veeramachaneni" userId="0395da3e368d96f6" providerId="LiveId" clId="{8E6B89C9-37FB-4DC7-9833-FBB423AFB77F}" dt="2026-01-04T04:04:27.706" v="438"/>
        <pc:sldMkLst>
          <pc:docMk/>
          <pc:sldMk cId="358532895" sldId="299"/>
        </pc:sldMkLst>
        <pc:spChg chg="mod">
          <ac:chgData name="Trinadh Kumar Veeramachaneni" userId="0395da3e368d96f6" providerId="LiveId" clId="{8E6B89C9-37FB-4DC7-9833-FBB423AFB77F}" dt="2026-01-04T04:01:52.967" v="435" actId="20577"/>
          <ac:spMkLst>
            <pc:docMk/>
            <pc:sldMk cId="358532895" sldId="299"/>
            <ac:spMk id="3" creationId="{C292FC5B-6394-AE2B-DCEB-D9DF07E91A28}"/>
          </ac:spMkLst>
        </pc:spChg>
        <pc:graphicFrameChg chg="mod">
          <ac:chgData name="Trinadh Kumar Veeramachaneni" userId="0395da3e368d96f6" providerId="LiveId" clId="{8E6B89C9-37FB-4DC7-9833-FBB423AFB77F}" dt="2026-01-04T04:04:27.706" v="438"/>
          <ac:graphicFrameMkLst>
            <pc:docMk/>
            <pc:sldMk cId="358532895" sldId="299"/>
            <ac:graphicFrameMk id="28" creationId="{7D06CF19-FBF8-5A95-70E1-2526604B5037}"/>
          </ac:graphicFrameMkLst>
        </pc:graphicFrameChg>
        <pc:inkChg chg="del">
          <ac:chgData name="Trinadh Kumar Veeramachaneni" userId="0395da3e368d96f6" providerId="LiveId" clId="{8E6B89C9-37FB-4DC7-9833-FBB423AFB77F}" dt="2026-01-03T14:52:49.171" v="23" actId="478"/>
          <ac:inkMkLst>
            <pc:docMk/>
            <pc:sldMk cId="358532895" sldId="299"/>
            <ac:inkMk id="4" creationId="{04AEF41D-10B5-0CAF-1146-D3982D11098B}"/>
          </ac:inkMkLst>
        </pc:inkChg>
      </pc:sldChg>
      <pc:sldChg chg="modSp mod">
        <pc:chgData name="Trinadh Kumar Veeramachaneni" userId="0395da3e368d96f6" providerId="LiveId" clId="{8E6B89C9-37FB-4DC7-9833-FBB423AFB77F}" dt="2026-01-04T04:12:51.014" v="478" actId="20577"/>
        <pc:sldMkLst>
          <pc:docMk/>
          <pc:sldMk cId="142669668" sldId="313"/>
        </pc:sldMkLst>
        <pc:spChg chg="mod">
          <ac:chgData name="Trinadh Kumar Veeramachaneni" userId="0395da3e368d96f6" providerId="LiveId" clId="{8E6B89C9-37FB-4DC7-9833-FBB423AFB77F}" dt="2026-01-04T04:12:51.014" v="478" actId="20577"/>
          <ac:spMkLst>
            <pc:docMk/>
            <pc:sldMk cId="142669668" sldId="313"/>
            <ac:spMk id="3" creationId="{99E0DDFB-CF3D-93D4-3053-09B37B865EE5}"/>
          </ac:spMkLst>
        </pc:spChg>
      </pc:sldChg>
      <pc:sldChg chg="delSp del mod">
        <pc:chgData name="Trinadh Kumar Veeramachaneni" userId="0395da3e368d96f6" providerId="LiveId" clId="{8E6B89C9-37FB-4DC7-9833-FBB423AFB77F}" dt="2026-01-03T17:34:40.112" v="251" actId="47"/>
        <pc:sldMkLst>
          <pc:docMk/>
          <pc:sldMk cId="2089086364" sldId="322"/>
        </pc:sldMkLst>
        <pc:inkChg chg="del">
          <ac:chgData name="Trinadh Kumar Veeramachaneni" userId="0395da3e368d96f6" providerId="LiveId" clId="{8E6B89C9-37FB-4DC7-9833-FBB423AFB77F}" dt="2026-01-03T14:52:04" v="11" actId="478"/>
          <ac:inkMkLst>
            <pc:docMk/>
            <pc:sldMk cId="2089086364" sldId="322"/>
            <ac:inkMk id="3" creationId="{CED8FC81-FDC0-9386-AF9E-B10C7ECA8278}"/>
          </ac:inkMkLst>
        </pc:inkChg>
        <pc:inkChg chg="del">
          <ac:chgData name="Trinadh Kumar Veeramachaneni" userId="0395da3e368d96f6" providerId="LiveId" clId="{8E6B89C9-37FB-4DC7-9833-FBB423AFB77F}" dt="2026-01-03T14:52:07.180" v="12" actId="478"/>
          <ac:inkMkLst>
            <pc:docMk/>
            <pc:sldMk cId="2089086364" sldId="322"/>
            <ac:inkMk id="4" creationId="{4CCC350E-5AA1-A6CA-10CE-99819ED59198}"/>
          </ac:inkMkLst>
        </pc:inkChg>
      </pc:sldChg>
      <pc:sldChg chg="addSp delSp add setBg delDesignElem">
        <pc:chgData name="Trinadh Kumar Veeramachaneni" userId="0395da3e368d96f6" providerId="LiveId" clId="{8E6B89C9-37FB-4DC7-9833-FBB423AFB77F}" dt="2026-01-04T06:34:09.054" v="536"/>
        <pc:sldMkLst>
          <pc:docMk/>
          <pc:sldMk cId="2302536842" sldId="323"/>
        </pc:sldMkLst>
        <pc:spChg chg="del">
          <ac:chgData name="Trinadh Kumar Veeramachaneni" userId="0395da3e368d96f6" providerId="LiveId" clId="{8E6B89C9-37FB-4DC7-9833-FBB423AFB77F}" dt="2026-01-04T03:35:20.387" v="326"/>
          <ac:spMkLst>
            <pc:docMk/>
            <pc:sldMk cId="2302536842" sldId="323"/>
            <ac:spMk id="10" creationId="{32BC26D8-82FB-445E-AA49-62A77D7C1EE0}"/>
          </ac:spMkLst>
        </pc:spChg>
        <pc:spChg chg="del">
          <ac:chgData name="Trinadh Kumar Veeramachaneni" userId="0395da3e368d96f6" providerId="LiveId" clId="{8E6B89C9-37FB-4DC7-9833-FBB423AFB77F}" dt="2026-01-04T03:35:20.387" v="326"/>
          <ac:spMkLst>
            <pc:docMk/>
            <pc:sldMk cId="2302536842" sldId="323"/>
            <ac:spMk id="12" creationId="{CB44330D-EA18-4254-AA95-EB49948539B8}"/>
          </ac:spMkLst>
        </pc:spChg>
        <pc:inkChg chg="add">
          <ac:chgData name="Trinadh Kumar Veeramachaneni" userId="0395da3e368d96f6" providerId="LiveId" clId="{8E6B89C9-37FB-4DC7-9833-FBB423AFB77F}" dt="2026-01-04T06:34:09.054" v="536"/>
          <ac:inkMkLst>
            <pc:docMk/>
            <pc:sldMk cId="2302536842" sldId="323"/>
            <ac:inkMk id="2" creationId="{86A0DE97-A0C3-5B50-4249-B8F7EC4B0611}"/>
          </ac:inkMkLst>
        </pc:inkChg>
      </pc:sldChg>
      <pc:sldChg chg="delSp del mod">
        <pc:chgData name="Trinadh Kumar Veeramachaneni" userId="0395da3e368d96f6" providerId="LiveId" clId="{8E6B89C9-37FB-4DC7-9833-FBB423AFB77F}" dt="2026-01-04T03:35:13.541" v="317" actId="2696"/>
        <pc:sldMkLst>
          <pc:docMk/>
          <pc:sldMk cId="4281864086" sldId="323"/>
        </pc:sldMkLst>
        <pc:inkChg chg="del">
          <ac:chgData name="Trinadh Kumar Veeramachaneni" userId="0395da3e368d96f6" providerId="LiveId" clId="{8E6B89C9-37FB-4DC7-9833-FBB423AFB77F}" dt="2026-01-03T14:51:46.759" v="7" actId="478"/>
          <ac:inkMkLst>
            <pc:docMk/>
            <pc:sldMk cId="4281864086" sldId="323"/>
            <ac:inkMk id="3" creationId="{EF03EAF5-4F45-891A-7D10-F9AFD8B99506}"/>
          </ac:inkMkLst>
        </pc:inkChg>
      </pc:sldChg>
      <pc:sldChg chg="addSp add">
        <pc:chgData name="Trinadh Kumar Veeramachaneni" userId="0395da3e368d96f6" providerId="LiveId" clId="{8E6B89C9-37FB-4DC7-9833-FBB423AFB77F}" dt="2026-01-04T06:34:09.054" v="536"/>
        <pc:sldMkLst>
          <pc:docMk/>
          <pc:sldMk cId="430681523" sldId="324"/>
        </pc:sldMkLst>
        <pc:inkChg chg="add">
          <ac:chgData name="Trinadh Kumar Veeramachaneni" userId="0395da3e368d96f6" providerId="LiveId" clId="{8E6B89C9-37FB-4DC7-9833-FBB423AFB77F}" dt="2026-01-04T06:34:09.054" v="536"/>
          <ac:inkMkLst>
            <pc:docMk/>
            <pc:sldMk cId="430681523" sldId="324"/>
            <ac:inkMk id="2" creationId="{70B6FBF1-BB1A-EEB6-EC99-B1DF1D4168DD}"/>
          </ac:inkMkLst>
        </pc:inkChg>
      </pc:sldChg>
      <pc:sldChg chg="delSp del mod">
        <pc:chgData name="Trinadh Kumar Veeramachaneni" userId="0395da3e368d96f6" providerId="LiveId" clId="{8E6B89C9-37FB-4DC7-9833-FBB423AFB77F}" dt="2026-01-04T03:35:13.541" v="317" actId="2696"/>
        <pc:sldMkLst>
          <pc:docMk/>
          <pc:sldMk cId="1422027921" sldId="324"/>
        </pc:sldMkLst>
        <pc:inkChg chg="del">
          <ac:chgData name="Trinadh Kumar Veeramachaneni" userId="0395da3e368d96f6" providerId="LiveId" clId="{8E6B89C9-37FB-4DC7-9833-FBB423AFB77F}" dt="2026-01-03T14:51:53.229" v="9" actId="478"/>
          <ac:inkMkLst>
            <pc:docMk/>
            <pc:sldMk cId="1422027921" sldId="324"/>
            <ac:inkMk id="4" creationId="{620A5D9F-0181-F76E-D5C4-9625A900604A}"/>
          </ac:inkMkLst>
        </pc:inkChg>
      </pc:sldChg>
      <pc:sldChg chg="addSp delSp add setBg delDesignElem">
        <pc:chgData name="Trinadh Kumar Veeramachaneni" userId="0395da3e368d96f6" providerId="LiveId" clId="{8E6B89C9-37FB-4DC7-9833-FBB423AFB77F}" dt="2026-01-04T06:34:09.054" v="536"/>
        <pc:sldMkLst>
          <pc:docMk/>
          <pc:sldMk cId="1768433515" sldId="325"/>
        </pc:sldMkLst>
        <pc:spChg chg="del">
          <ac:chgData name="Trinadh Kumar Veeramachaneni" userId="0395da3e368d96f6" providerId="LiveId" clId="{8E6B89C9-37FB-4DC7-9833-FBB423AFB77F}" dt="2026-01-04T03:35:20.387" v="326"/>
          <ac:spMkLst>
            <pc:docMk/>
            <pc:sldMk cId="1768433515" sldId="325"/>
            <ac:spMk id="19" creationId="{32BC26D8-82FB-445E-AA49-62A77D7C1EE0}"/>
          </ac:spMkLst>
        </pc:spChg>
        <pc:spChg chg="del">
          <ac:chgData name="Trinadh Kumar Veeramachaneni" userId="0395da3e368d96f6" providerId="LiveId" clId="{8E6B89C9-37FB-4DC7-9833-FBB423AFB77F}" dt="2026-01-04T03:35:20.387" v="326"/>
          <ac:spMkLst>
            <pc:docMk/>
            <pc:sldMk cId="1768433515" sldId="325"/>
            <ac:spMk id="20" creationId="{CB44330D-EA18-4254-AA95-EB49948539B8}"/>
          </ac:spMkLst>
        </pc:spChg>
        <pc:inkChg chg="add">
          <ac:chgData name="Trinadh Kumar Veeramachaneni" userId="0395da3e368d96f6" providerId="LiveId" clId="{8E6B89C9-37FB-4DC7-9833-FBB423AFB77F}" dt="2026-01-04T06:34:09.054" v="536"/>
          <ac:inkMkLst>
            <pc:docMk/>
            <pc:sldMk cId="1768433515" sldId="325"/>
            <ac:inkMk id="2" creationId="{9F451F34-8F75-E406-92D0-95D03FD71CA3}"/>
          </ac:inkMkLst>
        </pc:inkChg>
      </pc:sldChg>
      <pc:sldChg chg="delSp del mod">
        <pc:chgData name="Trinadh Kumar Veeramachaneni" userId="0395da3e368d96f6" providerId="LiveId" clId="{8E6B89C9-37FB-4DC7-9833-FBB423AFB77F}" dt="2026-01-04T03:35:13.541" v="317" actId="2696"/>
        <pc:sldMkLst>
          <pc:docMk/>
          <pc:sldMk cId="2424561718" sldId="325"/>
        </pc:sldMkLst>
        <pc:inkChg chg="del">
          <ac:chgData name="Trinadh Kumar Veeramachaneni" userId="0395da3e368d96f6" providerId="LiveId" clId="{8E6B89C9-37FB-4DC7-9833-FBB423AFB77F}" dt="2026-01-03T14:51:57.109" v="10" actId="478"/>
          <ac:inkMkLst>
            <pc:docMk/>
            <pc:sldMk cId="2424561718" sldId="325"/>
            <ac:inkMk id="3" creationId="{9746B1ED-767C-5C8A-4C19-BA7CE8842A08}"/>
          </ac:inkMkLst>
        </pc:inkChg>
      </pc:sldChg>
      <pc:sldChg chg="delSp del mod">
        <pc:chgData name="Trinadh Kumar Veeramachaneni" userId="0395da3e368d96f6" providerId="LiveId" clId="{8E6B89C9-37FB-4DC7-9833-FBB423AFB77F}" dt="2026-01-03T17:34:41.388" v="252" actId="47"/>
        <pc:sldMkLst>
          <pc:docMk/>
          <pc:sldMk cId="1621980903" sldId="326"/>
        </pc:sldMkLst>
        <pc:inkChg chg="del">
          <ac:chgData name="Trinadh Kumar Veeramachaneni" userId="0395da3e368d96f6" providerId="LiveId" clId="{8E6B89C9-37FB-4DC7-9833-FBB423AFB77F}" dt="2026-01-03T14:52:16.060" v="14" actId="478"/>
          <ac:inkMkLst>
            <pc:docMk/>
            <pc:sldMk cId="1621980903" sldId="326"/>
            <ac:inkMk id="4" creationId="{9BC7222C-E9EE-81D1-DCFB-B9E67ED13283}"/>
          </ac:inkMkLst>
        </pc:inkChg>
        <pc:inkChg chg="del">
          <ac:chgData name="Trinadh Kumar Veeramachaneni" userId="0395da3e368d96f6" providerId="LiveId" clId="{8E6B89C9-37FB-4DC7-9833-FBB423AFB77F}" dt="2026-01-03T14:52:10.601" v="13" actId="478"/>
          <ac:inkMkLst>
            <pc:docMk/>
            <pc:sldMk cId="1621980903" sldId="326"/>
            <ac:inkMk id="6" creationId="{319BE365-AC65-1011-AA6A-2D41A0C9D354}"/>
          </ac:inkMkLst>
        </pc:inkChg>
      </pc:sldChg>
      <pc:sldChg chg="delSp del mod">
        <pc:chgData name="Trinadh Kumar Veeramachaneni" userId="0395da3e368d96f6" providerId="LiveId" clId="{8E6B89C9-37FB-4DC7-9833-FBB423AFB77F}" dt="2026-01-03T17:34:42.725" v="253" actId="47"/>
        <pc:sldMkLst>
          <pc:docMk/>
          <pc:sldMk cId="2540315042" sldId="327"/>
        </pc:sldMkLst>
        <pc:inkChg chg="del">
          <ac:chgData name="Trinadh Kumar Veeramachaneni" userId="0395da3e368d96f6" providerId="LiveId" clId="{8E6B89C9-37FB-4DC7-9833-FBB423AFB77F}" dt="2026-01-03T14:52:20" v="15" actId="478"/>
          <ac:inkMkLst>
            <pc:docMk/>
            <pc:sldMk cId="2540315042" sldId="327"/>
            <ac:inkMk id="3" creationId="{F49A46CF-9805-CC2D-AAA0-040B5C27718B}"/>
          </ac:inkMkLst>
        </pc:inkChg>
      </pc:sldChg>
      <pc:sldChg chg="addSp delSp modSp mod">
        <pc:chgData name="Trinadh Kumar Veeramachaneni" userId="0395da3e368d96f6" providerId="LiveId" clId="{8E6B89C9-37FB-4DC7-9833-FBB423AFB77F}" dt="2026-01-04T05:13:22.409" v="532"/>
        <pc:sldMkLst>
          <pc:docMk/>
          <pc:sldMk cId="4069154056" sldId="328"/>
        </pc:sldMkLst>
        <pc:spChg chg="add del mod">
          <ac:chgData name="Trinadh Kumar Veeramachaneni" userId="0395da3e368d96f6" providerId="LiveId" clId="{8E6B89C9-37FB-4DC7-9833-FBB423AFB77F}" dt="2026-01-04T05:09:36.252" v="512" actId="21"/>
          <ac:spMkLst>
            <pc:docMk/>
            <pc:sldMk cId="4069154056" sldId="328"/>
            <ac:spMk id="3" creationId="{7B4C4522-9E03-94E7-2FC7-43044C29A88F}"/>
          </ac:spMkLst>
        </pc:spChg>
        <pc:spChg chg="mod">
          <ac:chgData name="Trinadh Kumar Veeramachaneni" userId="0395da3e368d96f6" providerId="LiveId" clId="{8E6B89C9-37FB-4DC7-9833-FBB423AFB77F}" dt="2026-01-04T04:10:58.227" v="449" actId="20577"/>
          <ac:spMkLst>
            <pc:docMk/>
            <pc:sldMk cId="4069154056" sldId="328"/>
            <ac:spMk id="5" creationId="{51A79454-4DC7-6BA2-4D35-D23A10E222D1}"/>
          </ac:spMkLst>
        </pc:spChg>
        <pc:spChg chg="add mod">
          <ac:chgData name="Trinadh Kumar Veeramachaneni" userId="0395da3e368d96f6" providerId="LiveId" clId="{8E6B89C9-37FB-4DC7-9833-FBB423AFB77F}" dt="2026-01-04T05:13:22.409" v="532"/>
          <ac:spMkLst>
            <pc:docMk/>
            <pc:sldMk cId="4069154056" sldId="328"/>
            <ac:spMk id="10" creationId="{9F8DC984-2DC5-9289-CD0E-AE8804FCF11B}"/>
          </ac:spMkLst>
        </pc:spChg>
        <pc:picChg chg="add mod">
          <ac:chgData name="Trinadh Kumar Veeramachaneni" userId="0395da3e368d96f6" providerId="LiveId" clId="{8E6B89C9-37FB-4DC7-9833-FBB423AFB77F}" dt="2026-01-04T05:12:37.648" v="527" actId="1076"/>
          <ac:picMkLst>
            <pc:docMk/>
            <pc:sldMk cId="4069154056" sldId="328"/>
            <ac:picMk id="6" creationId="{B583F364-27B7-4B19-8D65-92BB9E90D99B}"/>
          </ac:picMkLst>
        </pc:picChg>
        <pc:picChg chg="mod modCrop">
          <ac:chgData name="Trinadh Kumar Veeramachaneni" userId="0395da3e368d96f6" providerId="LiveId" clId="{8E6B89C9-37FB-4DC7-9833-FBB423AFB77F}" dt="2026-01-04T05:12:30.134" v="523" actId="732"/>
          <ac:picMkLst>
            <pc:docMk/>
            <pc:sldMk cId="4069154056" sldId="328"/>
            <ac:picMk id="7" creationId="{70C7F055-D900-30F4-7E43-3EDA2FC2DEA2}"/>
          </ac:picMkLst>
        </pc:picChg>
        <pc:picChg chg="del mod">
          <ac:chgData name="Trinadh Kumar Veeramachaneni" userId="0395da3e368d96f6" providerId="LiveId" clId="{8E6B89C9-37FB-4DC7-9833-FBB423AFB77F}" dt="2026-01-04T05:04:06.409" v="509" actId="478"/>
          <ac:picMkLst>
            <pc:docMk/>
            <pc:sldMk cId="4069154056" sldId="328"/>
            <ac:picMk id="9" creationId="{1CCA100A-AE61-48DD-1D25-7282BBB79150}"/>
          </ac:picMkLst>
        </pc:picChg>
      </pc:sldChg>
      <pc:sldChg chg="addSp delSp modSp mod">
        <pc:chgData name="Trinadh Kumar Veeramachaneni" userId="0395da3e368d96f6" providerId="LiveId" clId="{8E6B89C9-37FB-4DC7-9833-FBB423AFB77F}" dt="2026-01-04T04:12:19.551" v="471" actId="20577"/>
        <pc:sldMkLst>
          <pc:docMk/>
          <pc:sldMk cId="2883072755" sldId="329"/>
        </pc:sldMkLst>
        <pc:spChg chg="mod">
          <ac:chgData name="Trinadh Kumar Veeramachaneni" userId="0395da3e368d96f6" providerId="LiveId" clId="{8E6B89C9-37FB-4DC7-9833-FBB423AFB77F}" dt="2026-01-04T04:12:19.551" v="471" actId="20577"/>
          <ac:spMkLst>
            <pc:docMk/>
            <pc:sldMk cId="2883072755" sldId="329"/>
            <ac:spMk id="5" creationId="{E1B26B54-DC91-4B37-8AA3-DBFDFA7FE9B5}"/>
          </ac:spMkLst>
        </pc:spChg>
        <pc:spChg chg="mod">
          <ac:chgData name="Trinadh Kumar Veeramachaneni" userId="0395da3e368d96f6" providerId="LiveId" clId="{8E6B89C9-37FB-4DC7-9833-FBB423AFB77F}" dt="2026-01-04T04:12:12.772" v="460" actId="27636"/>
          <ac:spMkLst>
            <pc:docMk/>
            <pc:sldMk cId="2883072755" sldId="329"/>
            <ac:spMk id="7" creationId="{DFFCEEE7-D1BB-1893-0E85-99D7B4935415}"/>
          </ac:spMkLst>
        </pc:spChg>
        <pc:picChg chg="add mod">
          <ac:chgData name="Trinadh Kumar Veeramachaneni" userId="0395da3e368d96f6" providerId="LiveId" clId="{8E6B89C9-37FB-4DC7-9833-FBB423AFB77F}" dt="2026-01-04T04:12:08.189" v="458" actId="1076"/>
          <ac:picMkLst>
            <pc:docMk/>
            <pc:sldMk cId="2883072755" sldId="329"/>
            <ac:picMk id="3" creationId="{635314B9-6ED1-9B87-3266-8B778C7EAE96}"/>
          </ac:picMkLst>
        </pc:picChg>
        <pc:picChg chg="del">
          <ac:chgData name="Trinadh Kumar Veeramachaneni" userId="0395da3e368d96f6" providerId="LiveId" clId="{8E6B89C9-37FB-4DC7-9833-FBB423AFB77F}" dt="2026-01-04T04:11:29.685" v="450" actId="478"/>
          <ac:picMkLst>
            <pc:docMk/>
            <pc:sldMk cId="2883072755" sldId="329"/>
            <ac:picMk id="9" creationId="{F2B9A031-006E-8AA9-4607-2F645843EADC}"/>
          </ac:picMkLst>
        </pc:picChg>
      </pc:sldChg>
      <pc:sldChg chg="modSp mod">
        <pc:chgData name="Trinadh Kumar Veeramachaneni" userId="0395da3e368d96f6" providerId="LiveId" clId="{8E6B89C9-37FB-4DC7-9833-FBB423AFB77F}" dt="2026-01-04T04:13:03.761" v="487" actId="20577"/>
        <pc:sldMkLst>
          <pc:docMk/>
          <pc:sldMk cId="2718573026" sldId="330"/>
        </pc:sldMkLst>
        <pc:spChg chg="mod">
          <ac:chgData name="Trinadh Kumar Veeramachaneni" userId="0395da3e368d96f6" providerId="LiveId" clId="{8E6B89C9-37FB-4DC7-9833-FBB423AFB77F}" dt="2026-01-04T04:13:03.761" v="487" actId="20577"/>
          <ac:spMkLst>
            <pc:docMk/>
            <pc:sldMk cId="2718573026" sldId="330"/>
            <ac:spMk id="5" creationId="{781D83FE-A33E-ED35-9624-81076629FB96}"/>
          </ac:spMkLst>
        </pc:spChg>
      </pc:sldChg>
      <pc:sldChg chg="addSp add">
        <pc:chgData name="Trinadh Kumar Veeramachaneni" userId="0395da3e368d96f6" providerId="LiveId" clId="{8E6B89C9-37FB-4DC7-9833-FBB423AFB77F}" dt="2026-01-04T05:56:11.381" v="534"/>
        <pc:sldMkLst>
          <pc:docMk/>
          <pc:sldMk cId="417080424" sldId="331"/>
        </pc:sldMkLst>
        <pc:inkChg chg="add">
          <ac:chgData name="Trinadh Kumar Veeramachaneni" userId="0395da3e368d96f6" providerId="LiveId" clId="{8E6B89C9-37FB-4DC7-9833-FBB423AFB77F}" dt="2026-01-04T05:56:11.381" v="534"/>
          <ac:inkMkLst>
            <pc:docMk/>
            <pc:sldMk cId="417080424" sldId="331"/>
            <ac:inkMk id="2" creationId="{C20C048E-E84A-B48E-EB54-16C6C113EDBD}"/>
          </ac:inkMkLst>
        </pc:inkChg>
      </pc:sldChg>
      <pc:sldChg chg="del">
        <pc:chgData name="Trinadh Kumar Veeramachaneni" userId="0395da3e368d96f6" providerId="LiveId" clId="{8E6B89C9-37FB-4DC7-9833-FBB423AFB77F}" dt="2026-01-03T17:17:37.862" v="244" actId="2696"/>
        <pc:sldMkLst>
          <pc:docMk/>
          <pc:sldMk cId="2543586676" sldId="331"/>
        </pc:sldMkLst>
      </pc:sldChg>
      <pc:sldChg chg="addSp add">
        <pc:chgData name="Trinadh Kumar Veeramachaneni" userId="0395da3e368d96f6" providerId="LiveId" clId="{8E6B89C9-37FB-4DC7-9833-FBB423AFB77F}" dt="2026-01-04T05:56:11.381" v="534"/>
        <pc:sldMkLst>
          <pc:docMk/>
          <pc:sldMk cId="96144752" sldId="332"/>
        </pc:sldMkLst>
        <pc:inkChg chg="add">
          <ac:chgData name="Trinadh Kumar Veeramachaneni" userId="0395da3e368d96f6" providerId="LiveId" clId="{8E6B89C9-37FB-4DC7-9833-FBB423AFB77F}" dt="2026-01-04T05:56:11.381" v="534"/>
          <ac:inkMkLst>
            <pc:docMk/>
            <pc:sldMk cId="96144752" sldId="332"/>
            <ac:inkMk id="2" creationId="{B7F42285-3923-5C6D-B7C7-566EE8B79EFC}"/>
          </ac:inkMkLst>
        </pc:inkChg>
      </pc:sldChg>
      <pc:sldChg chg="del">
        <pc:chgData name="Trinadh Kumar Veeramachaneni" userId="0395da3e368d96f6" providerId="LiveId" clId="{8E6B89C9-37FB-4DC7-9833-FBB423AFB77F}" dt="2026-01-03T17:17:37.862" v="244" actId="2696"/>
        <pc:sldMkLst>
          <pc:docMk/>
          <pc:sldMk cId="630505513" sldId="332"/>
        </pc:sldMkLst>
      </pc:sldChg>
      <pc:sldChg chg="del">
        <pc:chgData name="Trinadh Kumar Veeramachaneni" userId="0395da3e368d96f6" providerId="LiveId" clId="{8E6B89C9-37FB-4DC7-9833-FBB423AFB77F}" dt="2026-01-03T17:38:27.151" v="256" actId="47"/>
        <pc:sldMkLst>
          <pc:docMk/>
          <pc:sldMk cId="1363485655" sldId="333"/>
        </pc:sldMkLst>
      </pc:sldChg>
      <pc:sldChg chg="del">
        <pc:chgData name="Trinadh Kumar Veeramachaneni" userId="0395da3e368d96f6" providerId="LiveId" clId="{8E6B89C9-37FB-4DC7-9833-FBB423AFB77F}" dt="2026-01-03T17:17:37.862" v="244" actId="2696"/>
        <pc:sldMkLst>
          <pc:docMk/>
          <pc:sldMk cId="618773264" sldId="334"/>
        </pc:sldMkLst>
      </pc:sldChg>
      <pc:sldChg chg="addSp add">
        <pc:chgData name="Trinadh Kumar Veeramachaneni" userId="0395da3e368d96f6" providerId="LiveId" clId="{8E6B89C9-37FB-4DC7-9833-FBB423AFB77F}" dt="2026-01-04T05:56:11.381" v="534"/>
        <pc:sldMkLst>
          <pc:docMk/>
          <pc:sldMk cId="3520751858" sldId="334"/>
        </pc:sldMkLst>
        <pc:inkChg chg="add">
          <ac:chgData name="Trinadh Kumar Veeramachaneni" userId="0395da3e368d96f6" providerId="LiveId" clId="{8E6B89C9-37FB-4DC7-9833-FBB423AFB77F}" dt="2026-01-04T05:56:11.381" v="534"/>
          <ac:inkMkLst>
            <pc:docMk/>
            <pc:sldMk cId="3520751858" sldId="334"/>
            <ac:inkMk id="2" creationId="{86A25443-5F62-F121-5AF6-1D69C22B06BF}"/>
          </ac:inkMkLst>
        </pc:inkChg>
      </pc:sldChg>
      <pc:sldChg chg="addSp add">
        <pc:chgData name="Trinadh Kumar Veeramachaneni" userId="0395da3e368d96f6" providerId="LiveId" clId="{8E6B89C9-37FB-4DC7-9833-FBB423AFB77F}" dt="2026-01-04T05:56:11.381" v="534"/>
        <pc:sldMkLst>
          <pc:docMk/>
          <pc:sldMk cId="1408228931" sldId="335"/>
        </pc:sldMkLst>
        <pc:inkChg chg="add">
          <ac:chgData name="Trinadh Kumar Veeramachaneni" userId="0395da3e368d96f6" providerId="LiveId" clId="{8E6B89C9-37FB-4DC7-9833-FBB423AFB77F}" dt="2026-01-04T05:56:11.381" v="534"/>
          <ac:inkMkLst>
            <pc:docMk/>
            <pc:sldMk cId="1408228931" sldId="335"/>
            <ac:inkMk id="2" creationId="{2075DB00-BB16-7AD6-7E2E-F67383FE507B}"/>
          </ac:inkMkLst>
        </pc:inkChg>
      </pc:sldChg>
      <pc:sldChg chg="del">
        <pc:chgData name="Trinadh Kumar Veeramachaneni" userId="0395da3e368d96f6" providerId="LiveId" clId="{8E6B89C9-37FB-4DC7-9833-FBB423AFB77F}" dt="2026-01-03T17:17:37.862" v="244" actId="2696"/>
        <pc:sldMkLst>
          <pc:docMk/>
          <pc:sldMk cId="3090254683" sldId="335"/>
        </pc:sldMkLst>
      </pc:sldChg>
      <pc:sldChg chg="addSp modSp add mod">
        <pc:chgData name="Trinadh Kumar Veeramachaneni" userId="0395da3e368d96f6" providerId="LiveId" clId="{8E6B89C9-37FB-4DC7-9833-FBB423AFB77F}" dt="2026-01-03T15:16:34.322" v="75" actId="14100"/>
        <pc:sldMkLst>
          <pc:docMk/>
          <pc:sldMk cId="2288882857" sldId="336"/>
        </pc:sldMkLst>
        <pc:spChg chg="add mod">
          <ac:chgData name="Trinadh Kumar Veeramachaneni" userId="0395da3e368d96f6" providerId="LiveId" clId="{8E6B89C9-37FB-4DC7-9833-FBB423AFB77F}" dt="2026-01-03T15:15:57.459" v="71" actId="313"/>
          <ac:spMkLst>
            <pc:docMk/>
            <pc:sldMk cId="2288882857" sldId="336"/>
            <ac:spMk id="3" creationId="{34D13E47-FFF8-A94E-41AB-9129867D887C}"/>
          </ac:spMkLst>
        </pc:spChg>
        <pc:spChg chg="add mod">
          <ac:chgData name="Trinadh Kumar Veeramachaneni" userId="0395da3e368d96f6" providerId="LiveId" clId="{8E6B89C9-37FB-4DC7-9833-FBB423AFB77F}" dt="2026-01-03T15:16:34.322" v="75" actId="14100"/>
          <ac:spMkLst>
            <pc:docMk/>
            <pc:sldMk cId="2288882857" sldId="336"/>
            <ac:spMk id="5" creationId="{A7A7FEE9-1B5D-D1AF-623C-5E50D2526EAB}"/>
          </ac:spMkLst>
        </pc:spChg>
      </pc:sldChg>
      <pc:sldChg chg="addSp delSp modSp add mod">
        <pc:chgData name="Trinadh Kumar Veeramachaneni" userId="0395da3e368d96f6" providerId="LiveId" clId="{8E6B89C9-37FB-4DC7-9833-FBB423AFB77F}" dt="2026-01-04T07:53:50.703" v="553" actId="478"/>
        <pc:sldMkLst>
          <pc:docMk/>
          <pc:sldMk cId="4120690707" sldId="337"/>
        </pc:sldMkLst>
        <pc:spChg chg="add mod">
          <ac:chgData name="Trinadh Kumar Veeramachaneni" userId="0395da3e368d96f6" providerId="LiveId" clId="{8E6B89C9-37FB-4DC7-9833-FBB423AFB77F}" dt="2026-01-03T15:41:16.020" v="94" actId="20577"/>
          <ac:spMkLst>
            <pc:docMk/>
            <pc:sldMk cId="4120690707" sldId="337"/>
            <ac:spMk id="3" creationId="{E3F45330-29F5-F15B-9078-EBCDCF95FEE8}"/>
          </ac:spMkLst>
        </pc:spChg>
        <pc:inkChg chg="add del">
          <ac:chgData name="Trinadh Kumar Veeramachaneni" userId="0395da3e368d96f6" providerId="LiveId" clId="{8E6B89C9-37FB-4DC7-9833-FBB423AFB77F}" dt="2026-01-04T07:53:46.940" v="552" actId="478"/>
          <ac:inkMkLst>
            <pc:docMk/>
            <pc:sldMk cId="4120690707" sldId="337"/>
            <ac:inkMk id="2" creationId="{EAF888D1-8547-8BA4-6144-64227D3B4AE6}"/>
          </ac:inkMkLst>
        </pc:inkChg>
        <pc:inkChg chg="add del">
          <ac:chgData name="Trinadh Kumar Veeramachaneni" userId="0395da3e368d96f6" providerId="LiveId" clId="{8E6B89C9-37FB-4DC7-9833-FBB423AFB77F}" dt="2026-01-04T07:53:50.703" v="553" actId="478"/>
          <ac:inkMkLst>
            <pc:docMk/>
            <pc:sldMk cId="4120690707" sldId="337"/>
            <ac:inkMk id="4" creationId="{A936134F-A637-664C-7F6A-0CEA80B1F851}"/>
          </ac:inkMkLst>
        </pc:inkChg>
      </pc:sldChg>
      <pc:sldChg chg="addSp delSp modSp add mod">
        <pc:chgData name="Trinadh Kumar Veeramachaneni" userId="0395da3e368d96f6" providerId="LiveId" clId="{8E6B89C9-37FB-4DC7-9833-FBB423AFB77F}" dt="2026-01-04T07:53:43.082" v="551" actId="478"/>
        <pc:sldMkLst>
          <pc:docMk/>
          <pc:sldMk cId="95085901" sldId="338"/>
        </pc:sldMkLst>
        <pc:spChg chg="add">
          <ac:chgData name="Trinadh Kumar Veeramachaneni" userId="0395da3e368d96f6" providerId="LiveId" clId="{8E6B89C9-37FB-4DC7-9833-FBB423AFB77F}" dt="2026-01-03T15:43:55.693" v="95"/>
          <ac:spMkLst>
            <pc:docMk/>
            <pc:sldMk cId="95085901" sldId="338"/>
            <ac:spMk id="2" creationId="{9A7627FE-5B66-CC15-E754-DDF8C2910B3F}"/>
          </ac:spMkLst>
        </pc:spChg>
        <pc:spChg chg="add">
          <ac:chgData name="Trinadh Kumar Veeramachaneni" userId="0395da3e368d96f6" providerId="LiveId" clId="{8E6B89C9-37FB-4DC7-9833-FBB423AFB77F}" dt="2026-01-03T15:43:55.693" v="95"/>
          <ac:spMkLst>
            <pc:docMk/>
            <pc:sldMk cId="95085901" sldId="338"/>
            <ac:spMk id="3" creationId="{7D6CBEE7-5D50-4FF2-7A37-3211D0BA7663}"/>
          </ac:spMkLst>
        </pc:spChg>
        <pc:spChg chg="add">
          <ac:chgData name="Trinadh Kumar Veeramachaneni" userId="0395da3e368d96f6" providerId="LiveId" clId="{8E6B89C9-37FB-4DC7-9833-FBB423AFB77F}" dt="2026-01-03T15:43:55.693" v="95"/>
          <ac:spMkLst>
            <pc:docMk/>
            <pc:sldMk cId="95085901" sldId="338"/>
            <ac:spMk id="4" creationId="{5629A92A-B459-05D9-F4B4-48F0D0C7438F}"/>
          </ac:spMkLst>
        </pc:spChg>
        <pc:spChg chg="add">
          <ac:chgData name="Trinadh Kumar Veeramachaneni" userId="0395da3e368d96f6" providerId="LiveId" clId="{8E6B89C9-37FB-4DC7-9833-FBB423AFB77F}" dt="2026-01-03T15:43:55.693" v="95"/>
          <ac:spMkLst>
            <pc:docMk/>
            <pc:sldMk cId="95085901" sldId="338"/>
            <ac:spMk id="9" creationId="{CE3978E4-D123-AF08-713B-F49FCA2450E0}"/>
          </ac:spMkLst>
        </pc:spChg>
        <pc:spChg chg="add">
          <ac:chgData name="Trinadh Kumar Veeramachaneni" userId="0395da3e368d96f6" providerId="LiveId" clId="{8E6B89C9-37FB-4DC7-9833-FBB423AFB77F}" dt="2026-01-03T15:43:55.693" v="95"/>
          <ac:spMkLst>
            <pc:docMk/>
            <pc:sldMk cId="95085901" sldId="338"/>
            <ac:spMk id="14" creationId="{B3E0B93E-4BEA-0548-D603-ABE09E432668}"/>
          </ac:spMkLst>
        </pc:spChg>
        <pc:spChg chg="add">
          <ac:chgData name="Trinadh Kumar Veeramachaneni" userId="0395da3e368d96f6" providerId="LiveId" clId="{8E6B89C9-37FB-4DC7-9833-FBB423AFB77F}" dt="2026-01-03T15:43:55.693" v="95"/>
          <ac:spMkLst>
            <pc:docMk/>
            <pc:sldMk cId="95085901" sldId="338"/>
            <ac:spMk id="19" creationId="{BBF23360-ACEA-89ED-9F99-3A274B1B436C}"/>
          </ac:spMkLst>
        </pc:spChg>
        <pc:spChg chg="add">
          <ac:chgData name="Trinadh Kumar Veeramachaneni" userId="0395da3e368d96f6" providerId="LiveId" clId="{8E6B89C9-37FB-4DC7-9833-FBB423AFB77F}" dt="2026-01-03T15:43:55.693" v="95"/>
          <ac:spMkLst>
            <pc:docMk/>
            <pc:sldMk cId="95085901" sldId="338"/>
            <ac:spMk id="23" creationId="{A3B03CC6-DE2A-66F6-9088-B8CB304455E1}"/>
          </ac:spMkLst>
        </pc:spChg>
        <pc:spChg chg="add">
          <ac:chgData name="Trinadh Kumar Veeramachaneni" userId="0395da3e368d96f6" providerId="LiveId" clId="{8E6B89C9-37FB-4DC7-9833-FBB423AFB77F}" dt="2026-01-03T15:43:55.693" v="95"/>
          <ac:spMkLst>
            <pc:docMk/>
            <pc:sldMk cId="95085901" sldId="338"/>
            <ac:spMk id="25" creationId="{3D0613C6-1F73-C0D8-FD67-2FD470555724}"/>
          </ac:spMkLst>
        </pc:spChg>
        <pc:spChg chg="add">
          <ac:chgData name="Trinadh Kumar Veeramachaneni" userId="0395da3e368d96f6" providerId="LiveId" clId="{8E6B89C9-37FB-4DC7-9833-FBB423AFB77F}" dt="2026-01-03T15:43:55.693" v="95"/>
          <ac:spMkLst>
            <pc:docMk/>
            <pc:sldMk cId="95085901" sldId="338"/>
            <ac:spMk id="26" creationId="{F6CE02CC-43E5-D281-1665-54D9AB900B48}"/>
          </ac:spMkLst>
        </pc:spChg>
        <pc:spChg chg="add">
          <ac:chgData name="Trinadh Kumar Veeramachaneni" userId="0395da3e368d96f6" providerId="LiveId" clId="{8E6B89C9-37FB-4DC7-9833-FBB423AFB77F}" dt="2026-01-03T15:43:55.693" v="95"/>
          <ac:spMkLst>
            <pc:docMk/>
            <pc:sldMk cId="95085901" sldId="338"/>
            <ac:spMk id="30" creationId="{24A9EB31-6AA7-0F6F-B294-530DD6A9415B}"/>
          </ac:spMkLst>
        </pc:spChg>
        <pc:spChg chg="add mod">
          <ac:chgData name="Trinadh Kumar Veeramachaneni" userId="0395da3e368d96f6" providerId="LiveId" clId="{8E6B89C9-37FB-4DC7-9833-FBB423AFB77F}" dt="2026-01-03T15:44:18.538" v="98" actId="14100"/>
          <ac:spMkLst>
            <pc:docMk/>
            <pc:sldMk cId="95085901" sldId="338"/>
            <ac:spMk id="34" creationId="{B4B75065-CE65-C35A-A1B2-AC6DA3892B50}"/>
          </ac:spMkLst>
        </pc:spChg>
        <pc:inkChg chg="add del">
          <ac:chgData name="Trinadh Kumar Veeramachaneni" userId="0395da3e368d96f6" providerId="LiveId" clId="{8E6B89C9-37FB-4DC7-9833-FBB423AFB77F}" dt="2026-01-04T07:53:43.082" v="551" actId="478"/>
          <ac:inkMkLst>
            <pc:docMk/>
            <pc:sldMk cId="95085901" sldId="338"/>
            <ac:inkMk id="2" creationId="{A2F20718-34BA-14E1-FAC9-7FFE53F35091}"/>
          </ac:inkMkLst>
        </pc:inkChg>
      </pc:sldChg>
      <pc:sldChg chg="addSp delSp modSp add mod">
        <pc:chgData name="Trinadh Kumar Veeramachaneni" userId="0395da3e368d96f6" providerId="LiveId" clId="{8E6B89C9-37FB-4DC7-9833-FBB423AFB77F}" dt="2026-01-04T07:54:02.706" v="556" actId="478"/>
        <pc:sldMkLst>
          <pc:docMk/>
          <pc:sldMk cId="1919199383" sldId="339"/>
        </pc:sldMkLst>
        <pc:spChg chg="add mod">
          <ac:chgData name="Trinadh Kumar Veeramachaneni" userId="0395da3e368d96f6" providerId="LiveId" clId="{8E6B89C9-37FB-4DC7-9833-FBB423AFB77F}" dt="2026-01-04T03:28:06.213" v="316" actId="1076"/>
          <ac:spMkLst>
            <pc:docMk/>
            <pc:sldMk cId="1919199383" sldId="339"/>
            <ac:spMk id="3" creationId="{1D50D5CB-1E82-FB12-04F6-94C9424CE98E}"/>
          </ac:spMkLst>
        </pc:spChg>
        <pc:spChg chg="add del mod">
          <ac:chgData name="Trinadh Kumar Veeramachaneni" userId="0395da3e368d96f6" providerId="LiveId" clId="{8E6B89C9-37FB-4DC7-9833-FBB423AFB77F}" dt="2026-01-04T03:27:50.761" v="312" actId="478"/>
          <ac:spMkLst>
            <pc:docMk/>
            <pc:sldMk cId="1919199383" sldId="339"/>
            <ac:spMk id="5" creationId="{4AC93D80-1E5A-D24E-846C-441A25E12E4A}"/>
          </ac:spMkLst>
        </pc:spChg>
        <pc:inkChg chg="add del">
          <ac:chgData name="Trinadh Kumar Veeramachaneni" userId="0395da3e368d96f6" providerId="LiveId" clId="{8E6B89C9-37FB-4DC7-9833-FBB423AFB77F}" dt="2026-01-04T06:48:45.806" v="539" actId="478"/>
          <ac:inkMkLst>
            <pc:docMk/>
            <pc:sldMk cId="1919199383" sldId="339"/>
            <ac:inkMk id="2" creationId="{CA6DDC87-E7F8-9EF6-F465-D240D284BFE3}"/>
          </ac:inkMkLst>
        </pc:inkChg>
        <pc:inkChg chg="add del">
          <ac:chgData name="Trinadh Kumar Veeramachaneni" userId="0395da3e368d96f6" providerId="LiveId" clId="{8E6B89C9-37FB-4DC7-9833-FBB423AFB77F}" dt="2026-01-04T07:54:02.706" v="556" actId="478"/>
          <ac:inkMkLst>
            <pc:docMk/>
            <pc:sldMk cId="1919199383" sldId="339"/>
            <ac:inkMk id="4" creationId="{8AD6C439-C0C2-3FE8-EBC7-563213402E9A}"/>
          </ac:inkMkLst>
        </pc:inkChg>
      </pc:sldChg>
      <pc:sldChg chg="addSp delSp modSp add mod">
        <pc:chgData name="Trinadh Kumar Veeramachaneni" userId="0395da3e368d96f6" providerId="LiveId" clId="{8E6B89C9-37FB-4DC7-9833-FBB423AFB77F}" dt="2026-01-04T07:54:06.202" v="557" actId="478"/>
        <pc:sldMkLst>
          <pc:docMk/>
          <pc:sldMk cId="3232650525" sldId="340"/>
        </pc:sldMkLst>
        <pc:spChg chg="add mod">
          <ac:chgData name="Trinadh Kumar Veeramachaneni" userId="0395da3e368d96f6" providerId="LiveId" clId="{8E6B89C9-37FB-4DC7-9833-FBB423AFB77F}" dt="2026-01-03T16:07:28.733" v="110" actId="14100"/>
          <ac:spMkLst>
            <pc:docMk/>
            <pc:sldMk cId="3232650525" sldId="340"/>
            <ac:spMk id="3" creationId="{1D1ACAE0-DCC9-6065-7AED-F7B8157BBAA4}"/>
          </ac:spMkLst>
        </pc:spChg>
        <pc:picChg chg="add mod">
          <ac:chgData name="Trinadh Kumar Veeramachaneni" userId="0395da3e368d96f6" providerId="LiveId" clId="{8E6B89C9-37FB-4DC7-9833-FBB423AFB77F}" dt="2026-01-03T16:08:06.198" v="117" actId="1076"/>
          <ac:picMkLst>
            <pc:docMk/>
            <pc:sldMk cId="3232650525" sldId="340"/>
            <ac:picMk id="5" creationId="{E707256C-D768-CCCC-FC78-F217EDE4E336}"/>
          </ac:picMkLst>
        </pc:picChg>
        <pc:inkChg chg="add del">
          <ac:chgData name="Trinadh Kumar Veeramachaneni" userId="0395da3e368d96f6" providerId="LiveId" clId="{8E6B89C9-37FB-4DC7-9833-FBB423AFB77F}" dt="2026-01-04T06:48:33.272" v="538" actId="478"/>
          <ac:inkMkLst>
            <pc:docMk/>
            <pc:sldMk cId="3232650525" sldId="340"/>
            <ac:inkMk id="2" creationId="{B6B0FB98-C81C-5461-F483-36DF7CE23CA7}"/>
          </ac:inkMkLst>
        </pc:inkChg>
        <pc:inkChg chg="add del">
          <ac:chgData name="Trinadh Kumar Veeramachaneni" userId="0395da3e368d96f6" providerId="LiveId" clId="{8E6B89C9-37FB-4DC7-9833-FBB423AFB77F}" dt="2026-01-04T06:57:49.117" v="543" actId="478"/>
          <ac:inkMkLst>
            <pc:docMk/>
            <pc:sldMk cId="3232650525" sldId="340"/>
            <ac:inkMk id="4" creationId="{7355569C-1579-28AA-0082-8C8DC0B56964}"/>
          </ac:inkMkLst>
        </pc:inkChg>
        <pc:inkChg chg="add del">
          <ac:chgData name="Trinadh Kumar Veeramachaneni" userId="0395da3e368d96f6" providerId="LiveId" clId="{8E6B89C9-37FB-4DC7-9833-FBB423AFB77F}" dt="2026-01-04T06:57:45.653" v="542" actId="478"/>
          <ac:inkMkLst>
            <pc:docMk/>
            <pc:sldMk cId="3232650525" sldId="340"/>
            <ac:inkMk id="6" creationId="{F58A4BC3-614D-4FEC-7CEA-F1271C4533C8}"/>
          </ac:inkMkLst>
        </pc:inkChg>
        <pc:inkChg chg="add del">
          <ac:chgData name="Trinadh Kumar Veeramachaneni" userId="0395da3e368d96f6" providerId="LiveId" clId="{8E6B89C9-37FB-4DC7-9833-FBB423AFB77F}" dt="2026-01-04T07:54:06.202" v="557" actId="478"/>
          <ac:inkMkLst>
            <pc:docMk/>
            <pc:sldMk cId="3232650525" sldId="340"/>
            <ac:inkMk id="7" creationId="{6F8E466D-1F37-9011-CD21-EF3D147B750C}"/>
          </ac:inkMkLst>
        </pc:inkChg>
      </pc:sldChg>
      <pc:sldChg chg="addSp delSp modSp add mod">
        <pc:chgData name="Trinadh Kumar Veeramachaneni" userId="0395da3e368d96f6" providerId="LiveId" clId="{8E6B89C9-37FB-4DC7-9833-FBB423AFB77F}" dt="2026-01-04T07:54:16.686" v="559" actId="478"/>
        <pc:sldMkLst>
          <pc:docMk/>
          <pc:sldMk cId="3218017841" sldId="341"/>
        </pc:sldMkLst>
        <pc:spChg chg="add mod">
          <ac:chgData name="Trinadh Kumar Veeramachaneni" userId="0395da3e368d96f6" providerId="LiveId" clId="{8E6B89C9-37FB-4DC7-9833-FBB423AFB77F}" dt="2026-01-03T16:08:43.567" v="120" actId="14100"/>
          <ac:spMkLst>
            <pc:docMk/>
            <pc:sldMk cId="3218017841" sldId="341"/>
            <ac:spMk id="3" creationId="{21EA6374-7368-DEE0-F104-3D2B2A838F28}"/>
          </ac:spMkLst>
        </pc:spChg>
        <pc:spChg chg="add mod">
          <ac:chgData name="Trinadh Kumar Veeramachaneni" userId="0395da3e368d96f6" providerId="LiveId" clId="{8E6B89C9-37FB-4DC7-9833-FBB423AFB77F}" dt="2026-01-03T16:09:53.554" v="125" actId="1076"/>
          <ac:spMkLst>
            <pc:docMk/>
            <pc:sldMk cId="3218017841" sldId="341"/>
            <ac:spMk id="4" creationId="{DE20CC4E-A760-620B-171C-1DD8CB7E4AB4}"/>
          </ac:spMkLst>
        </pc:spChg>
        <pc:picChg chg="add mod">
          <ac:chgData name="Trinadh Kumar Veeramachaneni" userId="0395da3e368d96f6" providerId="LiveId" clId="{8E6B89C9-37FB-4DC7-9833-FBB423AFB77F}" dt="2026-01-03T16:10:29.168" v="129" actId="1076"/>
          <ac:picMkLst>
            <pc:docMk/>
            <pc:sldMk cId="3218017841" sldId="341"/>
            <ac:picMk id="6" creationId="{8EF71805-603B-3FD8-40EA-51DA598C3339}"/>
          </ac:picMkLst>
        </pc:picChg>
        <pc:inkChg chg="add del">
          <ac:chgData name="Trinadh Kumar Veeramachaneni" userId="0395da3e368d96f6" providerId="LiveId" clId="{8E6B89C9-37FB-4DC7-9833-FBB423AFB77F}" dt="2026-01-04T07:54:16.686" v="559" actId="478"/>
          <ac:inkMkLst>
            <pc:docMk/>
            <pc:sldMk cId="3218017841" sldId="341"/>
            <ac:inkMk id="2" creationId="{8BAF4C5B-C6CD-EE99-3308-D6699612E911}"/>
          </ac:inkMkLst>
        </pc:inkChg>
        <pc:inkChg chg="add del">
          <ac:chgData name="Trinadh Kumar Veeramachaneni" userId="0395da3e368d96f6" providerId="LiveId" clId="{8E6B89C9-37FB-4DC7-9833-FBB423AFB77F}" dt="2026-01-04T07:54:13.033" v="558" actId="478"/>
          <ac:inkMkLst>
            <pc:docMk/>
            <pc:sldMk cId="3218017841" sldId="341"/>
            <ac:inkMk id="5" creationId="{7060EAFD-4F78-2420-F0BF-2113E34F4F88}"/>
          </ac:inkMkLst>
        </pc:inkChg>
      </pc:sldChg>
      <pc:sldChg chg="addSp modSp add mod">
        <pc:chgData name="Trinadh Kumar Veeramachaneni" userId="0395da3e368d96f6" providerId="LiveId" clId="{8E6B89C9-37FB-4DC7-9833-FBB423AFB77F}" dt="2026-01-03T16:12:20.044" v="132" actId="14100"/>
        <pc:sldMkLst>
          <pc:docMk/>
          <pc:sldMk cId="3180935786" sldId="342"/>
        </pc:sldMkLst>
        <pc:spChg chg="add mod">
          <ac:chgData name="Trinadh Kumar Veeramachaneni" userId="0395da3e368d96f6" providerId="LiveId" clId="{8E6B89C9-37FB-4DC7-9833-FBB423AFB77F}" dt="2026-01-03T16:12:20.044" v="132" actId="14100"/>
          <ac:spMkLst>
            <pc:docMk/>
            <pc:sldMk cId="3180935786" sldId="342"/>
            <ac:spMk id="3" creationId="{34BF0D12-275F-29C5-2CFE-FCB11050DCD1}"/>
          </ac:spMkLst>
        </pc:spChg>
      </pc:sldChg>
      <pc:sldChg chg="addSp modSp add mod">
        <pc:chgData name="Trinadh Kumar Veeramachaneni" userId="0395da3e368d96f6" providerId="LiveId" clId="{8E6B89C9-37FB-4DC7-9833-FBB423AFB77F}" dt="2026-01-03T16:14:25.815" v="169" actId="1076"/>
        <pc:sldMkLst>
          <pc:docMk/>
          <pc:sldMk cId="4090550507" sldId="343"/>
        </pc:sldMkLst>
        <pc:spChg chg="add mod">
          <ac:chgData name="Trinadh Kumar Veeramachaneni" userId="0395da3e368d96f6" providerId="LiveId" clId="{8E6B89C9-37FB-4DC7-9833-FBB423AFB77F}" dt="2026-01-03T16:13:33.547" v="141" actId="14100"/>
          <ac:spMkLst>
            <pc:docMk/>
            <pc:sldMk cId="4090550507" sldId="343"/>
            <ac:spMk id="3" creationId="{39EFB241-3F9C-75A2-908A-006EE1ADAD2B}"/>
          </ac:spMkLst>
        </pc:spChg>
        <pc:spChg chg="add mod">
          <ac:chgData name="Trinadh Kumar Veeramachaneni" userId="0395da3e368d96f6" providerId="LiveId" clId="{8E6B89C9-37FB-4DC7-9833-FBB423AFB77F}" dt="2026-01-03T16:14:25.815" v="169" actId="1076"/>
          <ac:spMkLst>
            <pc:docMk/>
            <pc:sldMk cId="4090550507" sldId="343"/>
            <ac:spMk id="4" creationId="{7E0A8FAD-20B3-8F81-49C0-F9B546713BF7}"/>
          </ac:spMkLst>
        </pc:spChg>
      </pc:sldChg>
      <pc:sldChg chg="addSp modSp add mod">
        <pc:chgData name="Trinadh Kumar Veeramachaneni" userId="0395da3e368d96f6" providerId="LiveId" clId="{8E6B89C9-37FB-4DC7-9833-FBB423AFB77F}" dt="2026-01-03T16:18:14.916" v="176" actId="1076"/>
        <pc:sldMkLst>
          <pc:docMk/>
          <pc:sldMk cId="1610397417" sldId="344"/>
        </pc:sldMkLst>
        <pc:spChg chg="add mod">
          <ac:chgData name="Trinadh Kumar Veeramachaneni" userId="0395da3e368d96f6" providerId="LiveId" clId="{8E6B89C9-37FB-4DC7-9833-FBB423AFB77F}" dt="2026-01-03T16:17:47.021" v="172" actId="14100"/>
          <ac:spMkLst>
            <pc:docMk/>
            <pc:sldMk cId="1610397417" sldId="344"/>
            <ac:spMk id="3" creationId="{F9D560FC-5924-16FE-84C4-E267AA9E85E8}"/>
          </ac:spMkLst>
        </pc:spChg>
        <pc:spChg chg="add mod">
          <ac:chgData name="Trinadh Kumar Veeramachaneni" userId="0395da3e368d96f6" providerId="LiveId" clId="{8E6B89C9-37FB-4DC7-9833-FBB423AFB77F}" dt="2026-01-03T16:18:14.916" v="176" actId="1076"/>
          <ac:spMkLst>
            <pc:docMk/>
            <pc:sldMk cId="1610397417" sldId="344"/>
            <ac:spMk id="4" creationId="{19670BB9-62E9-786D-9FF4-33968221ABAE}"/>
          </ac:spMkLst>
        </pc:spChg>
      </pc:sldChg>
      <pc:sldChg chg="addSp modSp add mod">
        <pc:chgData name="Trinadh Kumar Veeramachaneni" userId="0395da3e368d96f6" providerId="LiveId" clId="{8E6B89C9-37FB-4DC7-9833-FBB423AFB77F}" dt="2026-01-04T07:22:21.047" v="545"/>
        <pc:sldMkLst>
          <pc:docMk/>
          <pc:sldMk cId="140182903" sldId="345"/>
        </pc:sldMkLst>
        <pc:spChg chg="add mod">
          <ac:chgData name="Trinadh Kumar Veeramachaneni" userId="0395da3e368d96f6" providerId="LiveId" clId="{8E6B89C9-37FB-4DC7-9833-FBB423AFB77F}" dt="2026-01-03T16:19:14.014" v="179" actId="14100"/>
          <ac:spMkLst>
            <pc:docMk/>
            <pc:sldMk cId="140182903" sldId="345"/>
            <ac:spMk id="3" creationId="{793C0B6C-897A-CDE1-75AF-40B68D8BB15D}"/>
          </ac:spMkLst>
        </pc:spChg>
        <pc:spChg chg="add mod">
          <ac:chgData name="Trinadh Kumar Veeramachaneni" userId="0395da3e368d96f6" providerId="LiveId" clId="{8E6B89C9-37FB-4DC7-9833-FBB423AFB77F}" dt="2026-01-03T16:20:20.957" v="186" actId="1076"/>
          <ac:spMkLst>
            <pc:docMk/>
            <pc:sldMk cId="140182903" sldId="345"/>
            <ac:spMk id="4" creationId="{BECD3CFD-27FC-1797-24BD-24C1A4CAA779}"/>
          </ac:spMkLst>
        </pc:spChg>
        <pc:inkChg chg="add">
          <ac:chgData name="Trinadh Kumar Veeramachaneni" userId="0395da3e368d96f6" providerId="LiveId" clId="{8E6B89C9-37FB-4DC7-9833-FBB423AFB77F}" dt="2026-01-04T07:22:21.047" v="545"/>
          <ac:inkMkLst>
            <pc:docMk/>
            <pc:sldMk cId="140182903" sldId="345"/>
            <ac:inkMk id="2" creationId="{F07106E5-C316-D1A2-A0A7-45D876C34A56}"/>
          </ac:inkMkLst>
        </pc:inkChg>
      </pc:sldChg>
      <pc:sldChg chg="addSp modSp add del mod">
        <pc:chgData name="Trinadh Kumar Veeramachaneni" userId="0395da3e368d96f6" providerId="LiveId" clId="{8E6B89C9-37FB-4DC7-9833-FBB423AFB77F}" dt="2026-01-03T17:35:42.009" v="254" actId="2696"/>
        <pc:sldMkLst>
          <pc:docMk/>
          <pc:sldMk cId="102153569" sldId="346"/>
        </pc:sldMkLst>
        <pc:spChg chg="add mod">
          <ac:chgData name="Trinadh Kumar Veeramachaneni" userId="0395da3e368d96f6" providerId="LiveId" clId="{8E6B89C9-37FB-4DC7-9833-FBB423AFB77F}" dt="2026-01-03T16:25:02.935" v="189" actId="14100"/>
          <ac:spMkLst>
            <pc:docMk/>
            <pc:sldMk cId="102153569" sldId="346"/>
            <ac:spMk id="3" creationId="{C3DBC56B-0E67-38A4-0AF5-57C5011189BA}"/>
          </ac:spMkLst>
        </pc:spChg>
        <pc:spChg chg="add mod">
          <ac:chgData name="Trinadh Kumar Veeramachaneni" userId="0395da3e368d96f6" providerId="LiveId" clId="{8E6B89C9-37FB-4DC7-9833-FBB423AFB77F}" dt="2026-01-03T16:25:25.036" v="192" actId="14100"/>
          <ac:spMkLst>
            <pc:docMk/>
            <pc:sldMk cId="102153569" sldId="346"/>
            <ac:spMk id="5" creationId="{720C575E-AD17-3F50-54DD-EB8E23EFA861}"/>
          </ac:spMkLst>
        </pc:spChg>
      </pc:sldChg>
      <pc:sldChg chg="addSp modSp add mod">
        <pc:chgData name="Trinadh Kumar Veeramachaneni" userId="0395da3e368d96f6" providerId="LiveId" clId="{8E6B89C9-37FB-4DC7-9833-FBB423AFB77F}" dt="2026-01-04T07:22:21.047" v="545"/>
        <pc:sldMkLst>
          <pc:docMk/>
          <pc:sldMk cId="3211593759" sldId="346"/>
        </pc:sldMkLst>
        <pc:spChg chg="mod">
          <ac:chgData name="Trinadh Kumar Veeramachaneni" userId="0395da3e368d96f6" providerId="LiveId" clId="{8E6B89C9-37FB-4DC7-9833-FBB423AFB77F}" dt="2026-01-04T03:55:56.637" v="407"/>
          <ac:spMkLst>
            <pc:docMk/>
            <pc:sldMk cId="3211593759" sldId="346"/>
            <ac:spMk id="3" creationId="{C3DBC56B-0E67-38A4-0AF5-57C5011189BA}"/>
          </ac:spMkLst>
        </pc:spChg>
        <pc:spChg chg="mod">
          <ac:chgData name="Trinadh Kumar Veeramachaneni" userId="0395da3e368d96f6" providerId="LiveId" clId="{8E6B89C9-37FB-4DC7-9833-FBB423AFB77F}" dt="2026-01-04T03:56:03.868" v="408" actId="1076"/>
          <ac:spMkLst>
            <pc:docMk/>
            <pc:sldMk cId="3211593759" sldId="346"/>
            <ac:spMk id="5" creationId="{720C575E-AD17-3F50-54DD-EB8E23EFA861}"/>
          </ac:spMkLst>
        </pc:spChg>
        <pc:inkChg chg="add">
          <ac:chgData name="Trinadh Kumar Veeramachaneni" userId="0395da3e368d96f6" providerId="LiveId" clId="{8E6B89C9-37FB-4DC7-9833-FBB423AFB77F}" dt="2026-01-04T07:22:21.047" v="545"/>
          <ac:inkMkLst>
            <pc:docMk/>
            <pc:sldMk cId="3211593759" sldId="346"/>
            <ac:inkMk id="2" creationId="{75E6D119-F19E-06F9-C07D-9855E22D621D}"/>
          </ac:inkMkLst>
        </pc:inkChg>
      </pc:sldChg>
      <pc:sldChg chg="addSp add">
        <pc:chgData name="Trinadh Kumar Veeramachaneni" userId="0395da3e368d96f6" providerId="LiveId" clId="{8E6B89C9-37FB-4DC7-9833-FBB423AFB77F}" dt="2026-01-04T07:22:21.047" v="545"/>
        <pc:sldMkLst>
          <pc:docMk/>
          <pc:sldMk cId="212087071" sldId="347"/>
        </pc:sldMkLst>
        <pc:inkChg chg="add">
          <ac:chgData name="Trinadh Kumar Veeramachaneni" userId="0395da3e368d96f6" providerId="LiveId" clId="{8E6B89C9-37FB-4DC7-9833-FBB423AFB77F}" dt="2026-01-04T07:22:21.047" v="545"/>
          <ac:inkMkLst>
            <pc:docMk/>
            <pc:sldMk cId="212087071" sldId="347"/>
            <ac:inkMk id="2" creationId="{ACB2515C-9D3E-32AB-53F4-0F756D35A0C5}"/>
          </ac:inkMkLst>
        </pc:inkChg>
      </pc:sldChg>
      <pc:sldChg chg="addSp modSp add del mod">
        <pc:chgData name="Trinadh Kumar Veeramachaneni" userId="0395da3e368d96f6" providerId="LiveId" clId="{8E6B89C9-37FB-4DC7-9833-FBB423AFB77F}" dt="2026-01-03T17:35:42.009" v="254" actId="2696"/>
        <pc:sldMkLst>
          <pc:docMk/>
          <pc:sldMk cId="731996421" sldId="347"/>
        </pc:sldMkLst>
        <pc:spChg chg="add">
          <ac:chgData name="Trinadh Kumar Veeramachaneni" userId="0395da3e368d96f6" providerId="LiveId" clId="{8E6B89C9-37FB-4DC7-9833-FBB423AFB77F}" dt="2026-01-03T16:25:52.731" v="193"/>
          <ac:spMkLst>
            <pc:docMk/>
            <pc:sldMk cId="731996421" sldId="347"/>
            <ac:spMk id="5" creationId="{10D38207-1B72-0D59-B9F4-5090671BF029}"/>
          </ac:spMkLst>
        </pc:spChg>
        <pc:spChg chg="add">
          <ac:chgData name="Trinadh Kumar Veeramachaneni" userId="0395da3e368d96f6" providerId="LiveId" clId="{8E6B89C9-37FB-4DC7-9833-FBB423AFB77F}" dt="2026-01-03T16:25:52.731" v="193"/>
          <ac:spMkLst>
            <pc:docMk/>
            <pc:sldMk cId="731996421" sldId="347"/>
            <ac:spMk id="6" creationId="{32926AB5-5A3A-CE0D-FEFB-61D7878BBA24}"/>
          </ac:spMkLst>
        </pc:spChg>
        <pc:spChg chg="add">
          <ac:chgData name="Trinadh Kumar Veeramachaneni" userId="0395da3e368d96f6" providerId="LiveId" clId="{8E6B89C9-37FB-4DC7-9833-FBB423AFB77F}" dt="2026-01-03T16:25:52.731" v="193"/>
          <ac:spMkLst>
            <pc:docMk/>
            <pc:sldMk cId="731996421" sldId="347"/>
            <ac:spMk id="7" creationId="{678D0707-9C8D-C35D-0888-0E45AC16D69D}"/>
          </ac:spMkLst>
        </pc:spChg>
        <pc:spChg chg="add">
          <ac:chgData name="Trinadh Kumar Veeramachaneni" userId="0395da3e368d96f6" providerId="LiveId" clId="{8E6B89C9-37FB-4DC7-9833-FBB423AFB77F}" dt="2026-01-03T16:25:52.731" v="193"/>
          <ac:spMkLst>
            <pc:docMk/>
            <pc:sldMk cId="731996421" sldId="347"/>
            <ac:spMk id="8" creationId="{760C27BC-D182-6C1D-F566-71F5A1C874B0}"/>
          </ac:spMkLst>
        </pc:spChg>
        <pc:spChg chg="add">
          <ac:chgData name="Trinadh Kumar Veeramachaneni" userId="0395da3e368d96f6" providerId="LiveId" clId="{8E6B89C9-37FB-4DC7-9833-FBB423AFB77F}" dt="2026-01-03T16:25:52.731" v="193"/>
          <ac:spMkLst>
            <pc:docMk/>
            <pc:sldMk cId="731996421" sldId="347"/>
            <ac:spMk id="11" creationId="{79A32ED4-8261-EB39-76B7-C61DE965EFE9}"/>
          </ac:spMkLst>
        </pc:spChg>
        <pc:spChg chg="add">
          <ac:chgData name="Trinadh Kumar Veeramachaneni" userId="0395da3e368d96f6" providerId="LiveId" clId="{8E6B89C9-37FB-4DC7-9833-FBB423AFB77F}" dt="2026-01-03T16:25:52.731" v="193"/>
          <ac:spMkLst>
            <pc:docMk/>
            <pc:sldMk cId="731996421" sldId="347"/>
            <ac:spMk id="18" creationId="{C56235F9-6735-F78E-5F8B-8DFE537CE277}"/>
          </ac:spMkLst>
        </pc:spChg>
        <pc:spChg chg="add">
          <ac:chgData name="Trinadh Kumar Veeramachaneni" userId="0395da3e368d96f6" providerId="LiveId" clId="{8E6B89C9-37FB-4DC7-9833-FBB423AFB77F}" dt="2026-01-03T16:25:52.731" v="193"/>
          <ac:spMkLst>
            <pc:docMk/>
            <pc:sldMk cId="731996421" sldId="347"/>
            <ac:spMk id="19" creationId="{F63386F6-F53E-F407-8F3F-FC0EECDB4EBC}"/>
          </ac:spMkLst>
        </pc:spChg>
        <pc:spChg chg="add">
          <ac:chgData name="Trinadh Kumar Veeramachaneni" userId="0395da3e368d96f6" providerId="LiveId" clId="{8E6B89C9-37FB-4DC7-9833-FBB423AFB77F}" dt="2026-01-03T16:25:52.731" v="193"/>
          <ac:spMkLst>
            <pc:docMk/>
            <pc:sldMk cId="731996421" sldId="347"/>
            <ac:spMk id="26" creationId="{83DB6F82-D66C-9E4A-A6F0-D65E6C10BFFA}"/>
          </ac:spMkLst>
        </pc:spChg>
        <pc:spChg chg="add">
          <ac:chgData name="Trinadh Kumar Veeramachaneni" userId="0395da3e368d96f6" providerId="LiveId" clId="{8E6B89C9-37FB-4DC7-9833-FBB423AFB77F}" dt="2026-01-03T16:25:52.731" v="193"/>
          <ac:spMkLst>
            <pc:docMk/>
            <pc:sldMk cId="731996421" sldId="347"/>
            <ac:spMk id="28" creationId="{6BC01597-8274-6407-90F6-EC43724AB42F}"/>
          </ac:spMkLst>
        </pc:spChg>
        <pc:spChg chg="add">
          <ac:chgData name="Trinadh Kumar Veeramachaneni" userId="0395da3e368d96f6" providerId="LiveId" clId="{8E6B89C9-37FB-4DC7-9833-FBB423AFB77F}" dt="2026-01-03T16:25:52.731" v="193"/>
          <ac:spMkLst>
            <pc:docMk/>
            <pc:sldMk cId="731996421" sldId="347"/>
            <ac:spMk id="30" creationId="{C364B159-98B5-696B-28C5-39D17FC56B4B}"/>
          </ac:spMkLst>
        </pc:spChg>
        <pc:spChg chg="add mod">
          <ac:chgData name="Trinadh Kumar Veeramachaneni" userId="0395da3e368d96f6" providerId="LiveId" clId="{8E6B89C9-37FB-4DC7-9833-FBB423AFB77F}" dt="2026-01-03T16:26:16.650" v="196" actId="14100"/>
          <ac:spMkLst>
            <pc:docMk/>
            <pc:sldMk cId="731996421" sldId="347"/>
            <ac:spMk id="32" creationId="{14FB43C4-A0D3-7317-71AD-468CD9BB864F}"/>
          </ac:spMkLst>
        </pc:spChg>
        <pc:spChg chg="add mod">
          <ac:chgData name="Trinadh Kumar Veeramachaneni" userId="0395da3e368d96f6" providerId="LiveId" clId="{8E6B89C9-37FB-4DC7-9833-FBB423AFB77F}" dt="2026-01-03T16:26:51.753" v="201" actId="14100"/>
          <ac:spMkLst>
            <pc:docMk/>
            <pc:sldMk cId="731996421" sldId="347"/>
            <ac:spMk id="33" creationId="{C30FD6B8-3EEB-68D6-13CF-3BDC6A93E403}"/>
          </ac:spMkLst>
        </pc:spChg>
      </pc:sldChg>
      <pc:sldChg chg="add del">
        <pc:chgData name="Trinadh Kumar Veeramachaneni" userId="0395da3e368d96f6" providerId="LiveId" clId="{8E6B89C9-37FB-4DC7-9833-FBB423AFB77F}" dt="2026-01-03T17:20:55.410" v="249" actId="47"/>
        <pc:sldMkLst>
          <pc:docMk/>
          <pc:sldMk cId="2547373706" sldId="348"/>
        </pc:sldMkLst>
      </pc:sldChg>
      <pc:sldChg chg="add del">
        <pc:chgData name="Trinadh Kumar Veeramachaneni" userId="0395da3e368d96f6" providerId="LiveId" clId="{8E6B89C9-37FB-4DC7-9833-FBB423AFB77F}" dt="2026-01-03T17:20:58.035" v="250" actId="47"/>
        <pc:sldMkLst>
          <pc:docMk/>
          <pc:sldMk cId="1854764136" sldId="349"/>
        </pc:sldMkLst>
      </pc:sldChg>
      <pc:sldChg chg="addSp delSp modSp new mod setBg">
        <pc:chgData name="Trinadh Kumar Veeramachaneni" userId="0395da3e368d96f6" providerId="LiveId" clId="{8E6B89C9-37FB-4DC7-9833-FBB423AFB77F}" dt="2026-01-03T16:51:18.844" v="229" actId="26606"/>
        <pc:sldMkLst>
          <pc:docMk/>
          <pc:sldMk cId="2250878071" sldId="350"/>
        </pc:sldMkLst>
        <pc:spChg chg="del">
          <ac:chgData name="Trinadh Kumar Veeramachaneni" userId="0395da3e368d96f6" providerId="LiveId" clId="{8E6B89C9-37FB-4DC7-9833-FBB423AFB77F}" dt="2026-01-03T16:39:21.084" v="203" actId="478"/>
          <ac:spMkLst>
            <pc:docMk/>
            <pc:sldMk cId="2250878071" sldId="350"/>
            <ac:spMk id="2" creationId="{1D96D2D9-F95E-3A82-7217-2738026C9FBB}"/>
          </ac:spMkLst>
        </pc:spChg>
        <pc:spChg chg="del">
          <ac:chgData name="Trinadh Kumar Veeramachaneni" userId="0395da3e368d96f6" providerId="LiveId" clId="{8E6B89C9-37FB-4DC7-9833-FBB423AFB77F}" dt="2026-01-03T16:39:23.940" v="204" actId="478"/>
          <ac:spMkLst>
            <pc:docMk/>
            <pc:sldMk cId="2250878071" sldId="350"/>
            <ac:spMk id="3" creationId="{D031E929-01F3-F59C-D457-B360C879CF93}"/>
          </ac:spMkLst>
        </pc:spChg>
        <pc:spChg chg="add mod">
          <ac:chgData name="Trinadh Kumar Veeramachaneni" userId="0395da3e368d96f6" providerId="LiveId" clId="{8E6B89C9-37FB-4DC7-9833-FBB423AFB77F}" dt="2026-01-03T16:51:18.844" v="229" actId="26606"/>
          <ac:spMkLst>
            <pc:docMk/>
            <pc:sldMk cId="2250878071" sldId="350"/>
            <ac:spMk id="6" creationId="{4D10EEF0-26F1-B763-BDBF-94C9EEA47A83}"/>
          </ac:spMkLst>
        </pc:spChg>
        <pc:spChg chg="add del">
          <ac:chgData name="Trinadh Kumar Veeramachaneni" userId="0395da3e368d96f6" providerId="LiveId" clId="{8E6B89C9-37FB-4DC7-9833-FBB423AFB77F}" dt="2026-01-03T16:51:07.889" v="226" actId="26606"/>
          <ac:spMkLst>
            <pc:docMk/>
            <pc:sldMk cId="2250878071" sldId="350"/>
            <ac:spMk id="11" creationId="{6753252F-4873-4F63-801D-CC719279A7D5}"/>
          </ac:spMkLst>
        </pc:spChg>
        <pc:spChg chg="add del">
          <ac:chgData name="Trinadh Kumar Veeramachaneni" userId="0395da3e368d96f6" providerId="LiveId" clId="{8E6B89C9-37FB-4DC7-9833-FBB423AFB77F}" dt="2026-01-03T16:51:07.889" v="226" actId="26606"/>
          <ac:spMkLst>
            <pc:docMk/>
            <pc:sldMk cId="2250878071" sldId="350"/>
            <ac:spMk id="13" creationId="{047C8CCB-F95D-4249-92DD-651249D3535A}"/>
          </ac:spMkLst>
        </pc:spChg>
        <pc:spChg chg="add del">
          <ac:chgData name="Trinadh Kumar Veeramachaneni" userId="0395da3e368d96f6" providerId="LiveId" clId="{8E6B89C9-37FB-4DC7-9833-FBB423AFB77F}" dt="2026-01-03T16:51:18.828" v="228" actId="26606"/>
          <ac:spMkLst>
            <pc:docMk/>
            <pc:sldMk cId="2250878071" sldId="350"/>
            <ac:spMk id="15" creationId="{6753252F-4873-4F63-801D-CC719279A7D5}"/>
          </ac:spMkLst>
        </pc:spChg>
        <pc:spChg chg="add del">
          <ac:chgData name="Trinadh Kumar Veeramachaneni" userId="0395da3e368d96f6" providerId="LiveId" clId="{8E6B89C9-37FB-4DC7-9833-FBB423AFB77F}" dt="2026-01-03T16:51:18.828" v="228" actId="26606"/>
          <ac:spMkLst>
            <pc:docMk/>
            <pc:sldMk cId="2250878071" sldId="350"/>
            <ac:spMk id="16" creationId="{047C8CCB-F95D-4249-92DD-651249D3535A}"/>
          </ac:spMkLst>
        </pc:spChg>
        <pc:spChg chg="add">
          <ac:chgData name="Trinadh Kumar Veeramachaneni" userId="0395da3e368d96f6" providerId="LiveId" clId="{8E6B89C9-37FB-4DC7-9833-FBB423AFB77F}" dt="2026-01-03T16:51:18.844" v="229" actId="26606"/>
          <ac:spMkLst>
            <pc:docMk/>
            <pc:sldMk cId="2250878071" sldId="350"/>
            <ac:spMk id="18" creationId="{6753252F-4873-4F63-801D-CC719279A7D5}"/>
          </ac:spMkLst>
        </pc:spChg>
        <pc:spChg chg="add">
          <ac:chgData name="Trinadh Kumar Veeramachaneni" userId="0395da3e368d96f6" providerId="LiveId" clId="{8E6B89C9-37FB-4DC7-9833-FBB423AFB77F}" dt="2026-01-03T16:51:18.844" v="229" actId="26606"/>
          <ac:spMkLst>
            <pc:docMk/>
            <pc:sldMk cId="2250878071" sldId="350"/>
            <ac:spMk id="19" creationId="{047C8CCB-F95D-4249-92DD-651249D3535A}"/>
          </ac:spMkLst>
        </pc:spChg>
        <pc:graphicFrameChg chg="add mod ord modGraphic">
          <ac:chgData name="Trinadh Kumar Veeramachaneni" userId="0395da3e368d96f6" providerId="LiveId" clId="{8E6B89C9-37FB-4DC7-9833-FBB423AFB77F}" dt="2026-01-03T16:51:18.844" v="229" actId="26606"/>
          <ac:graphicFrameMkLst>
            <pc:docMk/>
            <pc:sldMk cId="2250878071" sldId="350"/>
            <ac:graphicFrameMk id="4" creationId="{FC59DC32-B8AA-EF39-70A7-0F27A61E9EFB}"/>
          </ac:graphicFrameMkLst>
        </pc:graphicFrameChg>
      </pc:sldChg>
      <pc:sldChg chg="addSp delSp modSp new mod">
        <pc:chgData name="Trinadh Kumar Veeramachaneni" userId="0395da3e368d96f6" providerId="LiveId" clId="{8E6B89C9-37FB-4DC7-9833-FBB423AFB77F}" dt="2026-01-04T05:45:08.643" v="533"/>
        <pc:sldMkLst>
          <pc:docMk/>
          <pc:sldMk cId="1438972019" sldId="351"/>
        </pc:sldMkLst>
        <pc:spChg chg="del">
          <ac:chgData name="Trinadh Kumar Veeramachaneni" userId="0395da3e368d96f6" providerId="LiveId" clId="{8E6B89C9-37FB-4DC7-9833-FBB423AFB77F}" dt="2026-01-03T16:52:21.127" v="231" actId="478"/>
          <ac:spMkLst>
            <pc:docMk/>
            <pc:sldMk cId="1438972019" sldId="351"/>
            <ac:spMk id="2" creationId="{667855C6-852A-0045-533E-7BA7FBD36177}"/>
          </ac:spMkLst>
        </pc:spChg>
        <pc:spChg chg="del">
          <ac:chgData name="Trinadh Kumar Veeramachaneni" userId="0395da3e368d96f6" providerId="LiveId" clId="{8E6B89C9-37FB-4DC7-9833-FBB423AFB77F}" dt="2026-01-03T16:52:23.951" v="232" actId="478"/>
          <ac:spMkLst>
            <pc:docMk/>
            <pc:sldMk cId="1438972019" sldId="351"/>
            <ac:spMk id="3" creationId="{363EFCF7-802B-F867-9C69-D8EC8B15EFC6}"/>
          </ac:spMkLst>
        </pc:spChg>
        <pc:spChg chg="add mod">
          <ac:chgData name="Trinadh Kumar Veeramachaneni" userId="0395da3e368d96f6" providerId="LiveId" clId="{8E6B89C9-37FB-4DC7-9833-FBB423AFB77F}" dt="2026-01-03T17:09:42.175" v="235" actId="14100"/>
          <ac:spMkLst>
            <pc:docMk/>
            <pc:sldMk cId="1438972019" sldId="351"/>
            <ac:spMk id="5" creationId="{75D0E5B2-71CF-D7E6-1364-7344D45263D4}"/>
          </ac:spMkLst>
        </pc:spChg>
        <pc:inkChg chg="add">
          <ac:chgData name="Trinadh Kumar Veeramachaneni" userId="0395da3e368d96f6" providerId="LiveId" clId="{8E6B89C9-37FB-4DC7-9833-FBB423AFB77F}" dt="2026-01-04T05:45:08.643" v="533"/>
          <ac:inkMkLst>
            <pc:docMk/>
            <pc:sldMk cId="1438972019" sldId="351"/>
            <ac:inkMk id="2" creationId="{FDBDCDD3-4DF5-25C4-9C3B-91887BE2C86E}"/>
          </ac:inkMkLst>
        </pc:inkChg>
      </pc:sldChg>
      <pc:sldChg chg="addSp delSp modSp new mod">
        <pc:chgData name="Trinadh Kumar Veeramachaneni" userId="0395da3e368d96f6" providerId="LiveId" clId="{8E6B89C9-37FB-4DC7-9833-FBB423AFB77F}" dt="2026-01-04T05:45:08.643" v="533"/>
        <pc:sldMkLst>
          <pc:docMk/>
          <pc:sldMk cId="2644340255" sldId="352"/>
        </pc:sldMkLst>
        <pc:spChg chg="del">
          <ac:chgData name="Trinadh Kumar Veeramachaneni" userId="0395da3e368d96f6" providerId="LiveId" clId="{8E6B89C9-37FB-4DC7-9833-FBB423AFB77F}" dt="2026-01-03T17:16:12.191" v="237" actId="478"/>
          <ac:spMkLst>
            <pc:docMk/>
            <pc:sldMk cId="2644340255" sldId="352"/>
            <ac:spMk id="2" creationId="{682BB36D-B825-9786-C084-42B329FF59F9}"/>
          </ac:spMkLst>
        </pc:spChg>
        <pc:spChg chg="del">
          <ac:chgData name="Trinadh Kumar Veeramachaneni" userId="0395da3e368d96f6" providerId="LiveId" clId="{8E6B89C9-37FB-4DC7-9833-FBB423AFB77F}" dt="2026-01-03T17:16:15.712" v="238" actId="478"/>
          <ac:spMkLst>
            <pc:docMk/>
            <pc:sldMk cId="2644340255" sldId="352"/>
            <ac:spMk id="3" creationId="{42DE1FF9-43D5-B13F-82BB-5797AA6EAE0F}"/>
          </ac:spMkLst>
        </pc:spChg>
        <pc:spChg chg="add mod">
          <ac:chgData name="Trinadh Kumar Veeramachaneni" userId="0395da3e368d96f6" providerId="LiveId" clId="{8E6B89C9-37FB-4DC7-9833-FBB423AFB77F}" dt="2026-01-04T03:07:51.408" v="266" actId="113"/>
          <ac:spMkLst>
            <pc:docMk/>
            <pc:sldMk cId="2644340255" sldId="352"/>
            <ac:spMk id="5" creationId="{A3B3D072-7DF5-4CC4-8E57-DD17ACC66E30}"/>
          </ac:spMkLst>
        </pc:spChg>
        <pc:inkChg chg="add">
          <ac:chgData name="Trinadh Kumar Veeramachaneni" userId="0395da3e368d96f6" providerId="LiveId" clId="{8E6B89C9-37FB-4DC7-9833-FBB423AFB77F}" dt="2026-01-04T05:45:08.643" v="533"/>
          <ac:inkMkLst>
            <pc:docMk/>
            <pc:sldMk cId="2644340255" sldId="352"/>
            <ac:inkMk id="2" creationId="{1C01CC08-EBA4-7828-C026-AB83804C7DDD}"/>
          </ac:inkMkLst>
        </pc:inkChg>
      </pc:sldChg>
      <pc:sldChg chg="new del">
        <pc:chgData name="Trinadh Kumar Veeramachaneni" userId="0395da3e368d96f6" providerId="LiveId" clId="{8E6B89C9-37FB-4DC7-9833-FBB423AFB77F}" dt="2026-01-03T17:39:03.150" v="259" actId="47"/>
        <pc:sldMkLst>
          <pc:docMk/>
          <pc:sldMk cId="2843208164" sldId="353"/>
        </pc:sldMkLst>
      </pc:sldChg>
      <pc:sldChg chg="delSp add ord setBg delDesignElem">
        <pc:chgData name="Trinadh Kumar Veeramachaneni" userId="0395da3e368d96f6" providerId="LiveId" clId="{8E6B89C9-37FB-4DC7-9833-FBB423AFB77F}" dt="2026-01-04T03:05:46.879" v="264"/>
        <pc:sldMkLst>
          <pc:docMk/>
          <pc:sldMk cId="4196687966" sldId="353"/>
        </pc:sldMkLst>
        <pc:spChg chg="del">
          <ac:chgData name="Trinadh Kumar Veeramachaneni" userId="0395da3e368d96f6" providerId="LiveId" clId="{8E6B89C9-37FB-4DC7-9833-FBB423AFB77F}" dt="2026-01-04T03:05:38.737" v="262"/>
          <ac:spMkLst>
            <pc:docMk/>
            <pc:sldMk cId="4196687966" sldId="353"/>
            <ac:spMk id="8" creationId="{9B7AD9F6-8CE7-4299-8FC6-328F4DCD3FF9}"/>
          </ac:spMkLst>
        </pc:spChg>
        <pc:spChg chg="del">
          <ac:chgData name="Trinadh Kumar Veeramachaneni" userId="0395da3e368d96f6" providerId="LiveId" clId="{8E6B89C9-37FB-4DC7-9833-FBB423AFB77F}" dt="2026-01-04T03:05:38.737" v="262"/>
          <ac:spMkLst>
            <pc:docMk/>
            <pc:sldMk cId="4196687966" sldId="353"/>
            <ac:spMk id="10" creationId="{82580482-BA80-420A-8A05-C58E97F26B21}"/>
          </ac:spMkLst>
        </pc:spChg>
      </pc:sldChg>
      <pc:sldChg chg="addSp delSp modSp new mod">
        <pc:chgData name="Trinadh Kumar Veeramachaneni" userId="0395da3e368d96f6" providerId="LiveId" clId="{8E6B89C9-37FB-4DC7-9833-FBB423AFB77F}" dt="2026-01-04T07:53:54.813" v="554" actId="478"/>
        <pc:sldMkLst>
          <pc:docMk/>
          <pc:sldMk cId="3365574995" sldId="354"/>
        </pc:sldMkLst>
        <pc:spChg chg="del">
          <ac:chgData name="Trinadh Kumar Veeramachaneni" userId="0395da3e368d96f6" providerId="LiveId" clId="{8E6B89C9-37FB-4DC7-9833-FBB423AFB77F}" dt="2026-01-04T03:19:36.612" v="286" actId="478"/>
          <ac:spMkLst>
            <pc:docMk/>
            <pc:sldMk cId="3365574995" sldId="354"/>
            <ac:spMk id="2" creationId="{97395EA1-3FB2-BA97-CDFF-84DAA46F31EB}"/>
          </ac:spMkLst>
        </pc:spChg>
        <pc:spChg chg="del">
          <ac:chgData name="Trinadh Kumar Veeramachaneni" userId="0395da3e368d96f6" providerId="LiveId" clId="{8E6B89C9-37FB-4DC7-9833-FBB423AFB77F}" dt="2026-01-04T03:19:39.732" v="287" actId="478"/>
          <ac:spMkLst>
            <pc:docMk/>
            <pc:sldMk cId="3365574995" sldId="354"/>
            <ac:spMk id="3" creationId="{FF4D4B38-FF89-2C1D-4159-8A0C68FBAFBB}"/>
          </ac:spMkLst>
        </pc:spChg>
        <pc:spChg chg="add mod">
          <ac:chgData name="Trinadh Kumar Veeramachaneni" userId="0395da3e368d96f6" providerId="LiveId" clId="{8E6B89C9-37FB-4DC7-9833-FBB423AFB77F}" dt="2026-01-04T03:19:55.478" v="292" actId="20577"/>
          <ac:spMkLst>
            <pc:docMk/>
            <pc:sldMk cId="3365574995" sldId="354"/>
            <ac:spMk id="5" creationId="{063C5431-D980-4489-B49E-B95A71287D61}"/>
          </ac:spMkLst>
        </pc:spChg>
        <pc:inkChg chg="add del">
          <ac:chgData name="Trinadh Kumar Veeramachaneni" userId="0395da3e368d96f6" providerId="LiveId" clId="{8E6B89C9-37FB-4DC7-9833-FBB423AFB77F}" dt="2026-01-04T07:53:54.813" v="554" actId="478"/>
          <ac:inkMkLst>
            <pc:docMk/>
            <pc:sldMk cId="3365574995" sldId="354"/>
            <ac:inkMk id="6" creationId="{F76AB362-CEF0-FC06-1899-E12D71E25054}"/>
          </ac:inkMkLst>
        </pc:inkChg>
      </pc:sldChg>
      <pc:sldChg chg="add del">
        <pc:chgData name="Trinadh Kumar Veeramachaneni" userId="0395da3e368d96f6" providerId="LiveId" clId="{8E6B89C9-37FB-4DC7-9833-FBB423AFB77F}" dt="2026-01-04T03:04:29.166" v="260" actId="2696"/>
        <pc:sldMkLst>
          <pc:docMk/>
          <pc:sldMk cId="3657597206" sldId="354"/>
        </pc:sldMkLst>
      </pc:sldChg>
      <pc:sldChg chg="addSp delSp modSp new mod">
        <pc:chgData name="Trinadh Kumar Veeramachaneni" userId="0395da3e368d96f6" providerId="LiveId" clId="{8E6B89C9-37FB-4DC7-9833-FBB423AFB77F}" dt="2026-01-04T07:53:59.139" v="555" actId="478"/>
        <pc:sldMkLst>
          <pc:docMk/>
          <pc:sldMk cId="488472328" sldId="355"/>
        </pc:sldMkLst>
        <pc:spChg chg="del">
          <ac:chgData name="Trinadh Kumar Veeramachaneni" userId="0395da3e368d96f6" providerId="LiveId" clId="{8E6B89C9-37FB-4DC7-9833-FBB423AFB77F}" dt="2026-01-04T03:21:01.327" v="294" actId="478"/>
          <ac:spMkLst>
            <pc:docMk/>
            <pc:sldMk cId="488472328" sldId="355"/>
            <ac:spMk id="2" creationId="{700308D1-DF83-2441-7393-F01C4245586C}"/>
          </ac:spMkLst>
        </pc:spChg>
        <pc:spChg chg="del">
          <ac:chgData name="Trinadh Kumar Veeramachaneni" userId="0395da3e368d96f6" providerId="LiveId" clId="{8E6B89C9-37FB-4DC7-9833-FBB423AFB77F}" dt="2026-01-04T03:21:05.582" v="295" actId="478"/>
          <ac:spMkLst>
            <pc:docMk/>
            <pc:sldMk cId="488472328" sldId="355"/>
            <ac:spMk id="3" creationId="{5DBB9B4F-F63E-7B9B-1D2C-4EA24D11B9C1}"/>
          </ac:spMkLst>
        </pc:spChg>
        <pc:spChg chg="add mod">
          <ac:chgData name="Trinadh Kumar Veeramachaneni" userId="0395da3e368d96f6" providerId="LiveId" clId="{8E6B89C9-37FB-4DC7-9833-FBB423AFB77F}" dt="2026-01-04T03:21:09.394" v="297" actId="1076"/>
          <ac:spMkLst>
            <pc:docMk/>
            <pc:sldMk cId="488472328" sldId="355"/>
            <ac:spMk id="5" creationId="{E1CF59D7-DBCE-4E5F-8E7E-DBF222645FBE}"/>
          </ac:spMkLst>
        </pc:spChg>
        <pc:spChg chg="add mod">
          <ac:chgData name="Trinadh Kumar Veeramachaneni" userId="0395da3e368d96f6" providerId="LiveId" clId="{8E6B89C9-37FB-4DC7-9833-FBB423AFB77F}" dt="2026-01-04T03:21:31.453" v="300" actId="14100"/>
          <ac:spMkLst>
            <pc:docMk/>
            <pc:sldMk cId="488472328" sldId="355"/>
            <ac:spMk id="7" creationId="{F3D6BAB3-E80D-08CB-93AA-B187BD7B1AB7}"/>
          </ac:spMkLst>
        </pc:spChg>
        <pc:spChg chg="add mod">
          <ac:chgData name="Trinadh Kumar Veeramachaneni" userId="0395da3e368d96f6" providerId="LiveId" clId="{8E6B89C9-37FB-4DC7-9833-FBB423AFB77F}" dt="2026-01-04T03:23:45.349" v="305" actId="255"/>
          <ac:spMkLst>
            <pc:docMk/>
            <pc:sldMk cId="488472328" sldId="355"/>
            <ac:spMk id="9" creationId="{5F46787F-E350-32F0-718E-F2987CAB7CB3}"/>
          </ac:spMkLst>
        </pc:spChg>
        <pc:inkChg chg="add del">
          <ac:chgData name="Trinadh Kumar Veeramachaneni" userId="0395da3e368d96f6" providerId="LiveId" clId="{8E6B89C9-37FB-4DC7-9833-FBB423AFB77F}" dt="2026-01-04T07:53:59.139" v="555" actId="478"/>
          <ac:inkMkLst>
            <pc:docMk/>
            <pc:sldMk cId="488472328" sldId="355"/>
            <ac:inkMk id="10" creationId="{B3671243-ED65-2E3A-6F0A-30685D6D41DE}"/>
          </ac:inkMkLst>
        </pc:inkChg>
      </pc:sldChg>
      <pc:sldChg chg="add del">
        <pc:chgData name="Trinadh Kumar Veeramachaneni" userId="0395da3e368d96f6" providerId="LiveId" clId="{8E6B89C9-37FB-4DC7-9833-FBB423AFB77F}" dt="2026-01-04T03:04:29.166" v="260" actId="2696"/>
        <pc:sldMkLst>
          <pc:docMk/>
          <pc:sldMk cId="3714431558" sldId="355"/>
        </pc:sldMkLst>
      </pc:sldChg>
      <pc:sldChg chg="addSp delSp modSp new mod setBg">
        <pc:chgData name="Trinadh Kumar Veeramachaneni" userId="0395da3e368d96f6" providerId="LiveId" clId="{8E6B89C9-37FB-4DC7-9833-FBB423AFB77F}" dt="2026-01-04T06:34:09.054" v="536"/>
        <pc:sldMkLst>
          <pc:docMk/>
          <pc:sldMk cId="1838736135" sldId="356"/>
        </pc:sldMkLst>
        <pc:spChg chg="del">
          <ac:chgData name="Trinadh Kumar Veeramachaneni" userId="0395da3e368d96f6" providerId="LiveId" clId="{8E6B89C9-37FB-4DC7-9833-FBB423AFB77F}" dt="2026-01-04T03:51:51.929" v="401" actId="478"/>
          <ac:spMkLst>
            <pc:docMk/>
            <pc:sldMk cId="1838736135" sldId="356"/>
            <ac:spMk id="2" creationId="{56A3EC2A-2401-45E2-8658-92D4D6780C65}"/>
          </ac:spMkLst>
        </pc:spChg>
        <pc:spChg chg="del">
          <ac:chgData name="Trinadh Kumar Veeramachaneni" userId="0395da3e368d96f6" providerId="LiveId" clId="{8E6B89C9-37FB-4DC7-9833-FBB423AFB77F}" dt="2026-01-04T03:51:55.651" v="402" actId="478"/>
          <ac:spMkLst>
            <pc:docMk/>
            <pc:sldMk cId="1838736135" sldId="356"/>
            <ac:spMk id="3" creationId="{B85C5404-BE00-C29C-B23E-B51A641BF5B3}"/>
          </ac:spMkLst>
        </pc:spChg>
        <pc:spChg chg="add del">
          <ac:chgData name="Trinadh Kumar Veeramachaneni" userId="0395da3e368d96f6" providerId="LiveId" clId="{8E6B89C9-37FB-4DC7-9833-FBB423AFB77F}" dt="2026-01-04T03:52:02.337" v="405" actId="26606"/>
          <ac:spMkLst>
            <pc:docMk/>
            <pc:sldMk cId="1838736135" sldId="356"/>
            <ac:spMk id="9" creationId="{1500B4A4-B1F1-41EA-886A-B8A210DBCA3B}"/>
          </ac:spMkLst>
        </pc:spChg>
        <pc:spChg chg="add del">
          <ac:chgData name="Trinadh Kumar Veeramachaneni" userId="0395da3e368d96f6" providerId="LiveId" clId="{8E6B89C9-37FB-4DC7-9833-FBB423AFB77F}" dt="2026-01-04T03:52:02.337" v="405" actId="26606"/>
          <ac:spMkLst>
            <pc:docMk/>
            <pc:sldMk cId="1838736135" sldId="356"/>
            <ac:spMk id="11" creationId="{5E55A99C-0BDC-4DBE-8E40-9FA66F629FA1}"/>
          </ac:spMkLst>
        </pc:spChg>
        <pc:picChg chg="add mod">
          <ac:chgData name="Trinadh Kumar Veeramachaneni" userId="0395da3e368d96f6" providerId="LiveId" clId="{8E6B89C9-37FB-4DC7-9833-FBB423AFB77F}" dt="2026-01-04T03:52:02.337" v="405" actId="26606"/>
          <ac:picMkLst>
            <pc:docMk/>
            <pc:sldMk cId="1838736135" sldId="356"/>
            <ac:picMk id="4" creationId="{A267C6B7-7CAD-FDE4-C742-95DB4FBE23F5}"/>
          </ac:picMkLst>
        </pc:picChg>
        <pc:inkChg chg="add">
          <ac:chgData name="Trinadh Kumar Veeramachaneni" userId="0395da3e368d96f6" providerId="LiveId" clId="{8E6B89C9-37FB-4DC7-9833-FBB423AFB77F}" dt="2026-01-04T06:34:09.054" v="536"/>
          <ac:inkMkLst>
            <pc:docMk/>
            <pc:sldMk cId="1838736135" sldId="356"/>
            <ac:inkMk id="5" creationId="{BF7F6077-A68B-44F5-628C-C64E577173EA}"/>
          </ac:inkMkLst>
        </pc:inkChg>
      </pc:sldChg>
      <pc:sldChg chg="addSp delSp modSp new mod setBg">
        <pc:chgData name="Trinadh Kumar Veeramachaneni" userId="0395da3e368d96f6" providerId="LiveId" clId="{8E6B89C9-37FB-4DC7-9833-FBB423AFB77F}" dt="2026-01-04T07:41:21.723" v="550" actId="478"/>
        <pc:sldMkLst>
          <pc:docMk/>
          <pc:sldMk cId="4241019564" sldId="357"/>
        </pc:sldMkLst>
        <pc:spChg chg="del">
          <ac:chgData name="Trinadh Kumar Veeramachaneni" userId="0395da3e368d96f6" providerId="LiveId" clId="{8E6B89C9-37FB-4DC7-9833-FBB423AFB77F}" dt="2026-01-04T04:36:19.701" v="489" actId="478"/>
          <ac:spMkLst>
            <pc:docMk/>
            <pc:sldMk cId="4241019564" sldId="357"/>
            <ac:spMk id="2" creationId="{21DCCCC7-C2F2-2AA6-E1D3-7D556C7189BB}"/>
          </ac:spMkLst>
        </pc:spChg>
        <pc:spChg chg="del">
          <ac:chgData name="Trinadh Kumar Veeramachaneni" userId="0395da3e368d96f6" providerId="LiveId" clId="{8E6B89C9-37FB-4DC7-9833-FBB423AFB77F}" dt="2026-01-04T04:36:24.327" v="490" actId="478"/>
          <ac:spMkLst>
            <pc:docMk/>
            <pc:sldMk cId="4241019564" sldId="357"/>
            <ac:spMk id="3" creationId="{1BD02264-7E6E-1044-138D-B84C1AE0730E}"/>
          </ac:spMkLst>
        </pc:spChg>
        <pc:spChg chg="add">
          <ac:chgData name="Trinadh Kumar Veeramachaneni" userId="0395da3e368d96f6" providerId="LiveId" clId="{8E6B89C9-37FB-4DC7-9833-FBB423AFB77F}" dt="2026-01-04T04:37:49.444" v="491"/>
          <ac:spMkLst>
            <pc:docMk/>
            <pc:sldMk cId="4241019564" sldId="357"/>
            <ac:spMk id="4" creationId="{582F661B-5A77-B96F-1965-AABB44632AEF}"/>
          </ac:spMkLst>
        </pc:spChg>
        <pc:spChg chg="add mod">
          <ac:chgData name="Trinadh Kumar Veeramachaneni" userId="0395da3e368d96f6" providerId="LiveId" clId="{8E6B89C9-37FB-4DC7-9833-FBB423AFB77F}" dt="2026-01-04T04:37:54.546" v="492"/>
          <ac:spMkLst>
            <pc:docMk/>
            <pc:sldMk cId="4241019564" sldId="357"/>
            <ac:spMk id="5" creationId="{BD22B918-A730-26AD-2EE0-808F703293BF}"/>
          </ac:spMkLst>
        </pc:spChg>
        <pc:spChg chg="add del mod">
          <ac:chgData name="Trinadh Kumar Veeramachaneni" userId="0395da3e368d96f6" providerId="LiveId" clId="{8E6B89C9-37FB-4DC7-9833-FBB423AFB77F}" dt="2026-01-04T04:38:08.075" v="494" actId="478"/>
          <ac:spMkLst>
            <pc:docMk/>
            <pc:sldMk cId="4241019564" sldId="357"/>
            <ac:spMk id="6" creationId="{AC3A4B0A-B658-0AC4-5D91-4E950CD554C7}"/>
          </ac:spMkLst>
        </pc:spChg>
        <pc:spChg chg="add mod ord">
          <ac:chgData name="Trinadh Kumar Veeramachaneni" userId="0395da3e368d96f6" providerId="LiveId" clId="{8E6B89C9-37FB-4DC7-9833-FBB423AFB77F}" dt="2026-01-04T04:39:56.033" v="508" actId="26606"/>
          <ac:spMkLst>
            <pc:docMk/>
            <pc:sldMk cId="4241019564" sldId="357"/>
            <ac:spMk id="10" creationId="{726FA398-813E-809A-A7FA-B308462CF77B}"/>
          </ac:spMkLst>
        </pc:spChg>
        <pc:spChg chg="add del">
          <ac:chgData name="Trinadh Kumar Veeramachaneni" userId="0395da3e368d96f6" providerId="LiveId" clId="{8E6B89C9-37FB-4DC7-9833-FBB423AFB77F}" dt="2026-01-04T04:39:53.538" v="506" actId="26606"/>
          <ac:spMkLst>
            <pc:docMk/>
            <pc:sldMk cId="4241019564" sldId="357"/>
            <ac:spMk id="15" creationId="{22587ECF-85E9-4393-9D87-8EB6F3F6C208}"/>
          </ac:spMkLst>
        </pc:spChg>
        <pc:spChg chg="add del">
          <ac:chgData name="Trinadh Kumar Veeramachaneni" userId="0395da3e368d96f6" providerId="LiveId" clId="{8E6B89C9-37FB-4DC7-9833-FBB423AFB77F}" dt="2026-01-04T04:39:56.033" v="508" actId="26606"/>
          <ac:spMkLst>
            <pc:docMk/>
            <pc:sldMk cId="4241019564" sldId="357"/>
            <ac:spMk id="17" creationId="{E81BF4F6-F2CF-4984-9D14-D6966D92F99F}"/>
          </ac:spMkLst>
        </pc:spChg>
        <pc:spChg chg="add del">
          <ac:chgData name="Trinadh Kumar Veeramachaneni" userId="0395da3e368d96f6" providerId="LiveId" clId="{8E6B89C9-37FB-4DC7-9833-FBB423AFB77F}" dt="2026-01-04T04:39:56.033" v="508" actId="26606"/>
          <ac:spMkLst>
            <pc:docMk/>
            <pc:sldMk cId="4241019564" sldId="357"/>
            <ac:spMk id="18" creationId="{C0763A76-9F1C-4FC5-82B7-DD475DA461B2}"/>
          </ac:spMkLst>
        </pc:spChg>
        <pc:picChg chg="add mod ord">
          <ac:chgData name="Trinadh Kumar Veeramachaneni" userId="0395da3e368d96f6" providerId="LiveId" clId="{8E6B89C9-37FB-4DC7-9833-FBB423AFB77F}" dt="2026-01-04T04:39:56.033" v="508" actId="26606"/>
          <ac:picMkLst>
            <pc:docMk/>
            <pc:sldMk cId="4241019564" sldId="357"/>
            <ac:picMk id="8" creationId="{54371014-6B4C-27D6-70D0-B23C5BCDB758}"/>
          </ac:picMkLst>
        </pc:picChg>
        <pc:inkChg chg="add del">
          <ac:chgData name="Trinadh Kumar Veeramachaneni" userId="0395da3e368d96f6" providerId="LiveId" clId="{8E6B89C9-37FB-4DC7-9833-FBB423AFB77F}" dt="2026-01-04T07:24:14.985" v="546" actId="478"/>
          <ac:inkMkLst>
            <pc:docMk/>
            <pc:sldMk cId="4241019564" sldId="357"/>
            <ac:inkMk id="11" creationId="{D99BEDAA-65A1-347C-4ECA-7E310149CDA7}"/>
          </ac:inkMkLst>
        </pc:inkChg>
        <pc:inkChg chg="add del">
          <ac:chgData name="Trinadh Kumar Veeramachaneni" userId="0395da3e368d96f6" providerId="LiveId" clId="{8E6B89C9-37FB-4DC7-9833-FBB423AFB77F}" dt="2026-01-04T07:35:49.655" v="548" actId="478"/>
          <ac:inkMkLst>
            <pc:docMk/>
            <pc:sldMk cId="4241019564" sldId="357"/>
            <ac:inkMk id="12" creationId="{704EBF20-0C18-4D07-4EB7-9E3E751A66EE}"/>
          </ac:inkMkLst>
        </pc:inkChg>
        <pc:inkChg chg="add del">
          <ac:chgData name="Trinadh Kumar Veeramachaneni" userId="0395da3e368d96f6" providerId="LiveId" clId="{8E6B89C9-37FB-4DC7-9833-FBB423AFB77F}" dt="2026-01-04T07:41:21.723" v="550" actId="478"/>
          <ac:inkMkLst>
            <pc:docMk/>
            <pc:sldMk cId="4241019564" sldId="357"/>
            <ac:inkMk id="13" creationId="{4A6C33BF-F538-C92E-F6C1-A9B68B556996}"/>
          </ac:inkMkLst>
        </pc:inkChg>
      </pc:sldChg>
      <pc:sldChg chg="addSp delSp modSp new mod">
        <pc:chgData name="Trinadh Kumar Veeramachaneni" userId="0395da3e368d96f6" providerId="LiveId" clId="{8E6B89C9-37FB-4DC7-9833-FBB423AFB77F}" dt="2026-01-04T05:10:42.235" v="522"/>
        <pc:sldMkLst>
          <pc:docMk/>
          <pc:sldMk cId="962223247" sldId="358"/>
        </pc:sldMkLst>
        <pc:spChg chg="del">
          <ac:chgData name="Trinadh Kumar Veeramachaneni" userId="0395da3e368d96f6" providerId="LiveId" clId="{8E6B89C9-37FB-4DC7-9833-FBB423AFB77F}" dt="2026-01-04T05:09:42.717" v="514" actId="478"/>
          <ac:spMkLst>
            <pc:docMk/>
            <pc:sldMk cId="962223247" sldId="358"/>
            <ac:spMk id="2" creationId="{C572D88C-CD73-F8B5-0A8F-D36B9285641B}"/>
          </ac:spMkLst>
        </pc:spChg>
        <pc:spChg chg="del">
          <ac:chgData name="Trinadh Kumar Veeramachaneni" userId="0395da3e368d96f6" providerId="LiveId" clId="{8E6B89C9-37FB-4DC7-9833-FBB423AFB77F}" dt="2026-01-04T05:09:45.852" v="515" actId="478"/>
          <ac:spMkLst>
            <pc:docMk/>
            <pc:sldMk cId="962223247" sldId="358"/>
            <ac:spMk id="3" creationId="{CADA12AB-1A8A-540A-1599-A32DB79E0CA3}"/>
          </ac:spMkLst>
        </pc:spChg>
        <pc:spChg chg="add mod">
          <ac:chgData name="Trinadh Kumar Veeramachaneni" userId="0395da3e368d96f6" providerId="LiveId" clId="{8E6B89C9-37FB-4DC7-9833-FBB423AFB77F}" dt="2026-01-04T05:10:29.369" v="520" actId="14100"/>
          <ac:spMkLst>
            <pc:docMk/>
            <pc:sldMk cId="962223247" sldId="358"/>
            <ac:spMk id="4" creationId="{7B4C4522-9E03-94E7-2FC7-43044C29A88F}"/>
          </ac:spMkLst>
        </pc:spChg>
        <pc:graphicFrameChg chg="add mod">
          <ac:chgData name="Trinadh Kumar Veeramachaneni" userId="0395da3e368d96f6" providerId="LiveId" clId="{8E6B89C9-37FB-4DC7-9833-FBB423AFB77F}" dt="2026-01-04T05:10:42.235" v="522"/>
          <ac:graphicFrameMkLst>
            <pc:docMk/>
            <pc:sldMk cId="962223247" sldId="358"/>
            <ac:graphicFrameMk id="5" creationId="{55C47BD0-0F4D-4B33-5E10-90065A4DBEC8}"/>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A0BA980-EADB-47C1-BDED-0DA48BC2D11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FB6E0D15-D6A9-4E89-BD27-9EFEC534F3AB}">
      <dgm:prSet/>
      <dgm:spPr/>
      <dgm:t>
        <a:bodyPr/>
        <a:lstStyle/>
        <a:p>
          <a:r>
            <a:rPr lang="en-US"/>
            <a:t>In the encoder, the multi-headed attention utilizes a specialized attention mechanism known as self-attention. This approach enables the models to relate each word in the input with other words. </a:t>
          </a:r>
        </a:p>
      </dgm:t>
    </dgm:pt>
    <dgm:pt modelId="{CE26B7C6-01DE-4227-BF66-31A346C69D79}" type="parTrans" cxnId="{866DDA58-88BA-4618-A5CB-4ED93192D8A6}">
      <dgm:prSet/>
      <dgm:spPr/>
      <dgm:t>
        <a:bodyPr/>
        <a:lstStyle/>
        <a:p>
          <a:endParaRPr lang="en-US"/>
        </a:p>
      </dgm:t>
    </dgm:pt>
    <dgm:pt modelId="{DCE0862E-4016-4F38-B3DF-305D971BDBF9}" type="sibTrans" cxnId="{866DDA58-88BA-4618-A5CB-4ED93192D8A6}">
      <dgm:prSet/>
      <dgm:spPr/>
      <dgm:t>
        <a:bodyPr/>
        <a:lstStyle/>
        <a:p>
          <a:endParaRPr lang="en-US"/>
        </a:p>
      </dgm:t>
    </dgm:pt>
    <dgm:pt modelId="{4442DB86-DBCF-4517-8245-9259073E6E25}">
      <dgm:prSet/>
      <dgm:spPr/>
      <dgm:t>
        <a:bodyPr/>
        <a:lstStyle/>
        <a:p>
          <a:r>
            <a:rPr lang="en-US"/>
            <a:t>This mechanism allows the encoder to focus on different parts of the input sequence as it processes each token. It computes attention scores based on:</a:t>
          </a:r>
        </a:p>
      </dgm:t>
    </dgm:pt>
    <dgm:pt modelId="{C81235BA-1F3E-47C2-BF0A-3B20BDA990BD}" type="parTrans" cxnId="{0D16FC57-021D-42B3-88F9-194257FBF38A}">
      <dgm:prSet/>
      <dgm:spPr/>
      <dgm:t>
        <a:bodyPr/>
        <a:lstStyle/>
        <a:p>
          <a:endParaRPr lang="en-US"/>
        </a:p>
      </dgm:t>
    </dgm:pt>
    <dgm:pt modelId="{33F349FB-C49C-405A-A0A9-71FFB09ECF56}" type="sibTrans" cxnId="{0D16FC57-021D-42B3-88F9-194257FBF38A}">
      <dgm:prSet/>
      <dgm:spPr/>
      <dgm:t>
        <a:bodyPr/>
        <a:lstStyle/>
        <a:p>
          <a:endParaRPr lang="en-US"/>
        </a:p>
      </dgm:t>
    </dgm:pt>
    <dgm:pt modelId="{5B94A5B6-793D-4168-9AB6-C4012903AE8D}">
      <dgm:prSet/>
      <dgm:spPr/>
      <dgm:t>
        <a:bodyPr/>
        <a:lstStyle/>
        <a:p>
          <a:r>
            <a:rPr lang="en-US"/>
            <a:t>A query is a vector that represents a specific word or token from the input sequence in the attention mechanism.</a:t>
          </a:r>
        </a:p>
      </dgm:t>
    </dgm:pt>
    <dgm:pt modelId="{3D1535ED-305A-4CB6-8A2C-4E5BE05C7C87}" type="parTrans" cxnId="{FB310010-E056-474F-A2CD-21FFD53A9F8B}">
      <dgm:prSet/>
      <dgm:spPr/>
      <dgm:t>
        <a:bodyPr/>
        <a:lstStyle/>
        <a:p>
          <a:endParaRPr lang="en-US"/>
        </a:p>
      </dgm:t>
    </dgm:pt>
    <dgm:pt modelId="{611A000D-E5F5-4160-8EBC-660AEEB9BA27}" type="sibTrans" cxnId="{FB310010-E056-474F-A2CD-21FFD53A9F8B}">
      <dgm:prSet/>
      <dgm:spPr/>
      <dgm:t>
        <a:bodyPr/>
        <a:lstStyle/>
        <a:p>
          <a:endParaRPr lang="en-US"/>
        </a:p>
      </dgm:t>
    </dgm:pt>
    <dgm:pt modelId="{8DC2F8A6-47EF-4776-8C39-2D5FE992DA17}">
      <dgm:prSet/>
      <dgm:spPr/>
      <dgm:t>
        <a:bodyPr/>
        <a:lstStyle/>
        <a:p>
          <a:r>
            <a:rPr lang="en-US"/>
            <a:t>A key is also a vector in the attention mechanism, corresponding to each word or token in the input sequence.</a:t>
          </a:r>
        </a:p>
      </dgm:t>
    </dgm:pt>
    <dgm:pt modelId="{329757F0-0F46-47E3-8AD5-91622D1B5A70}" type="parTrans" cxnId="{7B513E05-9275-49DB-9705-83936A0EB91B}">
      <dgm:prSet/>
      <dgm:spPr/>
      <dgm:t>
        <a:bodyPr/>
        <a:lstStyle/>
        <a:p>
          <a:endParaRPr lang="en-US"/>
        </a:p>
      </dgm:t>
    </dgm:pt>
    <dgm:pt modelId="{3EC2EFBC-E740-4D24-8425-2521772E855F}" type="sibTrans" cxnId="{7B513E05-9275-49DB-9705-83936A0EB91B}">
      <dgm:prSet/>
      <dgm:spPr/>
      <dgm:t>
        <a:bodyPr/>
        <a:lstStyle/>
        <a:p>
          <a:endParaRPr lang="en-US"/>
        </a:p>
      </dgm:t>
    </dgm:pt>
    <dgm:pt modelId="{5E3BEBC3-FE80-4CAF-AE4F-4E691AFFC328}">
      <dgm:prSet/>
      <dgm:spPr/>
      <dgm:t>
        <a:bodyPr/>
        <a:lstStyle/>
        <a:p>
          <a:r>
            <a:rPr lang="en-US"/>
            <a:t>Each value is associated with a key and is used to construct the output of the attention layer. When a query and a key match well, which basically means that they have a high attention score, the corresponding value is emphasized in the output.</a:t>
          </a:r>
        </a:p>
      </dgm:t>
    </dgm:pt>
    <dgm:pt modelId="{EB0F7524-18DE-4B58-B057-93A766554639}" type="parTrans" cxnId="{F2E80854-D934-4F81-BE16-20EE552600BE}">
      <dgm:prSet/>
      <dgm:spPr/>
      <dgm:t>
        <a:bodyPr/>
        <a:lstStyle/>
        <a:p>
          <a:endParaRPr lang="en-US"/>
        </a:p>
      </dgm:t>
    </dgm:pt>
    <dgm:pt modelId="{765D8C29-4DBA-4E52-9591-945843BAFA3E}" type="sibTrans" cxnId="{F2E80854-D934-4F81-BE16-20EE552600BE}">
      <dgm:prSet/>
      <dgm:spPr/>
      <dgm:t>
        <a:bodyPr/>
        <a:lstStyle/>
        <a:p>
          <a:endParaRPr lang="en-US"/>
        </a:p>
      </dgm:t>
    </dgm:pt>
    <dgm:pt modelId="{536B2EED-7883-4493-9698-D1FD529F0728}" type="pres">
      <dgm:prSet presAssocID="{2A0BA980-EADB-47C1-BDED-0DA48BC2D110}" presName="linear" presStyleCnt="0">
        <dgm:presLayoutVars>
          <dgm:animLvl val="lvl"/>
          <dgm:resizeHandles val="exact"/>
        </dgm:presLayoutVars>
      </dgm:prSet>
      <dgm:spPr/>
    </dgm:pt>
    <dgm:pt modelId="{0D0497F7-08AB-4002-8563-E85E336911E6}" type="pres">
      <dgm:prSet presAssocID="{FB6E0D15-D6A9-4E89-BD27-9EFEC534F3AB}" presName="parentText" presStyleLbl="node1" presStyleIdx="0" presStyleCnt="5">
        <dgm:presLayoutVars>
          <dgm:chMax val="0"/>
          <dgm:bulletEnabled val="1"/>
        </dgm:presLayoutVars>
      </dgm:prSet>
      <dgm:spPr/>
    </dgm:pt>
    <dgm:pt modelId="{28D0443C-B3AC-49F5-8113-A15CDCC1E0D4}" type="pres">
      <dgm:prSet presAssocID="{DCE0862E-4016-4F38-B3DF-305D971BDBF9}" presName="spacer" presStyleCnt="0"/>
      <dgm:spPr/>
    </dgm:pt>
    <dgm:pt modelId="{4D2E11F2-E84D-46B7-9E13-6A994CAC169C}" type="pres">
      <dgm:prSet presAssocID="{4442DB86-DBCF-4517-8245-9259073E6E25}" presName="parentText" presStyleLbl="node1" presStyleIdx="1" presStyleCnt="5">
        <dgm:presLayoutVars>
          <dgm:chMax val="0"/>
          <dgm:bulletEnabled val="1"/>
        </dgm:presLayoutVars>
      </dgm:prSet>
      <dgm:spPr/>
    </dgm:pt>
    <dgm:pt modelId="{4AD2DAD6-9B1A-434B-8623-751652A29281}" type="pres">
      <dgm:prSet presAssocID="{33F349FB-C49C-405A-A0A9-71FFB09ECF56}" presName="spacer" presStyleCnt="0"/>
      <dgm:spPr/>
    </dgm:pt>
    <dgm:pt modelId="{7862A736-BCB4-44E1-9BBD-C6C88BC51BE7}" type="pres">
      <dgm:prSet presAssocID="{5B94A5B6-793D-4168-9AB6-C4012903AE8D}" presName="parentText" presStyleLbl="node1" presStyleIdx="2" presStyleCnt="5">
        <dgm:presLayoutVars>
          <dgm:chMax val="0"/>
          <dgm:bulletEnabled val="1"/>
        </dgm:presLayoutVars>
      </dgm:prSet>
      <dgm:spPr/>
    </dgm:pt>
    <dgm:pt modelId="{C74D7ABF-8989-4B0C-ADBD-3810FFDD5F55}" type="pres">
      <dgm:prSet presAssocID="{611A000D-E5F5-4160-8EBC-660AEEB9BA27}" presName="spacer" presStyleCnt="0"/>
      <dgm:spPr/>
    </dgm:pt>
    <dgm:pt modelId="{706181E4-17B2-4748-8581-7B49F2B484A9}" type="pres">
      <dgm:prSet presAssocID="{8DC2F8A6-47EF-4776-8C39-2D5FE992DA17}" presName="parentText" presStyleLbl="node1" presStyleIdx="3" presStyleCnt="5">
        <dgm:presLayoutVars>
          <dgm:chMax val="0"/>
          <dgm:bulletEnabled val="1"/>
        </dgm:presLayoutVars>
      </dgm:prSet>
      <dgm:spPr/>
    </dgm:pt>
    <dgm:pt modelId="{30E6428F-0873-4839-9C69-A49E73EF7758}" type="pres">
      <dgm:prSet presAssocID="{3EC2EFBC-E740-4D24-8425-2521772E855F}" presName="spacer" presStyleCnt="0"/>
      <dgm:spPr/>
    </dgm:pt>
    <dgm:pt modelId="{EBE67629-7E4B-4E24-BB31-23C9EB7319A7}" type="pres">
      <dgm:prSet presAssocID="{5E3BEBC3-FE80-4CAF-AE4F-4E691AFFC328}" presName="parentText" presStyleLbl="node1" presStyleIdx="4" presStyleCnt="5">
        <dgm:presLayoutVars>
          <dgm:chMax val="0"/>
          <dgm:bulletEnabled val="1"/>
        </dgm:presLayoutVars>
      </dgm:prSet>
      <dgm:spPr/>
    </dgm:pt>
  </dgm:ptLst>
  <dgm:cxnLst>
    <dgm:cxn modelId="{7B513E05-9275-49DB-9705-83936A0EB91B}" srcId="{2A0BA980-EADB-47C1-BDED-0DA48BC2D110}" destId="{8DC2F8A6-47EF-4776-8C39-2D5FE992DA17}" srcOrd="3" destOrd="0" parTransId="{329757F0-0F46-47E3-8AD5-91622D1B5A70}" sibTransId="{3EC2EFBC-E740-4D24-8425-2521772E855F}"/>
    <dgm:cxn modelId="{FB310010-E056-474F-A2CD-21FFD53A9F8B}" srcId="{2A0BA980-EADB-47C1-BDED-0DA48BC2D110}" destId="{5B94A5B6-793D-4168-9AB6-C4012903AE8D}" srcOrd="2" destOrd="0" parTransId="{3D1535ED-305A-4CB6-8A2C-4E5BE05C7C87}" sibTransId="{611A000D-E5F5-4160-8EBC-660AEEB9BA27}"/>
    <dgm:cxn modelId="{0283335E-F40C-4F85-9824-E346EC3DA31F}" type="presOf" srcId="{8DC2F8A6-47EF-4776-8C39-2D5FE992DA17}" destId="{706181E4-17B2-4748-8581-7B49F2B484A9}" srcOrd="0" destOrd="0" presId="urn:microsoft.com/office/officeart/2005/8/layout/vList2"/>
    <dgm:cxn modelId="{B993EC71-335F-4C46-9695-24B871E32FB8}" type="presOf" srcId="{2A0BA980-EADB-47C1-BDED-0DA48BC2D110}" destId="{536B2EED-7883-4493-9698-D1FD529F0728}" srcOrd="0" destOrd="0" presId="urn:microsoft.com/office/officeart/2005/8/layout/vList2"/>
    <dgm:cxn modelId="{F2E80854-D934-4F81-BE16-20EE552600BE}" srcId="{2A0BA980-EADB-47C1-BDED-0DA48BC2D110}" destId="{5E3BEBC3-FE80-4CAF-AE4F-4E691AFFC328}" srcOrd="4" destOrd="0" parTransId="{EB0F7524-18DE-4B58-B057-93A766554639}" sibTransId="{765D8C29-4DBA-4E52-9591-945843BAFA3E}"/>
    <dgm:cxn modelId="{0D16FC57-021D-42B3-88F9-194257FBF38A}" srcId="{2A0BA980-EADB-47C1-BDED-0DA48BC2D110}" destId="{4442DB86-DBCF-4517-8245-9259073E6E25}" srcOrd="1" destOrd="0" parTransId="{C81235BA-1F3E-47C2-BF0A-3B20BDA990BD}" sibTransId="{33F349FB-C49C-405A-A0A9-71FFB09ECF56}"/>
    <dgm:cxn modelId="{866DDA58-88BA-4618-A5CB-4ED93192D8A6}" srcId="{2A0BA980-EADB-47C1-BDED-0DA48BC2D110}" destId="{FB6E0D15-D6A9-4E89-BD27-9EFEC534F3AB}" srcOrd="0" destOrd="0" parTransId="{CE26B7C6-01DE-4227-BF66-31A346C69D79}" sibTransId="{DCE0862E-4016-4F38-B3DF-305D971BDBF9}"/>
    <dgm:cxn modelId="{98D00C93-1594-470E-8F9A-DA23B6A6CE8F}" type="presOf" srcId="{FB6E0D15-D6A9-4E89-BD27-9EFEC534F3AB}" destId="{0D0497F7-08AB-4002-8563-E85E336911E6}" srcOrd="0" destOrd="0" presId="urn:microsoft.com/office/officeart/2005/8/layout/vList2"/>
    <dgm:cxn modelId="{4E1212AA-0148-453D-AAF1-5A21E5C19701}" type="presOf" srcId="{5E3BEBC3-FE80-4CAF-AE4F-4E691AFFC328}" destId="{EBE67629-7E4B-4E24-BB31-23C9EB7319A7}" srcOrd="0" destOrd="0" presId="urn:microsoft.com/office/officeart/2005/8/layout/vList2"/>
    <dgm:cxn modelId="{E2543FC8-5D0B-4F69-8BD6-5EA9AE37BB2A}" type="presOf" srcId="{4442DB86-DBCF-4517-8245-9259073E6E25}" destId="{4D2E11F2-E84D-46B7-9E13-6A994CAC169C}" srcOrd="0" destOrd="0" presId="urn:microsoft.com/office/officeart/2005/8/layout/vList2"/>
    <dgm:cxn modelId="{32A16BD1-9ACE-48BF-9F0B-90897FB0373C}" type="presOf" srcId="{5B94A5B6-793D-4168-9AB6-C4012903AE8D}" destId="{7862A736-BCB4-44E1-9BBD-C6C88BC51BE7}" srcOrd="0" destOrd="0" presId="urn:microsoft.com/office/officeart/2005/8/layout/vList2"/>
    <dgm:cxn modelId="{4CC755CB-48F7-4067-BDA6-91CC582139CC}" type="presParOf" srcId="{536B2EED-7883-4493-9698-D1FD529F0728}" destId="{0D0497F7-08AB-4002-8563-E85E336911E6}" srcOrd="0" destOrd="0" presId="urn:microsoft.com/office/officeart/2005/8/layout/vList2"/>
    <dgm:cxn modelId="{D329AF99-EF9C-4223-97E5-EDA82DFED32F}" type="presParOf" srcId="{536B2EED-7883-4493-9698-D1FD529F0728}" destId="{28D0443C-B3AC-49F5-8113-A15CDCC1E0D4}" srcOrd="1" destOrd="0" presId="urn:microsoft.com/office/officeart/2005/8/layout/vList2"/>
    <dgm:cxn modelId="{F86242BC-088B-4254-A638-FB80334BE943}" type="presParOf" srcId="{536B2EED-7883-4493-9698-D1FD529F0728}" destId="{4D2E11F2-E84D-46B7-9E13-6A994CAC169C}" srcOrd="2" destOrd="0" presId="urn:microsoft.com/office/officeart/2005/8/layout/vList2"/>
    <dgm:cxn modelId="{B1B76DBB-5CB9-4AC2-9A31-7A5228D765E9}" type="presParOf" srcId="{536B2EED-7883-4493-9698-D1FD529F0728}" destId="{4AD2DAD6-9B1A-434B-8623-751652A29281}" srcOrd="3" destOrd="0" presId="urn:microsoft.com/office/officeart/2005/8/layout/vList2"/>
    <dgm:cxn modelId="{17711E65-4450-44CA-98B4-4612C74B55BA}" type="presParOf" srcId="{536B2EED-7883-4493-9698-D1FD529F0728}" destId="{7862A736-BCB4-44E1-9BBD-C6C88BC51BE7}" srcOrd="4" destOrd="0" presId="urn:microsoft.com/office/officeart/2005/8/layout/vList2"/>
    <dgm:cxn modelId="{B843EF9A-6B7B-4138-B8EC-9E8DA01DDE23}" type="presParOf" srcId="{536B2EED-7883-4493-9698-D1FD529F0728}" destId="{C74D7ABF-8989-4B0C-ADBD-3810FFDD5F55}" srcOrd="5" destOrd="0" presId="urn:microsoft.com/office/officeart/2005/8/layout/vList2"/>
    <dgm:cxn modelId="{94F1C336-BBEA-46C9-8A6A-9B6D2E9D170C}" type="presParOf" srcId="{536B2EED-7883-4493-9698-D1FD529F0728}" destId="{706181E4-17B2-4748-8581-7B49F2B484A9}" srcOrd="6" destOrd="0" presId="urn:microsoft.com/office/officeart/2005/8/layout/vList2"/>
    <dgm:cxn modelId="{59F27E13-2E69-41FA-B772-70C8B0E44EC9}" type="presParOf" srcId="{536B2EED-7883-4493-9698-D1FD529F0728}" destId="{30E6428F-0873-4839-9C69-A49E73EF7758}" srcOrd="7" destOrd="0" presId="urn:microsoft.com/office/officeart/2005/8/layout/vList2"/>
    <dgm:cxn modelId="{2B764370-EC11-4896-9AE8-B75829BB0C36}" type="presParOf" srcId="{536B2EED-7883-4493-9698-D1FD529F0728}" destId="{EBE67629-7E4B-4E24-BB31-23C9EB7319A7}"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24CCAE2-F69F-4F1C-BEEE-B52DC1FFAF2B}" type="doc">
      <dgm:prSet loTypeId="urn:microsoft.com/office/officeart/2008/layout/LinedList" loCatId="list" qsTypeId="urn:microsoft.com/office/officeart/2005/8/quickstyle/simple5" qsCatId="simple" csTypeId="urn:microsoft.com/office/officeart/2005/8/colors/accent2_2" csCatId="accent2" phldr="1"/>
      <dgm:spPr/>
      <dgm:t>
        <a:bodyPr/>
        <a:lstStyle/>
        <a:p>
          <a:endParaRPr lang="en-US"/>
        </a:p>
      </dgm:t>
    </dgm:pt>
    <dgm:pt modelId="{8538B5A7-9F43-4C99-BF26-67B8F926BB75}">
      <dgm:prSet/>
      <dgm:spPr/>
      <dgm:t>
        <a:bodyPr/>
        <a:lstStyle/>
        <a:p>
          <a:r>
            <a:rPr lang="en-US" dirty="0"/>
            <a:t>The final encoder layer produces </a:t>
          </a:r>
          <a:r>
            <a:rPr lang="en-US" b="1" dirty="0"/>
            <a:t>vectors that represent each word in context</a:t>
          </a:r>
          <a:r>
            <a:rPr lang="en-US" dirty="0"/>
            <a:t>, capturing the meaning of the whole sequence.</a:t>
          </a:r>
        </a:p>
        <a:p>
          <a:pPr>
            <a:buNone/>
          </a:pPr>
          <a:r>
            <a:rPr lang="en-US" dirty="0"/>
            <a:t>These vectors are then passed to the </a:t>
          </a:r>
          <a:r>
            <a:rPr lang="en-US" b="1" dirty="0"/>
            <a:t>decoder</a:t>
          </a:r>
          <a:r>
            <a:rPr lang="en-US" dirty="0"/>
            <a:t>, helping it focus on the right words when generating output.</a:t>
          </a:r>
        </a:p>
        <a:p>
          <a:pPr>
            <a:buNone/>
          </a:pPr>
          <a:r>
            <a:rPr lang="en-US" dirty="0"/>
            <a:t>Think of the encoder as a </a:t>
          </a:r>
          <a:r>
            <a:rPr lang="en-US" b="1" dirty="0"/>
            <a:t>tower of layers</a:t>
          </a:r>
          <a:r>
            <a:rPr lang="en-US" dirty="0"/>
            <a:t>:</a:t>
          </a:r>
        </a:p>
        <a:p>
          <a:pPr>
            <a:buFont typeface="Arial" panose="020B0604020202020204" pitchFamily="34" charset="0"/>
            <a:buChar char="•"/>
          </a:pPr>
          <a:r>
            <a:rPr lang="en-US" dirty="0"/>
            <a:t>Each layer learns something new about the input</a:t>
          </a:r>
        </a:p>
        <a:p>
          <a:pPr>
            <a:buFont typeface="Arial" panose="020B0604020202020204" pitchFamily="34" charset="0"/>
            <a:buChar char="•"/>
          </a:pPr>
          <a:r>
            <a:rPr lang="en-US" dirty="0"/>
            <a:t>Stacking layers gives the model a </a:t>
          </a:r>
          <a:r>
            <a:rPr lang="en-US" b="1" dirty="0"/>
            <a:t>deeper and richer understanding</a:t>
          </a:r>
          <a:endParaRPr lang="en-US" dirty="0"/>
        </a:p>
        <a:p>
          <a:pPr>
            <a:buFont typeface="Arial" panose="020B0604020202020204" pitchFamily="34" charset="0"/>
            <a:buChar char="•"/>
          </a:pPr>
          <a:r>
            <a:rPr lang="en-US" dirty="0"/>
            <a:t>This makes the transformer much better at predicting or generating text</a:t>
          </a:r>
        </a:p>
      </dgm:t>
    </dgm:pt>
    <dgm:pt modelId="{AE4E6BF1-03DE-4911-8D0F-58E41835C612}" type="parTrans" cxnId="{4EE18137-C91F-4DB5-AA32-C0AB36C26F69}">
      <dgm:prSet/>
      <dgm:spPr/>
      <dgm:t>
        <a:bodyPr/>
        <a:lstStyle/>
        <a:p>
          <a:endParaRPr lang="en-US"/>
        </a:p>
      </dgm:t>
    </dgm:pt>
    <dgm:pt modelId="{3EECF092-2767-4C7D-BF2F-DF8168A031F4}" type="sibTrans" cxnId="{4EE18137-C91F-4DB5-AA32-C0AB36C26F69}">
      <dgm:prSet/>
      <dgm:spPr/>
      <dgm:t>
        <a:bodyPr/>
        <a:lstStyle/>
        <a:p>
          <a:endParaRPr lang="en-US"/>
        </a:p>
      </dgm:t>
    </dgm:pt>
    <dgm:pt modelId="{616CCA8E-A02C-4394-A911-B9F3B5AA64CE}" type="pres">
      <dgm:prSet presAssocID="{124CCAE2-F69F-4F1C-BEEE-B52DC1FFAF2B}" presName="vert0" presStyleCnt="0">
        <dgm:presLayoutVars>
          <dgm:dir/>
          <dgm:animOne val="branch"/>
          <dgm:animLvl val="lvl"/>
        </dgm:presLayoutVars>
      </dgm:prSet>
      <dgm:spPr/>
    </dgm:pt>
    <dgm:pt modelId="{710039ED-CBCA-46AD-9F4F-6B19FDE69FF9}" type="pres">
      <dgm:prSet presAssocID="{8538B5A7-9F43-4C99-BF26-67B8F926BB75}" presName="thickLine" presStyleLbl="alignNode1" presStyleIdx="0" presStyleCnt="1"/>
      <dgm:spPr/>
    </dgm:pt>
    <dgm:pt modelId="{50BB9458-36FB-460A-9CEE-516F6D26AA5E}" type="pres">
      <dgm:prSet presAssocID="{8538B5A7-9F43-4C99-BF26-67B8F926BB75}" presName="horz1" presStyleCnt="0"/>
      <dgm:spPr/>
    </dgm:pt>
    <dgm:pt modelId="{AB2B9F22-3E50-4809-B19A-762B60826721}" type="pres">
      <dgm:prSet presAssocID="{8538B5A7-9F43-4C99-BF26-67B8F926BB75}" presName="tx1" presStyleLbl="revTx" presStyleIdx="0" presStyleCnt="1"/>
      <dgm:spPr/>
    </dgm:pt>
    <dgm:pt modelId="{8A7E990D-D5D9-4894-8B30-63FD1FF7BEDF}" type="pres">
      <dgm:prSet presAssocID="{8538B5A7-9F43-4C99-BF26-67B8F926BB75}" presName="vert1" presStyleCnt="0"/>
      <dgm:spPr/>
    </dgm:pt>
  </dgm:ptLst>
  <dgm:cxnLst>
    <dgm:cxn modelId="{98978918-BE39-456C-8E46-DFE7EFDA2DAA}" type="presOf" srcId="{8538B5A7-9F43-4C99-BF26-67B8F926BB75}" destId="{AB2B9F22-3E50-4809-B19A-762B60826721}" srcOrd="0" destOrd="0" presId="urn:microsoft.com/office/officeart/2008/layout/LinedList"/>
    <dgm:cxn modelId="{4EE18137-C91F-4DB5-AA32-C0AB36C26F69}" srcId="{124CCAE2-F69F-4F1C-BEEE-B52DC1FFAF2B}" destId="{8538B5A7-9F43-4C99-BF26-67B8F926BB75}" srcOrd="0" destOrd="0" parTransId="{AE4E6BF1-03DE-4911-8D0F-58E41835C612}" sibTransId="{3EECF092-2767-4C7D-BF2F-DF8168A031F4}"/>
    <dgm:cxn modelId="{D6D98996-0F0D-484F-86EA-D8650A5FC0D2}" type="presOf" srcId="{124CCAE2-F69F-4F1C-BEEE-B52DC1FFAF2B}" destId="{616CCA8E-A02C-4394-A911-B9F3B5AA64CE}" srcOrd="0" destOrd="0" presId="urn:microsoft.com/office/officeart/2008/layout/LinedList"/>
    <dgm:cxn modelId="{345BD11E-32AD-454F-8F1A-B77FAFAB8A70}" type="presParOf" srcId="{616CCA8E-A02C-4394-A911-B9F3B5AA64CE}" destId="{710039ED-CBCA-46AD-9F4F-6B19FDE69FF9}" srcOrd="0" destOrd="0" presId="urn:microsoft.com/office/officeart/2008/layout/LinedList"/>
    <dgm:cxn modelId="{EBF01201-5C0D-4099-8DF4-72892C5540FA}" type="presParOf" srcId="{616CCA8E-A02C-4394-A911-B9F3B5AA64CE}" destId="{50BB9458-36FB-460A-9CEE-516F6D26AA5E}" srcOrd="1" destOrd="0" presId="urn:microsoft.com/office/officeart/2008/layout/LinedList"/>
    <dgm:cxn modelId="{12E6B4C6-E754-476E-9261-FCCD39E8EFCC}" type="presParOf" srcId="{50BB9458-36FB-460A-9CEE-516F6D26AA5E}" destId="{AB2B9F22-3E50-4809-B19A-762B60826721}" srcOrd="0" destOrd="0" presId="urn:microsoft.com/office/officeart/2008/layout/LinedList"/>
    <dgm:cxn modelId="{2D0C6515-60D1-43A3-AD46-BA3333F0AA9A}" type="presParOf" srcId="{50BB9458-36FB-460A-9CEE-516F6D26AA5E}" destId="{8A7E990D-D5D9-4894-8B30-63FD1FF7BEDF}"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0497F7-08AB-4002-8563-E85E336911E6}">
      <dsp:nvSpPr>
        <dsp:cNvPr id="0" name=""/>
        <dsp:cNvSpPr/>
      </dsp:nvSpPr>
      <dsp:spPr>
        <a:xfrm>
          <a:off x="0" y="39660"/>
          <a:ext cx="4914138" cy="77501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a:t>In the encoder, the multi-headed attention utilizes a specialized attention mechanism known as self-attention. This approach enables the models to relate each word in the input with other words. </a:t>
          </a:r>
        </a:p>
      </dsp:txBody>
      <dsp:txXfrm>
        <a:off x="37833" y="77493"/>
        <a:ext cx="4838472" cy="699349"/>
      </dsp:txXfrm>
    </dsp:sp>
    <dsp:sp modelId="{4D2E11F2-E84D-46B7-9E13-6A994CAC169C}">
      <dsp:nvSpPr>
        <dsp:cNvPr id="0" name=""/>
        <dsp:cNvSpPr/>
      </dsp:nvSpPr>
      <dsp:spPr>
        <a:xfrm>
          <a:off x="0" y="846355"/>
          <a:ext cx="4914138" cy="77501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a:t>This mechanism allows the encoder to focus on different parts of the input sequence as it processes each token. It computes attention scores based on:</a:t>
          </a:r>
        </a:p>
      </dsp:txBody>
      <dsp:txXfrm>
        <a:off x="37833" y="884188"/>
        <a:ext cx="4838472" cy="699349"/>
      </dsp:txXfrm>
    </dsp:sp>
    <dsp:sp modelId="{7862A736-BCB4-44E1-9BBD-C6C88BC51BE7}">
      <dsp:nvSpPr>
        <dsp:cNvPr id="0" name=""/>
        <dsp:cNvSpPr/>
      </dsp:nvSpPr>
      <dsp:spPr>
        <a:xfrm>
          <a:off x="0" y="1653050"/>
          <a:ext cx="4914138" cy="77501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a:t>A query is a vector that represents a specific word or token from the input sequence in the attention mechanism.</a:t>
          </a:r>
        </a:p>
      </dsp:txBody>
      <dsp:txXfrm>
        <a:off x="37833" y="1690883"/>
        <a:ext cx="4838472" cy="699349"/>
      </dsp:txXfrm>
    </dsp:sp>
    <dsp:sp modelId="{706181E4-17B2-4748-8581-7B49F2B484A9}">
      <dsp:nvSpPr>
        <dsp:cNvPr id="0" name=""/>
        <dsp:cNvSpPr/>
      </dsp:nvSpPr>
      <dsp:spPr>
        <a:xfrm>
          <a:off x="0" y="2459746"/>
          <a:ext cx="4914138" cy="77501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a:t>A key is also a vector in the attention mechanism, corresponding to each word or token in the input sequence.</a:t>
          </a:r>
        </a:p>
      </dsp:txBody>
      <dsp:txXfrm>
        <a:off x="37833" y="2497579"/>
        <a:ext cx="4838472" cy="699349"/>
      </dsp:txXfrm>
    </dsp:sp>
    <dsp:sp modelId="{EBE67629-7E4B-4E24-BB31-23C9EB7319A7}">
      <dsp:nvSpPr>
        <dsp:cNvPr id="0" name=""/>
        <dsp:cNvSpPr/>
      </dsp:nvSpPr>
      <dsp:spPr>
        <a:xfrm>
          <a:off x="0" y="3266441"/>
          <a:ext cx="4914138" cy="77501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a:t>Each value is associated with a key and is used to construct the output of the attention layer. When a query and a key match well, which basically means that they have a high attention score, the corresponding value is emphasized in the output.</a:t>
          </a:r>
        </a:p>
      </dsp:txBody>
      <dsp:txXfrm>
        <a:off x="37833" y="3304274"/>
        <a:ext cx="4838472" cy="69934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0039ED-CBCA-46AD-9F4F-6B19FDE69FF9}">
      <dsp:nvSpPr>
        <dsp:cNvPr id="0" name=""/>
        <dsp:cNvSpPr/>
      </dsp:nvSpPr>
      <dsp:spPr>
        <a:xfrm>
          <a:off x="0" y="0"/>
          <a:ext cx="4771178"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AB2B9F22-3E50-4809-B19A-762B60826721}">
      <dsp:nvSpPr>
        <dsp:cNvPr id="0" name=""/>
        <dsp:cNvSpPr/>
      </dsp:nvSpPr>
      <dsp:spPr>
        <a:xfrm>
          <a:off x="0" y="0"/>
          <a:ext cx="4771178" cy="43889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The final encoder layer produces </a:t>
          </a:r>
          <a:r>
            <a:rPr lang="en-US" sz="1900" b="1" kern="1200" dirty="0"/>
            <a:t>vectors that represent each word in context</a:t>
          </a:r>
          <a:r>
            <a:rPr lang="en-US" sz="1900" kern="1200" dirty="0"/>
            <a:t>, capturing the meaning of the whole sequence.</a:t>
          </a:r>
        </a:p>
        <a:p>
          <a:pPr marL="0" lvl="0" indent="0" algn="l" defTabSz="844550">
            <a:lnSpc>
              <a:spcPct val="90000"/>
            </a:lnSpc>
            <a:spcBef>
              <a:spcPct val="0"/>
            </a:spcBef>
            <a:spcAft>
              <a:spcPct val="35000"/>
            </a:spcAft>
            <a:buNone/>
          </a:pPr>
          <a:r>
            <a:rPr lang="en-US" sz="1900" kern="1200" dirty="0"/>
            <a:t>These vectors are then passed to the </a:t>
          </a:r>
          <a:r>
            <a:rPr lang="en-US" sz="1900" b="1" kern="1200" dirty="0"/>
            <a:t>decoder</a:t>
          </a:r>
          <a:r>
            <a:rPr lang="en-US" sz="1900" kern="1200" dirty="0"/>
            <a:t>, helping it focus on the right words when generating output.</a:t>
          </a:r>
        </a:p>
        <a:p>
          <a:pPr marL="0" lvl="0" indent="0" algn="l" defTabSz="844550">
            <a:lnSpc>
              <a:spcPct val="90000"/>
            </a:lnSpc>
            <a:spcBef>
              <a:spcPct val="0"/>
            </a:spcBef>
            <a:spcAft>
              <a:spcPct val="35000"/>
            </a:spcAft>
            <a:buNone/>
          </a:pPr>
          <a:r>
            <a:rPr lang="en-US" sz="1900" kern="1200" dirty="0"/>
            <a:t>Think of the encoder as a </a:t>
          </a:r>
          <a:r>
            <a:rPr lang="en-US" sz="1900" b="1" kern="1200" dirty="0"/>
            <a:t>tower of layers</a:t>
          </a:r>
          <a:r>
            <a:rPr lang="en-US" sz="1900" kern="1200" dirty="0"/>
            <a:t>:</a:t>
          </a:r>
        </a:p>
        <a:p>
          <a:pPr marL="0" lvl="0" indent="0" algn="l" defTabSz="844550">
            <a:lnSpc>
              <a:spcPct val="90000"/>
            </a:lnSpc>
            <a:spcBef>
              <a:spcPct val="0"/>
            </a:spcBef>
            <a:spcAft>
              <a:spcPct val="35000"/>
            </a:spcAft>
            <a:buFont typeface="Arial" panose="020B0604020202020204" pitchFamily="34" charset="0"/>
            <a:buNone/>
          </a:pPr>
          <a:r>
            <a:rPr lang="en-US" sz="1900" kern="1200" dirty="0"/>
            <a:t>Each layer learns something new about the input</a:t>
          </a:r>
        </a:p>
        <a:p>
          <a:pPr marL="0" lvl="0" indent="0" algn="l" defTabSz="844550">
            <a:lnSpc>
              <a:spcPct val="90000"/>
            </a:lnSpc>
            <a:spcBef>
              <a:spcPct val="0"/>
            </a:spcBef>
            <a:spcAft>
              <a:spcPct val="35000"/>
            </a:spcAft>
            <a:buFont typeface="Arial" panose="020B0604020202020204" pitchFamily="34" charset="0"/>
            <a:buNone/>
          </a:pPr>
          <a:r>
            <a:rPr lang="en-US" sz="1900" kern="1200" dirty="0"/>
            <a:t>Stacking layers gives the model a </a:t>
          </a:r>
          <a:r>
            <a:rPr lang="en-US" sz="1900" b="1" kern="1200" dirty="0"/>
            <a:t>deeper and richer understanding</a:t>
          </a:r>
          <a:endParaRPr lang="en-US" sz="1900" kern="1200" dirty="0"/>
        </a:p>
        <a:p>
          <a:pPr marL="0" lvl="0" indent="0" algn="l" defTabSz="844550">
            <a:lnSpc>
              <a:spcPct val="90000"/>
            </a:lnSpc>
            <a:spcBef>
              <a:spcPct val="0"/>
            </a:spcBef>
            <a:spcAft>
              <a:spcPct val="35000"/>
            </a:spcAft>
            <a:buFont typeface="Arial" panose="020B0604020202020204" pitchFamily="34" charset="0"/>
            <a:buNone/>
          </a:pPr>
          <a:r>
            <a:rPr lang="en-US" sz="1900" kern="1200" dirty="0"/>
            <a:t>This makes the transformer much better at predicting or generating text</a:t>
          </a:r>
        </a:p>
      </dsp:txBody>
      <dsp:txXfrm>
        <a:off x="0" y="0"/>
        <a:ext cx="4771178" cy="438890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1-04T05:36:15.054"/>
    </inkml:context>
    <inkml:brush xml:id="br0">
      <inkml:brushProperty name="width" value="0.05292" units="cm"/>
      <inkml:brushProperty name="height" value="0.05292" units="cm"/>
      <inkml:brushProperty name="color" value="#FF0000"/>
    </inkml:brush>
  </inkml:definitions>
  <inkml:trace contextRef="#ctx0" brushRef="#br0">13429 2888 300 0,'6'-6'132'0,"-2"-3"-88"0,-2 2 45 32,-2-1 16-32,0 2 28 0,0-1-70 0,0 0 10 0,0-2-4 0,0 3-20 0,0 3-13 0,0 2 0 0,0-2 5 0,0 3-6 0,0 0-3 0,0 0-1 0,0 0-1 0,0 0-10 0,0 0-9 0,0 0-7 0,0 0-1 0,7 7 0 0,-1 8 5 0,3 3 8 0,-3 3 6 0,6-3-6 0,-3 1-10 15,1-2 0-15,2-3-2 0,0-1 14 16,1-2-13-16,-1-3-3 0,-1-2 4 15,2-5-5-15,1-1 0 16,5-6 7-16,8-24 14 0,6-17 15 16,9-19-11-16,10-20-8 0,6-9 8 15,3-4 12 1,3 7-22-16,-6 13-13 16,-5 14-3-16,-6 12-17 15,-3 11-32-15,-1 6-35 0,-1 6-78 0,-6 8-120 0,-11 5-252 31</inkml:trace>
  <inkml:trace contextRef="#ctx0" brushRef="#br0" timeOffset="10407.14">19632 1445 998 0,'0'0'55'0,"0"0"-52"0,0 0-2 16,0 0 14-16,0 0 86 15,-48-85 11-15,44 71-50 16,1 1-29-1,0-3-1-15,3 0-26 0,0-7-1 16,0-4-5-16,15-4-3 16,12 0 1-16,5 3-1 15,7 3-1-15,4 5 3 16,-2 5 1-16,-4 0-1 16,-4 6 0-16,-8 6 1 15,-6 3 0-15,-8 0-3 16,-6 7 1-16,-5 13 2 15,0 9 4-15,-8 11 5 0,-13 4-1 0,-1 8 1 16,-4 1 6 0,3 2 6-16,0 7-3 15,4 4-1-15,1 3-10 16,2-1 0-16,7-5 0 16,6-4-6-16,3-6 1 15,10-3-2-15,22-6 2 16,12-6 2-16,8-4 0 15,4-13-3-15,2-7 0 16,-5-9 0-16,-8-5 0 0,-9 0 1 16,-15 0 0-1,-9 0-2-15,-12 0 2 16,0 0 4-16,-24 9 5 16,-17 12-11-16,-9 11-1 0,-7 11 0 15,4 5 1-15,3 4 0 16,9 1 11-16,11 1-3 15,10-2-8-15,14-4 0 16,6-1-1-16,6-2-3 16,23 5 4-16,8 3-1 15,3-3 0-15,2-3-3 16,-11-4 2-16,-10-8-6 16,-12 1 2-16,-9 3 6 15,-10 3 0-15,-26 2 2 16,-15-2-1-16,-16 1 3 15,-12-2-3-15,-14 1-1 16,-15 4-7-16,-10 0-67 16,1-3-5-16,1-6-45 15,6-8-43-15,5-15-153 0</inkml:trace>
  <inkml:trace contextRef="#ctx0" brushRef="#br0" timeOffset="22973.13">16324 4984 345 0,'0'0'403'0,"0"0"-399"31,0 0-4-31,0 0 0 0,0 0 34 0,0 0 77 0,0 0-25 0,-61-11-31 0,60 11-29 0,1 0-8 0,0 0-7 0,0 0-6 15,0 6-4-15,0 4 27 0,0-1-3 16,0-1-16-16,1 2 8 0,14-1-14 0,5 1 22 31,8-3 1-31,3 1-13 16,8-2 8 0,4-3-7-16,7-3-1 0,5 0-8 0,4 0 4 15,7 0 14 1,5 0-12-16,0 0-8 15,-1 0-1-15,-3 0-1 16,-9 1-1-16,-3 0-1 16,2-1 1-16,0 0-2 15,2 0 0-15,-3 0 2 16,-4 0 0-16,-6 0 2 16,-6 0-2-16,-5 0 0 0,-10 0 2 15,-7 0-2-15,-5 0 0 16,-7 0 1-1,-3 0 0-15,-3 0 1 0,0 0 8 16,0 0 1-16,0 0-4 16,2 0-1-16,-2 0 3 15,0 0 8-15,0 0-1 0,0 0-4 16,0 0-2-16,0 0-8 16,0 0 0-1,0 0-2-15,1 0 0 0,-1 0 0 16,0 0-1-16,0 0 1 15,2 0 0-15,-2 0 0 16,2 0 0-16,-2 0-1 16,1 0 1-16,-1 0 0 15,0 0 0-15,0 0 0 16,0 0 0-16,0 0 1 16,0 0-2-16,0 0 2 15,0 0-1-15,0 0 1 16,2 0 0-16,5-1-2 15,0-7 2-15,2-2 0 16,1-2-1-16,-4 2 0 16,-1-1 1-16,-5-1 1 15,0-4 4-15,0-5-6 0,0-3 0 16,-5-2 1 0,-9-9-1-16,-6-5 0 0,-8-6-4 15,-5-1 4-15,-8-3-7 0,-8 6-1 0,-4 0-11 31,-10 3 11-31,-2 6 4 16,-8 4 1-16,-5 8 2 16,-9 8 0-16,-2 9 0 15,-2 6 0-15,2 0-3 16,5 6 0-16,3 11 1 16,5 7 1-16,2 3-5 0,9 6 5 15,6 13 1 1,5 8-3-16,5 20 4 0,1 10 1 15,8 5 0 1,8 1 2-16,16-9 8 0,16-11 9 16,15-13-6-16,33-13-5 0,26-19 2 15,23-13 8 1,23-12-7-16,15-2-7 16,18-23 0-16,5-9-5 15,0-3-81-15,-9 1-116 16,-30 0-314-16</inkml:trace>
  <inkml:trace contextRef="#ctx0" brushRef="#br0" timeOffset="26014.21">3540 5489 296 0,'0'0'70'0,"0"0"-2"0,0 0 54 32,0 0-53-32,0 0 7 15,0 0-4-15,0 0 6 16,0 0-29-16,3-47-28 15,0 46-10-15,3 1-5 16,3 0 7-16,1 0 48 16,4 0-39-16,4 1 8 0,2 13 7 15,0 5-3-15,2 2-14 16,-4 1 6-16,2 0-2 0,-4-5-2 31,-4-3-5-31,3-4-6 16,-6-3-7-16,-2-3-1 15,-2-4 7-15,2 0 0 0,-1-1 1 16,5-23 31-16,3-19 15 16,6-20-30-16,5-19-13 15,8-18-7-15,9-19-1 16,10-15 0-16,9 0 0 16,5 6 2-16,1 17-7 0,-4 28-1 15,-11 22-1 1,-6 18-2-16,-13 18-4 0,-6 13-56 15,-6 12-40 1,1 0-60-16,-4 9-25 16,-12 6-303-16</inkml:trace>
  <inkml:trace contextRef="#ctx0" brushRef="#br0" timeOffset="37081.58">9903 6098 498 0,'0'0'74'0,"0"0"-64"16,0 0-5-16,0 0 17 0,15-81 31 15,-12 58 1-15,2-3 27 16,5-1-44 0,0-4 27-16,8 1-52 0,0 2-9 0,3 2 1 15,3 5-3 1,-2 2 2-16,1 5-3 15,-1 1 0-15,2 1-1 0,0 4 1 16,4-2 0 0,2 3 7-16,0 0-6 0,0-1 9 15,1 4-1 1,0-1-3-16,4 2 23 16,1 0-5-16,1 3-14 15,-2 0 8-15,3 0-8 16,-2 1-4-16,-5 13-4 15,-3 5 15-15,-4 1-15 16,0 4 11-16,-1 1 10 16,3-1-14-16,1-1 1 0,3 5 2 15,1-1-6-15,4 4-2 16,2 0 9-16,6-2-8 16,-1 0 0-16,6-3-2 15,0-3 1-15,2-3 2 16,2-6-1-16,1-8-4 15,3-5 7-15,-2-1-6 16,3 0-2-16,-2-11 4 0,-4-3-2 16,-1-2-2-1,-3 0 0-15,-1-3 4 16,-3-5-4-16,0-3 0 16,-1-4 0-16,-3 2 1 0,-6-1-1 15,-2 1 1-15,-8 3-1 16,-6 2 0-16,-3-1 3 15,-1 6-3-15,-5 4 0 16,-2 2 0-16,-2 4 1 0,1 2-1 16,-5 3 0-1,1 4 1-15,1 0-1 16,-2 0 0-16,1 0-4 0,2 0 1 16,0 0 0-16,3 3-4 15,2 7 7 1,1 3-1-16,2 2-1 15,3 3 2-15,2 1 0 0,2 1 0 16,5 4 0-16,2-1 0 16,3 4 1-1,3-3-1-15,2 2 0 0,0-4 0 16,2-4 1-16,2-1-1 16,0-4 3-16,3-4-3 15,1-1 1-15,-1 0 1 16,2 1-2-16,0-1 0 15,-2-1-3-15,3 2 3 16,-4-2 4-16,1 1-4 16,0-6 0-16,-1 4-2 15,-3 0 4-15,-2 0-2 16,2-3 0-16,1-3 0 0,4 0 0 16,2 0 0-16,3-1-1 15,1-9 0 1,-1-1 0-16,-3-2 0 0,2-2-3 15,-2 1 3-15,3-1 1 0,4-3 0 16,3-2 0 0,4-2 0-16,1 3 0 15,-4 2 0-15,0 5-1 16,-5 3 1-16,0 3 0 16,-1 2-2-16,1-2 2 0,3 2 0 0,2-2 2 15,1 2-2 1,-1 1 2-16,6-5-2 15,2 4 0-15,7 2 0 16,4 2 1 0,0 0-1-16,1 0 0 0,-5 10-1 15,-3 2-2-15,-2 5 3 16,2 0-1-16,1-2 2 16,-3 0-1-1,-5 2 0-15,-6 2 0 0,-7 5 0 16,-9-2-3-16,-4 2 3 15,-4 2 0-15,-3-2 3 0,-2-1-2 0,-3 1 2 32,-1-4 1-32,-3-1 0 0,-3 2-3 15,-2-2-1 1,-2 3 0-16,-2 2 2 0,-5 1-4 16,-2 2 1-1,-1 0-102-15,0-7-208 0</inkml:trace>
  <inkml:trace contextRef="#ctx0" brushRef="#br0" timeOffset="41473.73">19875 6684 448 0,'0'0'117'0,"0"0"0"16,0 0-10-16,0 0-6 16,0 0 13-16,0 0-40 0,0 0 0 15,0 0 6 1,0-18-7-16,0 18-17 15,0-2-13-15,-3-1-20 0,0 2-12 16,-1 1-5 0,-1 0-6-1,-2 0 2-15,-5 0-2 16,0 1 0-16,-6 10-1 0,0 3 0 16,-3 3 1-16,-1-1 3 15,1 3 3 1,0 2 1-16,0-1 4 0,2 4-7 15,-1 2 6-15,1 4 11 16,3 1-14-16,2 3 0 16,4 3-1-16,5 2-4 0,4 3 0 15,1 5-2-15,0-2 2 16,6-2 0 0,4-7-1-16,5-9-1 0,0-7 0 15,4-5 0-15,2-5 0 16,2-4 1-16,2-3-1 15,3-3 3-15,2 0-1 16,0-9 1-16,1-10-1 16,-2-3-1-16,-5 0-1 0,-2-3-2 15,-6 2-11 1,-1-1-3-16,-4-2 9 16,-5 6 2-16,-2 4 2 15,-1 2 3-15,-3 7 2 0,2 3-2 16,-2 4 3-1,0 0-1-15,0 0-1 16,0 0-1-16,0 0-6 0,5 0-10 16,3 4-3-1,3 10 19-15,3 2 0 0,0 0 0 16,4-1 1 0,-2-1 2-16,4 0-3 0,-2-3 1 15,2-1 2-15,0-6-3 16,-5 0 1-16,-1-3 2 15,-4-1-2-15,-1 0 0 16,-2 0-1-16,0-4 2 16,-1-11 8-16,0-6-7 15,-1-5 1-15,-2-5-4 16,-3-3 0-16,0 1-1 16,0-3-1-16,-14 1-10 15,-5 1 3-15,1 5 6 16,-1 6 2-16,0 6-1 0,-1 7 4 15,1 6 10-15,-1 2-12 16,-1 2 9-16,1 0-6 16,-3 4 0-16,4 9-3 0,-1 1 1 15,7 3 4 1,1 1 0-16,8 2-5 16,4 1 1-16,0-1 1 0,0-1-2 15,8-5 1-15,4-4-1 16,3-3 0-1,3-5-1-15,3-2 1 16,0 0 0-16,4-4 1 0,1-12 1 16,0-4-2-16,3-6 0 15,1-2-3-15,-2 1-2 16,-1 3 0-16,-6 7-2 16,-3 6-7-16,-6 4 8 15,1 3 3-15,-1 4 1 16,2 0-5-16,3 7 2 15,1 12 5-15,-4 3 0 16,0 1 2-16,-5 1 0 16,-1-2-1-16,-2-5-1 0,-3-4 1 0,-1-5-1 31,-1-2 0-31,-1-3 1 0,0-3-1 0,3 0 1 16,-3 0 9-1,1-12 7-15,5-10-15 16,2-7-2-16,2-5-1 15,4 3-11-15,1 2-2 16,1 5-1-16,-2 6 13 16,2 6-2-16,-7 4 3 15,1 6-1-15,1 2-4 16,-1 0-3-16,5 3 5 16,-2 10 4-16,5 4-1 15,-4 2 1-15,2-3 1 16,-1-1-1-16,0 2 0 15,0-3 0-15,0-6 0 0,-5 2 0 16,-1-6 0-16,-3-1 0 16,0-3 0-16,0 0 2 15,2-6 4-15,1-15 4 16,1-6-8-16,-4-6 0 16,0-5 0-16,-5-4 1 15,-1-5-3-15,0-5 0 0,0-6-7 16,-9-5-11-1,-4 2 15-15,0 3 1 16,2 11 2-16,2 8 0 16,3 11 0-16,2 11 0 15,1 6 5-15,3 9 5 16,-2 0 2-16,2 2-3 16,0 0-9-16,0 0-7 0,0 7-11 15,0 13 7 1,0 6 11-16,0 5 1 0,0 3-1 15,6 1 0-15,0 2 0 16,2 2 6-16,4 1-2 16,0 2 2-16,4 1 4 15,-3-1 5-15,4-7-2 16,-1-4-6-16,1-9-6 16,-1-9 0-16,2-3-1 15,0-7 3-15,3-3 4 16,0 0 1-16,0-7-2 15,1-11-3-15,-1-5 0 16,-5-4 0-16,-1-4 0 16,-6-1-2-16,-3 0-1 0,-4 2 0 15,-2 5-2-15,0 11 2 16,0 3 0-16,-5 7 4 16,-1 2 18-16,0 2 1 15,-3 0-3-15,-3 5-10 0,0 13-10 16,5 5-4-1,1 5 3-15,6 4-1 16,0 4 0-16,0 1 2 16,10-4 1-16,4-3-1 0,4-5 0 15,0-7 0 1,4-5 0-16,0-6 0 0,-4-5 1 16,2-2-1-1,-7 0 3-15,2-9-2 16,-1-14-2-16,0-3 0 15,0-6-13-15,-1-2 3 0,1-1 2 16,0 4-10-16,0 4-10 16,2 7 13-16,2 6 12 15,0 6-3-15,-1 8 6 0,3 0-3 16,-2 2 0 0,-3 19 2-16,-4 6 1 15,-6 6 1-15,-5 1 2 0,0-1 0 16,0-7-1-16,0-8 1 15,-4-5-2 1,3-9-2-16,-1-2 2 0,2-2 4 16,0 0 1-16,0-13 11 15,0-10-16-15,10-8 0 16,1-4-7-16,1-1 3 0,3-1-18 0,-3 3 5 31,1 3 1-31,-5 5 13 16,-5 6 0-16,-2 3 3 15,-1 7 0-15,0 1 4 16,0 5-3-16,0 2 2 16,-3 2 17-16,0 0-10 15,-1 12-10-15,1 10-3 16,1 3 3-16,2 3 5 0,0-3-2 16,0-2 1-16,9-3-2 15,5-2 1 1,2-7 0-16,2-4-1 0,0-6 0 15,1-1 4-15,-1-1 0 16,3-19 1-16,0-6-3 0,-3-4-2 16,-2-3 1-16,-5-4-3 15,-4-2 3-15,-5-4 0 0,-2-4-2 32,0-4-2-32,0-3 1 0,-6 1-2 15,-3-1 0 1,0 9-2-16,2 8 4 15,2 13 0-15,3 11 0 16,2 9 5-16,0 4 30 16,0 0-30-16,0 0-5 0,0 13-14 15,0 10 10-15,2 8 4 16,6 2 0-16,2 3 1 16,-1 3 5-16,1 3 10 15,1 1 6-15,-1 0 3 16,-1-2-10-16,4-4 2 15,0-7-8-15,1-6-1 0,0-9-7 16,2-5 2 0,-1-7 1-16,1-3 3 0,1 0 1 15,4-11-2 1,-3-10 1-16,0-3-7 0,-8-5-14 16,-7-1-63-1,-3-2-19-15,-1-3-91 0,-22 1-127 16,-10 2-312-1</inkml:trace>
  <inkml:trace contextRef="#ctx0" brushRef="#br0" timeOffset="41629.74">21610 6238 992 0,'0'0'228'0,"0"0"-215"16,0 0-7-16,0 0 140 15,0 0-90-15,84-96-46 16,-60 67-10-16,-8-2 0 15,-10 2-72-15,-6 7-149 0,-18 4-385 16</inkml:trace>
  <inkml:trace contextRef="#ctx0" brushRef="#br0" timeOffset="41828.08">20399 6597 1229 0,'0'0'0'15,"34"-80"5"-15,22 24-5 0,18-8 38 16,15-5-36-16,11-2-2 16,4 5-24-16,-10 6-155 15,-19 8-378-15</inkml:trace>
  <inkml:trace contextRef="#ctx0" brushRef="#br0" timeOffset="44240.71">22834 5905 940 0,'0'0'183'0,"0"0"-181"0,0 0 12 16,0 0 86-16,0 0-40 15,0 0-52-15,-3 0-8 0,19-13 0 16,8-7 0 0,4-4 4-16,3-2-3 15,-1-1 2-15,3 4 1 16,-1-1 0-16,-7 6-2 15,-1 5-2-15,-9 3 0 0,-6 6-2 16,-6 1 0 0,-2 3 1-16,-1 0 0 0,0 5-2 15,3 13 3-15,2 11 18 16,-1 1 17-16,1 4-5 16,1-2 5-16,3-2-29 15,2-7 4-15,4-4-4 16,2-10-6-16,-2-4 1 15,1-5 0-15,-1 0 2 16,3-17 2-16,0-9-3 16,1-4 2-16,-2-3-4 15,-4-3-2-15,-4 1-5 16,-3 6-1-16,-1 4 0 16,-1 7 3-16,-3 10 4 15,1 4 1-15,-2 4 0 16,0 0 0-16,3 0-4 0,3 8-10 15,3 8 14 1,6 2 6-16,-2 2-2 0,4-2-4 0,1-3 2 16,1-1-1-1,0-4-2 1,-1-4 1-16,0-5 0 0,-1-1 2 0,-1 0 1 31,1-14 4-31,2-10-2 0,-4-5 1 16,1-6-2-16,-4-3-3 0,-3-5-2 15,-5 0 3 1,-4-2-2-16,0 3 0 0,-10 5-2 0,-6 8 1 31,-4 9 1-31,1 10 1 0,-4 9 6 16,-2 1-6 0,-2 3 10-16,1 14-4 0,4 2-2 15,8-2 3-15,8-1-6 16,6-2-4-16,0-3-6 15,10 1 5-15,16-3 3 0,8-3-1 16,7-2 0 0,6 2 1-16,-1-1 1 15,-6 5-1-15,-5 5 0 0,-10 3 0 16,-6 2 0-16,-10 0 0 0,-4 3-1 16,-5-7 1-1,0-5 0-15,0-2 0 16,0-8-1-16,0 1 1 0,0-2 0 31,0 0 0-31,1-20 0 0,5-9-18 16,6-9 1-16,-1-4 15 15,-4-6-10-15,-2 1-5 16,-5 1-2-16,0 3 7 16,0 6 0-16,0 10 11 0,-5 7 1 0,-1 5 2 31,2 10 20-31,-1 2-3 15,2 2 1-15,3 1 1 16,0 0-21-16,0 18-14 16,0 8 8-16,11 4 6 0,2 3 0 15,5-2 0-15,0 1 1 0,-3-3-1 32,1-4 0-32,-4-6 3 0,-1-7-3 15,2-5 0-15,-4-7 0 16,2 0 0-16,2-7 1 15,-3-14 0-15,3-6-1 16,0-5-9-16,-3-3-4 16,2 2-2-16,-3 5 6 15,-1 6 3-15,-2 9 0 16,1 6 4-16,0 7 0 0,1 0-4 16,1 0 3-1,1 12 3-15,-4 3 2 16,0 0 4-16,-1-3-5 15,-2-2-2-15,2-4 2 0,-2-4-1 16,0-2 0-16,2 0-1 16,3 0-4-16,-1-16-9 15,5-6-39-15,-2 2-6 16,-2 1 27-16,1 8 24 16,-6 5 8-16,0 5 6 15,-2 1 13-15,2 0-3 16,3 0-8-16,4 0 18 15,2 0-16-15,4-2-5 16,0-6 4-16,3-5-2 16,2-2-6-16,0-2 1 15,-4 0-2-15,-6 1-1 0,-6-1-1 16,-4 2-6 0,-1 4-3-16,0 1 11 0,0 2 1 15,0 6 8-15,0-2 37 16,0 4-1-16,0 0-35 15,0 0-10-15,0 3-11 16,8 12 8-16,2 8 3 16,2 6 0-16,-1 10 1 0,3 5 0 15,0 6-2 1,2 1-1-16,-1 1 2 16,2-4 0-16,-2-3 0 15,-1-1-1-15,-1-5 1 16,-2-2 1-16,-2-3-1 15,-4-1 0-15,-4-4 0 16,-1-2 2-16,0-5 6 0,-3-6 10 16,-6-6 9-16,-4-7 10 15,-2-3-8-15,-6 0 5 16,-1 0-22-16,1-5 13 16,-3-6-9-16,2-3-11 0,-4-4-5 15,4-3-16 1,-4-4-92-16,-2-4-67 15,-2-6-187-15</inkml:trace>
  <inkml:trace contextRef="#ctx0" brushRef="#br0" timeOffset="44511.86">23548 4864 1194 0,'0'0'47'0,"0"0"-45"0,0 0 17 16,0 0 15-16,0 0-2 0,0 0-32 15,-19-28-1-15,19 28-111 16,11 0-76-1,5 0-216-15</inkml:trace>
  <inkml:trace contextRef="#ctx0" brushRef="#br0" timeOffset="46918.15">25573 4732 827 0,'0'0'91'0,"0"0"-70"16,0 0 84-16,0 0-12 0,0 0-38 15,0 0-22-15,-7-44-19 16,0 29-10-16,0 2 6 16,-6 0-3-16,1 1-1 15,-5 4 2 1,1 4 7-16,-3 4 6 0,-4 0 7 15,2 13-3 1,-1 11 18-16,3 6 5 0,7 4 1 16,4 1-9-1,6-3-21-15,2-1 0 0,0-9-19 0,10-3 9 16,2-9-8 0,4-6-1-16,3-4 2 15,4-2 0-15,1-14 2 16,-1-9-4-16,0-5-5 15,-10 1-4-15,-4 1-1 0,-4-1-5 16,-5 7 4 0,0 5 5-16,0 4-14 15,0 8 15-15,0 4 4 16,0 1 1-16,0 0-6 16,5 5-16-16,6 9 21 15,3 2 1-15,2-1 0 16,5-1 0-16,-5-4-1 0,5-3 1 15,0-6 0 1,-2-1 0-16,2 0 0 16,-4-4 3-16,-1-14-1 0,-2-7 1 15,-3-11-1-15,-5-7 3 16,-4-10-3-16,-2-7-1 16,0-5-1-16,-12-5 0 15,-9 0 0-15,-3 2-6 16,0 8-4-16,6 10 8 15,2 14-4-15,7 13 5 16,1 12 1-16,4 6 0 0,1 5 0 16,3 0 0-16,0 20-23 15,0 18 6-15,4 15 17 16,10 6 1-16,2 3 5 16,4 2-3-1,1-7 3-15,4-2 7 0,3-11-8 16,1-10-2-16,2-11-1 15,-1-10-1-15,-1-11 1 16,0-2-1-16,1-9 6 0,0-16-2 16,-2-6-2-1,-4-6-2-15,-6-2 1 16,-9-5 1-16,-8-1 0 16,-1-6-2-16,-3-7-1 0,-16-5 0 15,-5-3-21 1,-1-3 7-16,-2 8-8 15,3 6 17-15,5 15 4 0,7 15 0 16,6 11 1 0,3 8 2-16,3 6 8 0,0 1-10 15,0 20-18-15,15 15 18 16,10 10 1-16,5 7 5 16,1 4 14-16,-1 5 8 15,1 1-3-15,-1-4-9 16,1-6-12-16,-2-6-2 15,1-9-2-15,-2-9 2 16,-1-8-2-16,-1-11-3 16,0-9-39-16,3-1-62 15,0-11-97-15,-2-14-136 0,-3-7-423 16</inkml:trace>
  <inkml:trace contextRef="#ctx0" brushRef="#br0" timeOffset="47203.5">26504 3663 729 0,'0'0'531'0,"0"0"-520"0,0 0-7 16,0 0 63-16,0 0-34 15,0 0 6-15,43 117 101 16,-25-54-92-16,-1-2 19 15,-1 0-5-15,-3-2-41 16,1-6-16-16,-2-4-3 16,-3-8-2-16,-3-5-6 15,-1-7-47-15,-5-9-106 16,0-8-80-16,-10-8-76 0,-11-4-373 16</inkml:trace>
  <inkml:trace contextRef="#ctx0" brushRef="#br0" timeOffset="47370.76">26475 4098 1136 0,'0'0'99'0,"0"0"-93"15,0 0-6-15,81-95 48 16,-41 65-25-16,2-1-18 16,-3 2-5-16,-6 0-7 15,-6-2-66-15,-7-5-58 16,-9-5-145-16,-8-10-133 15</inkml:trace>
  <inkml:trace contextRef="#ctx0" brushRef="#br0" timeOffset="47913.92">26726 3413 819 0,'0'0'120'0,"0"0"-97"16,0 0 141-16,0 0-55 0,0 0-93 15,0 0-14 1,-10 60 32-1,20-13 45-15,1 9-4 0,2 3 7 16,1 4-62 0,-2 2-7-16,-1-5-3 0,-2-5-6 0,-1-16 1 15,1-10-4-15,-2-9-1 16,-1-7 0 0,-1-7-2-16,-1-6-12 15,3-1-28-15,4-24 26 16,1-11-56-16,0-8-12 15,-5-1 24-15,-1 3 33 16,-3 7 18-16,2 9 6 16,1 12 3-16,0 10 7 0,0 4 20 0,1 0-10 15,5 12 44-15,2 4-16 0,3 0-19 32,0-6-14-32,5-4 15 15,3-6-12-15,4 0-5 16,1-11-1-16,-1-14-5 15,-3-8 2-15,-4 0-4 16,-5 1 0-16,-10 4 1 16,-4 4 1-16,-3 5-2 15,0 8-2-15,-1 6 13 16,-10 5 7-16,-2 5 13 16,1 17-18-16,3 10 12 15,6 3 5-15,3 1 16 0,0-4-30 16,6-4-14-1,10-7 1-15,5-4-4 16,3-3-1-16,-1-5 0 0,0-6 0 16,3-3-70-1,0 0-65-15,1-15-84 0,2-5-149 16,-8-6-441-16</inkml:trace>
  <inkml:trace contextRef="#ctx0" brushRef="#br0" timeOffset="49850.68">27968 3069 748 0,'0'0'429'0,"0"0"-419"0,0 0 64 16,0 0 40-16,0 0-63 15,-80 73 20-15,64-15-6 16,5 1-12-16,8-4-13 16,3-5-16-16,0-7-14 15,16-10-8-15,3-7-1 16,2-11 0-16,3-11 0 0,1-4-1 16,3-7-15-1,4-17-13-15,-3-6-22 16,0-5-7-16,-5 3 13 0,-11 1 29 15,-4 7-18-15,-6 10 29 0,-3 5 4 16,0 6 11 0,0 3 37-16,0 3-36 15,0 16-11-15,6 3 4 16,3 2-4-16,5-5 1 16,3-5-1-16,3-3 0 15,-1-5-1-15,0-4 2 0,0-2 3 0,0 0-3 31,-3-4 4-31,-1-13-1 16,-1-7 3-16,-4-7-2 16,-2-4-5-16,-5-4 2 0,-3-5-3 15,0-1 0-15,-11-4-5 16,-8 4-26-16,-3 7 16 16,0 13 8-16,-3 13 7 15,0 12 5-15,-4 0 5 16,-2 17 9-16,0 9 2 15,5 2 1-15,11-1-4 16,8-6-16-16,7-5-2 16,0-1-1-16,0-4 1 15,12-5 0-15,12-3-1 16,4-3 0-16,6-3 0 16,7-17-17-16,-5-4-19 0,0-3-14 15,-5 2-1-15,-1 3 23 16,-2 4 16-16,-1 4 11 0,0 9 2 0,-1 5 3 31,-2 0 4-31,-4 11 35 16,-4 5-29-1,-5 5-9-15,-4-5 8 0,-1-1-2 0,-5-4-6 16,1-5-1 0,-2-1-3-16,0-5 1 15,0 0 1-15,0 0 8 16,0-7 1-16,0-13-11 15,4-3-21-15,2-5-25 16,0-1 24-16,3-1 7 16,-1 7 4-16,-2 5 11 0,1 8-1 15,2 5-1 1,0 5-1-16,0 0 1 0,4 0 2 16,1 6 0-16,0 5 0 15,2 3-2-15,1-5 2 16,-1 0 1-16,1-4-1 15,-3-5 0-15,-2 0 2 16,-2 0 2-16,-1-9-1 16,0-8 4-16,-2-5-4 15,-2-8 0-15,-4-4-2 16,-1-8 1-16,0-9-1 16,0-10 0-16,-1-7-1 15,-5-1-1-15,-3 2 1 16,2 2-1-16,-1 8 1 15,1 11 0-15,-2 12 0 0,3 14 1 16,1 12 11 0,2 6 3-16,2 2 8 0,-2 3-23 0,0 20-8 15,1 11 8 1,2 5 2-16,0 8 4 16,6 2 5-16,8 3 8 15,4 2 10-15,0-5-14 16,3-7 0-16,1-7-4 15,-1-12-1-15,1-6-7 16,1-8 4-16,-3-5-1 16,0-4-5-16,2 0 4 15,0-19 5-15,-3-4-9 16,-5-6-1-16,-6-5-4 0,-8 6-13 16,0 3-10-16,-3 8 7 0,-13 10 15 15,-1 7 1 1,-1 3 4-16,5 21 0 15,1 5 11-15,6 2 6 16,6 1 1-16,0-8-10 16,0-6-8-16,13-4-1 15,2-7 1-15,7-7 2 16,2 0 0-16,2-2-2 0,1-17-1 0,1-4-23 31,-3 1-9-31,1 2 16 16,-7 4 11-16,-2 6 6 15,-7 3-1-15,-3 7 3 16,-2 0 1-16,-2 0 0 0,1 0 2 16,2 0 0-16,2 0-4 0,1 0-1 15,-2 0 3 1,2 0 1-16,0-8-3 16,-2-4-1-16,0 0-3 15,-4 2-3-15,-2 2 6 16,1 6 0-16,-1-2 0 15,-1 4 0-15,2 0 0 16,-2 0 0-16,4 0 0 16,6-4 1-16,2 0-1 0,9-5 6 15,1-4-1-15,1 1-4 0,1-5 1 32,-3-6 0-32,-5-7 4 15,-3-4-6-15,-6-11 2 0,-7-3-1 16,0-8-1-16,-4-3 0 15,-12 6-11-15,4 10 1 16,-1 11 10-16,7 15 1 16,4 8 4-16,1 8 15 15,1 1 19-15,0 4-39 16,0 18 5-16,0 5-5 16,1 6 7-16,16-1-4 15,-2-1-3-15,2 2 2 0,5-1 6 16,1 2 5-1,3-1 11-15,2-1 12 0,-1-2-11 16,1-3 7 0,-1-5-9-16,-3-5-8 0,-5-6-12 15,-8-4-2-15,-2-2 0 16,-8-4-1-16,-1-1-1 16,0 0-6-16,0 0-52 15,-1 0-61-15,-16 0-40 16,-5 0-146-16,-8 0-512 15</inkml:trace>
  <inkml:trace contextRef="#ctx0" brushRef="#br0" timeOffset="50137.58">28656 2485 582 0,'0'0'511'0,"0"0"-510"16,0 0-1-16,96-77 92 0,-52 58-17 15,6-3-42-15,3 1-31 16,0 2-2-16,-2-1-2 15,-5 1-142-15,-6 0-370 16</inkml:trace>
  <inkml:trace contextRef="#ctx0" brushRef="#br0" timeOffset="50401.35">29713 2096 1231 0,'0'0'47'0,"0"0"-47"0,0 0 80 0,0 0-7 16,0 0-67-1,0 0-6-15,27 68 20 16,12-34 15-16,3 0-24 15,-1-2 0-15,-8-2-4 16,-8-5-5-16,-10-9-4 16,-7-6-88-16,-6-9-146 0,-2-1-249 15</inkml:trace>
  <inkml:trace contextRef="#ctx0" brushRef="#br0" timeOffset="50553.67">29923 2157 109 0,'0'0'1113'0,"0"0"-1074"16,0 0 58-16,-66 103 135 0,27-36-65 16,-6 8-97-16,-3 13-32 15,0 4-30 1,-2 7-8-16,-6-1-178 16,-6-7-292-16</inkml:trace>
  <inkml:trace contextRef="#ctx0" brushRef="#br0" timeOffset="51163.85">25075 6021 672 0,'0'0'86'0,"0"0"-84"16,0 0 99-16,-54-87 53 15,45 64-39-15,3 4-36 0,3 5 14 16,0 6 20-16,1 4-16 16,1 4-18-16,-2 0-8 15,-3 19-45-15,3 21-6 16,2 15 38-16,1 7-14 16,0 3-10-1,13-3-5-15,2 0-9 16,3-1-9-16,-2-2-5 15,1-3-6-15,-2-6 2 0,-2-8-2 16,-6-7-5-16,-2-12-70 16,-5-6-65-16,0-6-49 15,-6-4-76-15,-18-5-54 16</inkml:trace>
  <inkml:trace contextRef="#ctx0" brushRef="#br0" timeOffset="51324.49">24833 6529 1239 0,'0'0'41'0,"0"0"-33"0,76-87-8 16,-36 49 45-1,2 0-17-15,1 0-28 16,-4 4-3-16,-3 7-156 16,-5 4-197-16,-5 7-487 15</inkml:trace>
  <inkml:trace contextRef="#ctx0" brushRef="#br0" timeOffset="52510.79">25306 6224 1013 0,'0'0'30'0,"0"0"-5"0,0 0 14 16,0 0 65 0,49-73-28-16,-36 40-35 15,-5-1-17-15,-8-3-11 16,0 7 1-16,-9 3-7 15,-16 9 5-15,-7 7 8 16,-4 11-5-16,2 0 28 16,6 2-7-16,7 5 16 15,15-4-21-15,4-3-23 0,2 0-8 16,6-1-10-16,21-17-1 16,11-7 9-16,7-6-10 15,-2 0-24-15,-6 5 0 16,-6 6 30-1,-7 8 6-15,-7 9 1 0,-3 3 0 16,-3 11 10-16,-1 14 22 16,-2 5 30-16,-2-2-33 15,3-5-7-15,4-1-5 0,4-11-16 16,5-7 0 0,5-4 1-16,4-4-3 15,4-17 0-15,-3-7-31 16,-3-1-17-16,-4-4 13 0,-10 3-5 15,-3 6-3 1,-8 7 23-16,-2 7 11 16,-2 6 9-16,0 4 13 0,1 1 6 15,5 17-16 1,3 7 18-16,5 2 12 0,2-5-7 0,5-3-11 31,1-3-9-31,2-4 2 0,-1-7-2 16,1-5-4-16,-1 0-1 15,0-2 5-15,-5-13-1 16,-2-6 0-16,-9-4-3 16,-3-3 2-16,-4-11-4 15,0-2 0-15,-18-8-11 16,-5 0-8-16,-7 1 3 16,0 10-10-16,1 8 15 15,2 17 11-15,-1 13 3 16,-2 0 5-16,1 21-2 0,1 8 13 15,10 2-5 1,8-3-4-16,8-5 0 0,2-6-10 16,3-6-2-16,12-3-1 15,5-5 3-15,6-3 3 16,4-1-1-16,5-17 1 16,3-5-3-16,-1-2 0 15,2 2-5-15,-1 2 4 16,-1 8-4-16,-6 4 4 15,-7 9 0-15,0 0 1 16,-6 6 1-16,-3 10 4 16,-3 3-1-16,-3-3-3 15,-3-5 0-15,-2-4-1 0,-1-1 0 16,-3-4 0-16,2-1 0 16,-2-1 3-16,3 0-6 15,4-10-3-15,2-12-4 16,5-8-27-16,0-2 12 15,1 4 4-15,2 5-7 16,-1 4 21-16,4 8 5 16,-3 8 1-16,0 3 0 15,-1 4 1-15,-1 13 4 0,-2 3 8 16,-2-1-1 0,-3-2-1-16,-2-4-5 0,-2-3 5 15,-1-4-9 1,-3-4-1-16,0-2 1 0,1 0 4 15,1 0 8-15,1-19 8 16,4-7-21-16,4-3-3 0,2-1 3 16,1 4 0-1,3 6 0-15,2 6 0 0,0 5 5 0,0 9 32 32,-1 0 6-32,1 23-7 15,-2 6 38-15,1 4-31 16,-3 0-24-16,-2-2-13 15,-1-2-3-15,3-5-3 16,-4-8-40-16,2-3-111 16,-1-11-102-16,0-2-279 0</inkml:trace>
  <inkml:trace contextRef="#ctx0" brushRef="#br0" timeOffset="53421.38">27268 5184 997 0,'0'0'41'0,"0"0"-41"16,0 0 88-16,70-98-24 0,-63 71-19 15,-4 0-24 1,-3 5-17-16,0 5 1 0,-1 8 1 15,-11 4 14 1,-4 5 14-16,2 0 13 16,-2 13-5-16,2 17 12 15,2 5 7-15,5 6-22 0,5 0-9 0,2-2-6 0,0-3-9 32,16-7-6-32,4-5-3 15,2-7 1 1,4-9-1-16,1-4-2 15,-2-4 3-15,1 0-2 16,-1-15-1-16,-3-5-3 0,-2-5 1 16,-2 0 1-1,-6-2-3-15,-1-3 0 16,-2 1 0-16,0-1 2 0,3 2-2 16,-1 0-1-16,2 4-6 15,4 2 1-15,-1 8-3 0,-1 5 4 16,1 5-3-1,-1 4 0-15,-3 0 5 0,1 10 3 0,-3 6-1 0,-3 5-2 32,3 5 3-17,-1-1 2-15,2 0 8 0,-1 0-5 16,1-7 2-16,-2-4 0 16,-1-3-4-1,-3-5 1-15,-4-3 0 16,1-1-4-16,-2-2 3 0,0 0 3 15,0 0 6 1,0 0 8-16,0-7 19 0,0-6-35 16,0-1-4-16,0-4 0 15,0-1-1-15,0-2 0 16,0-2 0-16,0-2-4 16,0 0 3-16,0-1-5 15,0-3-11-15,0 1-1 16,6 3 5-16,5 3 3 15,0 4 3-15,1 3 7 16,2 3 1-16,-2 6 0 16,0 2 0-16,-1 4 0 0,2 0 2 15,1 16 3 1,0 9 17-16,1 2 8 0,-2 4-15 0,-2-1 11 16,2-1 0-1,-2-2-6-15,2-1-10 0,-1-3-7 16,-2-2 8-1,2-6-7-15,-6-4-2 16,-1-1-2-16,-2-5-14 16,-3-4-61-16,1 0-62 0,1-1-64 15,1 0-19 1,-2-13-161-16</inkml:trace>
  <inkml:trace contextRef="#ctx0" brushRef="#br0" timeOffset="53974.22">28264 4629 862 0,'0'0'258'0,"0"0"-215"0,0 0 133 0,0 0-21 15,0 0-82 1,-98 47-9-16,77-9 7 15,10 2-31-15,7-2-10 16,4-2-19-16,6-5 0 16,12-9-6-16,7-6-5 15,7-12 0-15,4-4 0 0,5-4 0 16,-1-20 0-16,-2-4-13 16,-2-1-20-16,-3-2 27 0,-5 3 0 15,-6 0-1 1,-10 5 6-16,-5 3 1 15,-7 9 1-15,0 3 2 16,0 7 2-16,0 1 10 0,0 4-4 16,0 16-7-1,0 7-4-15,0 3 5 16,8-4 6-16,9-2-5 0,5-10-4 16,2-3 1-1,2-11-2-15,4 0 2 0,2-12-1 16,-1-13 5-1,-3-3-4-15,-8-3-1 16,-8 0 2-16,-11 1-1 0,-1 0 4 16,-13 5 2-1,-14 1-4-15,-6 11 2 0,-6 7 7 16,2 6-6-16,6 0-7 16,4 5-1-16,9 7-6 15,9-4-47-15,6 2-75 16,3-5-90-16,0-3-82 15,14-2-115-15</inkml:trace>
  <inkml:trace contextRef="#ctx0" brushRef="#br0" timeOffset="54647.64">28839 3985 1216 0,'0'0'171'0,"0"0"-171"15,0 0 32-15,0 0 55 0,0 0-67 16,0 0 37 0,41 107 36-16,-27-45-56 0,-1 3 28 15,1 2-35 1,1-5 4-16,-2-5-11 0,2-9-16 16,0-10-3-1,0-9 1-15,-3-13-5 0,-5-7 4 0,-2-7-4 16,-4-2 0-1,-1 0 0-15,0-19 1 16,0-3-1-16,-6-6-31 16,-9 7 23-16,-2 7 5 15,-4 9-6-15,0 5 0 0,-2 1 2 16,1 21 7 0,4 5 15-16,5 5-1 15,8-1-8-15,5-6-2 16,0-4-2-16,16-5-2 15,7-7 0-15,7-9 4 0,4 0-2 16,6-12-1-16,1-12-1 0,-1-8-3 16,-4-1-14-1,-5-2 9 1,-5 2 4-16,-7 1 3 0,-9 6-1 16,-1 9 2-16,-7 6-1 15,-2 5 1-15,0 6 12 16,0 0 16-16,0 6-20 15,0 13-5-15,-3 10 3 16,-1 3-2-16,4-5-3 16,0 3 0-16,11 1-1 15,6 0 2-15,2 1-2 16,2-1 1-16,0-1 0 0,4-7 11 16,7-7 4-1,2-10-6-15,9-6 2 0,3-8-6 16,5-22 1-1,3-8-4-15,0-4-3 0,-5 1-33 0,-6 5-65 16,-11 3-177-16,-16 5-150 31</inkml:trace>
  <inkml:trace contextRef="#ctx0" brushRef="#br0" timeOffset="55593.75">21640 9088 891 0,'0'0'107'0,"0"0"-107"0,0 0 72 0,0 0 69 0,0 0-43 0,-10-76-20 0,-1 71-9 16,-2 4-29-16,-7 1 11 15,-3 0-41-15,-4 15-4 16,-3 10 7-16,2 9 14 16,-1 7-12-16,4 6 1 15,2 3 8-15,7 4 11 16,7 3-8-16,8-5 2 0,1-3-12 16,0-8-6-16,13-11-7 0,6-7 2 31,4-10 2-31,4-6-5 15,2-7 5-15,6 0 5 16,5-2 16-16,2-14-2 16,0-3-8-16,-5 0 5 15,-6 2-9-15,-4 4-12 0,-6 2-2 16,-3 0 0-16,3 0-1 16,2-4-19-16,2 1-47 0,5-6-94 15,-1 1-54 1,1-4-92-16,-3-1-254 15</inkml:trace>
  <inkml:trace contextRef="#ctx0" brushRef="#br0" timeOffset="55878.39">22414 9099 1372 0,'0'0'54'0,"0"0"-45"16,0 0 93-16,0 0 36 15,0 0-88-15,0 0-45 16,38-13-4-16,-25 5-1 0,4-1 0 16,0-1 0-1,-3 0-4-15,-2 4-71 16,0 1-50-16,-8 5-70 0,-4 0-102 15,0 15-118 1</inkml:trace>
  <inkml:trace contextRef="#ctx0" brushRef="#br0" timeOffset="55998.95">22462 9228 692 0,'0'0'251'16,"0"0"-107"-16,0 0-55 16,0 0 35-16,0 0-39 15,0 0-52-15,114-35-33 0,-85 13-72 0,-9 2-291 31</inkml:trace>
  <inkml:trace contextRef="#ctx0" brushRef="#br0" timeOffset="57961.01">23572 8482 873 0,'0'0'123'0,"0"0"-117"0,0 0 20 15,0 0 48 1,0 0 16-16,0 0-13 16,-22-37-53-16,22 37-24 15,0 14-10-15,0 14 10 16,0 11 12-16,4 6-6 15,2 6 5-15,-1 1 17 0,-2 3-1 16,-3 0-11 0,0-1 7-16,0-4 10 15,-8-7-20-15,-4-6-10 16,-1-9 8-16,-2-3 3 16,-4-5 2-16,-1-6-8 15,1-1-4-15,-2-5-1 0,-3-2 1 0,2-6-3 31,-4 0 2-31,4 0 3 0,1-16-3 16,5-7-3 0,2-3-4-16,7-1 0 0,5 0-4 15,2 2 0-15,0 0 1 16,13 7 2-16,3 4 2 0,1 4 2 16,0 3-2-1,2 5 2-15,2 2 0 16,5 0-1-16,-1 0 1 15,2 9 0-15,-2 7 1 16,-3 2 1-16,1 3 5 16,-2-1-6-16,0 2 1 15,0-4-1-15,-2-1 0 0,2-2 0 16,-5-4 0 0,4-1-18-16,-2-6-117 15,-1-4-81-15,-3 0-163 16</inkml:trace>
  <inkml:trace contextRef="#ctx0" brushRef="#br0" timeOffset="58306.57">23841 8868 1184 0,'0'0'7'0,"0"0"0"0,0 0 112 15,0 0-53-15,0 0-66 16,0 0 3-16,18 47 20 16,-9-18 12-16,-2 3-8 15,3 2-5-15,-2-5-6 16,-2-3-7-16,-3-3-2 15,0-4-7-15,-3-7 0 0,0-2 0 16,0-5-38 0,0-5-51-16,0 0-50 15,0-8-3-15,-14-14-326 16</inkml:trace>
  <inkml:trace contextRef="#ctx0" brushRef="#br0" timeOffset="58490.37">23810 8772 874 0,'0'0'89'15,"0"0"-81"-15,0 0-8 16,0 0 35-16,0 0-27 16,0 0-8-16,0-9-163 15,6 9-10-15,2 0-481 16</inkml:trace>
  <inkml:trace contextRef="#ctx0" brushRef="#br0" timeOffset="58951.3">24030 8833 173 0,'0'0'630'0,"0"0"-615"0,0 0-11 0,0 0 103 15,0 0-18 1,0 0-24-16,0-15-20 16,0 15-27-16,0 0-9 0,0 0-7 15,0 8 6-15,0 8 62 16,5 2-13-16,2 0-22 16,-1 4-19-1,2 0 12-15,1 0 16 16,-1 4-19-16,-2 0 3 15,-3-1-17-15,1 0 1 0,-3-2-9 16,-1-6 0 0,0-6-2-16,0-7 1 0,0-1 1 0,0-3 4 15,0 0-7 1,-8-3-5-16,-5-13-130 16,1-7-101-16,2-7-231 15</inkml:trace>
  <inkml:trace contextRef="#ctx0" brushRef="#br0" timeOffset="59581.29">24002 8715 808 0,'0'0'133'0,"0"0"-127"0,0 0 29 16,0 0 70-16,0 0-44 15,0 0-29-15,0 1-22 0,0-1 3 16,0 0 15 0,0 0 0-16,0 0 5 0,0 0-3 15,0 0-19 1,0 0-9-16,0 2-2 16,0-1-72-16,0 2-125 15,-3 0-235-15</inkml:trace>
  <inkml:trace contextRef="#ctx0" brushRef="#br0" timeOffset="61583.73">24196 8104 833 0,'0'0'44'0,"0"0"-39"0,0 0 108 16,-42-80 26-16,36 62-49 16,3 6-47-16,0 4 26 15,3 6-4-15,0 2-19 0,0 0-25 32,0 0-21-32,0 11-8 0,0 13 8 15,12 10 36-15,1 6-18 16,0 9 7-16,0 12-17 15,-3 5 10-15,2 6 31 16,3-5-18-16,-1-4-25 16,0-8-4-16,-5-3-2 15,-2-10 0-15,-4-11 3 16,-2-11-2-16,-1-10-2 0,2-6 2 16,-2-4-1-16,0 0 4 0,0-6 16 15,0-16-20 1,0-9-15-1,0-6-4-15,0 1 12 16,5-3-27-16,4 3-1 0,5-1 17 16,5 6 4-16,5 3-2 15,-1 9 7-15,0 5 6 16,-2 3 0-16,-3 6 1 16,2 5 1-16,-1 0-1 15,-3 4-1-15,4 14 3 0,-4 3 12 16,0 3 20-1,-2 4-3-15,-1 1-15 0,-1 1 15 16,0-3-17-16,-3 0-6 16,-1-2-2-16,-1-4-2 0,-1-4-2 15,0-2-3 1,-2-5-50-16,1-5-47 16,1-3-78-16,0-2-33 0,1 0-82 15,1-14-167 1</inkml:trace>
  <inkml:trace contextRef="#ctx0" brushRef="#br0" timeOffset="61922.08">24785 8381 868 0,'0'0'7'0,"0"0"0"16,0 0 69-16,0 0 54 15,0 0-22-15,0 0-63 16,36 76 35-16,-31-51-30 16,1-3 8-16,-2-2-28 15,0-3-25-15,-1-2-5 16,-3-4 0-16,0-2 0 0,0-3-3 15,0-1-52-15,0-3-1 16,0-2-38-16,-7 0-32 16,-2 0-91-1,-2-6-114-15</inkml:trace>
  <inkml:trace contextRef="#ctx0" brushRef="#br0" timeOffset="62244.06">24664 8174 1204 0,'0'0'32'16,"0"0"-31"-16,0 0 45 15,0 0-27-15,0 0-19 0,0 0 0 16,-9 0-30 0,9 0-2-16,0 0 21 15,0 0 8-15,0 0 1 16,0 0 0-16,0 2 0 16,0 2 2-16,0-3 0 0,0 0-3 0,0 1-42 31,0-2-115-31,0 0-158 15,0 0-310-15</inkml:trace>
  <inkml:trace contextRef="#ctx0" brushRef="#br0" timeOffset="63009.85">25409 8126 309 0,'0'0'716'0,"0"0"-710"16,0 0 25-16,0 0 115 0,0 0-59 0,0 0-83 31,66-46 2-31,-10 20 6 0,11 0-4 16,5-3-1-1,-5 2 1-15,-6 2-7 0,-16 7-1 16,-15 7-26-1,-12 2-75-15,-12 3-45 0,-6 2-139 16,0-2-255 0</inkml:trace>
  <inkml:trace contextRef="#ctx0" brushRef="#br0" timeOffset="63316.45">25710 7809 932 0,'0'0'85'15,"0"0"-22"-15,0 0 115 0,0 0-68 32,0 0-79-32,0 0-11 15,-9 54 69-15,9-17-55 0,12 5 27 16,-1 2-6-16,3 2-41 16,-1 0 0-16,0-2-13 15,-3-3 1-15,1-3-2 16,-1-6 0-16,-1-5-48 15,2-7-41-15,0-7-73 16,3-10-41-16,2-3-111 16,1-16-462-16</inkml:trace>
  <inkml:trace contextRef="#ctx0" brushRef="#br0" timeOffset="63774.14">26414 7447 1328 0,'0'0'2'0,"0"0"3"16,0 0 33-16,0 0 36 15,0 0-36-15,0 0 94 16,35 122-59-16,-31-67-29 15,-4 2 10-15,0-3-22 0,0-1-23 0,-10-5-5 32,-10-3-2-32,-3-7 0 0,-4-7 0 15,-3-9 2-15,2-6-4 16,0-5 3 0,3-11-3-16,4 0-7 15,5-5-12-15,1-14-2 0,6-4-17 16,3-3 7-16,3 3-3 15,3-1 17-15,0 6 8 16,17 1 1-16,5 4 2 16,6 2 3-16,6 5 2 15,5 3 1-15,5 3 8 16,0 0 8-16,-5 5 8 16,-3 9-11-16,-5 2-9 15,-2-1 1-15,-7-1-4 16,-3 0-1-16,-7 0-12 0,-1-6-68 15,-4 0-36 1,-1-2-63-16,-1-3 8 16,-1-3-56-16,-1 0-101 15</inkml:trace>
  <inkml:trace contextRef="#ctx0" brushRef="#br0" timeOffset="64043.13">26716 7708 613 0,'0'0'446'0,"0"0"-446"0,0 0 0 16,0 0 102 0,0 0-4-16,0 0 4 0,37 71-16 15,-30-48-23 1,1-1-16-16,0 0-22 15,-1-5-25-15,-1-2 3 16,0-4-3-16,-2-3-7 16,7-6-95-16,-2-2-109 15,1 0-35-15,5-17-212 0</inkml:trace>
  <inkml:trace contextRef="#ctx0" brushRef="#br0" timeOffset="64467.17">26939 7683 1142 0,'0'0'14'0,"0"0"-4"15,0 0 29-15,0 0 73 16,0 0-45-16,0 0-39 16,3-4-14-16,-3 4 0 15,0 0-5-15,0 0-3 16,0 0 0-16,0 0-2 15,4 3 19-15,-3 3-5 16,2 3 2-16,2 1 7 16,1 1-4-16,1 1 14 15,-1 2-4-15,0-1-21 16,0 1 5-16,0 1 6 0,1-2-1 16,-2 2 2-1,-1 1-5-15,-1-2-1 16,2 2 0-16,-4-4 1 15,1-1-16-15,-1-1-3 0,-1 0 2 0,0-2-2 32,0 3 2-32,0-1-1 0,0-2 0 15,0 1-1-15,-6-4 0 16,0-2 0-16,2 0 0 0,-1-3-6 16,1 0-53-1,-5-8-103-15,0-12-177 16,0-9-273-16</inkml:trace>
  <inkml:trace contextRef="#ctx0" brushRef="#br0" timeOffset="64964.78">27011 7110 1145 0,'0'0'0'0,"0"0"0"31,0 0 9-31,0 0 10 0,0 0 100 16,51 107-50-16,-24-52-34 16,-5 5 9-16,-1 2 22 15,-3-2-18-15,-3-1-17 16,-6-5-16-16,1-8-5 15,-5-12 0-15,-5-13-5 16,1-10 6-16,-1-7-8 0,0-4-1 16,0 0 9-1,0-11 12-15,2-14-23 16,1-11-1-16,4-5 1 0,5-2-13 16,0-2-8-1,3 5-5-15,1 8-7 16,5 4 14-16,0 13 16 15,5 8 3-15,-1 7 2 16,0 0-1-16,-3 18 39 16,-3 11 14-16,-3 8 13 0,-3 3 15 15,-1-2-58-15,-1-3-11 16,-2-6-7-16,-2-4-6 16,-1-8-5-16,0-4-97 15,0-5-99-15,3-8-111 0,4 0-143 16</inkml:trace>
  <inkml:trace contextRef="#ctx0" brushRef="#br0" timeOffset="65213.86">27703 7384 1003 0,'0'0'173'0,"0"0"-171"0,0 0 114 0,63-73 54 0,-46 71-59 16,2 2-50-16,-6 15-21 15,-1 15 4-15,-9 8 26 16,-3 3-22-16,0 2-8 16,-1-6-23-16,-1-9-9 0,2-10-4 15,0-10-2-15,0-6 0 16,18-2-1 0,11-12 2-16,8-16-3 15,9-7-3-15,2-5-70 16,-2-1-96-16,-3 0-126 15,-3-2-211-15</inkml:trace>
  <inkml:trace contextRef="#ctx0" brushRef="#br0" timeOffset="65453.3">28403 7111 623 0,'0'0'720'0,"0"0"-715"15,85-57-5 1,-31 31 86-16,5 2-37 16,3 1-17-16,-4 1-29 15,-9 2-3-15,-13 3-69 0,-17-1-195 16,-17 2-195-16</inkml:trace>
  <inkml:trace contextRef="#ctx0" brushRef="#br0" timeOffset="65594.45">28678 6800 1289 0,'0'0'72'16,"0"0"-62"-16,-2 85 147 15,7-32 12-15,14 8-62 16,5 7-63-16,-1 7-39 0,-3 3-5 0,-12 1-81 16,-8-4-301-1,-17-2-373 1</inkml:trace>
  <inkml:trace contextRef="#ctx0" brushRef="#br0" timeOffset="66509.89">23578 9544 915 0,'0'0'202'0,"0"0"-202"0,0 0 0 0,0 0 8 0,82 9 56 16,-47-9-8-16,2-4-24 16,2-12-17-16,3-11 0 15,4-11 9-15,2-8 7 16,2-9-13-16,-3 0-7 15,-7-3-1-15,-12 0 5 0,-11-1 4 0,-14-4-8 32,-3-8 4-32,-16-7-4 15,-18-9-9-15,-10-9-2 16,-8-4-3-16,-6 1 1 16,-3 7 2-16,-7 15 0 15,-5 13 5-15,-5 19 0 16,-4 19 5-16,-4 22-9 0,-2 12 21 15,0 34-11 1,-5 22-4-16,6 13 3 0,11 19-8 16,17 14 4-16,21 15 13 15,18 9 65-15,17 0-29 16,3-8-1-16,20-12-5 16,21-16-26-16,21-23-5 0,20-22-11 15,18-25-5 1,17-25-2-16,8-7-3 0,5-36-92 0,8-18-94 0,1-13-63 31,1-15-254-15</inkml:trace>
  <inkml:trace contextRef="#ctx0" brushRef="#br0" timeOffset="67264.31">26677 7363 949 0,'0'0'67'0,"0"0"-59"16,-97-25 14-16,54 25 15 16,-5 5 40-16,3 20 9 0,4 14-32 15,6 15-33 1,2 20 4-16,4 18 24 16,9 9 25-16,10 7-24 15,10 0-8-15,10-3 11 0,27-1 1 16,17-8-15-1,19-13-15-15,12-12-10 16,8-25-11-16,2-24-2 0,1-22-1 16,-2-22-8-16,-3-39 8 15,-3-20-1-15,-12-13 1 16,-13-6 0-16,-24 3 1 0,-25 5 31 16,-14 2 22-1,-25 5-16-15,-23 5-19 0,-19 8-8 16,-11 10-11-1,-11 13 0-15,-13 12-7 16,-3 15-75-16,-8 10-139 16,-6 10-83-16,-3 2-307 15</inkml:trace>
  <inkml:trace contextRef="#ctx0" brushRef="#br0" timeOffset="68234.03">24802 7576 916 0,'0'0'0'0,"0"0"0"0,0 0 11 16,-83-51 90 0,52 43-32-16,-6 4 20 15,-3 4-55-15,-7 3-23 16,-5 16 6-16,-8 5 9 0,-4 5-9 0,0 5-2 16,0 5-5-1,6 4 22-15,7 7 11 0,12 6-2 31,6 8 5-31,11 8 16 0,9 7-11 16,1 3-21-16,4 5 34 16,4 4-40-16,1-1-5 15,3-3 17-15,0 0-9 16,15-6-18 0,13-4-2-16,7-3 6 0,5-6-13 15,6-10 7-15,8-8-2 16,8-11 2-16,4-13-4 15,6-10 3-15,-1-13-5 16,-2-3-1-16,3-13 3 16,-5-12-1-16,0-4-1 0,-8-6 2 15,-5-3 3 1,-3-10 0-16,-2-8-3 0,-1-13 5 16,-4-12-4-1,-3-9 0-15,-10-6-1 0,-10-10-1 16,-15-2-2-1,-6-6-2-15,-16 7 1 0,-19 7-2 16,-10 8-4-16,-11 13 2 16,-10 12-12-16,-7 13 6 15,-2 10 11-15,5 11-1 16,9 11-2-16,15 9-10 16,18 9-40-16,17 4-29 15,11 0-58-15,11 17-163 16,29 5 20-16,18 0-86 15</inkml:trace>
  <inkml:trace contextRef="#ctx0" brushRef="#br0" timeOffset="69035.46">27715 6743 897 0,'0'0'40'0,"0"0"-26"0,0 0 90 16,-61-87-26-16,33 73 17 16,-2 6-6-16,-3 5-38 15,-1 3 27-15,-5 0-8 16,-6 16-43-16,-3 13-11 0,-2 12 8 15,-2 14 1-15,4 12-4 0,3 18 1 32,8 9-1-32,9 8 29 0,9 3-21 15,12-1-16-15,7-2 0 0,0-2 10 0,24-4 5 32,9-12-11-32,16-9-16 15,15-12 0-15,14-13-1 16,8-13 5-16,2-19-5 15,0-16 1-15,0-5 1 16,0-28 2-16,3-13 0 16,3-12 1-16,0-9-1 15,-3-10-2-15,-13-7 0 16,-17-2-1-16,-22-7 1 16,-18-6-1-16,-18-1 2 15,-3 2-2-15,-34 3 1 16,-23 13 0-16,-19 11 0 15,-14 16 0-15,-10 12 0 16,-7 13 9-16,-2 12-11 16,-6 12-3-16,-3 4-39 15,0 13-161-15,4 8-367 16</inkml:trace>
  <inkml:trace contextRef="#ctx0" brushRef="#br0" timeOffset="70153.98">25500 9610 1016 0,'0'0'111'0,"0"0"-110"16,0 0 70-16,0 0 81 15,0 0-43-15,0 0-57 16,-87-16-38-16,64 43 2 15,0 14 8-15,2 10 22 0,3 12 12 0,6 6 7 32,2 1-10-32,5-1-21 15,5-4 0-15,0-11-9 16,6-8-11-16,15-8-6 16,8-10 2-16,8-9-2 15,3-10-6-15,10-9-1 16,6 0 5-16,2-15-6 15,-1-8-4-15,-8-4-31 16,-12-4-33-16,-8-1-102 0,-11-4-69 16,-9 0-96-16,-9 2-312 0</inkml:trace>
  <inkml:trace contextRef="#ctx0" brushRef="#br0" timeOffset="70325">25400 10063 1120 0,'0'0'181'0,"0"0"-177"15,0 0 24 1,0 0 10-16,0 0-32 0,103-91-6 16,-51 56-60-16,-4 1-225 15,-7 3-441-15</inkml:trace>
  <inkml:trace contextRef="#ctx0" brushRef="#br0" timeOffset="71381.75">25815 9872 1177 0,'0'0'0'0,"0"0"0"15,0 0 29-15,17-93 54 0,12 73-66 16,5 7 10-16,5 10 15 0,-2 3-10 16,-1 6-9-16,-3 19 26 0,-9 2-30 31,-5 3-5-31,-5-4 5 0,-4-4 0 16,-4-7-11-1,-3-6-5-15,0-6 0 16,-1-3-1-16,-1 0 3 15,-1 0 10-15,0-3 13 16,0-16 4-16,2-9-32 0,1-6-3 16,4-3 2-1,3-2-2-15,-1 4-4 16,6 4 0-16,0 4 2 0,0 6 1 16,-1 7 3-1,-4 6-4-15,0 5 3 0,-1 3-6 16,2 0 1-16,2 18 4 15,2 6 3-15,1 3 2 16,3 1 3-16,3-3 9 16,2-4-10-16,-2-3-3 15,-1-7 0-15,-2-5-1 16,-2-5 1-16,-4-1 2 16,-4 0-2-16,0-16-1 15,-6-3-3-15,0-4-16 16,-2-5 3-16,1-1 8 15,1-3-4-15,3-6-3 16,2 0-13-16,2-4 17 16,0 2 4-16,1 5-9 15,-1 8 9-15,-1 7 2 16,-3 4 2-16,-1 8 3 16,-2 4 1-16,-3 2-1 0,0 2 3 15,0 0 17-15,0 0 8 16,0 19-11-16,0 11 0 15,0 9 33-15,0 5-1 16,0-1-11-16,0-2 1 16,0-7 34-16,8-7-46 15,3-9-19-15,4-8-7 16,1-5 4-16,7-5-2 0,2 0 2 16,6-17-2-1,1-10-3-15,-1-7-1 0,-3-2-14 16,-5 0-10-1,-5 0 8-15,-8 0-10 0,-5 5 1 16,-5 10 10-16,0 9 16 16,0 7 0-16,0 5 8 15,0 0 17-15,0 1-10 16,0 22-10-16,0 7-5 16,0 4 18-16,5-3-9 15,14-3-3-15,6-9 1 16,2-3-1-16,-2-10 0 15,3-6-4-15,-2 0-1 0,2-14-1 16,-1-11 3-16,-6-6-3 16,-9-1 2-1,-9 0 0-15,-3 0 3 16,-6 4-5-16,-18 7 6 0,-6 7-6 16,-4 5 2-16,-2 9 1 15,0 0-3-15,8 0 0 16,6 5-3-16,8 1-8 15,9-1-60-15,5-3-87 16,0-2-107-16,14-7-126 0</inkml:trace>
  <inkml:trace contextRef="#ctx0" brushRef="#br0" timeOffset="71824.5">27189 8758 1254 0,'0'0'60'0,"0"0"-60"16,0 0 43-1,0 0 44-15,0 0-65 0,43 84 110 0,-18-31-43 16,1 6-27-16,-4 0-17 0,-2-2-7 31,-4-5-11-15,-3-8-20-16,1-6 1 0,-4-11 0 15,-2-9-8 1,-2-10 0-16,-2-5 1 0,-1-3 0 16,-2 0 0-16,-1-11 7 15,0-12-8-15,0-3-4 16,0-2 1-16,-13 5-5 16,-5 6 7-16,-6 9 1 15,-4 8 0-15,-5 0 1 16,-1 20 10-16,2 4 5 15,6 4 14-15,8 0-1 16,9-1-6-16,4 1-13 16,5-3-1-16,0-3 2 15,5-5-9-15,11-7-2 0,4-5-2 16,5-5-32-16,6 0-74 16,2-14-170-16,0-10-134 15,-6-2-435-15</inkml:trace>
  <inkml:trace contextRef="#ctx0" brushRef="#br0" timeOffset="72321.58">27566 9185 1056 0,'0'0'120'0,"0"0"-76"0,0 0-44 0,0 0 124 0,0 0-69 0,51-88-30 0,-45 67-4 31,0 0-16-31,-5 1 30 15,1 3 3-15,-1 6-14 16,-1 5 7-16,0 5 12 16,0 1 49-16,0 0-15 15,0 10-48-15,0 11-25 16,-4 3 28-16,1 1-6 16,3-8-24-16,0-2-2 15,4-8 0-15,11-4 0 16,5-3 1-16,4 0-1 15,2-14-1-15,0 0-3 16,-8 2 1-16,-5 6-1 16,-7 4 4-16,0 2 0 15,-3 11 0-15,0 18 1 16,3 11 45-16,-3-1-10 16,6-2-11-16,5-6-16 15,6-10-8-15,4-7 6 16,4-10-6-16,4-4-1 15,2-10-1-15,5-11-9 0,-5-1-40 16,-7-1-43-16,-18 3-82 16,-9 4-81-16,-18 6-164 15</inkml:trace>
  <inkml:trace contextRef="#ctx0" brushRef="#br0" timeOffset="72949.99">25488 10644 1296 0,'0'0'78'15,"0"0"-78"-15,0 0-28 16,0 0 28-16,88-13 107 0,-6-12-56 16,27-12-29-16,22-11-16 0,20-7 5 31,16-5 17-31,15-4-4 0,6-3 5 16,9 1-8-16,-2 0-7 0,-2 4-4 15,-8 1 9 1,-14 0 11-16,-12 1-8 15,-16-5-15-15,-10-3-2 16,-11-5-2-16,-13-7 2 16,-14-2-4-16,-23-6 0 15,-24 1-1-15,-21 0 1 0,-23 6 2 16,-4 0-2 0,-26-1 1-16,-21 3 2 15,-19 3-3-15,-20 5 0 16,-19 8-1-16,-17 8-6 15,-17 12-1-15,-13 12-2 0,-20 17-2 16,-13 12 3 0,-19 4 1-16,-12 31 3 0,-10 24 1 0,-11 23-4 15,-6 21 7 1,-9 22 1-16,0 24 31 0,4 22-6 16,15 19-23-1,25 12 11-15,33 1 4 16,41-10 19-16,48-12 3 15,49-22 17-15,37-25-17 16,43-26-18-16,45-25-11 0,33-29-10 16,26-24 7-16,23-27-1 15,22-14-1 1,20-44-1-16,13-27-5 16,3-15-36-16,-20-10-123 0,-38 1-373 15</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1-04T05:37:52.474"/>
    </inkml:context>
    <inkml:brush xml:id="br0">
      <inkml:brushProperty name="width" value="0.05292" units="cm"/>
      <inkml:brushProperty name="height" value="0.05292" units="cm"/>
      <inkml:brushProperty name="color" value="#FF0000"/>
    </inkml:brush>
  </inkml:definitions>
  <inkml:trace contextRef="#ctx0" brushRef="#br0">8651 2565 779 0,'0'0'137'15,"0"0"-133"1,0 0 49-16,0 0 39 0,0 0 18 0,0 0-51 31,0 0-4-31,0-16-24 0,0 16-12 16,0 0-6 0,0 0-7-16,3 2-3 15,5 11 16-15,7 8 20 16,-2 2 6-16,3 2-21 0,-2-3 6 0,1 2 0 15,-3-1-6 1,0-4-4 0,0 0-5-16,-2-7-13 0,1-6 0 15,2-2 0-15,4-4 1 16,6-12 7-16,10-25 19 16,12-16 6-16,4-16-18 15,11-9-9-15,7-8 2 16,15-4 14-16,6-5 11 15,9 2-11-15,-6 6-18 16,-14 13-6-16,-14 16-3 0,-15 15-18 16,-9 11-80-16,-1 11-81 0,-11 6-148 31,-19 6-633-31</inkml:trace>
  <inkml:trace contextRef="#ctx0" brushRef="#br0" timeOffset="24902.48">19307 14121 992 0,'0'0'46'0,"0"0"-46"0,0 0 5 16,0 0 32-1,0 0 12-15,-97-19-21 0,68 19-3 16,-3 0 12-16,-10 0-25 16,-1 6-6-1,-8 2-3-15,0 3 0 16,-4-1 1-16,-3 0 0 16,0 2 3-16,-4-1-6 0,-2 2 1 15,-3 2 0-15,-2-1 0 16,-2 1 0-16,-1-1-1 15,4-2 3-15,0 0-3 16,3-3 0-16,9 1 3 16,6-3-2-16,9 4 6 15,9-3-2-15,6 3 0 16,7 2-2-16,4 0-2 16,2 6-2-16,4 4 0 0,-2 6 1 15,1 5 2 1,1 7-1-16,1 3 3 15,4 4 5-15,-3 3 3 16,-1 4-4-16,-2 10 2 16,-8 12-1-16,-7 11 1 0,-7 12 2 15,-4 9 5-15,-3 4-11 0,4 2-1 32,2 0 0-32,6-7 8 0,8-9-5 15,8-13-8-15,6-9 0 16,5-11 0-16,0-8-1 15,7-9 1-15,15-11-1 16,5-8 3-16,5-10-2 16,10-12 0-16,10-7 2 15,7-1 0-15,9-5 2 16,6-8-5-16,8-1 0 16,4 4 1-16,5 3 1 0,-3-1-2 15,5 4-4 1,-4 0 4-16,2 2 0 15,2 0-4-15,-4 2 4 0,1 0 1 16,-1 0 1-16,1 8-2 16,-4 1 1-16,1-3 2 15,-2-2-3-15,0-4 0 16,-3 0 3-16,-9 0-3 16,-9-2-3-16,-13-8 3 15,-6-3-1-15,-7-6 0 16,-6-8-5-16,-8-10-5 15,-5-5 0-15,-5-8-6 16,-4-10-16-16,-6-5 10 16,-4-8-20-16,0-7 0 0,0-2-2 15,-9-6 38 1,1-5 5-16,3 0 2 0,1-1 5 16,1-12-1-16,-2-2 13 15,0-7 10-15,0-2-18 16,2 9 7-16,-3 6 13 0,-3 5-16 15,-2 12 8 1,-7 14-8-16,1 14 9 16,-5 17 11-16,0 12-22 15,3 12-1-15,2 6-10 0,3 5-3 0,3 5 3 32,2 6-83-32,-1 17-130 15,4 5-224-15</inkml:trace>
  <inkml:trace contextRef="#ctx0" brushRef="#br0" timeOffset="25561.5">19846 15322 511 0,'0'0'351'0,"0"0"-351"0,0 0-31 0,0 0 31 16,0 0 17-16,0 0 10 15,14-6 22-15,3 6 33 16,13 0 16-16,13 0-57 16,15 0-17-16,18-7-4 15,20-9-4-15,17-4 0 0,24-10 2 16,20-1-1-16,16-4 5 15,10 3-10-15,2 1-12 0,-3 3 0 32,-4 8 3-32,-8 6-1 0,-1 3 0 15,-14 4-2 1,-13 2 0-16,-20 1-6 0,-26 4-28 16,-22 0-36-1,-22 0 13-15,-19 0-46 0,-18 4-50 0,-12-4-152 16</inkml:trace>
  <inkml:trace contextRef="#ctx0" brushRef="#br0" timeOffset="26493.43">23384 13991 1073 0,'0'0'0'0,"-79"0"-41"0,32 0 41 0,-13 0 2 0,-6 0 24 0,-4 4-11 16,-3 8 8-16,1 0 9 15,-1 3 1-15,-3 1-20 0,0 0 5 16,-1 2 10-16,2-3-4 16,3 0 4-1,1-2-13-15,5-4-1 0,8-2 3 16,10 0 5-16,8-1 6 16,9-2 12-16,6 2 10 15,5 0-23-15,3 2-20 16,5 6-4-16,6 8-2 15,2 8 2-15,2 11 12 0,2 6 0 16,0 6 2-16,0 6 17 16,-1 7-20-1,-3 5 11-15,-2 8-5 16,-1 11 0-16,3 2-4 0,1 7-7 16,0-1-6-1,3-2 3-15,0-9-2 16,0-9-4-16,0-11 1 0,0-9 0 15,0-8-1-15,6-11 0 0,6-6 0 32,7-9-1-32,7-4 1 0,5-4 1 0,9-2 1 0,11-2-1 15,8-4-1 1,10-3 2 0,6-4 0-16,10-1-1 0,4 0 1 15,7-1 0-15,4-10 1 16,4-1 1-1,2-1-4-15,6 0 8 16,3 1-3-16,3-1-5 16,-3-1-1-16,-5 0-2 15,-10-2 0-15,-7 2 3 0,-13 0 0 0,-10-1 2 0,-10-1 0 32,-11-1-2-32,-4-1 3 0,-9-2 3 15,-8-3-2 1,-8-4 3-16,-6-6-2 15,-6-10 1-15,-2-9-1 16,-4-9-4-16,-2-12-1 16,0-13 0-16,-17-10-2 15,-11-4-2-15,-5-1 2 16,-6 4-1-16,-4 9 3 16,1 1 2-16,-4 7-1 0,-1 2-1 0,-2-1 0 31,0 4 1-31,1 4-1 15,3 6 1-15,2 14-2 0,0 15-2 16,-8 18-105-16,-10 18-167 16,-11 10-311-16</inkml:trace>
  <inkml:trace contextRef="#ctx0" brushRef="#br0" timeOffset="27384.95">18431 16111 637 0,'0'0'422'0,"0"0"-392"0,0 0-28 0,0 0 8 16,0 0 37-16,0 0 15 31,-3-57 3-31,3 52-38 0,0 4 1 0,0 1 26 16,0 0-24-1,0 0-13-15,6 14-16 16,-2 10 24-16,2 11 33 0,-3 4-25 16,-1 5 8-1,-2 6 24-15,0 2-8 16,1 7-13-16,4 1 3 16,1 2-5-16,1 0-2 15,-4-1-11-15,-3-3 0 16,0-8-2-16,0-5-10 0,0-6-9 0,0-8 1 31,0-8-9-31,0-6 1 16,0-9-3-16,0-2-2 0,0-6-41 15,0 2-74 1,0 0-126-16,0 2-116 0,0 2-161 16</inkml:trace>
  <inkml:trace contextRef="#ctx0" brushRef="#br0" timeOffset="27877.58">18167 17186 979 0,'0'0'29'0,"0"0"-21"0,0 0 96 0,0 0 48 0,0 0-26 16,0 0-44-16,-18-55-35 15,18 55-19-15,0 0-11 0,0 2-11 16,0 21-4-1,0 8 30-15,0 6 10 0,0 2-5 16,0 2-3 0,0 3 8-16,0 1 4 0,-1 0-17 15,-4 3 4-15,2-1-6 16,3-1-4-16,0-9-7 16,0-2-7-16,14-7-4 0,2-8-1 15,3-5 2 1,1-5-5-16,-2-5 1 15,-2-4-2-15,0-1 3 16,-2 0-3-16,-1-4-11 16,-2-13-55-16,-5-5-76 15,-6-5-102 1,0-4-139-16,-14 1-305 0</inkml:trace>
  <inkml:trace contextRef="#ctx0" brushRef="#br0" timeOffset="28095.44">17964 17574 1198 0,'0'0'111'0,"0"0"-111"16,0 0 0-16,0 0 86 16,0 0-3-16,118-82-48 0,-61 55-33 15,-2 4-1-15,-6 4-1 16,-6 2-25-1,-4 4-103-15,-5 3-93 0,-4 0-196 16</inkml:trace>
  <inkml:trace contextRef="#ctx0" brushRef="#br0" timeOffset="28313.91">18579 17427 1267 0,'0'0'96'16,"0"0"-88"-16,0 0 27 15,0 0 121-15,0 0-77 16,0 0-70-16,74-47-9 0,-38 28-4 0,-5 1-42 16,-4 6-134-1,-9 6-79-15,-6 6-154 16</inkml:trace>
  <inkml:trace contextRef="#ctx0" brushRef="#br0" timeOffset="28691.34">18716 17512 996 0,'0'0'86'0,"0"0"-82"0,0 0-2 16,0 0 21 0,0 0 28-16,0 0-51 15,101-82-53-15,-71 45-34 0,-4 3 22 16,-7 4 0-16,-3 5 36 15,-6 5 29 1,-6 10 34-16,-4 8 91 16,0 2 2-16,0 9-86 0,0 16 33 15,0 9 32-15,0 2-22 16,0 4-8-16,2-1-16 16,11-2-7-16,5-3-20 15,4-9-8-15,3-8-2 16,4-12-11-16,2-5 3 15,0-9-3-15,1-17-1 16,-5-8-5-16,-15-3-1 16,-12 3 0-16,0 0 0 15,-26 2-2-15,-13 2-1 16,-6 7-2-16,-7 7 0 16,-1 1-2-16,6 9-2 0,4 6-2 15,12 0-53-15,10 0-59 16,11 2-82-16,8 7-123 15,2-3-195 1</inkml:trace>
  <inkml:trace contextRef="#ctx0" brushRef="#br0" timeOffset="30299.76">19195 16662 816 0,'0'0'21'0,"0"0"5"16,0 0 106-16,0 0 24 16,0 0-63-1,0 0-44-15,0-14-37 0,0 37 3 16,2 10 88-16,2 3-36 16,0 3-1-16,1-6-17 15,1 0-23-15,0-5 3 16,1-9 0-16,2-3-19 15,-1-9-6-15,1-4 0 0,1-3-1 16,0-3 1 0,3-15 4-16,0-6-8 0,-1-6-15 0,-3 3-5 15,-1 3-9 1,-3 5 7-16,-2 8 13 16,-1 5 6-16,-1 5 2 15,4 1 0-15,2 0-13 16,6 13 7-16,4 4 7 15,2 2 11-15,3-1-2 16,1-4-2-16,-1-2-1 16,-1-5 3-16,-4-1-5 15,-1-6 1-15,-2 0-1 16,0-5 3-16,-1-9 2 16,-3-12-2-16,-6-1-3 0,-4-3 1 0,0 0-1 15,-3-1-3 1,-10 2 2-1,1 3 0-15,0 4 1 0,3 5-2 16,2 3 14-16,-1 4-15 16,1 4-1-16,4 4-3 15,0 1-29-15,3 1-70 16,0 0-94-16,0 9-105 0,1 4 67 16,12 0-200-1</inkml:trace>
  <inkml:trace contextRef="#ctx0" brushRef="#br0" timeOffset="30885.72">19714 16637 847 0,'0'0'110'0,"0"0"-105"0,0 0 102 0,0 0-6 0,0 0-44 0,0 0-32 0,-15 19-17 0,9 6 45 31,5 4 11-31,1-2-4 16,0-5-21 0,0-2-10-16,8-8-9 15,2-4-15-15,0-3 3 16,0-5-2-16,1 0-1 16,-2-2 4-16,1-14-2 15,-4-2-5-15,-3-2-2 16,-3 1 0-16,0-4-3 0,0 4-8 15,0 0 3-15,-3 2 4 16,3 0 4-16,0 0-2 16,0 1 1-16,0 2-2 15,-1-1 0-15,-5 4 0 16,-6-5 1-16,-3 2 1 0,-4 1-5 16,-7 0 5-1,4 4 2-15,-4 0 2 16,7 3-2-16,5 2-1 0,4 3 7 15,7-1 8-15,3 1 3 16,0-1-9-16,2-1-9 0,17-3-8 16,6-1 8-1,7 1 0-15,-3 2-2 16,0 2 2-16,-6 2-1 16,-1 0-2-16,-3 16 0 15,-2 4 3-15,-3 2-1 16,-3 0 2-16,-2-3-2 15,4-5 3-15,-1-3-4 16,4-7-1-16,0-4-20 16,0 0-111-16,-1-13-44 15,0-14-49-15,-5-4-224 16</inkml:trace>
  <inkml:trace contextRef="#ctx0" brushRef="#br0" timeOffset="31220.35">19963 16140 1048 0,'0'0'155'0,"0"0"-154"0,0 0-1 0,0 0 181 0,42 83-73 15,-26-38-15-15,2 4-17 16,-1-1-10-16,1-5-38 16,-2-3-7-16,3-8-14 15,1-8-3-15,-4-7-3 16,-3-8-1-16,-2-5 0 15,-6-3 0-15,-5-1-8 16,0-1-2-16,0-12-5 0,-16-3-32 16,-7 5 24-16,-7 7 5 15,-5 4 3-15,0 8 15 16,1 18 1-16,8 4 15 16,10 0 29-16,10-2-7 15,6-3-16-15,3-6-13 16,21-6 0-16,8-7-6 15,13-6-3-15,7 0-2 16,8-16-130-16,1-6-109 16,-1-3-196-16</inkml:trace>
  <inkml:trace contextRef="#ctx0" brushRef="#br0" timeOffset="32462.14">23054 15656 919 0,'0'0'29'0,"0"0"8"0,0 0 95 16,0 0-9-16,0 0-31 15,0 0-42-15,-5-16-33 16,5 16-9-16,8 15-3 0,3 7 34 16,-2 7 23-1,0 6-27-15,-6 5-11 16,1 9 17-16,1 2-2 15,-1 8-1-15,2 3 3 16,1 3 23-16,0 1-35 16,-3-2 6-16,-1-7-4 0,-1-7-18 0,-1-6-4 15,-1-8-3 1,2-6-1 0,1-7-2-16,-3-6-2 15,1-6-1-15,-1-4-3 16,0-3-16-16,0-1-76 15,0 2-123-15,0 5-132 0,-6 2-339 16</inkml:trace>
  <inkml:trace contextRef="#ctx0" brushRef="#br0" timeOffset="32881.58">22908 16927 1037 0,'0'0'29'0,"0"0"-25"0,0 0 40 16,0 0 98-16,0 0-31 15,0 0-62-15,-14-40-40 16,14 40-7-16,0 17 1 0,0 6 32 16,0 6 12-16,0 6-2 15,0 0-17 1,0 3 26-16,0 2 3 0,0 1-17 16,8-2-4-1,1-4 0-15,3-5-16 0,2-7 0 16,-1-5-5-16,2-4-9 15,-3-8-4 1,4-2 2-16,-2-4-4 16,-1 0 0-16,2-6-7 0,-4-10-80 15,-3-6-81-15,-8-5-40 16,0-4-115-16,-19 0-330 0</inkml:trace>
  <inkml:trace contextRef="#ctx0" brushRef="#br0" timeOffset="33074.48">22856 17099 1149 0,'0'0'92'0,"0"0"-76"0,0 0-16 16,0 0 106-16,0 0-45 15,96-65-39-15,-56 46-20 16,-1 3-2-16,-4 4-11 15,-3 4-140-15,-5 3-82 0,-4 2-167 16</inkml:trace>
  <inkml:trace contextRef="#ctx0" brushRef="#br0" timeOffset="33220.51">23181 17077 1144 0,'0'0'91'16,"0"0"-82"-16,0 0 7 0,0 0 68 0,0 0-78 31,0 0-6-31,64-54-189 16,-37 28-204-16</inkml:trace>
  <inkml:trace contextRef="#ctx0" brushRef="#br0" timeOffset="33423.26">23459 16892 1123 0,'0'0'158'0,"0"0"-144"0,0 0-8 16,0 0 133-16,4 95-32 16,7-65-36-16,1 3-32 15,3 3-19-15,1-4-15 16,-1-4-4-16,1-7-1 16,-2-7-7-16,0-7-77 15,-3-7-103-15,-2-9-152 0,-1-24-338 16</inkml:trace>
  <inkml:trace contextRef="#ctx0" brushRef="#br0" timeOffset="34973.41">23863 16418 865 0,'0'0'47'16,"0"0"-9"-16,0 0-38 15,0 0 137-15,0 0-68 16,0 0-27-16,-1-9-9 16,-2 2 3-16,-2 1 33 0,1-4-24 0,-1-2-37 31,2 0-7-31,2 0 7 16,-1 1-7-16,2-2 0 15,0 5 1-15,0-2-2 16,9 3-2-16,9-1-1 15,3 1 3-15,3 4 0 16,1 3 0-16,1 0 1 16,-3 13 2-16,-4 6-2 0,-3 2 3 15,-6 2 7 1,-4-2-10-16,-1-2 2 0,-5-3 0 16,0-2 13-1,0-4-5-15,-5-4 11 0,-1-2-5 16,3-4-8-16,0 0 5 15,0-3 11-15,0-14-18 16,3-14-7-16,0-5-7 0,0-3-14 31,12-3-29-31,6 4-2 0,0 4 6 16,2 10 15-16,-1 7 10 16,-4 9 15-16,-3 3-22 15,-3 5 28-15,-5 0 3 0,4 1 0 16,-2 16 11-1,4 3 14-15,-1 6 1 0,2 3-8 0,0-3 0 32,1-1-8-32,3-1 14 15,-1-8-9-15,0-3-11 16,2-9 6-16,0-4-7 16,0 0 6-16,4 0-5 0,-1-17 2 15,4-5-5-15,-4-5-3 16,-4-2 0-16,-5 1-1 15,-8 1 0-15,-2 6 0 16,0 6 0-16,-6 6 4 16,0 9 6-16,-3 0 3 15,0 13 2-15,-3 14-13 16,1 5 17-16,4 1 12 16,4-3-7-16,3-8-17 15,0-5 0-15,6-4-6 16,8-7-1-16,5-6 2 0,8 0-2 15,1-11-1-15,2-7-32 16,-2-5-19-16,-5 7 29 16,-4 4 2-16,-8 6 11 15,-4 6-3-15,-1 0 6 16,-2 3 7-16,1 10 4 16,-1 0 3-16,1-4 4 15,-2 0-9-15,0-7-1 0,3-2 0 0,-2 0 6 31,4 0-6-31,2-13 6 16,2-4-7-16,-1 1-4 16,-4 5 1-16,-1 7 2 0,-3 2 1 15,-2 2 4 1,5 0-2-16,2 2 12 0,5 6 23 0,2-1-18 16,3 1 3-1,3-3 8-15,3-2 9 16,0 0-30-16,-2-3-7 15,-2 0-2-15,-3 0-7 0,0 0-61 16,-1-3-115-16,1-8-109 16,-1-5-213-16</inkml:trace>
  <inkml:trace contextRef="#ctx0" brushRef="#br0" timeOffset="35293.93">25052 16006 1222 0,'0'0'155'0,"0"0"-145"0,0 0 91 16,0 0 0-16,0 0-71 0,0 0 31 16,0 48-11-16,0-28-37 15,3-5-6 1,-1-3-7-16,1-2-1 16,1-5-3-16,2 2-7 15,3-3-48-15,3 0 10 0,2 2 31 16,3 0 15-1,1 1 3-15,5-1 1 16,2 2 3-16,2-2 3 16,3-3 4-16,1-2 20 15,3-1 1-15,1 0-14 16,-2-9-12-16,-4-6-6 16,-2-4-3-16,-9-3-34 0,-5-1-119 15,-11-8-110-15,-2-7-234 0</inkml:trace>
  <inkml:trace contextRef="#ctx0" brushRef="#br0" timeOffset="35761.58">24151 15014 932 0,'0'0'37'0,"0"0"-37"0,0 0 0 15,0 0 8-15,0 0 42 16,82 4-11-16,-35-4-1 16,15-2 20-16,13-9 0 15,13-6 19-15,9-5-34 16,7-3-24-16,9-5-6 16,5 2 13-16,6 1-11 15,1 0-10-15,2 0 1 16,5 4-4-16,2 2 13 15,-9 2-5-15,-10 3-2 0,-12 4-8 0,-15 2-2 32,-13 0 2-32,-13 6 0 15,-14 0-4-15,-14 1-36 0,-14 0-177 0,-11-3-162 16</inkml:trace>
  <inkml:trace contextRef="#ctx0" brushRef="#br0" timeOffset="36912.89">26083 13994 639 0,'0'0'490'0,"0"0"-466"15,0 0-14-15,0 0 74 0,0 0-68 0,0 0-13 16,0 35-3-1,15 33 36-15,1 18-16 16,-3 20 18 0,-3 9 2-16,-4 7-4 0,-3-5-5 15,0-4-12 1,-2-9-9-16,2-12-3 0,-1-15-4 16,1-22 0-16,3-18-3 15,-5-18 2-15,2-12 0 16,-1-7 6-16,-2-2 26 0,0-25 60 15,0-20-85 1,0-22-9-16,0-12-3 16,-11-15 2-16,-5-7-16 15,-3-4-29-15,-5-6 1 0,-2-6 22 16,-2-3 3-16,-2 1 5 16,0 8-22-1,3 13 26-15,5 14 11 16,7 13 8-16,6 11-8 0,9 11 0 15,0 7 0-15,13 6 0 16,19 6-2-16,8 2 2 16,14 5-4-16,10 1-5 15,6 2 7-15,9 1 4 16,5 2-4-16,2 0 2 16,2 0-1-16,-1 0 1 15,-1 1 2-15,2-2-2 16,3-1 3-16,2-2-3 0,-1-2 0 0,-2-2-3 15,-5 2 1 1,-4 0 2 0,-10 5-1-16,-13 6 1 0,-17 4 0 15,-17 5 0-15,-16 4 0 16,-6 1-4-16,-2 0-3 16,1 11 7-16,1 8 4 15,1 3 5-15,3 6-8 16,3-1 2-16,4 7 1 15,5 6 3-15,3 4 5 16,4 11-8-16,-1 6 1 0,0 5 11 16,-1 11-8-1,-1 7 11-15,-2 3-11 0,0 6-2 0,2 2-4 32,4 0-1-32,2-1 4 0,3 0-3 15,-1-4 1-15,-2-5-3 16,-3-6 1-1,-6-2-1-15,-4-4 0 0,-2-7 2 16,-7-5-2-16,-3-4 2 16,-3 0-2-16,0-6 1 15,0-6 0-15,-12-6 1 16,-5-7-1-16,-7-7 1 16,-6-4 3-16,-9-6-1 15,-7-1 2-15,-8 1 2 16,-3-5-2-16,-5 2-4 15,-2-2 0-15,-7-2-1 16,-3 1-1-16,-7 1 1 0,-2 2-1 16,-2 2 4-16,-2 0-3 15,-4-2 6 1,-1 1 5-16,-2-1-2 0,0-2-9 16,1-4 3-16,2-2-2 15,3-4 0-15,4 0 1 16,4 0 1-16,2-10 2 15,-1 0 1-15,5-4-6 16,4 2 4-16,12 1 11 16,10-1-4-16,9 4 1 15,7 1 1-15,9-2-11 0,6 2-3 0,10-2-3 0,7-3-73 32,7-3-101-32,25-8-219 0,11-7-504 15</inkml:trace>
  <inkml:trace contextRef="#ctx0" brushRef="#br0" timeOffset="37575.44">27724 14436 796 0,'0'0'69'0,"0"0"-56"0,0 0-13 16,0 0 96-16,0 0-9 0,0 0-32 15,49 0 1-15,-17-5 12 16,11-6-20-16,14-5-3 15,13-4-10-15,20-2 2 16,15-3-15-16,16-4-19 16,17-5 7-1,11-1 9-15,10-2-6 16,-2 5-8-16,-15 3-5 0,-23 9 1 16,-31 7-1-16,-28 6-3 15,-20 3-15-15,-16 3-15 16,-6-1-45-16,-5-1-47 15,-5 1-11-15,-5-3-107 16,-3-2-106-16</inkml:trace>
  <inkml:trace contextRef="#ctx0" brushRef="#br0" timeOffset="38976.81">29351 13412 1133 0,'0'0'86'0,"0"0"-81"15,0 0-1-15,0 0 65 0,0 0 30 16,0 0-99 0,-23-11-1-16,30 51 1 0,7 17 39 15,5 13-15-15,2 9-10 0,6 15 18 31,-1 5-23-31,-3 4 5 16,-4 1-9-16,-6-6 5 16,-1-9-5-16,1-8 4 0,-1-14 4 0,0-16-7 0,0-19-1 31,-3-14-3-31,-5-8 4 16,-1-10-3-16,-3 0 12 15,0-8 48-15,0-22-13 16,0-11-47-16,-7-18-3 15,-2-14-1-15,-3-12 0 16,-1-11-11-16,-4-14-29 16,1-6-12-16,-4-2 3 15,1-2 15-15,-2 1-9 16,0 6 15-16,5 3-26 0,6 12 50 16,3 10 4-16,4 16 1 15,3 16 1-15,0 11 0 16,8 12 2-16,11 8 1 15,11 2-4-15,6 7 8 16,11 2-5-16,9 3-3 16,12 0 0-16,12-2 0 15,11-1 2-15,11-1-2 16,6-3 0-16,4 3 1 16,0-1-1-16,-5 2 1 15,-7 0-1-15,-1 2 2 16,-4-4-3-16,-1-1 1 15,-7 0 0-15,-12 1 1 16,-12 3-1-16,-15 4 0 0,-12 3 3 16,-11 6-3-16,-7 0 0 15,-4 0 0-15,-4 8 1 16,-6 7 1-16,-4 7 1 16,0 5 4-16,-1 6-2 15,-9 3-1-15,2 6-2 16,4 5-1-16,2 3 1 15,2 6 1-15,0 9-3 16,0 9 0-16,0 13 0 16,12 7 2-16,4 6-1 15,3 5-2-15,-2-3 1 16,2-2 0-16,-3 2 1 16,-2-5 1-16,-3-5-2 0,-4-8 1 15,-3-6-1 1,-4-6 1-16,0-2 5 15,0-4-6-15,-2-10 4 0,-6-11-4 16,-1-8 3-16,-7-8-2 16,-6-8 2-16,-8-2 4 15,-12-4 5-15,-10-2-5 16,-12-2-4-16,-6-1 4 16,-7-2 8-16,0-1-7 0,4-1 2 15,7-2 0 1,8-1 2-16,6 0 2 0,4-1-2 0,0 2 16 31,1 2 5-31,-3-1-16 16,0 5-9-16,-1 0 3 15,3 0 1-15,1-2 2 16,2 0-4-16,4-2-5 0,3-3 1 16,5 0-4-16,-2-1 16 15,1 2-9-15,-2-2-5 16,-3 1 1-16,1-1 0 15,3-2-4-15,4 0 3 0,4 0-3 16,1 0 0 0,1 0-1-16,2-2 0 15,3-2 0-15,7-1 2 16,4 3-1-16,3-1 1 16,3 2 2-16,3-1 0 0,0 2-2 0,0 0 3 31,0 0-4-31,0 0 6 0,0 0-4 15,0-3-3-15,0 2 1 16,0-1 0-16,0 0 4 16,-2-4-4-16,-2 1-1 15,-2-4 0-15,1 0-1 0,-2-3 1 16,1-1 0 0,2-4-1-16,-1-3 1 15,2-3-1-15,3-4 1 16,0-5-5-16,0-4 3 15,0-3-4-15,0-4-95 16,0-5-156-16,-6-8-642 16</inkml:trace>
  <inkml:trace contextRef="#ctx0" brushRef="#br0" timeOffset="54703.17">7138 4709 891 0,'0'0'62'0,"0"0"-48"16,0 0-13-16,0 0 11 15,0 0 49-15,0 0 18 0,0 0-3 16,8-27-17-1,-5 27-28-15,2 0-18 16,2-2-8-16,5 2-3 16,7 0 8-16,-1 0 4 0,3 6 8 15,-3 10-13 1,-2 0-4-16,1 7-4 0,2 3 18 16,2 2 4-1,3-1-16-15,3 1 3 0,11-5 0 16,3 1 2-1,5-4 4-15,6-3-4 16,5-4-1-16,4-1-4 0,2-7-2 16,1-5 1-16,0 0-3 15,2 0 1-15,5 0-1 0,-2-5-2 16,6-4 2-16,-1-2-1 16,4-4-4-16,5-2 3 15,4-2-1-15,4-5 3 16,-6 0-1-16,0 0-2 15,-6 5 1 1,-4 1-1-16,-8 6-1 0,-4 4 1 16,-5 2 2-1,-2 2-1-15,1 0-1 0,4 1 1 16,3-4-1 0,2 0 0-16,-2-1-1 0,-1 1 0 15,0 4-1-15,-4 2 1 16,-2 1 1-16,-5 0-1 0,0 0 1 15,2 0 0 1,-2 0 0-16,0 2 1 16,1 3-1-16,-1-1 0 15,0 2 0-15,-1 0 0 16,1-3 1-16,-1 1-1 0,-2-1 0 16,2 3 0-1,1 1 0-15,-1 5 1 0,5 3 0 16,3 1-1-16,-3-1 0 15,2 2-1 1,-3 1 0-16,1-2 1 0,2-1-2 16,-1-1 0-16,2 2 2 0,-2-1 0 0,0 5 0 31,-6 2 0-31,-2 1 0 16,-4 4 2-16,-1 2 0 0,-3 0 5 15,-4 3-1 1,1 0-5-16,-5 0 1 15,-1-1 0-15,-3 0 1 16,0-2 0-16,-8 1-1 16,1-1 1-16,-4-4-2 0,-3-3-1 15,-4-3 1-15,-1-3-1 16,-4-5 0-16,0-4 0 16,-3-3 0-16,0-1 1 15,0-3-1-15,-3 0 2 16,4 0 2-16,1-2-2 15,5-10 2-15,5-9 0 0,3-2-3 16,3-7 0 0,4-5-1-16,5 0-15 0,4-5-2 0,4 2 12 31,-1 3-6-31,-1 2-6 0,1 5 5 0,-6 5 5 0,1 4-6 0,-1 2 10 31,2 1 3-15,4 2 0-1,5 1-1-15,3 1 0 0,1 4 0 16,5 1 1 0,1 2 0-16,2 3-2 0,4 0 4 15,0 2-2-15,0 0 0 16,-1 0 0-16,-2 4 1 16,-1 3-1-16,0-2 0 15,-2 0 1-15,4-1 1 16,0-1-1-16,0-3-1 15,3 1 1-15,-3-1-1 16,-2 0-1-16,-3 0 0 0,-1-7 1 16,-5-5 0-16,1-5-1 15,-2-1 1-15,-1-10 4 16,-4-1 0-16,-6-4 3 16,-4-2 10-16,-5 3 16 15,-6-2-9-15,-3 0 26 16,-4 0-22-16,-7 0-28 15,-4 4-16-15,-3-1-114 16,-24 1-205-16</inkml:trace>
  <inkml:trace contextRef="#ctx0" brushRef="#br0" timeOffset="57337.31">17649 4667 657 0,'0'0'64'0,"0"0"-58"16,0 0 9-16,0 0 41 15,0 0 3-15,0 0 15 0,0 0-19 16,-12-14-34 0,12 14-15-16,0 0-6 0,0 2 0 0,8 12 5 31,4 3 11-31,3 4 5 0,1 4 20 16,3-3-28-16,4 3 14 15,1-1-6 1,3-1 30-16,4-1-35 15,3-3 23-15,8-1-10 0,4-2-21 16,11-4-1-16,6 1 5 16,4-3 1-16,3-2-8 15,-3-1-3-15,2-2-2 16,2-2 0-16,5-3 2 16,1 0 0-16,3 0 1 0,2-3 0 15,0-7 0 1,3 0 2-16,-1-2 1 15,-4 1 0-15,1 1-5 16,-5 2 0-16,-2 1 1 16,1 1-1-16,-5 3-1 15,-4-1 0-15,-4 2-1 0,0-4-2 16,3-1 3-16,5-3 0 16,6-5 0-16,2 2 0 0,-1-5 0 15,-2 2 1 1,-3 3-1-16,-2 3 2 15,-4 4-2-15,-7 2 1 16,-4 4 0-16,-4 0-1 0,3 0 0 16,3 0 1-16,5 0-1 15,8 0 0-15,2 0 0 16,3 0-1-16,-2 0-2 16,-4 4 3-16,-8 4 1 15,-6 7-1 1,-9 0-2-16,-9-1 2 0,-4 3 0 15,-3-1 0-15,0 1 0 16,-3 0 1-16,-2 0-1 16,-2 1 0-16,-4 1 1 15,-6-3 0-15,-4 0-1 16,-4-4 1-16,-4-4-1 16,-1-3 2-16,0-1-1 15,2-2 0-15,-2-2 1 16,0 0 1-16,0 0 4 15,1 0 3-15,1 0 5 16,1 0 5-16,3-13-2 16,4-3-18-16,3-4-2 15,8-4 2-15,6-3-1 16,4-1-1-16,5-5 0 0,3 0 2 16,3 1-2-16,1 2 1 15,-1 8 1 1,1 3 0-16,0 3 0 0,6 3 0 15,4 3 0-15,5 0-2 16,3 2 1-16,4 1-1 16,2 2 0-16,6 3 0 15,-2 2 2-15,2 0 0 16,0 0-1-16,-2 7-8 16,-1 6 9-16,1 0 1 15,-1 2-1-15,1-1 0 0,-1-1 3 16,-6-1-2-1,0 0 1-15,0-4-2 0,2 0 0 0,1-1 0 32,0 1 0-32,-3 0-1 0,-2 0 0 15,-4 3-2-15,0-2 3 16,0 0 0-16,0-2 2 0,0 0-4 16,-1-1 2-1,3 0 0-15,-1 1 0 16,-2 3 0-16,1-2 0 15,-1-2 0-15,1-1 2 0,-3-4-2 16,-1 1 0-16,-2-2 1 16,5 0-1-16,1 0-3 15,6 0 2 1,-1 0-4-16,-5-4 4 0,-4-2-8 0,-11 0 5 16,-4 2 1-1,0-2 0-15,-5-1 3 16,3 1 0-16,2-5 2 15,3 1-1-15,-2-2-1 16,-1-1 1-16,-3 2 0 16,-2-1 0-16,-1 2-1 15,-6 0 1-15,1-1-1 16,1 0 6-16,-4 1-3 16,0 1 14-16,-3 1-10 15,-5 3-1-15,1-2-2 16,-5 2 2-16,1 1-1 15,-4 1-5-15,-2 3-2 0,-5-1-34 16,-3 1-110-16,0-6-203 16</inkml:trace>
  <inkml:trace contextRef="#ctx0" brushRef="#br0" timeOffset="77081.92">5781 4572 679 0,'0'0'57'0,"0"0"-56"15,0 0 62-15,0 0 11 16,0 0 34-16,0 0-24 16,0 0-21-16,0-9-6 15,0 7 7-15,0 0-18 16,-10-3-30-16,-4 2-15 0,-1-3 13 15,0 2-6-15,-1-1 4 16,1 0 1-16,-4-1-11 16,-4 1 15-1,-4-1 5-15,-4-1-15 16,-4 1 1-16,-3 1 2 0,-1 0-5 16,-3 4 10-1,-4-3-15-15,3 4 1 16,-3 0-1-16,-1 0 1 0,1-2-1 15,1 0 0-15,-2-2 0 16,2-1 0-16,2 2 1 16,1-3 3-16,1 2-2 15,-2 1-2-15,-2-3 0 16,-4 2 2-16,-3 0-2 16,-5 0 1-16,-1 0 2 15,0 0-2-15,-2 0 21 16,2 0-22-16,-3 0 0 0,0 0 1 0,4 0 1 0,3 0-2 31,5-4-4-15,0 0 2-16,4-4 2 0,-1 3 0 15,-2-4 1-15,2 2-2 16,4 0 2 0,3-1-1-16,0 4 0 0,-4 2 0 15,-2 0 1-15,-7 6-1 16,-3 0 0-16,-3 0 0 15,1 0 0-15,0 0-1 16,5 0 1-16,3 0 0 16,6 0 0-16,1-2 0 0,0-4 1 0,2 2 1 31,-5 2-2-31,-3 2 1 16,-7 0-1-16,-6 0 0 15,0 7-6-15,0 6 5 0,-2 3-2 16,5-2 1-16,1 0 2 15,5 0-1 1,-2 1 1-16,2-2 1 16,4 3-1-16,-1-2 0 0,4 0 0 15,-4 0 1-15,0 0-1 0,1 1 0 16,-4-1 0 0,2-1 0-16,4-2 0 15,6-2 0-15,10 1 0 16,-1 0 2-16,4 1-2 0,-1 2 1 15,-2 0-2-15,0 3 1 16,-1 4-1-16,-2 1 0 16,-6 8 0-1,3 1-2-15,1-3 3 0,7 3 1 16,3-8 1-16,9 0 1 16,1-2 2-16,0 1-1 15,3-1 0-15,4 1 3 16,1 0 6-16,3-3-10 15,-2 2 2-15,1 0 0 16,2 2-2-16,0 3 0 16,3 2 0-16,0-1 1 15,0-1 3-15,6 2 1 16,11 0 0-16,2-3-5 16,3 1 10-16,1 0-7 15,9-4-1-15,1-2 3 0,6-2-1 16,3-1-5-16,7-2 4 15,2 0-5-15,3 0-1 16,1 3-2-16,3 0 2 16,6 1 0-16,5-4 1 15,5-2-1-15,1-5 1 16,2-4-1-16,-2-1 4 0,-5-2-4 0,-2 0 1 31,-3 0 0-31,-4 0 0 16,5-9 3-16,1 0-2 15,6 2 1-15,3 0-3 16,-3 3 2-16,-2 4-4 16,-5 0 2-16,-3 0-4 0,-2 0 3 15,-2 0 0 1,2 0-3-16,0 4 2 0,2 2 2 0,2-2 0 16,-1 2 0-1,0-2 1-15,2-3 1 16,3-1-2-16,1 0-1 15,1 0-3-15,-5-4-4 16,-3-1 8-16,-2-2-14 16,0 1 12-16,0-1 2 15,-1-2-2-15,3 1 2 16,-2-2-2-16,-3 0 1 16,-4 3 1-16,-2 1 0 15,-3 2-2-15,-4-1 2 0,-2 3 0 16,-4-1 0-1,-3 2-4-15,-3 1 4 0,1 0 0 16,-1 0 1-16,3 0-1 0,4 0-2 31,-3-3 2-31,5 0 4 0,1-1-3 16,-1 0 0-16,0-1-1 16,1 1 0-16,-6 1 0 15,-1 3 0-15,-3 0-2 16,3 0-4-16,2 0 3 15,3 0-1-15,4 0-6 16,-1-1-11-16,0-3 11 16,0-1 2-16,0 0 3 0,0-2 4 15,-2-2 0-15,-3 1-3 16,-3-1 3-16,-1 2-1 16,-3-2 2-16,-5 2 1 15,0-3-1-15,-5 0 0 16,2 0 0-16,-6-2 0 0,1-3 1 15,-1 0 0-15,-3-1 2 0,3-5 0 32,-5 2 1-32,-2-5 0 15,1-2 0-15,-8-5 7 16,-4-4-9-16,0-7 6 0,0-8-1 16,-19-3 8-16,-5 4 6 0,-13 1-1 31,-5 6-4-31,-10 5 3 0,-8 8-19 15,-16 9-10 1,-27 6-125-16,-45 8-516 0</inkml:trace>
  <inkml:trace contextRef="#ctx0" brushRef="#br0" timeOffset="83712.78">13588 14383 420 0,'0'0'437'15,"0"0"-435"-15,0 0 4 16,0 0 87-16,0 0 9 15,0 0-4-15,0 0-44 16,-18-52-5-16,17 49 12 0,-3 0-2 0,2 2-2 16,2 1 3-1,-3 0-26 1,3 0-7-16,0 0-1 16,0 0-13-16,0 0-11 15,0 0-2-15,0 11-8 16,0 11 8-16,0 4 14 0,7 5 10 15,-2 2 13-15,-1-1 10 16,4 1-6-16,-1-2-12 16,2-2-8-16,0 3-4 15,-3-4 15-15,-1-2-11 16,-1-4-17-16,-1-5-2 16,1-2 0-16,-1-5-2 15,-3-3 0-15,0-3 1 16,0-4-1-16,0 0 0 15,0 0-17-15,-1-4-50 16,-15-11-143-16,-3-10-40 0,0-4-182 16</inkml:trace>
  <inkml:trace contextRef="#ctx0" brushRef="#br0" timeOffset="84043.89">13208 14436 901 0,'0'0'139'0,"0"0"-136"0,0 0 8 0,0 0 129 0,0 0-38 0,0 0-63 16,36-42-27-16,14 1 6 0,11-8 28 15,8-4-6 1,0 1-16-16,-8 9 8 16,-14 12-10-16,-15 9-10 15,-17 13-10-15,-9 6-4 16,-6 3 2-16,0 0-61 16,0 10-50-16,0 12-19 15,0 8-127-15,0 3-239 16</inkml:trace>
  <inkml:trace contextRef="#ctx0" brushRef="#br0" timeOffset="84701.68">13797 14591 998 0,'0'0'88'16,"0"0"-74"-16,0 0 1 0,0 0 72 16,0 0-53-1,0 0-28-15,36 0 71 0,-20 0-46 16,1 0-8 0,-1 0 10-16,-1-5-1 15,1-9 1-15,-2-5-7 16,-2-2-7-16,-3-5-9 0,-6-1-2 15,-3 0-6-15,0-3 0 16,-9-2 0-16,-12 1-2 16,-4 2-4-16,1 7-2 15,3 10 6-15,0 7-3 0,0 5 3 16,-2 0 3 0,-2 17 6-16,1 3 9 15,8-1 1-15,3-4 2 16,10-4-7-16,3-4-11 15,0-3-2-15,0 1 2 16,9-4-1-16,7-1 2 16,4 0 6-16,6-8 6 0,6-12-7 15,2-7-5 1,4-3-1-16,1-3-1 0,-3 2 0 16,-1 2-1-16,-7 7 0 15,-7 4-1-15,-6 8 0 16,-4 1 1-16,-3 5-1 15,-2 1 0-15,0 3-2 16,1 0-2-16,2 3 4 16,0 13 0-16,1 6 11 15,1 3 4-15,-2 4-3 16,0 2 5-16,3-1 0 16,-1-1-10-16,2-3-6 15,-3-3-1-15,1-1 0 0,1-6 0 16,-2-1-37-1,2-5-138-15,1-6-82 0,1-4-186 16</inkml:trace>
  <inkml:trace contextRef="#ctx0" brushRef="#br0" timeOffset="85158.12">14607 14194 1157 0,'0'0'30'0,"0"0"-27"0,0 0 102 0,-59-82 74 15,39 77-91-15,-5 5 0 16,-4 1-33-16,0 21-6 16,0 8-2-16,5 4-6 15,9 1-16-15,6-2-5 16,7-5-9-16,2-6-10 15,0-1 1-15,8-11-2 16,7-4 0-16,2-6-1 0,2 0-4 16,5-16-14-1,0-13-27-15,-3-4 0 16,-3-2 4-16,-4 6 4 0,-3 5 26 16,-3 10 8-16,-4 9 4 15,-2 3 0-15,2 2 0 16,2 0-3-16,6 8 3 15,6 8 8-15,1 2 0 16,4 0-7-16,3-1 1 16,3-3-2-16,-1-2-1 0,0-5 0 15,-1-3-68 1,-6-4-44-16,0 0-46 0,-3-2-51 16,-5-17-93-1,-5-11-139-15</inkml:trace>
  <inkml:trace contextRef="#ctx0" brushRef="#br0" timeOffset="85643.99">14841 13393 839 0,'0'0'391'0,"0"0"-381"15,0 0 29-15,0 0 88 16,0 0-76-16,0 0-50 0,33 28 26 15,-11 7 38 1,0 6-53-16,1 3 29 16,1 5 22-16,-3 2-31 15,-1-2 0-15,-4 1-3 16,-1-4-1-16,0-4-13 16,-3-5-10-16,-2-11-1 0,0-6-1 15,-3-9-3-15,-4-9 0 16,-2 0 0-1,-1-2 3-15,0 0 10 16,0-17 5-16,-15-6-18 0,-7-1-1 16,-5 6-6-16,-3 7-1 15,-4 10 0-15,-5 1 0 16,-1 17 3-16,2 17 2 16,7 2 3-16,7 3 5 15,12-6 5-15,9-6 3 16,3-5-3-16,5-6-5 15,15-3 1-15,7-8 0 0,6-5-3 16,3 0 0 0,4-10 0-16,-5-10-3 0,-4-3-3 15,-6-4-66-15,-2-6-98 16,-4-4-18 0,2-3-144-16,-3-3-162 0</inkml:trace>
  <inkml:trace contextRef="#ctx0" brushRef="#br0" timeOffset="85855.1">15255 13658 943 0,'0'0'83'0,"0"0"-82"0,0 0 150 0,0 0 25 16,0 0-33-16,31 97-50 16,-21-69-33-16,1-2-40 15,-2-1 4-15,6-4-15 16,-5-4-2-16,-2-4-7 15,2-4 0-15,-7-4-10 16,0-3-107-16,-3-2-42 16,0-4-4-1,0-21-108-15</inkml:trace>
  <inkml:trace contextRef="#ctx0" brushRef="#br0" timeOffset="85970.73">15231 13509 1035 0,'0'0'0'0,"0"0"-69"16,0 0 54-16,0 0-142 0</inkml:trace>
  <inkml:trace contextRef="#ctx0" brushRef="#br0" timeOffset="86276.88">15434 13250 1304 0,'0'0'57'0,"0"0"-43"16,0 0 102-16,0 0-42 16,0 0-64-16,0 0 68 15,46 80-31-15,-23-40-12 16,0 4 47-16,1 1-51 15,-2 0-13-15,-2 0 2 0,-2-3-8 16,-3-5-11 0,1-3-2-16,-5-7 0 15,-7-5-23-15,-2-3-92 16,-2-1-104-16,-15-5-81 16,-18-3-275-16</inkml:trace>
  <inkml:trace contextRef="#ctx0" brushRef="#br0" timeOffset="86594.89">15473 13699 1221 0,'0'0'0'0,"0"0"0"0,0 0 62 16,98-84-35-16,-59 59-26 16,1 0-1-16,-2 1-44 15,-10 2-87-15,-3 5-83 0,-6 1-64 16,-7 2 66-1,-2 7 136-15,-5 2 76 16,-5 3 190-16,2 0 32 16,-2 2-6-16,1 0-75 0,1 0-61 15,4 0-37-15,0 12 36 16,3 7 28-16,4 5-11 16,-2 4 4-16,0 1-57 15,0 0 8 1,-4-1-26-16,0-2-18 15,-3-6-7-15,-4-5 0 0,0-5-12 16,0-7-141-16,0-3-85 16,-3-6-130-16</inkml:trace>
  <inkml:trace contextRef="#ctx0" brushRef="#br0" timeOffset="86734.38">15720 13325 1211 0,'0'0'0'16,"0"0"-74"-16,0 0 72 0,0 0-76 15,0 0-195-15</inkml:trace>
  <inkml:trace contextRef="#ctx0" brushRef="#br0" timeOffset="87443.37">16028 13384 1105 0,'0'0'106'15,"0"0"-96"-15,0 0 117 0,0 0-24 16,0 0-39-16,0 0-30 16,5 86-16-16,4-56 15 15,2-2-17-15,4-1 38 16,-2-4-35-16,2-4-15 15,-1-6-2-15,0-7 2 16,0-2 0-16,0-4 0 16,0 0 3-16,1-16 0 15,0-11-3-15,-6-9-4 16,-1-3-2-16,-8-4-27 16,0-2 6-16,-6 3-41 15,-16 0 27-15,-6 9 13 16,-2 10 18-16,-1 13 6 15,-2 10 0-15,2 1 26 16,2 18 10-16,9 0 16 16,9 1-26-16,8-4-12 15,3-2-13-15,0-3 0 0,14-3-1 0,5-6 4 32,4-2-2-32,5 0 1 0,5-8-3 15,4-6 0-15,-3-2-20 0,-1 7-2 16,-2 5 15-1,-2 4 2-15,-4 2 4 0,-1 13 0 0,-3 7 1 0,-4 0 1 32,-4-1 2-17,-4-3 6-15,-5-2-4 0,-2-8-2 16,-1-3 5-16,-1-4-2 16,0-1 1-16,0 0 8 15,0-6 11-15,0-13-18 16,0-8-8-16,6-2-8 0,2-2-3 15,1 5-6 1,0 4 3-16,1 3 10 16,0 9 3-16,5 1 1 15,-3 9 6-15,2 0 12 16,1 5 10-16,-5 10-12 16,0 7-6-16,-4 2-4 0,0-1-6 15,2 2 0-15,5-4-40 16,2-4-159-16,4-8-117 0,1-2-159 31</inkml:trace>
  <inkml:trace contextRef="#ctx0" brushRef="#br0" timeOffset="87884.01">16782 13264 1267 0,'0'0'192'0,"0"0"-190"16,-83 21 137-16,65-6 0 16,6-3-91-16,8 3-41 15,4-3-7-15,0-1-1 0,0-1-5 16,10-4-10-16,3-2-47 16,3-4-31-16,-2 0 14 15,0 0 36-15,-1 0 38 16,-4-4 6-16,0 2 3 0,0-4 4 0,3-5 12 31,6-3 18-31,0-5-17 16,2-4-12-16,-1-4-6 15,-3-4-1-15,-2-3-1 16,-4 0-1-16,-4 3-1 16,-3 0 4-16,-2 7-1 15,-1 7 6-15,0 7 56 16,0 6 60-16,0 4-39 0,0 4-55 15,6 22-27 1,4 16-1-16,3 16 33 0,4 7-28 16,3 1-5-16,4 1-2 15,-2-2-18-15,-1-2-145 16,-3-6-110 0,-8-10-160-16</inkml:trace>
  <inkml:trace contextRef="#ctx0" brushRef="#br0" timeOffset="88843.54">15787 14337 979 0,'0'0'53'0,"0"0"-50"0,0 0 117 16,0 0 6-16,0 0-54 0,0 0-26 16,-79-6-24-16,64 22 31 15,-1 3-2 1,2 6-21-16,1 8-4 15,2 5 29-15,1 5 5 16,4 0-7-16,3 0-8 16,3-5-13-16,0-3-12 0,16-6-6 15,11-4 3 1,6-2 3-16,3-6-4 16,1-4 5-16,-1-5-8 0,-1-6-5 0,-4-2-4 15,-1 0-2 1,-3-1-1-1,-4-13-1-15,-5-2-42 0,-6-5-64 16,-6-3-100-16,-6-2-70 16,-6-3-170-16</inkml:trace>
  <inkml:trace contextRef="#ctx0" brushRef="#br0" timeOffset="89020.72">15743 14612 1269 0,'0'0'14'16,"0"0"3"-16,0 0-17 0,0 0 47 15,85-50-41 1,-51 35-6-16,2-4-108 16,-2 1-184-16</inkml:trace>
  <inkml:trace contextRef="#ctx0" brushRef="#br0" timeOffset="89261.41">16486 14280 1117 0,'0'0'19'0,"0"0"0"15,0 0 173-15,0 0-107 16,0 0-32-16,-81 17-1 15,49 1-13-15,3 1 15 16,3-4-12-16,7-2-30 16,9-6-12-16,5-3-1 0,5-4-30 15,0 0-135-15,15-2-99 16,10-17-178 0</inkml:trace>
  <inkml:trace contextRef="#ctx0" brushRef="#br0" timeOffset="89499.58">16585 14078 901 0,'0'0'409'0,"0"0"-406"16,0 0 49-16,0 0 68 16,0 0 17-16,29 72-55 15,-10-31-29 1,0 3-10-16,-2-2-7 0,-1-1-33 15,-4-4-3 1,-4-8 0-16,-1-5-30 0,-2-6-100 16,-2-8-60-1,-2-7-69-15,-1-3-151 16</inkml:trace>
  <inkml:trace contextRef="#ctx0" brushRef="#br0" timeOffset="89741.76">16596 14019 963 0,'0'0'118'0,"0"0"-115"16,92-61 51-16,-44 55 118 16,6 6-63-16,-4 16-22 0,-8 19-25 15,-13 8 3-15,-19 4 22 0,-10-1 10 31,-4 2-44-31,-24-4-20 16,-5-4-19-16,-5-7-10 16,4-9-4-16,1-7-56 15,6-7-165-15,0-10-210 16</inkml:trace>
  <inkml:trace contextRef="#ctx0" brushRef="#br0" timeOffset="91716.26">30710 13552 540 0,'0'0'157'16,"0"0"-150"-16,0 0 57 16,0 0 66-16,0 0-23 15,0 0-27-15,0 0-13 0,-36-11 19 16,34 11-24 0,2-2-25-16,0 2-5 0,0 0-11 15,0 0-10 1,0 0-3-16,0 0-7 15,0 0-1-15,0 0 1 16,8 0-1-16,4 0 30 0,0 0 5 16,1 0-11-1,2-3 2-15,6 0-9 0,2-5 7 16,8-1 0 0,9-2-12-16,2-3-4 0,7 0-6 15,-1 3-1-15,-1 0 0 16,-2 3 3-16,0 1-4 15,-3 0 0-15,0 1 1 16,1 0-1-16,-1-1 0 16,1 0 0-16,0 0 0 15,1-2 1-15,0-1-1 16,-5 3 0-16,-5 3-1 16,-4 0 1-16,-8 2 3 0,-2 2-3 15,-1-5 0 1,5 0 0-16,3-2 1 0,1-1-1 15,3 2 0-15,-1-4-1 16,-5 3 1-16,0 2 0 16,-1-1 1-16,-4 3 0 15,0-2-1-15,-2 5 0 16,-5-2-1-16,4 1 1 16,-2 1-1-16,2-3 1 15,-1 2-1-15,0-4 0 16,0 1 1-16,2-2-1 15,0 1 1-15,-2 0 0 16,-1 1 0-16,-3 1 1 0,2-1-2 16,-2 2 1-1,-2 0 0-15,-1 2 0 16,-2-2 0-16,-1 1 0 0,2 1 0 16,0-1 0-16,5-2 1 15,2-1-1-15,1-1 1 16,-1 1-1-16,0 1 0 15,-1-1 0-15,-3 3 0 16,1 0 0-16,0-1 0 16,0 1 0-16,-3-2 1 15,0 2-1-15,0 1 0 0,-2-2 0 16,-1 2 1-16,-2-1 0 16,-1-1-1-1,-3 2 1-15,1 0-1 0,-1 0 0 0,0 0 0 16,0 0 0-1,0 0-6 1,0 0-97-16,0 0-175 0,-11 2-219 16</inkml:trace>
  <inkml:trace contextRef="#ctx0" brushRef="#br0" timeOffset="95277.34">31351 12428 561 0,'0'0'187'16,"0"0"-175"-16,0 0 14 15,0 0 94-15,0 0-75 16,0 0-29-16,-27-2 7 15,21 2 3-15,0 0 1 16,-4 0 21-16,-5 0-28 16,-9 0-11-16,-9 8 5 15,-9 1-2-15,-7 2-6 16,-4-3 25-16,-3 2-5 16,-2 1-6-16,-2-4 1 15,2 0-7-15,2-2-5 16,-4 1 0-16,5 0 28 15,-5 1-33-15,6-1 0 16,2-1-1-16,0 0-2 0,3 2 0 16,-6 1-1-1,-4 1 4-15,-2 0-4 0,0 1 0 16,4-1 0 0,5-4 1-16,7 1 0 0,5 0 1 15,3-3-2-15,4 3 3 0,2-2 1 16,7 0 0-1,-2 0-4-15,3-3 7 16,0 2-6-16,2 1-1 0,-1 0 0 16,0 2-1-1,1 2 1-15,0-1-1 0,3 2 1 0,1-4 0 16,3 1 2-16,1 3 6 0,0-1-3 31,1 4 5-15,3-2-9-16,-1-1 1 0,5-4-1 15,4 1-1-15,-2 0 0 16,1 2 5-16,-2 4-1 16,1-2-3-16,-2 1 4 15,1 1-4-15,-2 2 3 16,-1 3 1-16,1 3 10 16,-4 3-4-16,0 1-7 15,0 2 10-15,-3 3 1 16,5-1-1-16,0 3-9 15,5-1 10-15,3 3 11 16,0 0-17-16,0 1-3 0,0 1-2 16,0 2 5-16,5 1 15 15,-1 2-1-15,-1 0-21 16,-1 2 11-16,-2 4 6 16,0 0-15-16,0-2-1 15,0 3-1-15,0 0-1 16,0-2-1-16,0 2 2 15,3 3 6-15,1 1-7 16,-2 3-1-16,1 2 1 16,0 0 0-16,3-3-1 0,0-3 1 15,1 0 2-15,2 0-3 0,-1-2 3 32,-2-2 0-32,-2-2 7 0,1-6-2 15,-1-5-7 1,-1-3 1-16,1-3-1 0,1-4 2 15,1 3-2-15,-3-3 0 16,2 1-1-16,2-2 0 0,-3-1 1 16,2-1-1-1,0-3 0-15,2-2 0 0,0-4 0 0,0-3 1 32,0-2 0-32,2 0-1 0,-3-3 1 15,2 2-1 1,2-1 1-16,2 0-1 15,2 0 0-15,5-2 0 0,3 1 1 16,4-1 1-16,-1-1-2 16,1 0 0-16,-1 1 0 15,0-1 0-15,1 0 0 16,-1 1 0-16,3-2 0 16,2 0-2-16,3 0-4 15,5 0 5-15,5-6-3 16,5-3-8-16,1 1 9 15,0-2 2-15,-1 3-2 16,-6 0 1-16,-1 1-2 16,-5 2 0-16,-1-2 2 15,5 0 1-15,1-1 1 16,7-2 0-16,3-2-2 16,1 1 1-16,1 0 0 0,-3 0-1 15,-4 1-2-15,-5 3-3 16,-6 0-2-16,-1 0-3 15,-3 0 0-15,0 0 3 16,-1 0-4-16,-3-1 6 16,-1-2 0-16,0 0 6 0,-3 1-1 15,-2 0 2 1,-4 2 0-16,-2 1 0 0,-7 3-1 16,-4 1-6-1,-2-1-3-15,-1 1 9 16,1-2-1-16,2-1 2 15,1-1-2-15,2 0 1 16,1 1 1-16,-1-2 0 16,-2 2 0-16,2-2 0 0,-3-1 0 15,1 1 0 1,1-4 0-16,-4-2 4 0,0-3-2 16,-2-4-2-16,1-2 0 15,1-2 1-15,0-2 0 16,0 0-1-16,0-2 5 15,0 0-3-15,-1-1-1 16,-1-1 1-16,3 3 0 0,-2-2 8 16,-1-1 14-1,-1-1-11-15,0-1-8 16,0-1 1-16,0-2 9 16,0-2 1-16,-1-3-13 15,-5 4 3-15,3 1 1 0,0 5 1 16,0 1 4-16,0 1 0 15,-2-2-9-15,1 1 10 16,-2-2-9 0,0 2-4-16,2 0 0 0,-2 1 1 15,1 0 0-15,0 2 0 16,2 3-1-16,0 0 0 16,1 2 0-16,0 0 0 0,2 1 0 0,0 1 1 31,0-1 0-31,0 1-1 15,0 0 11-15,0-2-7 16,0-3-4-16,0 1-1 16,0-1 1-16,0 2 0 15,0 3 0-15,0-1 0 0,0 2 0 16,0-1 0-16,0 3 1 16,0-3 0-16,0 2-1 15,0 0 1-15,0-2-1 16,-1-3 1-16,-1-1-1 15,2-1 0-15,0 0 0 16,0-1 0-16,0-2 0 16,0 2 0-16,0-2 0 0,2 2 0 15,3-2 0 1,0 2 0-16,1-4 0 0,-1 0 0 16,-2 0 0-1,1 0 0-15,-4 6 0 0,0 3 0 16,0 0 0-16,0 3 2 15,0 0-1-15,0 0-1 16,0 2 0-16,0 0 1 16,0 0-1-16,0 0 1 0,0 0 0 15,0-2 1 1,0 4-1-16,0 4-1 0,0 0 1 16,0 4 1-1,-1-1 2-15,-4 1 2 16,2 1-1-16,-1 0-2 0,-4 0-3 15,-2-3-1 1,-1 3-1-16,-3-1 0 0,0 0 2 16,0-2-1-16,0-2 1 15,5 2-2-15,2 4-1 16,3-2-16-16,1 4-87 16,-1 0-65-16,-4 0-181 15</inkml:trace>
  <inkml:trace contextRef="#ctx0" brushRef="#br0" timeOffset="96523.69">30744 13469 602 0,'0'0'69'0,"0"0"-58"0,0 0 75 15,0 0 46-15,0 0-48 0,0 0-51 16,0 0-7 0,-10-26-22-16,11 22-4 15,11-2 22-15,3 0-1 16,0 0-12-16,3 0-2 15,-2 2-4-15,1 1-1 16,-1 0-2-16,-1 3 0 0,-1 0 4 16,0 0-4-16,-3 0 1 15,-3 0-1-15,-2 0 0 16,1 0 0-16,-3 0 0 16,2 0 0-16,0 0-16 15,1 0-50-15,-1 2 12 16,2-1 4-16,-2 0-12 15,-3 1 51-15,1-1 9 16,-2-1 2-16,-2 2 0 16,1-2 0-16,1 0 1 15,-2 0 31-15,0 0 23 16,0 0-21-16,0 0-19 0,1 0-15 16,1 0-5-1,-2 0-199-15</inkml:trace>
  <inkml:trace contextRef="#ctx0" brushRef="#br0" timeOffset="97912.54">20760 14159 1062 0,'0'0'3'15,"0"0"-3"-15,0 0 30 16,0 0 85-16,0 0-78 0,0 0-37 16,-8 28 0-16,17 16 73 15,1 8-4-15,-3 4 7 16,-1 1-28 0,-5-4 21-16,2 0-18 0,-3-7-25 15,0-8-13-15,2-8-2 16,-1-9-2-16,1-10-7 15,-1-7-2-15,1-4 0 16,-1 0 0-16,2 0 7 16,8-18 7-16,2-10-6 0,6-10-8 15,4-2-1 1,-1 5-2-16,4 4-5 16,-1 6 3-16,0 4 2 15,-4 11 2-15,-3 6 1 16,-3 4-3-16,-2 0-6 15,0 14 7-15,-2 9 2 16,-2-1 12-16,-4 3 8 16,-2-2-10-16,0 0-7 0,-2-3-1 15,5-3-2 1,0-1-1-16,2-4-36 16,5-5-115-16,5-7-103 0,3-3-52 15,0-23-345-15</inkml:trace>
  <inkml:trace contextRef="#ctx0" brushRef="#br0" timeOffset="98059.88">21273 14353 1273 0,'0'0'56'0,"0"0"-33"0,0 0-23 0,0 0 126 0,0 0-51 0,-1 98-65 15,1-69-8-15,6 1-2 16,7 1-22-16,3 0-198 15,1-4-141-15</inkml:trace>
  <inkml:trace contextRef="#ctx0" brushRef="#br0" timeOffset="98874.26">24842 13783 513 0,'0'0'288'0,"0"0"-285"15,0 0 35-15,-27-77 102 0,27 64-17 16,0 4 4-16,0 5-39 15,0 4-29-15,1 0-26 16,12 13-31-16,3 16 23 16,-1 14 23-16,-2 8 11 15,-4 5 10-15,-4 0-2 16,-5-3-38-16,1-5-17 16,1-8-3-16,-1-10-4 15,2-6-3-15,0-10-1 16,-1-5-1-16,2-5-1 15,-1-4-1-15,3 0 2 0,8-21 0 16,5-11-6 0,6-7-31-16,3-1 34 15,-2 5-8-15,-4 4-7 0,-1 7 15 16,-6 11 3 0,-3 6 2-16,-4 7 3 0,-4 0 3 15,1 14 8-15,-2 8 18 16,1 5-21-16,-1 1 7 15,-3 0-13-15,0 1-7 16,1-1 0-16,1 0-5 0,2-3-81 16,5-2-101-1,6-11-69-15,3-8-75 16,1-4-173-16</inkml:trace>
  <inkml:trace contextRef="#ctx0" brushRef="#br0" timeOffset="99089.83">25293 14012 1071 0,'0'0'106'0,"0"0"-103"0,0 0 81 16,0 0 3-16,0 0-68 15,0 0 81-15,14 32-21 16,-14-7-61-16,0-4 18 16,0-8-1-16,0-4-30 15,0-7-1-15,14-2-2 16,16-6 5-16,16-16-7 15,9-10-63-15,11-3-111 16,-1-1-129-16,-4 3-493 16</inkml:trace>
  <inkml:trace contextRef="#ctx0" brushRef="#br0" timeOffset="99744.06">27987 13225 1013 0,'0'0'46'0,"0"0"-30"16,0 0 125-16,0 0 2 16,0 0-107-16,0 0-35 0,9 39 19 15,2 4 63-15,0 6-7 16,1 2 8-16,-3-2-48 16,1-1-11-16,-5-3-14 0,-2-7 7 15,-1-9-13 1,-1-8-2-16,1-11-1 15,-1-5-2-15,1-5 0 16,-1 0 0-16,4-5 6 16,6-14-6-16,4-9-34 15,6 0 13-15,4 1-9 16,-1 6 13-16,-3 5 10 16,0 5 6-16,-7 7 0 15,-3 4 1-15,-1 0 2 16,-3 4 9-16,0 10 1 15,-2 2 2-15,-1-2-8 16,-1 4-6-16,0-2 0 16,0-1-6-16,5-3-114 0,4-4-126 15,3-7-123-15</inkml:trace>
  <inkml:trace contextRef="#ctx0" brushRef="#br0" timeOffset="100128.07">28490 13516 124 0,'0'0'959'0,"0"0"-957"0,0 0 58 0,0 0 93 0,0 0-50 16,0 0-72-16,-15-30-1 15,15 28-17-15,0 1-1 0,0 0-12 16,7-3 0-16,11 1-3 15,6 0 2 1,0 1 1-16,1 2 0 16,-1 0-1-16,-4 5 1 15,-3 10 12-15,-5 3 8 16,-7 2-7-16,-3 3 6 16,-2-2-6-16,0 0 12 15,0 0 0-15,0-4 0 16,-4-1-7-16,1 3-11 15,-6-1 27-15,-10 4 10 16,-8 0 6-16,-9-1-15 16,-2-2-12-16,3-7-23 15,10-3-8-15,13-9-145 0,9 0-168 16,3-20-677-16</inkml:trace>
  <inkml:trace contextRef="#ctx0" brushRef="#br0" timeOffset="101124.94">32372 12310 1187 0,'0'0'90'0,"0"0"-88"0,0 0 49 0,0 0 73 0,0 0-69 16,0 0-44-16,6 5-10 15,4 27 15-15,-1 10 31 16,0 6-5-16,0 6-2 15,-3 8-3-15,-5 3 3 16,-1 6-7-16,0-2-9 0,0-3 0 16,0-9-8-1,0-17-7-15,0-11-8 0,0-13 5 16,0-9-5 0,0-3-1-16,0-4 2 0,0 0 2 15,0-4 8-15,3-16 3 16,2-7-14-16,3-9-1 15,2-2-2-15,2-2-2 16,1 3-11-16,5 1 5 0,1 5-14 16,1 10 15-1,-1 6 5-15,-2 7 0 0,1 6 4 16,-2 2-3-16,-1 0-2 16,1 14 2-1,-4 8 3-15,-1 7 2 16,-3 3-2-16,-5 2 1 0,-1 1 0 15,-2-4 0-15,0-6-1 0,0-1 0 16,0-8-2 0,0-1-53-16,2-7-137 15,4-5-44-15,1-3-84 16,5-6-255-16</inkml:trace>
  <inkml:trace contextRef="#ctx0" brushRef="#br0" timeOffset="101399.28">32861 12581 1126 0,'0'0'28'0,"0"0"-13"16,0 0 99-16,0 0-60 15,0 0 0-15,0 0 63 0,16 110-60 0,-4-62 16 31,1 3 19-31,-2 0-40 16,-2-2-38-16,-1-5-11 16,-4-7-3-16,-2-6 0 15,-2-5-85-15,0-6-113 0,-8-6-110 16,-15-7-174-16</inkml:trace>
  <inkml:trace contextRef="#ctx0" brushRef="#br0" timeOffset="101504.07">32781 12975 827 0,'0'0'404'0,"0"0"-404"16,114-91 0-16,-54 54 15 15,1 2-15-15,5 4-4 0,-3 1-172 0</inkml:trace>
  <inkml:trace contextRef="#ctx0" brushRef="#br0" timeOffset="103830.41">32376 13141 402 0,'0'0'468'0,"0"0"-447"16,0 0 49-16,0 0 47 31,0 0-49-31,0 0-34 0,0 0-26 16,-7 23 61-1,13 8-3-15,0 7-13 0,1 9 1 16,-2 6 14-16,-2 4-22 16,-3 5-17-16,1 4-6 15,-1 2-8 1,0 3-6-16,2 0-7 0,-1 4 0 15,2 6-2-15,0-1 1 0,-1 2-1 16,2-1 0 0,-1-4 0-16,0 2 0 15,-3-1 0-15,0-5 1 16,0-5-1-16,0-4 0 16,0-6-1-16,0-1 1 15,0-6 0-15,0-6 0 16,0-3 0-16,0-5 0 15,-9-2 0-15,-6-3-1 16,-7-1 1-16,-8-3 0 0,-9-2 0 16,-5-5 0-16,-3-3-1 15,-2-3 1-15,0-5-1 16,-5-3 1-16,-4 1 2 16,-6-2-1-16,-4-1 0 15,0 1 0-15,-1-2-1 16,4-1 0-16,-3 2-4 15,0 0 3-15,-8 3 2 16,-3 0 0-16,-2 4-1 16,-4 2 0-16,-2 2 0 0,-1-1 0 0,-3 3 0 31,-1-3 0-31,-4-1 4 16,-1 2-4-16,1-4 0 0,0 2 0 15,1-2-1-15,1 1-4 0,-3-3 5 31,1 4 2-15,-1 0-2-16,0-1 0 16,-1 2 0-16,1-2 2 0,0 1-1 15,-2-3 0-15,1 1 1 0,1-2-2 16,3 0 0-16,7 0-2 16,8-6 2-16,9-1 0 0,7-2 1 15,7-1-2 1,2 2 2-16,5 0-2 0,-2 0-1 0,6 0 2 31,4-1 2-31,5-1-1 0,4 0-2 31,4 2 1-15,4-2 0-16,5 1 0 0,2-1 4 0,4 0-3 0,0 0-1 16,5 0 4-16,2 0-3 0,4 0 3 15,-1 0-1 1,3 0 3-16,-1 0 4 15,-1 0 7-15,2 0 2 16,-1 0-10-16,1 0-3 16,-3 0-2-16,3 1-4 15,0 7-4-15,0 6 2 0,0 5 2 16,0 5 2-16,0 4 0 16,0 2 4-16,0 2 3 0,0 6 3 31,4 2-5-31,2 4 4 0,2 2 8 15,3 1-1-15,2 1-12 16,2 2 0-16,0 3 1 16,-2-1-3-16,2 6 4 15,-3 3 0-15,-1-2-1 16,-3 1-1-16,-2-6-4 16,-1-2 3-16,-1-2-3 15,1-4 1-15,-3 0 0 16,-1-3 0-16,2-3 1 15,0-3 5-15,0-6 1 16,1-6-5-16,1-5 0 0,-1-4 0 0,2-4-3 16,0-2-1-1,-3 1 0-15,0-5 0 0,-2 0 1 16,3-1-2 0,-4-2 1-16,1 0-1 15,-1-3 0-15,0 0-2 0,2 0-30 16,1 0-75-1,1 0-92-15,6-10-57 16,1-9-262-16</inkml:trace>
  <inkml:trace contextRef="#ctx0" brushRef="#br0" timeOffset="105373.51">30373 16455 345 0,'0'0'638'0,"0"0"-615"0,0 0-21 0,0 0 12 16,0 0 43-16,0 0-23 16,7-32 16-16,-7 28 39 15,-1 2-18-15,-7 0-11 16,-2 2-11-16,-11 0-28 15,-8 0-14-15,-6 0 0 16,-9 0 0-16,-6 6 7 16,-7-2-6-16,-3-3 0 15,-4-1 2-15,-5 0 12 16,-8 0-11-16,-2 3 4 16,-8 3-4-16,-8 4 0 15,-7 4 1-15,-5 1-4 0,-2 5-8 16,0 0-2-1,6 0-1-15,2-2 2 0,5 1 1 16,7-6 0 0,2 3 0-16,2-2 0 0,8 2 0 15,8-3 1-15,9 0 3 0,8 0-4 0,9-1 2 32,5 3 0-32,9-5-1 0,3 6 0 15,7-1-1 1,8 3 2-16,2 6-2 15,5 8 7-15,1 5 6 16,0 6-3-16,3 8 3 0,0 4-2 16,0 2-6-16,0 8 11 15,-4 4-1 1,-1 6-4-16,-1-1 6 16,-2 3 2-16,0-2-1 0,0 1 1 15,1-1-4-15,2-2-9 16,5-6 3-16,0-5-2 15,0-6 5-15,0-5-1 16,12-6-10-16,4-8 2 16,7-1-2-16,7-9 1 15,8-1 2-15,4-3-4 16,6-3 0-16,-2-4 0 16,5-5 0-16,2-2 0 0,8-4 0 15,7-3 0 1,7-2-2-16,5 0-4 0,8-4-3 15,8-11-5-15,8-3 12 16,6-2 2-16,9 1 2 0,7-5-1 16,2 1 1-16,8 3-2 31,-7 2 0-31,-11 3-5 0,-8 2 5 16,-16 1-5-16,-6 5-9 15,-7-3 5-15,-4 6 3 16,-4-3 4-16,-1 2-6 15,-1-3 1-15,1-1-4 16,7-5 8-16,-4 2 3 16,-5 1-2-16,-12 4 2 15,-12 1 0-15,-8-2-5 0,-7-1 2 16,-3 0-1-16,-1-6 0 0,-6 0-4 0,-2-5 8 31,-1-5 0-15,-3 1 0-16,0-5 0 0,-6 4 0 15,-3-2 2-15,-4-1 1 16,-2 1 3-16,0-4-1 16,0 3-3-16,0-5 7 0,0 1-5 15,0-5-3 1,1-4-1-16,4-7 0 0,-4-6-1 16,-1-3 0-1,0 3 1-15,0 2 0 0,-10 6 1 0,-7 7 0 0,-2-3 4 31,-2 0-4-15,3-4-1-16,-1 1 1 0,3-5-2 16,2-1 1-16,2-2-4 15,-3 0 4-15,0 5-3 16,-6 3 3-16,-4 5-1 16,-7 4 1-16,-3 3 0 15,-7 2 2-15,-3 6 4 16,-1 2 5-16,-5 5 3 15,1 3-12-15,-5 0 5 0,-4 2-6 16,-4 5-1 0,-11 4-4-16,-9 4-2 15,-11 3-74-15,-14 14-190 16,-10 3-244-16</inkml:trace>
  <inkml:trace contextRef="#ctx0" brushRef="#br0" timeOffset="107423.49">32879 12178 143 0,'0'0'88'0,"0"0"5"16,0 0-8-1,0 0-6-15,0 0 37 16,0 0-58-16,20-78-19 0,-17 69 12 15,0 1-34-15,2 0 5 16,0 1 26-16,1-2 2 16,-2 3-6-1,-1 0 9-15,-1 0 19 0,-2 4-11 16,0-3-9-16,0 0-25 16,-11 1 0-16,-11 1-18 15,-9 2-9-15,-8 1 0 16,-9 0 1-16,-4 0 2 15,-6 0 1-15,-1 0-3 0,3 0 9 0,1 0 9 32,2 0 1-32,3 3-9 15,-2-1 1-15,2 1-6 16,-1 2 4-16,4 0 3 16,3-3 11-16,4 3-5 15,6 0-6-15,2 0 0 0,7 1-4 16,4 1 8-1,8 2 4-15,-1 0-2 0,2 6-13 16,2 3 11-16,0 3 20 16,-1 6-18-16,-1-1 16 15,0 4 5-15,3 2-2 16,1 2-5-16,5 3-19 16,3 2 11-16,0 4 0 15,3 2-17-15,14 2 6 16,2 4-5-16,1 5-5 15,1 2 0-15,-2 4-2 0,-5-6-2 16,-2-6 0 0,-2-6 0-16,-4-6 1 0,2-1-1 0,1-7 0 31,2-1 0-31,0-4 0 0,-3-5 1 16,2-4-1-16,-1 0 0 15,1-8 1-15,4 1 0 16,-1-3-1-16,3-3 0 15,3 0 2-15,3-3 2 16,3 0-4-16,3 0 1 16,7 0-3-16,4 0 6 15,5 0-5-15,7-4 1 16,3-4-1-16,-1-1-2 16,2 2-2-16,-7 2-4 0,-5 3 5 15,-4 0 4 1,-3 2-1-16,-1 0-1 0,-3 0 2 15,-3 0-5-15,-1 0 2 16,-1 2-4-16,-2 5 4 16,-1 2-2-16,2 0 3 15,-1 2 2-15,-1-2 0 16,-2-1 0-16,-4-1 0 16,-2-2 0-16,-5 0-9 15,-3-3 0-15,0 1-3 16,1-3 5-16,2 0 4 15,4 0 0-15,0-6 2 16,-2-9-1-16,0-2-1 16,-2-4 1-16,-2-5 1 15,-2-4 1-15,-1-7 0 0,-3-7-1 16,-1-7 1-16,-2-8 1 16,0-7-1-16,-2-5 0 0,-8-1 2 15,-2 1 1 1,-3 2-1-16,-3 3 2 15,-1 1 3-15,-2 1 8 16,0 2-8-16,1 3-1 16,3 9-3-16,2 9 0 15,0 9 6-15,4 9-7 16,4 6 1-16,1 7-3 16,0 4-6-16,2 6-56 15,-3 0-74-15,-5 6-162 16,-10 9-285-16</inkml:trace>
  <inkml:trace contextRef="#ctx0" brushRef="#br0" timeOffset="116363.86">21141 13855 685 0,'0'0'42'0,"0"0"60"0,0 0 86 15,0 0-35-15,0 0-12 0,0 0-42 16,0 0-53-16,0 0-7 0,-16-52 16 15,-10 52-43 1,-9 3-12-16,-5 11 0 16,-3 5 2-16,-1 0-2 15,-3 2 0-15,-4 1-1 0,-6-1 1 16,-5-2 4 0,0 0-4-16,12-2 0 0,11-5 2 15,11-4-1 1,7-2 11-16,4 0-5 15,6 0-2-15,3-2-1 16,5 0 0-16,0 3-4 0,-3 6 0 16,-4 10 0-1,-4 7 1-15,-1 7 9 0,2 6 18 0,5 0-17 32,4 4 13-32,4 1-4 15,0 3 11-15,0 0-3 0,0 5-3 16,7 0 7-16,-1-1-24 15,3-6 11-15,2-4 4 16,-2-8-16-16,0-8-4 0,1-6-1 16,-3-2-2-1,1-4 0-15,-2-5 2 16,1-1-2-16,-1-5 1 16,0-2-1-16,0 0 1 15,2-1 1-15,7-3-1 0,3 0 3 0,12 0 0 31,2-3-1-31,7-2 0 0,1-1-3 16,4 3-1-16,2-1 0 16,3 3 1-16,-1 0-3 15,4-1 3-15,3-2-1 16,5-2 1-16,2-2 0 16,1-4 1-16,-6-1-1 15,-3 3 1-15,-10 0-1 16,-8 2 1-16,-11 3-1 15,-8 1 1-15,-5 1-1 16,-8 3 2-16,-1-2-3 16,2-2 2-16,-1 1 0 0,2-3 1 15,-1-3 0 1,0 4 0-16,0-3 1 0,0 0-1 16,1 4-2-16,-2-3 0 15,-1-1 0-15,-1 1 2 16,-2-3 0-16,1-2-1 15,-1-4-1-15,3-2 0 16,-2 0 0-16,-1 4 0 16,2-2 1-16,-1 1-1 15,1 1 0-15,-1-2-1 16,1 5 4-16,-2-3-2 0,0 2-1 16,0-2-1-16,0-2 0 0,0 0 1 15,0-3 0 1,-2-1 0-1,1 3 1-15,1-1-1 0,0 0 2 16,0 2-3-16,0-4 1 16,-3 1 0-16,-3-1 0 15,0 0 3-15,2-1-3 16,-2 1-1-16,0-2 1 16,1 1 1-16,-1 0-1 15,2 2 0-15,-1-1-1 16,4 4 1-16,-2-4-1 0,0 4 5 15,-2-1-6 1,1 0 2-16,-2 0 0 16,2 2-1-16,-1-4 1 15,-1 1 0-15,1-2 4 0,-2 1-4 16,3 2 0 0,1 1-4-16,-2 2 4 0,2 1 1 15,-1 1 1-15,-8 0 0 16,-3 0 4-16,-14 5-4 15,-14 7-2-15,-27 1-7 16,-33 37-5-16,-36 15-152 16,-47 15-470-16</inkml:trace>
  <inkml:trace contextRef="#ctx0" brushRef="#br0" timeOffset="117360.96">19666 14121 927 0,'0'0'8'15,"0"0"-4"-15,0 0 50 16,0 0 28-16,0 0 6 0,0 0-44 16,-86-10-44-16,56 10 5 15,-6 8 35 1,-9 10-26-16,0 5-13 0,-4 3-1 15,1 0-50-15,2 3-89 16,4-5-178-16</inkml:trace>
  <inkml:trace contextRef="#ctx0" brushRef="#br0" timeOffset="118211.82">19162 14078 433 0,'0'0'0'16,"0"0"-7"-16,0 0 7 15,0 0 22-15,0 0 49 0,0 0 19 16,63 11-39 0,-52-9 6-16,0 0-14 0,-2 1-3 15,-3-2-3 1,1 1-17-16,-2 2 20 16,1 1 36-16,2 2-32 0,3 5 5 15,3 1-9 1,3 7 11-16,0 6-4 15,4 2-22-15,0 2-10 16,0 0-15-16,3 0-5 16,-8-6-217-16</inkml:trace>
  <inkml:trace contextRef="#ctx0" brushRef="#br0" timeOffset="119715.51">21443 14536 905 0,'0'0'0'15,"0"0"-278"-15,0 0-94 16</inkml:trace>
  <inkml:trace contextRef="#ctx0" brushRef="#br0" timeOffset="121529.45">20171 16148 257 0,'0'0'578'0,"0"0"-570"0,0 0 5 15,0 0 50 1,0 0 12-16,0-81-24 0,0 66-17 15,0 5-16-15,-2 4 32 16,-7 1-15-16,-4 3-26 0,-5 0 17 16,-6 2-24-1,-4 0-1-15,-7 0 0 16,-5 9 0-16,-5 2 2 16,-8 4 4-16,-8 4 1 0,-7 2 2 15,-2 3-2 1,-3-2-2-16,1 1 0 15,-2 1 8-15,-4-2-6 16,2 0 10-16,3 0-8 0,6 0 10 0,0 0-5 0,1 2-3 31,-3 3 1-15,-2 3-8-16,1 2-1 0,-2 4-2 16,-2-3-1-16,0 3 3 0,3 2-3 0,-1-5 3 31,7 6 6-31,-1-1 1 15,2 0 2-15,0 2 10 16,-5 3 0-16,5-2 2 16,4 3-12-16,6-3-3 15,8-3-4-15,7-1-5 16,4 0 4-16,3 0 11 16,7 2-8-16,6 3-1 15,8 0-3-15,4 3 1 0,0 0 2 16,4-1 0-16,-1-1-6 15,4-4 8-15,0 2-3 16,0-3 3-16,0-1-1 16,12 0-4-16,6-1 6 15,4 0-2-15,7 0-2 16,2 1 3-16,7-2-7 16,4-1 5-16,6-3-3 15,8-2 2-15,3-3-2 16,5-6 1-16,8-5-3 15,6-4-1-15,11-10 2 16,10-1 1-16,11-1 3 16,7-20-1-16,5-7 3 0,3-8 7 0,3-4-2 15,4-10-4-15,2-1 2 0,0-6 4 32,0-3-13-17,-8 0-3-15,-12 0 0 0,-10 2 0 16,-15-1 2-16,-11-4-2 15,-10-7 2-15,-7-3-2 16,-7-2 1-16,-3-2 3 16,-8-3-1-16,-6-3 0 15,-5-9-2-15,-11 0 0 0,-9-3 4 16,-12 1-3-16,-8 6 0 16,-29 6-2-1,-11 8-1-15,-12 8 1 0,-5 9 0 16,-8 11 1-16,0 11-2 0,1 14 1 31,-1 7 0-31,4 7-2 0,7 7 2 16,3 0-3-16,9 0 1 15,14 0-5-15,11 5-12 16,13-2-44-16,7 7-40 16,5 6-96-16,0 5-25 15,0 5-204-15</inkml:trace>
  <inkml:trace contextRef="#ctx0" brushRef="#br0" timeOffset="123615.21">33094 12112 717 0,'0'0'45'0,"0"0"-30"16,0 0 20-16,0 0 1 0,0 0 54 15,15-73 6 1,-15 62-40-16,0 2 4 0,-2 4-20 16,-14 0-26-16,-5 5-10 15,-9 0-1-15,-6 0 0 16,-4 0 2-16,-2 7-4 15,-3-1 1-15,-2 1 1 16,-8-1-2-16,-5-2-1 16,-4-2 2-16,-5-2-2 15,-1 0 0-15,0 0 0 16,6-6 3-16,7-5-2 16,8 1 4-16,8 2-4 15,6-1 1-15,-1 1 0 16,2 2 11-16,-5 1-12 0,0 3 3 0,0 2-1 31,7 0 13-31,6-1-8 0,10-2 14 16,3 3 5-1,5 0-10-15,3-2-3 0,4 2-1 16,1-1-4-16,-2 1-9 16,2 0-3-16,0 7 3 15,0 10 6-15,0 4 11 16,5 4-5-16,2 7 8 15,0 1 3-15,-2 7-8 16,1 3-1-16,-1 3-2 16,4 4-1-16,2 7 4 15,5 2 6-15,1 2 5 16,4 7-7-16,0 4 0 0,3-3-4 16,1 1 16-16,0-11-23 15,-3-5-2-15,-3 2-4 16,-4-3-1-16,-5 0 1 15,-4-2-1-15,-1-2-1 16,-2-5 4-16,-2-5-1 16,2-6-1-16,-1-8 0 15,3-3 0-15,3-9 0 16,3-6-4-16,6-3 4 16,9-4 2-16,8 0-2 15,9-6-1-15,11-8 1 0,4-3-2 16,3-3 0-16,2 1 0 15,1-3 1-15,3 2-2 16,1-1 0-16,-3 5 1 16,-2 2 0-16,-6 4-1 15,-7 8 1-15,-6 2-1 16,-1 0 2-16,-3 2-1 16,1 10 0-16,3-2-1 15,-2 0-2-15,0-3 1 16,-4-4 2-16,-8-2 0 15,-9-1 1-15,-4 0 3 16,-8-17 2-16,-3-12 7 0,-5-9-5 16,-1-11-1-1,-6-8 10-15,-18-10 15 0,-10-10-1 16,-8-13-8-16,-7-5-10 16,1-4 1-1,2 2-2-15,9 5-5 0,5 7-1 16,6 9-5-16,0 13-1 15,0 13-2-15,0 17-6 16,-7 19-79-16,-7 14-111 16,-7 16-100-16,-6 20-239 15</inkml:trace>
  <inkml:trace contextRef="#ctx0" brushRef="#br0" timeOffset="126246.54">29665 12406 775 0,'0'0'81'0,"0"0"-80"15,-104 0 2-15,56 0 36 16,-6 2 16-16,-12 4-27 0,-9-2-6 16,-13 3-7-16,-11-1-1 15,-11-4-8 1,-15 2 8-16,-13-2-8 15,-9-1 18-15,-16 6-16 16,-16 6 4-16,-14 8-6 0,-22 9 2 16,-20 5 1-1,-16 5 1-15,-16 3 3 16,-12 0-10-16,-4 0-3 0,-9-5-1 16,-6-4 1-16,0-3 1 15,-2-2-1-15,2-5-1 16,-4-4 1-16,4-1 2 15,1-2 12-15,0-3-8 16,3-2 2-16,0-3-2 16,2 2-3-16,2-1-3 0,4 0-1 0,-3 1 1 31,7 1 4-31,3 2-4 16,4 2 0-16,4-1 0 15,3 3 3-15,8 2-3 16,6 1 0-16,8 2-2 0,4 2 1 0,9 1 1 31,11 3 4-31,16 0-4 0,12 0 0 16,16 1 10-16,13-1-6 15,14 5 6-15,14 3-1 16,18 4-6-16,15 3-1 16,20 5 2-16,18 4 0 15,12 8 12-15,12 10-5 16,7 9-2-16,14 11-7 15,8 7 12-15,9 10 19 16,4 7-3-16,0 8-9 16,11 11 17-16,7 3 11 15,6 11-17-15,1 6 4 16,2 1-23-16,2 6-7 0,4-6-3 16,3-3 1-16,2 0 1 15,2-2-3-15,3 2 1 16,0-3 1-16,6 0-2 15,4-11-2-15,5-11 1 16,3-12-1-16,9-15 0 16,6-11-2-16,11-13-1 0,13-8 4 15,10-14-1 1,16-10 1-16,13-11 4 0,17-8-3 16,23-14 3-16,22-11-2 15,23 0-1-15,19-24 0 16,17-13-2-1,18-5 1-15,17-9 7 0,12-4-8 16,13-3-2-16,6-5 2 0,10-5 3 16,4-1-3-1,8-6-2-15,8-4 2 16,1-5 0-16,4-1-2 16,1-2 2-16,1-4 2 0,-6 1-2 15,2 2-1 1,-4 4 1-16,-3 9 0 0,-10 5-1 15,-8-1 1-15,-13 0 0 16,-12 3-11-16,-14 1-20 16,-11 1 20-16,-19 0 11 15,-16 1 0-15,-13 2-4 16,-19 2 2-16,-16 4 2 16,-15 1 0-16,-8 2 5 0,-11-3-5 15,-9 4 0 1,-10 4-4-16,-14 8 4 15,-10 5 0-15,-11 5 2 16,-12 4-4-16,-14 4 3 16,-8 2-1-16,-8-2 1 15,-6 3 0-15,-7-3-1 0,-5-1-3 16,-10-2-4-16,-9 0 7 16,-4 3 0-16,-9-1 3 15,-7 1 4-15,-4 2 3 0,-6-1-3 16,-1-2-6-16,0-1-1 31,2-1 1-31,-2-2-2 0,4-5 2 16,-3-2-2-16,3-3 1 15,-1-4 0-15,-2 0 0 16,5 3 0-16,-3 0 1 0,0-3-1 16,-2 0 0-1,1-4 0-15,0-4 1 16,-4-5-1-16,-1 1 0 0,0 1 4 15,0 3-4-15,-6-2 1 16,-6-2 6 0,-1-5 2-16,-2-3-7 0,-5-2 2 15,-1-4-4-15,-6-4 0 16,-1-2 0-16,-5-3 1 16,-4 2 0-16,-12 2 1 15,-9 3-2-15,-8 4 2 16,-6 7-2-16,-8 7-5 15,-8 6 4-15,-14 11-6 16,-10 9-3-16,-4 3-69 16,4 7 13-16,9 3-14 15,15 5-61-15,12 3-74 16,15-1-74-16</inkml:trace>
  <inkml:trace contextRef="#ctx0" brushRef="#br0" timeOffset="127591.52">33197 11914 723 0,'0'0'98'15,"0"0"-82"-15,0 0 10 16,64-74 107-16,-56 60-26 15,-5 3 2-15,-3 3-16 16,-8 1-31-16,-17 4-42 16,-11 3-15-16,-9 0-1 0,-7 6-3 15,0 7-1 1,1-3 0-16,-1-3 0 16,-2-3 0-16,-3 0 0 15,-5-2 0-15,-9-1 0 16,-7-1 0-16,-9 2 1 15,-4-2 0-15,1 1 0 0,5 1 4 16,10-1 6-16,9 0 14 16,12 4-1-16,11 1 1 15,13-2 0-15,9 1-4 16,6 4-9-16,4 5-5 16,4 7-5-16,0 10-2 15,4 7 19-15,0 9 3 0,3 5 0 16,-2 5-5-1,1 6-1-15,1 5 5 16,0 5 10-16,0 5-18 0,3 7 10 16,7 5-12-1,2 4-5-15,-5-1 1 0,0-2-1 16,-6-7-6-16,-1-7 5 16,0-10-3-16,2-12 0 15,5-12 1-15,3-12-1 16,9-11-3-16,4-8 1 15,7-8 0-15,11-4 2 16,9-3-2-16,11-16-6 16,8-4-14-16,5-1-3 15,1 3-13-15,2 1 27 16,0 1 6-16,3 2 0 16,2 0 2-16,2 1 1 15,4 0 0-15,1 4 3 16,5 1-2-16,3 0 1 0,2 0-2 0,-7 3-3 0,-14 2 2 31,-17 0 1-31,-21 0-2 16,-14-2 1-16,-12 0 1 15,-8-10 8-15,-1-10 3 16,-4-15-5-16,-1-15 2 0,0-19 10 16,-9-11 10-1,-14-9-1-15,-12-6-12 16,-15 0-8-16,-16 0-1 15,-24 6-6-15,-16 1-5 16,-34-3-203-16,-34-13-1083 16,-56-2 1291-16</inkml:trace>
  <inkml:trace contextRef="#ctx0" brushRef="#br0" timeOffset="134183.34">3907 16610 1031 0,'0'0'177'16,"0"0"-175"-1,0 0-2-15,0 0 50 16,-88-33 77-16,73 30-35 16,-1 3-51-16,2 0-4 15,-2 0-16-15,-3 6 1 16,-4 12 6-16,-4 8 7 15,-3 8-6-15,-1 8-2 16,1 5-3-16,0 4 6 16,2 3 9-16,4 3-4 15,2-2-15-15,8-2 5 16,5-6-3-16,8-9-14 16,1-9 2-16,0-4-2 15,18-8-1-15,6-4-2 0,4-5 0 0,6-7-1 16,4-1 0-1,3-3 0-15,4-19-1 16,1-2 1-16,-1 1-1 16,1-3-3-16,-10 3 1 15,-3 5-1-15,-12 2 0 16,-6 7-32-16,-6 2-27 16,1 2-27-16,-1-1-72 15,2 1-41-15,0 3-50 16,-3-5-74-16,-2 5-208 15</inkml:trace>
  <inkml:trace contextRef="#ctx0" brushRef="#br0" timeOffset="134836.67">4790 16612 855 0,'0'0'257'0,"0"0"-253"0,0 0 28 0,0 0 120 0,0 0-26 16,0 0-44 0,0 2-39-16,0-2-18 0,3 0 11 0,3 0-2 31,5 0-1-31,5-10 17 16,4-2-7-16,3-3-23 15,1 0-11-15,0 1-8 0,-3 0-1 16,-2 3-7-1,-5 5-102-15,-4 3-97 0,-4 3-92 0,-6 6-126 32</inkml:trace>
  <inkml:trace contextRef="#ctx0" brushRef="#br0" timeOffset="134980.37">4911 16801 1263 0,'0'0'0'0,"0"0"0"0,0 0 51 15,0 0 77-15,0 0-78 16,106-71-50-16,-69 40-15 0,-2 1-137 16,-10 7-217-1</inkml:trace>
  <inkml:trace contextRef="#ctx0" brushRef="#br0" timeOffset="137913.32">5557 16187 813 0,'0'0'60'0,"0"0"-56"16,0 0 75-16,0 0 17 15,0 0 6-15,-45-79-24 16,42 69-30-16,2 1-11 15,-2 5 10-15,3 0-2 16,0 4-1-16,-2 0-19 0,2 0-20 16,0 18-5-1,0 20 0-15,8 16 57 16,4 9-2-16,4-4 4 16,-1-4-5-16,3-8-17 0,4-8-15 15,-2-10-2 1,2-7-12-16,2-7-6 15,-4-8 0-15,0-7-2 16,1 0 2-16,-1-15 5 0,-1-10-4 16,-3-7-1-16,-5-2-4 15,-8 1-2-15,-3 1 2 16,0 7-8-16,0 6-2 16,0 6 6-16,0 7 6 15,0 6 0-15,0 0 0 16,0 0 0-16,0 0-14 0,0 4-13 15,6 8 16 1,10 6 11-16,4 0 1 16,5-7 0-16,0 3-1 15,4-5 3-15,-3-8-1 16,0-1 2-16,-5 0 1 0,1-13-2 16,-3-11 6-16,-5-7-5 15,-3-5 0-15,-6-3 2 16,-5 1 0-16,-1 4 12 15,-17 2 10-15,-6 5-14 16,-4 6 6-16,4 4 14 16,0 4-17-16,3 5-8 15,9 4-4-15,5 3-5 16,4 1-3-16,3 0-17 16,0 13-96-16,7 13-40 15,11 8-84-15,6-7-295 0</inkml:trace>
  <inkml:trace contextRef="#ctx0" brushRef="#br0" timeOffset="138239.51">6414 16105 1337 0,'0'0'32'0,"0"0"-24"0,0 0 125 0,0 0 6 0,0 0-67 16,0 0-69-16,-26 8 3 15,26 23 15-15,0 6 4 0,0-3-11 16,6-1-12-16,0-5-2 16,3-3-3-16,2-3 3 15,-1-3-7 1,-1-6-57-16,-3-6-59 0,4-7-9 15,-1 0-77-15,-4-25-21 16,-5-19-397-16</inkml:trace>
  <inkml:trace contextRef="#ctx0" brushRef="#br0" timeOffset="138659.54">6398 15640 1258 0,'0'0'24'0,"0"0"57"0,0 0 69 16,0 0-37-16,0 0-113 16,0 0 18-16,44 39-15 15,-10 7 30-15,-2 8-7 16,-1 7 0-16,-6 1 11 16,-4-6-13-16,-1-2-10 15,-4-10-8-15,-4-7 0 16,-2-8-4-16,-4-13-1 15,-1-8-2-15,-4-6 1 0,1-2 0 16,-2 0 9 0,1-22 7-16,4-13-16 15,-1-9-18-15,3-1 10 16,-2 5-8-16,4 7-15 0,-1 8 22 16,5 5 7-1,-1 10 2-15,4 9-1 0,4 1 1 16,2 7 9-16,3 15 19 15,1 3 5-15,-3 4-1 16,-3 0-3-16,-1-2-14 16,-2-1-9-16,1-3-6 15,-2-3 0-15,-1-5-1 16,2-6-25-16,-1-6-72 16,0-3-106-16,1-16-93 15,-5-14-246-15</inkml:trace>
  <inkml:trace contextRef="#ctx0" brushRef="#br0" timeOffset="138989.65">7195 15802 1125 0,'0'0'26'0,"0"0"44"0,0 0 107 16,0 0-100-16,0 0-22 16,0 0 83-16,53 96-49 15,-43-54-4 1,-3-1-43-16,1 1-24 0,1-3-17 15,4-6 0-15,-2-6 0 16,0-11-2-16,0-8-48 16,4-8-89-16,3-3-97 15,-2-25-140-15</inkml:trace>
  <inkml:trace contextRef="#ctx0" brushRef="#br0" timeOffset="139192.49">7459 15805 384 0,'0'0'874'0,"0"0"-874"16,106-64 0-16,-46 32 53 16,5 2-13-16,3 0-30 15,-1 4-9-15,-12 4-1 16,-13 7-128-16,-15 5-180 15,-21 4-517-15</inkml:trace>
  <inkml:trace contextRef="#ctx0" brushRef="#br0" timeOffset="139453.24">7615 15436 1210 0,'0'0'118'31,"0"0"-114"-31,0 0 39 0,0 0 76 16,0 0 81 0,34 97-115-16,-6-53-40 0,1 2-8 15,-3 1 7 1,0-2-33-16,-3-2-7 16,-3-5-3-16,-2-7-1 0,-3-6-6 15,0-5-60-15,-2-8-69 16,2-6-75-1,-6-6-68-15,-1-4-143 0</inkml:trace>
  <inkml:trace contextRef="#ctx0" brushRef="#br0" timeOffset="139919.68">7913 15198 1260 0,'0'0'157'15,"0"0"-151"1,0 0 26-16,0 0 61 16,12 71 123-16,6-28-140 15,4 3-47-15,4-6-5 0,2-2-9 16,9-6-10-16,-4-7-4 16,-2-6-1-16,-4-8 0 15,-7-10-9 1,0-1-34-16,-6-1-31 0,1-20-17 15,-5-6 0-15,-4 0 28 16,-1 2 27-16,-3 7 28 16,-2 6 8-16,2 6 26 15,-1 6 34-15,4 0-38 0,9 0-18 0,8 0 28 32,6 0 7-32,2-3-29 15,7-6 0-15,-4-2-7 16,-3-5 5-16,-3 0-6 15,-15-4 8-15,-5-1 1 16,-7 3 40-16,-7-3 6 0,-14 1 11 16,-11-2-38-16,-2 2-13 15,4 2-6-15,0 4 0 16,10 3-11-16,5 7-7 16,10 4-53-16,5 0-141 15,0 0-285-15,20 6-396 16</inkml:trace>
  <inkml:trace contextRef="#ctx0" brushRef="#br0" timeOffset="140203">8711 15273 1170 0,'0'0'43'0,"0"0"-22"0,0 0 106 0,0 0-18 0,0-82-72 0,14 80-7 16,0 2 1-16,0 2-1 16,-4 19 44-16,-2 5 6 0,-7 4-12 15,-1-2-8 1,0-2-13-16,2-8-30 16,2-6-9-16,2-9-4 15,7-3-2-15,3 0 4 16,6-7-6-16,3-17-33 15,-4-7-110-15,-6-5-186 0,-9-11-302 16</inkml:trace>
  <inkml:trace contextRef="#ctx0" brushRef="#br0" timeOffset="140573.42">8841 14621 1193 0,'0'0'226'0,"0"0"-215"0,0 0-5 16,0 0 96-16,0 0 77 16,53 113-108-16,-23-60-44 15,-6 1 20-15,0 3-27 0,-6-3-9 0,-6-4-6 0,-2-7-2 32,-7-8-1-32,-3-11-2 15,0-12 0-15,2-6 0 16,-2-6-2-16,1 0-2 15,4-22-7-15,2-13-28 16,5-9-15-16,0 6 49 16,3 6 3-16,0 10 1 0,0 11 1 15,1 5 24-15,-2 6 6 0,5 0 1 32,-1 7 1-32,-1 9 12 0,-3 1-23 15,-3 2-14 1,-4-2-7-16,1 4 0 15,-1 4-54-15,1-2-180 0,1-6-271 16</inkml:trace>
  <inkml:trace contextRef="#ctx0" brushRef="#br0" timeOffset="140843.68">9473 14899 1246 0,'0'0'45'0,"0"0"-42"0,0 0 142 16,0 0 76 0,0 0-164-16,0 0-55 0,9-22 30 15,5 50 36-15,-1 2-31 0,-4 0-4 16,0-7 3 0,3-3-17-16,-3-10-10 15,3-6-4-15,6-4-1 16,7-1-2-16,5-18-2 15,6-11-10-15,-5-4-119 16,-6-2-196-16,-8 0-324 16</inkml:trace>
  <inkml:trace contextRef="#ctx0" brushRef="#br0" timeOffset="140997.59">9869 14754 1312 0,'0'0'44'0,"0"0"-43"0,118-61 159 15,-60 29-78-15,8-3-52 16,-2 0-20-16,-6 8-10 16,-14 4-25-16,-17 4-182 15,-18 5-204-15</inkml:trace>
  <inkml:trace contextRef="#ctx0" brushRef="#br0" timeOffset="141201.76">9998 14422 1075 0,'0'0'376'0,"0"0"-376"16,0 0 0-16,0 0 185 0,53 92 5 15,-19-48-126 1,2 4-32-16,1-2-22 16,-4 3-6-16,3-2-4 15,-3 2-11-15,-11-2-135 16,-4-3-270-16,-14-7-488 15</inkml:trace>
  <inkml:trace contextRef="#ctx0" brushRef="#br0" timeOffset="142089.82">10721 14081 900 0,'0'0'162'0,"0"0"-142"0,0 0 145 0,0 0 35 0,0 0-137 15,0 0-60-15,-24 65 108 16,27-4-2-16,6 3-45 16,-2-4-1-16,4-9-44 15,5-11-1-15,6-10-13 16,1-11-4-16,1-10-1 15,-1-6 1-15,0-3-1 0,-1-8-10 0,-1-18-23 0,0-3-19 32,-9-4-11-32,-7 1 30 0,-5 7-12 31,0 5 27-31,0 10 18 16,0 7 3-16,0 3 16 15,0 0-8-15,0 3-11 16,10 9-6-16,9 6 6 15,7-7 6-15,-1-3-3 0,5-6 3 16,-2-2 0-16,-5 0-4 16,-2-12 2-16,-7-5 4 15,-6-3 8-15,-8-2 17 16,0-2 9-16,-6-3 3 16,-15 2-13-16,-1 1-18 15,-2 2 5-15,3 3-13 16,5 3-6-16,5 7-1 15,6 3-28-15,5 6-89 0,0 0-154 16,2 4-176-16,16 13-94 16</inkml:trace>
  <inkml:trace contextRef="#ctx0" brushRef="#br0" timeOffset="142454.88">11265 14241 1176 0,'0'0'37'0,"0"0"49"0,0 0 116 0,0 0-107 0,0 0-66 0,-13-72-22 16,26 58-2-16,-1 2 2 16,1 5 3-16,-2 4-9 15,3 3 0-15,0 0 6 16,3 3 2-16,1 14 3 15,-1 2 7-15,-1 0-6 16,-2 1-5-16,-2 0-2 16,-1 0 4-16,1-2-8 15,-6 3 21-15,-6 3 31 0,0 5 4 16,-2 5-16 0,-13-3-11-16,2-8-21 0,4-7-5 15,3-11-5-15,6-5-16 16,0 0-76-16,0-1-103 15,0-19-31-15,0-11-251 16</inkml:trace>
  <inkml:trace contextRef="#ctx0" brushRef="#br0" timeOffset="142864.82">11368 13590 1360 0,'0'0'14'16,"0"0"-14"-16,52 101 111 15,-28-51 17-15,2 8-38 16,4 1-32-16,-4-1-36 16,0-6-6-16,-6-11-10 15,-4-10-5-15,-5-7 0 16,-5-12 0-16,-3-5 0 15,-3-6-1-15,0-1 0 16,0-1 1-16,0-18-1 16,0-12-46-16,0-5 34 15,0 0 6-15,0 2-10 16,2 10 7-16,2 10 9 16,4 6 0-16,2 8 7 0,2 0-1 15,7 4 34 1,3 14 18-16,-3 5-23 0,-1-1-12 15,-5 2-9-15,-2-1-5 16,0-3-9-16,2-2-4 16,0-2-130-16,0-6-166 15,4-5-286-15</inkml:trace>
  <inkml:trace contextRef="#ctx0" brushRef="#br0" timeOffset="143286.6">11968 13891 845 0,'0'0'211'0,"0"0"-136"0,0 0 83 0,0 0-46 16,0 0-49-16,0 0-62 15,4-54 2-15,22 47-3 16,-2 4 3-16,-2 3 19 16,-4 7 8-16,-5 17 10 15,-5 7 12-15,-5 6 22 16,1-1 7-16,-2-1-54 0,1-5-19 15,3-5-7-15,3-7 0 0,1-5 0 32,-6-3-1-32,-2-1 2 0,-2 1-2 15,-6 3 4-15,-15-1 6 0,-4-2-6 16,3-4-4 0,3-6-12-16,6 0-113 15,6-8-126-15,5-15-198 16</inkml:trace>
  <inkml:trace contextRef="#ctx0" brushRef="#br0" timeOffset="143497.48">12253 13830 1242 0,'0'0'92'16,"88"-52"-83"-16,-34 22 69 15,1 3-36-15,-6 2-40 16,-10 6-2-16,-14 3-90 0,-14 2-152 16,-11 8-173-1</inkml:trace>
  <inkml:trace contextRef="#ctx0" brushRef="#br0" timeOffset="143722.98">12366 13533 1144 0,'0'0'59'16,"0"0"3"-16,0 0 79 16,0 0-30-16,0 0 90 15,50 104-122-15,-30-64-26 16,-3 4-18-16,4 0-3 16,-4 0-29-16,0-1-3 15,-1-4 0-15,-1-7-32 0,3-8-98 0,-3-10-101 0,1-10-114 31,-3-4-315-15</inkml:trace>
  <inkml:trace contextRef="#ctx0" brushRef="#br0" timeOffset="144276.43">12699 13248 1288 0,'0'0'46'0,"0"0"-45"15,0 0 147-15,0 0-80 16,0 0-48-16,15 106 157 16,-3-57-130-16,4-2 4 15,2-7-21-15,6-6-15 16,-2-9-8-16,1-8-4 0,-2-8-2 15,-5-8 0 1,1-1-1-16,-1-4-7 0,-1-16-18 16,0-4-28-16,-8-2 1 15,-4 2 9-15,-3 6 11 16,0 7 17-16,0 5 15 16,0 4 6-16,0 2 34 15,0 4-40-15,0 13 5 16,6 5 7-16,9-1-3 15,5-2-7-15,2-4 4 16,3-8-2-16,2-4-2 16,1-3 3-16,-1 0-1 15,-3-14 2-15,-3-7-3 16,-5-4 1-16,-10-2 3 0,-6-2-1 16,0-2 9-16,-14-1 12 15,-11 1-4-15,-7 4 13 0,-1 5-24 0,6 6 28 31,6 7-16-31,11 5-10 16,2 3-9-16,5 1-5 16,3 0-10-16,0 10-77 15,0 11-101-15,15 9 17 16,3-2-214-16,5-3-139 16</inkml:trace>
  <inkml:trace contextRef="#ctx0" brushRef="#br0" timeOffset="144539.26">13390 13433 995 0,'0'0'330'0,"0"0"-330"0,0 0 67 0,0 0 62 0,0 0-52 0,0 0 40 0,46 69-47 16,-31-42-20-1,-3 0-3 1,1-1-26-16,-2-3-19 16,-5-3-1-16,0-5-1 0,-2-5 0 15,0-3-5 1,1-5-48-16,-4 1-63 0,1-3-92 16,-2 0-116-1,0 0-232-15</inkml:trace>
  <inkml:trace contextRef="#ctx0" brushRef="#br0" timeOffset="144894.1">13339 13610 381 0,'0'0'236'15,"0"0"-229"-15,0 0 162 16,0 0 28-16,0 0-94 15,0 0-14-15,22-24 20 0,-5 11-23 16,4-2-46-16,2-2-18 16,0 4 4-1,1-4-23-15,1 2-3 16,4 1-51-16,-1 1-94 0,-3 2-82 16,-7 2-257-16</inkml:trace>
  <inkml:trace contextRef="#ctx0" brushRef="#br0" timeOffset="145563.73">13643 12959 68 0,'0'0'577'0,"0"0"-562"16,0 0 78-16,0 0 97 15,0 0-67-15,0 0-90 16,-45-49 30-16,43 47 33 15,2 2-18-15,0 0-28 16,0 0-4-16,0 0-11 16,0 0-25-16,0 0-1 15,0 0-3-15,0 0-4 16,0 0-2-16,7 13 12 16,2 5 20-16,-1 2-11 15,-2 5 12-15,2 5 19 16,-2 3 17-16,2 5-7 0,1-1-3 15,0 2-15 1,0-3-1-16,0-5-28 0,1-4-4 16,-1-5-6-1,-3-6-2-15,-1-8-3 0,-2-2 0 16,-3-4 0-16,0-2-10 16,0 0-27-16,0 0-23 15,-6 0-67-15,-7 0-81 16,0 0-13-16,3-4-130 15,4-6-466-15</inkml:trace>
  <inkml:trace contextRef="#ctx0" brushRef="#br0" timeOffset="146146.45">13721 13219 707 0,'0'0'113'0,"0"0"-104"0,0 0 200 0,0 0-66 16,0 0-78-16,0 0-20 15,0-4-22-15,0-4 13 16,0-4-19-16,0-4-5 16,3-4-12-16,4 0 0 0,4 0 0 15,1 3-1 1,-2 1 1-16,2 7 0 0,-2 4 2 16,1 5 11-16,0 0 16 15,3 7 16-15,-2 13 24 16,3 1-12-16,-3 0-11 0,0 3-1 15,3-5-27 1,-1-1-16-16,0-2 3 16,-2-4-5-16,2-2 0 15,-8-3-6-15,0-4-78 0,-3-1-84 16,-3-2-92 0,0 0-142-16</inkml:trace>
  <inkml:trace contextRef="#ctx0" brushRef="#br0" timeOffset="146375.68">14052 12964 421 0,'0'0'858'0,"0"0"-857"0,0 0 53 15,0 0 176-15,0 0-93 16,46 89-66-16,-34-57-13 15,3-2-29-15,-3 1-25 0,3-5-2 16,-6-1-2 0,0-3 0-16,-4-7-78 0,-5-2-117 0,0-7-170 15,-16-5-680-15</inkml:trace>
  <inkml:trace contextRef="#ctx0" brushRef="#br0" timeOffset="146543.1">14070 13202 1548 0,'0'0'17'15,"0"0"-15"-15,88-74 56 0,-46 45-58 16,4 1-67-16,-9 1-274 16</inkml:trace>
  <inkml:trace contextRef="#ctx0" brushRef="#br0" timeOffset="151566.44">13390 13043 385 0,'0'0'589'0,"0"0"-583"15,0 0-2-15,0 0-3 16,0 0 31-16,-82-11 24 15,71-5-28-15,-2-1 13 16,2-5-22-16,-5-2 10 16,-2 2-7-16,-3 2 7 0,-9 2-8 15,-5 3 1 1,-6 6-13-16,-5 6 12 16,-2 3 30-16,-1 0-35 15,1 12-2-15,-4 8-1 16,3 6 1-16,-1 7 21 15,-2 4-9-15,2 8-1 0,5 6-5 16,4 7 0-16,6 3 4 16,9 1-1-16,7 0 12 15,10-1 7-15,6-3-6 0,3-2-5 16,3-5-20 0,18 1-8-16,9-1 6 15,8 1-7-15,6-1 7 0,5 3-7 0,0-2 1 31,2-2 0-31,-3-9 0 16,1-6-1-16,2-10 0 0,3-10 1 16,5-8 1-1,4-7 0-15,5-8 0 16,-2-25-4-16,1-15 1 0,-1-13-1 16,0-9 0-16,-8-3 0 15,-9 1 2-15,-15 1-2 16,-16-1 2-16,-13 1 0 15,-5-4-2-15,-12 3 2 16,-20 1-1-16,-8 9 1 16,-9 10 2-16,-5 10-3 15,0 13-1-15,-2 13 0 16,-4 7-6-16,3 9-16 0,-2 0-65 16,1 16-91-1,1 12-119-15,7 6-77 0</inkml:trace>
  <inkml:trace contextRef="#ctx0" brushRef="#br0" timeOffset="152502.93">11101 14123 611 0,'0'0'51'0,"0"0"-20"0,0 0-6 0,-4-100 119 16,-11 67-47-16,-3-2-21 16,-3-2-33-16,-3-4 2 15,-4 0-20-15,-1 5 17 16,-2 8 11-16,0 11-13 16,-4 11-6-16,-8 6-3 15,-8 8-22-15,-10 24 25 16,-12 12-8-16,-6 12 8 15,2 10-13-15,6 3-4 16,13 6 8-16,16 4 13 0,17 2-9 16,14 3-4-1,11-3-2-15,2 0-3 16,21-3 3-16,8-3-14 16,12-6 3-16,15-3 14 0,11-9-6 15,11-10 7 1,7-9-18-16,4-12-5 0,3-16-3 15,3-10 0 1,-2-10-1-16,-1-28 5 0,-3-11-1 0,-5-14 0 16,-3-12-1-1,-10-9 2-15,-13-4-2 16,-14-4 5-16,-22 0-4 16,-21 2-3-16,-5 2 2 15,-35 5-3-15,-20 5-1 16,-16 11-1-16,-7 12 1 0,-10 14-4 15,-1 11 4 1,2 15-2-16,4 9-8 0,10 6-73 16,11 9-55-16,9 24-37 0,3 16-80 15,2 10-77 1,1-2-246 0</inkml:trace>
  <inkml:trace contextRef="#ctx0" brushRef="#br0" timeOffset="153448.17">8462 14909 824 0,'0'0'24'0,"0"0"-12"0,0 0-8 0,-45-95 21 15,26 67 82-15,-7 2-68 16,-2 3 6-16,-6 10 2 16,-9 10-6-16,-10 3-31 15,-10 12 7-15,-12 19 10 16,-5 7 3-16,-2 12 3 16,5 10-16-16,8 12 14 15,11 6 16-15,12 3 4 16,11 2-5-16,10 1-24 15,10 3-1-15,8-1 4 16,7-3-5-16,1-4 7 16,29-9 2-16,13-8-18 0,18-9 15 15,11-12-9-15,11-13-5 0,13-13 6 16,7-13-5 0,7-2 0-16,1-24 0 15,-1-20-3-15,-1-13-9 16,0-15 5-16,-9-11-6 15,-9-9 4-15,-15-4 2 16,-22 3 4-16,-24 9-1 16,-26 6-3-16,-8 5-4 15,-35 0 0-15,-16 6 0 16,-17 6-2-16,-7 12-1 16,-10 9-4-16,-7 12 2 15,1 13-6-15,1 14-56 0,-2 1-90 16,2 30-123-1,3 13-126-15</inkml:trace>
  <inkml:trace contextRef="#ctx0" brushRef="#br0" timeOffset="154269.38">6215 16046 592 0,'0'0'155'16,"0"0"-138"-16,0 0-16 0,12-77 35 0,-12 56 22 0,-3-3 35 16,-11 0-50-16,-8-2-11 0,-5 0 5 15,-7-2-1 1,-5-1 8-16,-7 1-26 16,-5 2 4-16,-3 7 14 0,-4 6-28 15,2 7 9 1,-4 6 7-16,5 5-5 15,-5 20-6-15,-2 11 5 0,2 10 3 16,4 12-3 0,10 14 9-16,12 14 7 0,13 11 0 15,14 8 4-15,7 1-1 16,0-5-18-16,7-6-5 16,17-6-3-16,10-13 2 15,11-13 4-15,6-10-7 16,9-11-2-16,5-9 5 15,2-11-3-15,3-11-5 16,2-9 1-16,1-2-5 0,-3-17 5 16,-3-15 2-1,-4-10-2-15,-5-8-1 0,-4-11-2 16,-8-10-3 0,-1-10 6-16,-9-10 0 15,-8-7-2-15,-16-1-3 0,-12-1 1 16,-3 5-1-16,-28 10 1 15,-18 11-2-15,-7 15 1 16,-5 12-1-16,-6 10 1 16,3 13-1-16,3 11-2 15,7 8 0-15,6 5-28 16,12 5-63-16,14 22-90 16,5 8-179-16,7 5-305 0</inkml:trace>
  <inkml:trace contextRef="#ctx0" brushRef="#br0" timeOffset="157994.41">6970 17160 1066 0,'0'0'4'0,"0"0"33"0,-94-8-37 15,74 8 6-15,7 0 27 0,12 4 33 16,1 8-41-1,22 12-21-15,18 8 25 16,9 5-9-16,8 0-9 16,4-2-3-16,8-5 0 15,9-7-4-15,4-3 7 16,1-3-3-16,1-6-2 0,4-5-2 16,3-6-4-1,1 0 3-15,4-24 3 0,5-13-4 16,4-15 0-16,3-14-2 15,5-8-6-15,-2-1 2 16,-3-1-1-16,2 0 4 16,-4-3-4-16,3-6-14 15,4-2-11-15,4-5 30 16,7 0-3-16,5 4 3 16,0 6 0-16,2 4 0 15,0 6-1-15,0 3 1 0,-1 8-2 16,-4 9 2-16,-4 12-1 15,0 9 0-15,2 12 0 16,0 7 0-16,0 8-1 16,-5 4 0-16,-7 0 1 15,-6 14-3-15,-9 9 4 16,-11 9 0-16,-11 6 0 16,-12 9-2-16,-14 3 2 15,-13 0 0-15,-12-2-1 16,-14-5 1-16,-10-1 1 15,-1-6 4-15,-25-4-3 16,-5-8 6-16,-3-8-4 16,2-10 4-16,1-6-2 0,1-10 3 0,5-22 0 31,1-17-9-31,6-12 0 0,9-18-4 16,3-4-4-16,6-3-1 0,0 1-5 15,9 4 3 1,11 6-3-16,9 0 1 15,10 6 8-15,4 2 5 16,11 3 2-16,6 3 1 16,7 4-2-16,3 7 9 15,9 11-3-15,6 9 6 16,9 12 1-16,6 8 10 16,3 6-4-16,3 3-7 0,-2 1 14 15,4 0 4 1,2 0-9-16,-4-5 3 0,-5-6-7 15,-7-1-11 1,-11-12 0-16,-7-4 7 16,-8-8 3-16,-3-8 2 15,-9-9-7-15,-7-7 0 0,-10-3-1 16,-11-4 17-16,-8-2-10 16,-7-2 6-16,-5 0 4 15,-4 2-12-15,-4 6-7 16,0 5 10-16,0 9-1 15,-4 11-18-15,-13 8-3 16,-5 12 1-16,-3 7-9 16,-5 9-113-16,-6 2-61 0,-3 9-118 15,-2 7-379 1</inkml:trace>
  <inkml:trace contextRef="#ctx0" brushRef="#br0" timeOffset="160870.82">13507 12481 890 0,'0'0'18'0,"0"0"-9"16,0 0-9-16,0 0 0 15,0 0 11-15,-92-10 4 16,50 23 8-16,-3 5-15 16,-2 1 14-16,-3-1-6 15,0-3 28-15,-4-3-12 16,-1 3-2-16,-2 1-17 15,-6 3-8-15,-5 6-4 16,-7 6-1-16,-10 4 3 16,-4 1 4-16,-7 2 2 0,-4-4 3 15,-7 2-8-15,-2-1-1 16,0 1-1-16,0 1-2 16,0 1 3-16,5-1-2 15,2 0-1-15,1-3 0 16,4 0-4-16,-6-1 4 15,0 0 1-15,-1-2 3 16,-1-1 3-16,-1 1-5 0,5 1 0 16,1 3 0-1,3-3 0-15,2 0-2 0,9 2 1 16,4 0-1 0,2 1 0-16,5 2-2 0,-2 3 0 15,-4-1 2-15,7 4 0 16,0 1 0-1,4 1 2-15,6-4-2 16,4-2 0-16,10-7 1 0,8-7-1 16,7-4 1-16,6-3 4 0,3-2-2 0,1 0-2 31,4-2 0-31,5-1 21 16,-1 0-2-16,7 4-2 0,4 3-6 15,3 3-7-15,3 5-1 16,0 4 3-1,1 3 0-15,10-1-4 0,5 5 8 0,2-1-2 32,1 4 8-32,0 3-3 15,3 6 23-15,-1 5-15 16,2 4-7-16,0 2 8 0,2 3 0 16,5 1-14-16,0 3 6 15,7 5 0-15,1-2-7 16,0-2-6-16,3-7 4 0,-4-4 0 0,-4-6-2 31,-3-1 0-31,-5-5-1 16,-3-3-1-16,-2-4 1 15,4-7-3-15,-2-6 0 16,3-6 2-16,4-6 2 16,2-7-2-16,6-4 1 15,1-4 1-15,-2 0 2 16,4-4-5-16,-3-6 0 15,3-2 1-15,5-1-1 0,1-1 2 16,3 0-2-16,1-2 1 16,5-3-4-16,2-4 1 15,1-3 1 1,6-6 1-16,14-7-1 0,5-4 0 16,10-9-2-16,4-2 2 15,1-7 2-15,0 0-2 16,-8 6 0-16,-9 8 1 0,-8 7 1 15,-2 6-2 1,3 3-1-16,4-4-1 16,3-3-4-16,6-5-2 15,7-5 5-15,10-4 2 16,4-1-6-16,3 3 6 0,-3 2-1 16,-1 4 2-16,-8 3 1 15,-5 4-1-15,-2-1 1 16,-1-1-1-16,2 4-1 15,-4-2-1-15,1 2-13 16,-1-3 14-16,4-3-8 16,1-1 3-16,-2-3-2 0,-4-1 8 0,-9 2 0 31,-4 8-2-31,-11 5 1 16,-13 7-1-16,-2 2-12 15,-9 3 3-15,-1 0 2 16,1-1 2-16,-1 6-5 15,2-2 12-15,-7 2 0 16,-9 4 2-16,-5 0-1 0,-8 3-1 16,-1 1 0-16,-5 0 0 15,-1 2 3-15,-5-2 0 16,0 2 5-16,0-3 2 16,0-2-7-16,0 0-1 15,0-5-1-15,0-2-1 0,1-1 0 0,4 0 0 31,4 1 1-31,-5-1-1 16,-1 4 4-16,-3-1 4 16,0 2 6-16,0-6 0 0,0 0-6 15,-6-3-6 1,-6-2-1-16,0-3 3 16,1-1-1-16,0-5 3 0,-1-2 3 15,-1-3 15 1,-1-1-7-16,-2-3-13 0,-1-4 9 15,-2 2-12-15,-3-3 11 16,-1 2-12-16,-2-5 3 16,-5-1 13-16,-3-2 3 0,-6 2-14 15,-10-3 5 1,-6 3-7-16,-5 5-2 16,-2 2-1-16,2 2 3 0,2 4-3 15,5 3-4-15,10 9 4 16,11 5 0-1,10 8 0-15,11 6-2 0,8 2-6 16,3 4-30-16,0 0-37 16,0 4-38-16,0 22 74 15,-9 11-68 1,-26 4-171-16</inkml:trace>
  <inkml:trace contextRef="#ctx0" brushRef="#br0" timeOffset="171723.85">13799 7986 1084 0,'0'0'101'0,"0"0"-101"0,0 0 1 16,0 0 0-16,0 0 51 15,0 0-5-15,0 0-33 16,1-4-12-16,15 15 31 15,1 1 21-15,2 4 8 16,1 1-41-16,1 2 28 16,2 4 7-16,4 2-24 15,4-1-5-15,4-2-17 16,5-1 6-16,8-7-6 16,4 0 3-16,15-4-2 15,3-4-1-15,7-4-3 0,0-2-4 16,-2 0 0-1,-1 0-3-15,-4 0 1 0,-1-2-1 16,-3-8 0-16,-3-3 0 16,-2-4 0-16,5-3 2 0,0-5 0 15,3-2-1 1,-3-2 3-16,-4 3-4 16,-2 1 2-16,-2 0-2 15,3-2 2-15,6 4-1 16,5-1 1-16,1 2-2 15,-3 2-2-15,-4 5 1 16,-2 4-2-16,2 7 1 0,2 2 0 16,2 2-1-16,2 0 2 15,2 10 0-15,1 6 1 16,1 4 0-16,-3 3-2 16,1 4 2-16,-2 5 0 15,-3 4 0 1,-5 3-3-16,-2 4 3 0,-7 2-1 15,-9-1-1-15,-7-2-1 16,-12-10 2-16,-9-5 0 16,-8-11 1-16,-5-6-1 0,-1-6 1 15,-4-4 0 1,0 0 3-16,0-7 10 16,0-21-13-16,0-13-73 0,0-10 35 15,4-4-4 1,13 2-2-16,7 3 17 0,4 11 13 15,2 3 8-15,-3 9 6 16,1 7 0-16,3 7 3 16,8 1-2-16,10 1 3 15,14 3 2-15,12-1-1 16,8 6-4-16,8 3 6 0,3 0 1 16,-1 0 2-1,-1 12-2-15,-1 1 3 16,2 1 2-16,-1-4 1 15,-2-7 10-15,-8-3-7 0,-6 0 9 16,-6-9 4 0,-9-10-5-16,-4-5 0 15,-9-2 5-15,-7-5 7 16,-6-5-11-16,-8 3 6 0,-5-3-7 16,-10 0 14-16,-3 4 0 15,-4 0-10-15,-4 1-10 16,-1-1-15-16,0 3-4 15,0 3-6-15,0 11-31 16,-6 8-45-16,-9 7-110 16,-13 12-181-16,-15 20-312 15</inkml:trace>
  <inkml:trace contextRef="#ctx0" brushRef="#br0" timeOffset="172854.24">12726 13709 624 0,'0'0'0'0,"-122"63"-122"15</inkml:trace>
  <inkml:trace contextRef="#ctx0" brushRef="#br0" timeOffset="178529.66">21873 7840 434 0,'0'0'535'16,"0"0"-524"-16,0 0 18 16,0 0 5-16,0 0 76 15,0 0-24-15,0 0-47 16,-55-22-39-16,71 30 7 0,11 12 40 16,3 3-18-16,4 1-23 15,2 2 5 1,1-2 27-16,3-3-32 15,-1-1-3-15,9-5 10 16,7-3 4-16,10-1 4 0,10-8 16 0,6-2-5 16,6-1-15-1,2 0-8-15,1-7-4 16,-4-1 1-16,-4-2-6 16,3 2 5-16,5-1-5 15,2-1 5-15,7-3-5 0,5-1-1 16,1-3-2-1,5-2 3-15,-1 1 0 16,-2-1 1-16,-10 2-1 16,-7 6 2-16,-8 1-2 15,-3 5 1-15,-2 2 0 0,0-1 1 16,3-1-2-16,4 0 1 16,-2 1-1-16,0 0-1 15,-4 1 1 1,2 2-4-16,-2 1 2 0,-1 0 2 15,-5 0 0-15,-5 2 0 16,-4 8 0-16,1 2-3 0,3-2 5 16,4 0-2-1,8-3 2-15,7 1-1 16,8 0 1-16,7 1-1 16,-4 4 1-16,-8 3-2 15,-12 5-2-15,-10 1 0 16,-6 2 1-16,-6 3-3 15,-3 0 4-15,-4-1 2 0,-3 2-2 16,-3 0 0 0,-5-3 0-16,-1 1 3 15,-4 1-1-15,-2 1 0 0,-6-5 13 16,0-2-2-16,-5-2-11 16,-3-2 4-16,-2-3-5 0,-2-2 0 0,3-1 1 31,-3-1-1-31,0-4-1 15,1-4 2-15,0 0 1 16,0-2-1-16,-1 0 3 16,4 0-3-16,2-8-2 15,4-8 1-15,4-1-1 16,1-5 0-16,5-2 0 16,3-1-3-16,7-3 0 15,7 1 3-15,2-2 0 0,2 5-1 16,-1 1-2-16,2 1 2 15,-3 4-10-15,4 1 1 16,3 2-10-16,5 1 12 16,1-3-3-16,6 3 9 15,5-3 4-15,4 2-2 16,5 1 1-16,2-1-1 16,-4 7 0-16,2 2 1 15,-4 1 0-15,-4 5-1 16,0 0 3-16,-5 0-3 0,-4 0-1 15,-3 5 1 1,3 5-4-16,7 0 4 16,4-1-1-16,6 1 0 15,1 1 2-15,0-3-2 16,-3 1 2-16,1-3-1 0,-2 0 0 16,-2-2 2-1,-2-2 0-15,3 1-2 0,2-3 0 16,1 0 1-1,-2 0 0-15,-2 0 0 0,-3-3 1 16,0-1-1-16,0-1 3 0,0-1 1 16,-3-1-3-1,-2-2 2-15,0 1-1 16,-1-3-2-16,-4 1 0 0,-6-3 5 0,-8 1 3 31,-6-1 11-31,-3-1 1 0,-2-2 22 16,-1-2 2-16,-3 2-7 15,0-1-6-15,-4-1 4 0,-6 4-9 16,-6 0-8 0,-3 3-8-16,-9 1-6 15,-4 2-5-15,-5-1-21 16,0 0-75 0,-16 2-122-16,-20-3-116 0,-19-1-665 15</inkml:trace>
  <inkml:trace contextRef="#ctx0" brushRef="#br0" timeOffset="179773.67">6906 7982 657 0,'0'0'323'0,"0"0"-322"0,0 0-1 16,0 0-6-16,0 0 6 0,0 0 8 0,0 0 99 31,6 93-11-15,13-50-20-16,-3-7-37 0,1-8-18 15,1-7-9 1,0-11 19-16,6-7 1 0,4-3 21 15,8-16-13 1,13-21 13-16,9-19-19 0,17-13-15 0,10-16-7 16,7-11-3-1,7 0-4-15,-2 4-5 16,-5 13-6-16,-7 20-132 16,-25 19-236-16</inkml:trace>
  <inkml:trace contextRef="#ctx0" brushRef="#br0" timeOffset="182147.17">11171 15059 458 0,'0'0'101'0,"0"0"13"16,-104-25-65-16,83 24 41 0,5-1-42 16,5 2-24-1,5 0 10-15,0 0 0 16,6 0 0-16,0 0-19 15,4 0-13-15,19 12 0 0,13 3 9 0,16 1 10 16,12-2-8 0,15-5 34-1,14-4-32-15,8-5 1 16,11 0-11-16,10 0 9 16,4-2-10-16,-1 0-2 0,5 1-2 15,-3-5 0-15,1-3-3 16,3-10 3-16,-1-10 1 15,7-17 1-15,11-11 3 16,13-12-2-16,11-7 2 16,4-1 4-16,-9 7-8 15,-18 6 1-15,-19 11-2 16,-21 8-2-16,-15 4 2 16,-9-2-4-16,-2-3 4 0,7-12 0 15,4-7-2-15,1-10-1 16,7-8 2-16,-4-6 0 0,-2-2 1 15,-11 7-2 1,-17 10 2 0,-17 14 1-16,-18 12 1 0,-12 4-2 15,-13 4 1-15,-7-2 1 16,-1-2-2-16,0 1 1 16,0-5-1-16,0-4 1 15,-8-8-1-15,-1-9-3 0,0-7 1 16,-4 0-2-1,-4 3 4-15,-5 7-1 16,-6 8 0-16,-8 1 1 16,-4 4 0-16,-6 0 0 15,-5 5-2-15,1 1 4 16,-3 3-2-16,-4-2 0 0,-2-1-3 16,-4 4 3-16,-4-1-1 15,-2 6 1-15,2 4 0 16,3 6-2-16,2 11 2 15,-4 3-1-15,-3 12 0 16,-4 2 1-16,-9 0 0 16,-5 10 0-16,-5 10-1 15,-8 5 1-15,-5 2 0 0,-4-1 0 16,-5 0 0 0,-3-2 2-16,-1 0-1 0,-1-1-1 15,1 2-3 1,0 1 3-16,-4 4 0 15,-2 2 0-15,-4 4 1 0,-4 7-1 0,-1 4 4 16,2 1-2 0,9-2 0-1,11-1-2-15,9-1 0 0,9 4 0 16,2 6-2-16,0 2 2 0,1 7 2 16,1 3-2-1,-4 3 0-15,1 2 0 16,-1 4 0-16,-2 1 0 15,-2 2 2-15,6-4-2 0,7-4 0 16,13-2 4 0,16-4 4-16,9 0-1 15,7-2 1-15,1 3-6 16,3 1 2-16,2 3-3 16,6 1 6-16,1 0-2 0,6-4-3 15,-1 1 3-15,7-3-4 16,1-3 4-16,7-3 0 15,5-1-2-15,1-4 3 16,0 0-1-16,3 3 2 16,10 3-1-16,0 5 9 15,1 7 5-15,-1 4-3 16,2 3 1-16,2-1 5 16,2-7-16-16,2-4 2 15,10-3-2-15,6-6 1 0,7-7 17 16,8 0-2-1,12-8-12-15,21-7 12 0,12-4-12 16,15-12-3-16,12-12-2 16,16-7-2-16,8-23 1 15,10-24-1-15,5-13-1 16,9-7-3-16,3 2-60 16,-8-2-178-16,-22-6-515 15</inkml:trace>
  <inkml:trace contextRef="#ctx0" brushRef="#br0" timeOffset="191494.98">6184 15214 968 0,'0'0'118'0,"0"0"-116"0,0 0-2 16,0 0 0-16,0 0 2 15,0 0 3-15,0 0 14 16,-27-46 38-16,18 39-1 16,-6 0-22-16,-3 4-28 0,-16 3 13 15,-5 0-19 1,-16 11 0-16,-8 10 1 15,-7 4 0-15,-5 10 5 16,-11 7 1-16,-11 11-4 16,-6 10 2-16,-6 2-5 15,-1 6 0-15,4-3 0 0,3-5 0 16,9-10 8-16,13-9 3 0,10-11 11 16,11-4-7-1,8-7 12-15,7-2-8 16,12-5-8-16,12 0 8 0,11-2-8 15,10 6-10 1,0 5 0-16,19 13 8 16,5 13 1-16,7 14 0 15,2 15 6-15,0 13 3 16,1 14 20-16,-2 12-12 16,-4 10 1-16,3 2-10 15,-2-4 0-15,-1-13-3 16,5-12 1-16,0-14-15 15,1-15 6-15,0-16-7 0,-7-16 1 0,-3-14 1 0,-7-8-2 32,-1-10 0-32,-1-4-3 15,9-4 3-15,4 0 10 16,11-21-8-16,7-16 6 16,9-11-8-16,6-11 4 15,11-5-4-15,11 0 0 16,11-1-2-16,11 3 2 15,5 1-4-15,1 3 4 0,2 5-1 0,-8 8-1 32,-8 2-1-32,-6 6 1 15,-8 5-2-15,-7 2 0 0,-9 5 2 16,-4 5-1 0,-5 1-8-16,-4 0 10 0,-6-4-2 15,-8-2 3-15,-4-4 0 16,-6-9 1-16,-3-3 1 15,-7-6 0-15,-2-1-2 0,-4-3 6 0,-10 2-5 32,-4-4 1-32,0 0 3 15,-12-1-2-15,-12-3-2 0,-4 0-1 16,-6-7 0 0,-4-5 5-16,-3-7-5 15,-4-5 0-15,0 2-1 0,-3 0 0 16,-1 8 0-16,-3 1 1 15,-5 9 0 1,-4 4 1-16,1 7-1 0,-1 0-1 16,3 8 0-16,6 5 1 15,7 9 1-15,6 7-1 16,11 7 0-16,7 8 5 16,5 0-4-16,8 6 2 15,7-1-3-15,1-1-3 16,0 2 0-16,0 0 2 15,0 0-4-15,0 0 4 0,0 0-2 16,0 0-2-16,-2 0 4 16,1 0-4-1,1 0 2-15,0 0 1 0,0 0 2 16,0 0 2-16,0 0-1 16,0 0-1-16,0 0 5 15,0 0-2-15,0 0-3 16,0 0 1-16,0 0-1 15,0 0 0-15,0 0 0 16,0 0 0-16,0 0-3 0,-3 2-55 16,-2 19-79-1,-5 9-28-15,-5 1-131 0,-9 0-455 16</inkml:trace>
  <inkml:trace contextRef="#ctx0" brushRef="#br0" timeOffset="194214.09">6047 16579 576 0,'0'0'74'16,"0"0"-30"-16,0 0-4 15,-41-93 47-15,32 69 23 16,-1-1-7-16,4 6-36 16,0 2-10-1,1 3-11-15,1 6-18 0,1 2 12 16,3 5 7-16,0 1-27 16,0 0-20-16,6 9 0 15,16 18 9-15,9 10 33 0,5 11-14 16,2 10 27-1,-1 7 4-15,2 5-9 0,1-1 4 0,-1-1-13 32,-2-6-11-32,2-5-16 15,-2-8 0-15,-1-4 13 16,-5-8-23-16,1-5-2 0,-6-2 0 16,-3-5-2-16,-2 1 0 15,-5-4 0-15,-5 1-50 16,-4 4-78-16,-4-5-43 0,-3 2-79 0,0-5-74 31,-16-7-320-31</inkml:trace>
  <inkml:trace contextRef="#ctx0" brushRef="#br0" timeOffset="194520.62">6306 17190 995 0,'0'0'0'0,"0"0"-157"0,0 0 157 0,0 0 16 0,0 0 80 0,55 102-22 0,-24-61-29 0,4 0 4 0,-1 1-9 16,-4-6-7-1,1-9-3-15,-7-10 1 16,-6-9 5-16,-3-8-9 0,-3 0 10 15,2-12 6-15,2-22 8 0,-1-15-10 0,6-19-20 32,1-14-10-17,2-3-10-15,-5 4-1 0,-4 14-3 0,-13 12-111 32,-2 13-169-32,-8 11-127 15</inkml:trace>
  <inkml:trace contextRef="#ctx0" brushRef="#br0" timeOffset="196659.17">11006 14122 682 0,'0'0'30'15,"0"0"-21"-15,0 0 24 16,0 0-6-16,0-85-13 0,-3 59 80 15,-8 2 34 1,-5 2-99-16,-1 9 4 16,-6 5-23-16,-7 7-3 0,-5 1-6 15,-4 5-1 1,-5 17 7-16,-1 10 7 0,-1 10 0 16,1 16 17-1,2 14 2-15,9 16 8 0,11 12-3 16,11 3 6-1,12-3 2-15,16-7-1 0,22-17-24 16,11-11 5-16,5-14-6 16,4-11-8-16,2-12 6 15,1-13-12-15,0-12 8 16,0-3 1-16,-1-21-8 16,-5-17-1-16,-1-14 1 15,-8-15-1-15,-4-10-1 16,-4-8-2-16,-12-1 2 15,-16 4-3-15,-10 5 0 16,-10 3-2-16,-26 9-2 16,-4 9 1-16,-2 9 1 0,2 15-2 15,13 14-18 1,6 8-17-16,9 10-54 0,12 0-53 16,3 11-155-16,21 7 71 15,9-2-158-15</inkml:trace>
  <inkml:trace contextRef="#ctx0" brushRef="#br0" timeOffset="197323.55">12921 13114 765 0,'0'0'88'0,"0"0"-80"0,-100 54-7 0,68-3 7 15,3 11 70-15,10 10 31 0,10 10 0 16,9 4-22-16,9 1-31 16,20-4-8-1,10-8-26-15,5-19 0 16,11-14-7-16,5-22 1 0,4-20 30 15,3-3-8-15,-3-31-2 16,-3-16-20-16,-7-11 0 16,-10-14 10-16,-12-4 17 15,-16-3-10-15,-14 1 7 16,-2 5-10-16,-31 5-10 16,-16 8-6-16,-11 7-7 15,-6 9-7-15,-9 13-3 16,1 15-21-16,2 19-73 15,-6 11-56-15,-2 30-111 0,-10 9-190 16</inkml:trace>
  <inkml:trace contextRef="#ctx0" brushRef="#br0" timeOffset="198323.55">6127 16184 699 0,'0'0'126'0,"0"0"-103"16,-6-75-1-16,6 45-19 15,0-7 24-15,0-1 29 0,0 1-29 16,-5 3-1-1,-3 3 2-15,-6 0-5 16,-7 1-7-16,-7 3-6 16,-5 7-7-16,-6 9 9 15,-7 9-7-15,0 2 12 16,-5 25-13-16,3 16-2 16,2 14 3-16,10 18 13 0,11 17 0 15,13 19 5-15,12 13 14 16,3 5 16-16,21-10-6 15,10-20-19-15,8-24-17 16,12-28 4-16,7-24 6 16,3-18 21-16,3-9-14 15,-4-34-6-15,0-25 1 16,-11-24-1-16,-10-17-2 16,-14-12 24-16,-15-6 2 15,-13 11-5-15,-10 18 7 16,-35 19-33-16,-15 23-15 0,-17 24-12 15,-10 22-118 1,-19 7-171-16</inkml:trace>
  <inkml:trace contextRef="#ctx0" brushRef="#br0" timeOffset="-184606.4">19622 12285 1140 0,'0'0'116'0,"0"0"-116"16,0 0-6-16,0 0 6 16,0 0 0-16,0 0 0 15,0 0-11-15,-27 2 9 0,37-2 2 16,2-2 13-1,2 0 7-15,0 2-10 16,3 0-2-16,4 0 4 16,3 0 8-16,5 2-3 0,4 4-8 15,3 6 14-15,0-1 1 16,0 1-10-16,-1-1-10 16,-2 2 2-16,2-1-2 15,-3-2 0-15,3 1 3 16,-1 1-1-16,2-1 3 15,0-1-3-15,2 0 12 0,0 1-9 16,2 0-6 0,1 1 0-16,-1 0 7 15,0 3-5-15,-1-2-2 0,2 1-3 16,3 0 0 0,2-2 2-16,0 0 0 15,3 0 0-15,-1-4-2 0,0 3-1 16,-2-4 1-16,0 3 1 0,-2-2 1 15,2 0 4 1,-3 3-6-16,3-3 5 0,-5-2-5 16,1 3 0-16,-1-3 0 15,1 0 1 1,0-2-1-16,3-1 1 16,-3 0 0-16,2-1-1 0,-1 0 0 15,-1 0 1 1,4 0-1-16,-2-2 1 15,-3 0 0-15,1 0-1 16,-1 0 1-16,3 0-1 0,3 0 1 16,5 0-1-1,3-2 4-15,0-4-3 16,-1 3-1-16,0-2-2 16,-4-1 0-16,0 0 1 0,2-1-2 15,3-1 3 1,5 0 0-16,-1 0 1 0,2-1-2 15,-1 0 1-15,-4 0 0 16,0-1 2-16,-2 0-2 16,-2 0 0-16,-3-1 0 15,-1 1 2-15,-2 0-2 16,-1 0 0-16,-3-2 2 0,2-2-2 16,-2-2 1-1,5-1 0-15,2 1-1 0,1 1 1 16,-2 1-2-16,0 1 1 15,-6 3 0-15,-5 3 0 16,-4-1-1-16,0 2-3 16,4-1 4-16,-1 1 0 0,4-3 0 15,-1 0 1 1,1 2-1-16,-1-2-1 16,0 0 1-16,2 0 0 15,-2-1 1-15,0 0-1 16,0 3 2-16,0-1-2 15,-1 2 0-15,1 1 1 16,-1-2-1-16,2 1 0 16,-1-2 1-16,-2-1-1 0,-1-1 1 15,2-2-1-15,-2-1 2 16,0-2 0-16,2 4 0 16,-4 0-2-16,-3 2 0 15,-4 3 1-15,0 0-3 16,-2 0 2-16,0-1-1 15,-2 1 1-15,-2-4 0 16,0 1 1-16,-3-3-1 16,4-3 0-16,2 0 4 15,1-2-4-15,-1-2-4 16,2 2 4-16,-3 2 0 16,-3 0 0-16,-4 2 0 15,3-2 0-15,-2 2 2 0,2-5-2 0,2 2 0 16,0-4 0-1,5 1 0-15,-3-4 0 16,1 3 0-16,-4 0 1 16,-1 2 0-16,-4-1-1 15,1 1 2-15,-2 0 5 16,1-5-2-16,1 1 12 16,0-2 0-16,0-1-2 0,1-1 19 15,1-3-6 1,-1 1-2-16,-1-1-12 15,-1 0-1-15,-4 3 11 16,-1 0-5-16,-7-1-9 16,-2 3 2-16,-1 0 3 15,0-1-10-15,0-1 4 0,-1 1-3 16,-8-1-6-16,-4-3 1 16,-6 1 0-16,-3-1-1 15,-5 2 0-15,-7 2-1 16,-2 0 1-16,-4 0 0 15,1 0 0-15,-1 0 4 16,-3 0-4-16,-2-2 1 0,-7 2 3 16,-2 0-6-16,-10 0 5 15,-5 0-3 1,-4 0 2-16,-1 0-2 16,3 0 0-16,1 1-2 0,4 2-1 15,-3 0 3-15,-3 4-3 16,-1-1 2-16,-6 3-1 0,-2 1 2 31,-7 1-1-31,-5-1 1 0,4 3-1 16,1 2 1-16,3 2 1 0,0 1 3 15,-3 2-1 1,-3 0-2-16,1 4-1 16,-4 1-2-16,0 0-3 15,-5 0 5-15,-5 0 0 16,0-4 0-16,-5 0 0 15,5-2 1-15,-2 0 0 16,-2 2 1-16,1-2 2 16,1 5-3-16,-3 1-1 0,3 0-5 15,-3 4 5-15,2 9-5 16,-3-1 5-16,3 4-1 16,3-2 2-16,9 0 0 15,4 2-1-15,7-1 0 16,2 0 4-16,2-1-3 15,3 5-1-15,0 0-1 16,4 6-1-16,1 2-3 16,1-1 4-16,2 2 1 15,6-4 0-15,5-2 0 16,7-1 0-16,5-2 2 16,6-3-2-16,4 1-1 15,4 0 1-15,1 0 0 16,0 1 1-16,2 1 0 15,1 1-1-15,1-2 0 0,2 2 0 16,-2 3 0-16,3-3 0 16,3 4 0-16,-1 1 0 15,0 1 0-15,2 2 3 16,-2 1-2-16,4-2-1 16,3-2 3-16,0-1-2 15,2-2 0-15,-2 3 0 16,1-2 0-16,1 2 2 0,-1 2 0 15,5-1-1 1,-1-2 0-16,6 1 0 0,1 4-2 16,1 4 1-16,1 5-1 0,-1 3 2 0,-1 1 2 31,-1-2-3-31,2 1 5 16,0 0-5-16,2 2 0 15,0 2 1-15,0 0 4 0,7-2 1 0,3 0 6 31,5-4 1-31,3-3-4 0,4-1-8 16,7-3 5 0,6-2-1-16,8-3-3 15,5-7-3-15,1-4-12 0,-2-6-66 16,-3-10-105 0,-11-4-307-16</inkml:trace>
  <inkml:trace contextRef="#ctx0" brushRef="#br0" timeOffset="-176941.34">6121 13106 685 0,'0'0'169'0,"0"0"-143"15,0 0-18-15,0 0 72 0,0 0-32 16,0 0-39-16,0 0 34 15,-2-29 18 1,-1 23-8-16,2 1-16 0,1 3 2 16,-3 0 29-16,3 2-24 15,0 0-29-15,0 0-15 16,0 0-5-16,0 0-3 16,0 10-3-16,4 7 10 15,7 4 1-15,7 5 2 16,0-1 4-16,6 3 1 15,2-3-2-15,7 1 7 16,3-1-9-16,5-1-1 16,3-4 0-16,3 0-2 15,2-3 4-15,0-3-4 16,6-2 3-16,3-1-2 16,8-3 3-16,5-2-2 15,6-3 3-15,0-1 3 16,1-1-4-16,5 1 4 15,1-2-8-15,0 0 3 16,-1 0-3-16,2 0 3 0,-4 0-3 16,2 0 1-16,1 0 1 15,2 0 0 1,4-8-1-16,10-3 1 0,1-3 2 16,5-2-4-16,0-1-1 15,2 0-1-15,2-2 1 16,0 3 1-16,-1-3 1 15,0 1 0-15,-3 1 1 16,1 2-2-16,2 2 1 16,2-1 1-16,2 6-2 15,4-3 0-15,-1 3-2 0,2-1 2 16,-1 2-2-16,0-1 2 16,-1 0 0-16,-1-2 1 15,-3 6 0-15,5 0 2 16,-1 0 2-16,-1 4 10 0,-3 0-6 0,-2 0-4 0,2 5-2 0,-6 8 0 47,-3 2 3-47,-2 1-3 15,-4 3-1-15,-1 0-2 16,-5-1 2-16,-2 0 0 16,-2 1-1-16,-2 0 0 0,-5 4-1 15,-3 1-1 1,-11 5 1-16,-6 4-3 15,-10 3 3-15,-4 4 2 16,-6 4 1-16,-6 0-1 0,-2-1 3 16,-7 1 5-16,2-4-6 15,-9-3-4-15,-2-2 1 16,-2 0-1-16,-6-3 2 0,-2 1-2 16,-1-5 2-16,-5-5 0 15,2-3-1 1,-2-12-1-16,0-3-1 15,0-5 1-15,0 0 3 16,0 0 7-16,0 0 7 0,0-11-1 16,0-10-16-1,0-6 0-15,3-4-3 0,3-1 2 16,7-2 1-16,-1 2 0 16,7 1 0-16,2-3-1 15,5 3 1-15,5-1 0 16,2 1-1-16,4 3 0 15,2 1 0-15,3 2 0 16,5 2 1-16,4 2 0 16,3 1-2-16,5 0 2 15,6 4 2-15,5-1-1 0,7 4-1 0,-2 2 0 32,2 2-4-32,-2 3 4 15,1 2-1-15,-1 4-4 16,1 0 5-16,-2 0-1 15,2 1 1-15,1 8 0 0,1 1 1 16,0 2 0 0,0 0 1-16,-1 4 1 0,4-2-3 15,4 2 0-15,0 0 3 16,0-2-3-16,-2 1 0 16,-3 0-1-16,-1-1-2 15,-1 1 2-15,2 2 2 16,-1 0 0-16,-3 2-1 15,1-1 0-15,1 2 0 0,1-3 2 16,-1-1 0 0,1-2-2-16,3-3 2 15,3-2-2-15,3 0 4 0,0-2-4 16,-3-1-2-16,-1-3 1 16,-1-1 2-16,-1 0 1 15,-6-2-1-15,-7 0 1 16,-2 0 0-16,-7 0 3 15,-6 0 1-15,-2-9 4 16,-2-4 7-16,-6-2 4 16,-2-7 5-16,-4-4 17 15,-5-5 9-15,-3-6-6 16,-6-1-6-16,-6-1-5 16,-5 2 7-16,-7-4-27 0,-5 2-15 15,-1-5-44 1,-23-7-181-16,-32-5-682 15</inkml:trace>
  <inkml:trace contextRef="#ctx0" brushRef="#br0" timeOffset="-125061.46">25388 10172 51 0,'0'0'402'0,"0"0"-396"0,0 0 1 16,0 0 116-16,0 0-13 16,0 0-20-16,0 0 10 0,0 0 1 15,-21 4-19 1,21-4 6-1,0 0-9-15,0 0-9 0,0 0-13 16,0 0-8-16,0 0-11 16,0 0-7-16,0 0-11 0,4 0-1 15,10-7-1 1,5 0-13-16,5 1-3 16,0 0-2-16,3 5 4 15,1 1-3-15,5 0-1 16,7 0 0-16,1 4 4 15,1 5-1-15,-2 4-3 16,-5 3 0-16,-3 0-4 16,-7 6 2-16,-2-1 0 15,-2 1-1-15,-2 3 3 16,-3 0 2-16,-1 4-2 0,-6 1 0 16,-3 0 0-1,-1 2 2-15,-5-3-2 0,0 2 0 16,0 3 0-16,0-2 0 15,-8 2 0-15,-5-2 4 16,-2-4 0-16,1-4-4 16,1-4 0-16,-1-3 1 15,1-3-1-15,0-1 2 16,-2 0 3-16,1-6-3 16,-2-3-1-16,-1-3 2 0,-5-1 2 15,-3 0-5-15,1 0 1 16,0-1-1-16,3-9 1 15,3-2 4-15,3-3-5 16,2 1-2-16,0 0 2 16,5-2 1-16,3 0-1 15,2 1 1-15,2-3-1 16,1-1 0-16,0 1-2 16,0-2-1-16,7 0 2 15,10-5 0-15,4-1 1 0,4-1-1 16,5 2 1-16,-2 3-2 0,-1 3 1 0,-4 6 1 31,-5 5-2-15,-1 4 2-16,-3 2 0 0,-2 1-1 15,0 1-2 1,-3 0-1-16,-3 0-4 16,2 0-44-16,-2 0-58 15,-1 1-47-15,1 6-36 16,-3 0-137-16,-1-1-241 0</inkml:trace>
  <inkml:trace contextRef="#ctx0" brushRef="#br0" timeOffset="-123927.77">26177 10147 609 0,'0'0'136'0,"0"0"-134"16,0 0 75-16,0 0 56 0,0 0-6 15,9-76-54 1,-7 70 2-16,-2 3-16 0,0 2 0 16,0 1-6-1,0 0-30-15,0 0-14 16,3 1-9-16,-2 13 0 16,2 9 21-16,-2 4 16 0,-1 5 10 15,0 3-24-15,0 4 24 16,0 0-11-1,0-1-8-15,0 2 0 0,0-3-17 0,3-2-2 16,2-6-3 0,-2-5 9-16,3-6-2 0,-1-7-10 0,-1-5 3 31,3-2-3-31,-1-2 2 16,3-2-1-16,8 0 6 15,2 0 3-15,11-9 4 16,4-9 1-16,6-1-4 0,5-1-6 15,3-1 2-15,5 0-3 16,0 4 3 0,-1 1-5-16,-5 0 3 0,-7 7-5 15,-8 2 0 1,-5 2-3-16,-4 1 0 0,-4 3 0 0,-8-2 0 16,-3 3-4-1,-8 0-47-15,0 0-60 0,-4 0-67 16,-21 11-145-1,-18 6-160-15</inkml:trace>
  <inkml:trace contextRef="#ctx0" brushRef="#br0" timeOffset="-123526.59">25442 11043 1119 0,'0'0'0'0,"0"0"-24"0,0 0 0 16,0 0 24-16,0 0 93 15,100-15-42-15,-42 2 2 0,9-1-6 16,3-2 17-1,-1-1-14-15,2-4-4 0,7-2-22 0,4-2-4 32,5-3-3-32,-1 0-1 0,-1 3-7 15,-7 3 3 1,-5 5 7-16,-9 7-7 16,-12 5-6-16,-7 3-4 0,-12 2-2 15,-10 0 0-15,-6 0-20 16,-7 10-85-16,-8 8-70 15,-2 6-58-15,-19 4-214 16</inkml:trace>
  <inkml:trace contextRef="#ctx0" brushRef="#br0" timeOffset="-123027.68">25879 11198 548 0,'0'0'423'0,"0"0"-423"15,0 0 0-15,0 0 67 16,0 0 70-16,0 0-84 0,-15-32-29 0,33 32-24 16,7 0 25-1,5 0 15 1,1 0 21-16,-1 4-31 0,0 6-2 15,-3 3-4-15,-3 2-17 0,-3 2-6 32,-5 1 0-32,-5 3 0 0,-3-1-1 15,-6 3 5-15,-2 1 0 16,0 2 2-16,-19 1 4 16,-8-1 3-16,-3-5-2 15,0-5 2-15,3-5 0 16,6-7-7-16,0-4 7 15,4 0-2-15,1-3 10 16,2-11 7-16,5-5-18 16,1-4 4-16,7-2-14 15,1-7-1-15,0 0 0 16,13-4 0-16,10 1 3 16,5 0-1-16,2 3-1 15,-1 5-1-15,-3 6 1 16,-11 7 0-16,-3 5-1 0,-6 5-33 15,0 4-84 1,1 0-31-16,-1 2-50 0,4 9-40 16,-4 1-208-16</inkml:trace>
  <inkml:trace contextRef="#ctx0" brushRef="#br0" timeOffset="-122496.7">26326 11040 935 0,'0'0'404'0,"0"0"-399"0,0 0 11 0,0 0 139 0,0 0-16 16,0 0-111-16,-6 2-26 0,-1 26 19 16,1 5 35-16,2-2-19 0,4-1-18 31,0-8-13-31,6-5-5 15,8-5 1-15,3-4-1 16,2-5 1-16,-1-3-2 16,2 0-28-16,-3-9-21 15,0-8 4-15,-4-3 9 16,-5 4-2-16,-4 1 8 16,-2 5 24-16,-1 5 6 15,-1 4 3-15,0 1 2 16,2 0 1-16,4 0-6 15,4 0 1-15,5 6 21 0,6-1 5 16,3-3-14-16,0-2-6 16,1 0-3-16,-3 0 3 15,-4-9 0-15,-6-3 0 16,-6 1 2-16,-6-5 27 16,0-1 17-16,-1 0-29 15,-14 0-13-15,-5 2 6 0,1 4 5 16,2 2-5-1,3 4-15-15,3-1-2 16,5 4-3-16,5 2-53 16,1 0-59-16,0 0-85 0,15 0-108 15,7 0-11-15,5-2-125 0</inkml:trace>
  <inkml:trace contextRef="#ctx0" brushRef="#br0" timeOffset="-122283.05">26774 10932 1294 0,'0'0'36'0,"0"0"11"0,0 0 143 0,0 0-57 0,0 0-81 31,0 0-33-31,22 55 92 0,-14-21-85 16,1 2-1-1,-2 1-20-15,1 0-5 0,-4-2 3 16,2-1-6-16,1-6-21 15,-1-6-61-15,2-4-115 16,0-11-115-16,-5-7-116 0</inkml:trace>
  <inkml:trace contextRef="#ctx0" brushRef="#br0" timeOffset="-121833.6">26796 9796 1012 0,'0'0'101'0,"0"0"-98"0,0 0 3 16,0 0 116-16,127-45-29 15,-63 45-15-15,6 23-5 16,0 13-25-16,-2 16 5 15,-4 17 23-15,-4 18-34 16,-7 15 64-16,-15 12-70 16,-13 9-23-16,-16 0 12 0,-9-7-21 15,-6-9-4 1,-18-13 0-16,-6-12-28 16,-7-10-104-16,-7-12-114 15,-6-18-124-15,-10-13-631 16</inkml:trace>
  <inkml:trace contextRef="#ctx0" brushRef="#br0" timeOffset="-121283.84">25206 10006 869 0,'0'0'80'0,"0"0"-69"0,0 0 13 0,0 0 88 0,0 0 9 16,0 0-41-16,-81-9-67 0,70 66 13 16,-5 21 83-16,0 22-13 15,3 25-34-15,2 12 35 16,8 16-32 0,3-1-20-16,6-11 9 0,24-13-30 15,12-20-2 1,11-19-1-16,16-20-17 0,9-16-3 15,7-14-1-15,10-15-68 16,4-17-228-16,-8-7-322 16</inkml:trace>
  <inkml:trace contextRef="#ctx0" brushRef="#br0" timeOffset="-120235.45">27923 10415 342 0,'0'0'1070'0,"0"0"-1070"16,0 0 4-16,0 0 52 0,0 0 44 16,0 0-45-16,67-21-2 15,-45 8-34 1,-4 2-19-16,-6 4 0 16,-5 2-16-16,-5 5-91 15,-2 0-76-15,0 16-65 16,-6 16 124-16,-12 9 64 0,-1 6 19 15,2 0 41 1,7-10 86-16,4-7 7 16,6-9-6-16,0-7-18 15,13-8-43-15,17-6-15 16,14-4-11-16,15-23-102 0,7-10-297 16</inkml:trace>
  <inkml:trace contextRef="#ctx0" brushRef="#br0" timeOffset="-119282.66">28808 9935 943 0,'0'0'141'0,"0"0"-140"0,0 0-1 16,0 0 44-16,0 0 20 0,0 0-42 16,37-78-11-16,-3 70 10 0,2 3 4 0,4 5-3 31,3 0 10-16,-1 1-8-15,3 13-2 16,3 6 1-16,-6 2-15 16,-2 8 5-16,-6 6-9 15,-9 4-2-15,-8 7 5 16,-9-1 4-16,-8 4 11 16,0-5 7-16,-16-4-5 0,-9-5 10 15,-5-4-16-15,-1-8 11 16,0-6-1-16,1-8-14 15,0-8-7-15,2-2 7 16,-2-1-11-16,3-18 5 16,4-6-5-16,6-7-3 0,6-5 2 0,8-1-2 31,3 0 0-31,0 2 5 16,3 4-4-16,12 6 0 15,3 5 0-15,0 5 0 16,-2 5-1-16,-2 5-1 15,-3 4-3-15,0 2-92 16,0 0-117-16,2 0-212 0</inkml:trace>
  <inkml:trace contextRef="#ctx0" brushRef="#br0" timeOffset="-118872.14">29484 9826 822 0,'0'0'594'0,"0"0"-594"0,0 0 0 0,0 0 8 0,0 0 10 0,0 0 6 0,11 77 55 0,-8-31-42 16,-3-1 5-16,0 2 7 0,0-1-6 15,0-4-13 1,0-4 20-16,0-6-21 16,0-10-15-16,0-7-2 15,5-7-8-15,7-5-4 16,4-3 4-16,11 0 3 16,7 0 4-16,10-13 13 15,5 0-4-15,-1-5-12 0,4 3-3 16,-2-2-2-16,1 0 1 15,0 1-3-15,-4 3-1 0,-8 0 0 32,-9 4-5-32,-12 5-63 0,-8 1-70 15,-10 3-54-15,-4 0-103 16,-27 0-314-16</inkml:trace>
  <inkml:trace contextRef="#ctx0" brushRef="#br0" timeOffset="-118502.03">28736 10644 1216 0,'0'0'44'0,"0"0"-44"31,0 0-1-31,0 0 1 16,0 0 31-16,0 0 69 16,155-13-41-16,-56-11-31 15,15-5 12-15,12 0 8 0,7-2-15 16,2 0-4 0,1 3-13-16,-12 4-5 0,-18 6-3 15,-21 7-8-15,-18 6 0 16,-19 5 0-16,-17 0 0 15,-12 0-8 1,-13 6-89-16,-6 8-59 0,-13 8-28 16,-24 7-62-16,-11 2-305 15</inkml:trace>
  <inkml:trace contextRef="#ctx0" brushRef="#br0" timeOffset="-117981.75">28927 11021 1086 0,'0'0'1'15,"0"0"31"-15,0 0-32 16,0 0 32-16,66-79 8 0,-17 62-4 16,3 4 20-1,0 4-2-15,2 7-2 16,-7 2-22-16,-2 5 0 0,-9 15-9 0,-4 3-10 16,-6 2-6-1,-5 0-1 1,-6 7-4-16,-5 1 1 15,-10 3 11-15,0-2 17 16,-23 1-10-16,-7-4 1 0,-3-5 4 16,-1-3 15-16,1-6-23 15,1-7-4-15,4-6 1 16,4-4 5-16,4 0 10 16,3-12 7-16,4-13-14 15,4-7-15-15,4-5-6 16,5 0 0-16,0-2-1 15,6 3 1-15,12 2-1 16,0 7 1-16,1 4-1 16,-3 4-1-16,-2 6-5 0,-3 4-93 15,2 4-33 1,-1 5-80-16,2 0-125 16,0 0-220-16</inkml:trace>
  <inkml:trace contextRef="#ctx0" brushRef="#br0" timeOffset="-117373.83">29606 10740 1019 0,'0'0'274'0,"0"0"-271"0,0 0 70 15,0 0 92 1,0 0-42-16,0 0-81 0,-20-8-37 15,20 40 64-15,0 3 1 16,0-2-49-16,8 0-1 16,7-7-10-16,3-5-10 15,2-5 3-15,2-5-3 0,1-6-1 32,4-5-1-32,0 0-26 0,-2-7-16 15,-4-11-12-15,-4-2-5 0,-8-1-1 16,-6 1 26-1,-3 4 12-15,0 2 16 16,0 6 8-16,-6 4 6 0,4 2 14 16,1 0 17-1,1 2-16-15,0 0-21 0,0 4-6 0,6 10 6 16,10 2 9-16,0 0-2 31,5 0 18-31,-2-5-10 0,-2-1-7 16,2-8-4-16,-2-2 1 15,-1 0 0-15,1-8 6 16,-3-10-4-16,-6-6 0 16,-6-3-2-16,-2-3 1 15,0 1-4-15,-11 0 4 0,-7-1 4 16,-4 2 3 0,-2 5 17-16,0 3-10 15,2 3 5-15,2 3-3 0,4 4-14 16,5 2-4-1,4 4-2-15,3 4-1 0,2 0-1 16,2 0-33 0,0 0-51-16,0 2-76 0,0 11-35 15,13 0-21-15,2-1-205 16</inkml:trace>
  <inkml:trace contextRef="#ctx0" brushRef="#br0" timeOffset="-116449.58">30357 10804 977 0,'0'0'21'0,"0"0"5"15,0 0 130-15,0 0-81 16,0 0-29-16,0 0 14 15,-19 0-4-15,13 0-17 16,0 0 2-16,-1 0-1 16,1-3-13-16,1-4-3 15,1-3-11-15,4 0-4 16,0-5-4-16,0 0-1 0,1 1-4 16,10 2-1-1,4 1 1-15,-2 5 0 0,2 4-1 16,-1 2 0-1,-1 0 1-15,-3 8 0 0,-2 11 1 16,-8 11 7-16,0 1 16 16,-2 6 8-16,-14-2 3 15,0-1 5-15,0-5 6 16,3-8-19-16,7-8-9 0,3-7-1 16,3-3-8-1,0-3-6-15,0 0 0 16,11 0-1-16,16-1 5 15,5-13 0-15,6-2-1 0,0 0-3 0,1-1-1 32,-4 3 2-32,-4-1-2 15,-4 2 0-15,-11 3-1 0,-4 3-1 16,-7-1-1-16,-5 0-16 16,0 1-33-16,0-5-109 15,-11-2-102-15,-7-4-163 16</inkml:trace>
  <inkml:trace contextRef="#ctx0" brushRef="#br0" timeOffset="-116257.89">30602 10301 1472 0,'0'0'135'0,"0"0"-127"0,0 0-8 15,0 0 21-15,0 0-21 16,-47-77 0-16,47 65-73 16,0-1-162-16,0-7-225 15</inkml:trace>
  <inkml:trace contextRef="#ctx0" brushRef="#br0" timeOffset="-115842.29">30607 9670 1282 0,'0'0'0'0,"0"0"13"0,34-75-5 16,3 54 84-1,9 4-24-15,9 7-1 16,1 6-35-16,5 4-11 15,4 4 0-15,-4 17 4 16,-5 5-9-16,-8 8-10 16,-14 6 1-16,-14 4-6 15,-13 3 2-15,-7 1 7 16,-16-4-2-16,-16-5-1 16,-3-8 1-16,2-9-1 15,7-14 10-15,4-5 17 0,6-3 10 16,-2-3-15-1,4-18-9-15,4-8 5 16,6-7-22-16,4-4-2 0,0-3-1 16,14 4-1-16,4 2 1 15,0 7-2-15,-4 5-5 16,-6 7-67-16,-2 6-77 16,-3-2-82-16,0 7-150 15,2-3-585-15</inkml:trace>
  <inkml:trace contextRef="#ctx0" brushRef="#br0" timeOffset="-115360.48">31298 9282 1297 0,'0'0'107'15,"0"0"-64"-15,0 0 111 16,0 0-25-16,-27 75-34 15,13-26-32-15,5 3-22 0,8-3-13 16,1-6-23 0,4-5 2-16,14-7-5 0,6-10-2 15,3-4 0-15,3-6-2 16,1-9-30 0,-3-2-26-16,-2 0-22 0,-7-16-5 15,-4-5 10 1,-6-1 38-16,-4 4 13 0,-4 3 21 15,-1 7 3-15,0 3 25 16,0 5 42-16,0 0-29 16,2 0-38-16,5 6-3 15,3 5 3-15,7 1 15 16,4-5-10-16,4-1 0 16,5-6-2-16,1 0 7 15,-1-7-3-15,-5-9-2 16,-6-4 3-16,-9-2 22 15,-10-4 27-15,0 1-18 0,-9-4-8 0,-14-1-14 32,-5 1-3-32,-3 5-14 15,-1 5 0-15,4 5-25 16,6 4-90-16,7 8-144 0,8 2-181 16</inkml:trace>
  <inkml:trace contextRef="#ctx0" brushRef="#br0" timeOffset="-115027.03">31833 9418 1297 0,'0'0'39'0,"0"0"-10"15,0 0 174-15,0 0-63 0,0 0-76 16,0 0-33-16,70-40-24 0,-70 75 11 15,-1 9 17-15,-15 0 7 16,-1-3-26 0,7-9-4-16,7-5-4 15,3-9 1-15,0-4-3 16,7-5 0-16,13-7-2 16,12-2 1-16,11 0-2 15,7-13-1-15,3-6-1 16,1 0-1-16,1 1-4 15,-7 5-17-15,-7 4-20 0,-19 6-120 16,-22 3-127-16,-12 3-194 16</inkml:trace>
  <inkml:trace contextRef="#ctx0" brushRef="#br0" timeOffset="-114782.24">30948 10199 1336 0,'0'0'171'0,"0"0"-168"0,87-40-3 15,-15 7 99-15,20-3-28 16,13 2-8 0,9 2 6-16,3 1-33 15,-6 7-4-15,-1 4-2 16,-5 1-16-16,-5 4-2 0,-15 7-11 15,-26 5-1-15,-24 3-36 16,-27 8-176-16,-8 12-112 16,-31 7-159-16</inkml:trace>
  <inkml:trace contextRef="#ctx0" brushRef="#br0" timeOffset="-114373.92">31066 10529 1199 0,'0'0'0'0,"0"0"0"15,90-73 49 1,-29 50 52-16,12 5-29 16,9 7-29-16,0 11-3 15,-3 0 3-15,-13 18-17 16,-16 11-14-16,-15 12 1 15,-21 4-10-15,-14 0 1 16,-4-1 0-16,-31-1 2 16,-10-11 3-16,-6-5-4 15,5-8 9-15,9-10 18 16,5-9-1-16,9 0 10 0,3-15 0 16,5-10-23-1,11-10 5-15,4-7-17 0,0-4-4 16,17-4-2-1,6 8 0-15,-1 4 0 0,-1 10-1 16,-9 6-23-16,-4 8-89 16,-3 3 1-16,-2 5-95 15,2 5-135-15,2 0-363 16</inkml:trace>
  <inkml:trace contextRef="#ctx0" brushRef="#br0" timeOffset="-113960.04">31772 10262 1135 0,'0'0'263'0,"0"0"-261"0,0 0 105 16,0 0 63-16,0 0-80 16,0 0-10-16,-12 78-46 0,12-52-28 15,0-2-4-15,6-3-1 16,12-3-1-1,3-4 0-15,1-7-24 16,4-6-70-16,-1-1-22 16,2 0 19-16,-8-1 6 15,-4-6 45-15,-7 1 37 0,-1 2 9 16,-3 3 13-16,-2 1 60 16,5-1-21-16,4-2-37 15,5-3 30 1,5-4 1-16,0-2-14 0,3-1 0 15,-5 0 12-15,-7-4-12 16,-7 2 6-16,-5-1-2 16,0-1-6-16,-20 2-10 15,-4-3-18-15,1 7-2 16,3 2-4-16,10 3-72 16,5 5-137-16,5 1-119 0,0 0-280 15</inkml:trace>
  <inkml:trace contextRef="#ctx0" brushRef="#br0" timeOffset="-113540.64">32315 10328 1003 0,'0'0'123'0,"0"0"-109"0,0 0 165 16,0 0-23-1,0 0-74-15,0 0-40 16,-23-16-36-16,23 16-6 16,0 0-7-16,0 0 4 15,11 0 1-15,6 0 3 16,2 0-1-16,2 0 0 16,-3 1 2-16,-2 5-2 15,-1 3 3-15,1 3 10 0,0 2 24 16,-3 0 4-1,-3 4-2-15,1-4 7 0,1-1-24 0,0 2-4 32,4-3-4-32,-1 3 2 0,0 2 4 15,-8 1-1-15,-7 1-8 16,0 5 11-16,-17 0 9 0,-9 0-19 16,-4-8-4-1,5-5-8-15,-1-7 0 16,6-4-3-16,3 0-50 15,-2-9-35-15,2-19-111 16,2-9-58-16,3-14-151 16</inkml:trace>
  <inkml:trace contextRef="#ctx0" brushRef="#br0" timeOffset="-113025.09">32366 8929 991 0,'0'0'61'0,"0"0"-60"15,0 0 84-15,86-53 42 0,-47 52-55 0,3 1-17 16,6 5 3 0,0 19-27-1,-1 7-8-15,-2 10 16 16,-5 4-9-16,-4 4 18 16,-11 2-8-16,-13-3-11 15,-12-3-6-15,-1-4-3 16,-28-7-3-16,-2-7-4 15,0-9 0-15,3-6-1 0,6-12 1 16,5 0 0 0,0-6 1-16,7-16 8 0,4-8-5 15,3-5-10 1,3-5 3-16,3 1-9 16,12 2 3-16,4 3-2 0,2 6-2 15,-1 4 0-15,-4 8 0 16,-6 6-2-16,-4 6-5 15,-3 4-80-15,1 0-126 16,-2 0-167-16,1 0-344 16</inkml:trace>
  <inkml:trace contextRef="#ctx0" brushRef="#br0" timeOffset="-112363.81">32977 8875 931 0,'0'0'64'0,"0"0"80"16,0 0 63-1,0 0-21-15,0 0-127 16,0 0-49-16,0 43 67 16,0-5-8-16,0 0-32 15,0-4-23-15,2-5-14 16,10-4 5-16,3-6-4 16,1-2 2-16,5-11-3 15,1-4-8-15,1-2-60 16,1-2-24-16,-2-14 7 0,-8 0-3 15,-6 0 35-15,-3 3 36 16,-4 6 17-16,1 4 11 16,-2 3 42-16,3 0-14 15,3 0-31-15,7 12-7 16,5 2 25-16,6-1-14 16,0-5-6-16,1-2 12 15,-1-6 21-15,-6 0 14 16,-4 0 3-16,-7 0 12 15,-7-6-11-15,0-6 0 16,-7-6-35-16,-10-1-22 16,-4 3 0-16,3-1-11 15,5 6-84-15,8 5-139 16,5 2-133-16,0 4-370 0</inkml:trace>
  <inkml:trace contextRef="#ctx0" brushRef="#br0" timeOffset="-111915.33">33493 9062 829 0,'0'0'209'0,"0"0"-204"0,0 0 159 0,0 0-22 16,0 0-62-16,0 0-54 15,-10-40-24-15,10 35-2 16,0 1 2-16,13 1-2 15,3 1 0-15,7 1 0 16,3 1 1-16,-1 0 4 16,-1 0 24-16,0 0 4 15,-6 10-9-15,-5 2-1 16,-5 2 7-16,-5 2 23 16,-3 3-3-16,0-3-1 0,0 0-24 15,0-2-13 1,0 0-6-16,5-1-6 15,6-1 2-15,4 4-1 16,8 1 1-16,-4 3 0 16,0 2-2-16,-5 3 0 0,-8 0 12 15,-6 1 15 1,0 0 1-16,-9-3 1 0,-14 1-13 16,-7-6-7-16,-2-1-9 15,-4-3-7-15,-3-1-116 16,-4-2-241-16,-2-4-328 15</inkml:trace>
  <inkml:trace contextRef="#ctx0" brushRef="#br0" timeOffset="-111695.81">32824 9688 1379 0,'0'0'0'0,"81"-37"47"0,-19 15-42 0,17-2 98 0,14 3 0 16,8 1-5-16,8 3-51 15,-6 5-23-15,-9 2-12 16,-15 3 1-16,-21 5-13 16,-24 2-7-16,-25 0-132 15,-9 17-164-15,-31 7-277 16</inkml:trace>
  <inkml:trace contextRef="#ctx0" brushRef="#br0" timeOffset="-111327.4">32928 9945 950 0,'0'0'85'0,"0"0"-83"15,81-15 107 1,-45 15 2-16,4 15-41 16,5 14-27-16,-4 6-19 15,-5 6-14-15,-10 2 0 0,-17 4-5 16,-9-4 1-16,-17-1-4 16,-22-5 8-16,-5-8 0 15,3-8-8-15,8-8 17 16,10-10 34-16,6-3 21 15,5-10-4-15,3-13-46 16,6-8 5-16,3-5 10 16,0-5-18-16,8-2-13 15,8 4 0-15,8 5 1 16,-3 7-4-16,-6 9-5 16,-3 5 0-16,-9 7-16 15,-2 5-111-15,-1 1-89 16,0 0-180-16</inkml:trace>
  <inkml:trace contextRef="#ctx0" brushRef="#br0" timeOffset="-110906.83">33361 9921 1210 0,'0'0'134'15,"0"0"-118"-15,0 0-7 16,0 0 154-16,0 0-61 16,-3 83-68-16,3-58-22 15,8-1-8-15,8-6-4 0,0-4 0 0,5-6-1 16,-2-6-59-16,-2-2-28 16,1 0-11-1,-6-6 49 1,1-7 26-16,-7 4 24 0,-3 1 12 0,-1 6 59 15,-1 2 26 1,4 0-40-16,5 0-43 16,6 0 9-16,5 0 27 15,4 0-20-15,-3 0 0 16,-5 0 1-16,-4 0-11 16,-7 0-12-16,-2 0 0 15,-4-8 2-15,0-4-10 16,0-4-110-16,-2-1-71 15,0-3-90-15,2-5-227 0</inkml:trace>
  <inkml:trace contextRef="#ctx0" brushRef="#br0" timeOffset="-110765.46">33750 9843 1111 0,'0'0'259'0,"22"77"-233"0,-8-28 149 31,2 6 28-15,-4 0-125-16,-2 0-55 15,-10-1-23-15,0-5-38 16,-26-6-235-16,-17-6-276 16</inkml:trace>
  <inkml:trace contextRef="#ctx0" brushRef="#br0" timeOffset="-110123.43">30003 9499 1331 0,'0'0'7'0,"0"0"-1"0,130-21 5 16,-53 28 88-16,15 30 2 16,13 25 10-16,5 24-51 15,-8 20 9-15,-17 22-13 16,-27 9-39-16,-31 5-16 15,-27 6 5-15,-13-5-6 0,-29-9 0 16,-12-10-12-16,-6-17-88 0,2-24-34 0,-1-20 9 31,0-20-108-31,-11-23-152 16</inkml:trace>
  <inkml:trace contextRef="#ctx0" brushRef="#br0" timeOffset="-109737.53">28562 9776 822 0,'0'0'432'15,"0"0"-432"-15,0 0-20 0,0 0 20 16,0 0 64-16,-74 154 50 16,57-43-26-1,4 20-51-15,12 18 13 16,1 6 14-16,19-3 14 0,22-4 0 15,17-18-20-15,12-19-35 16,18-17-9 0,12-21-14-16,13-20 0 15,8-21-23-15,12-29-138 0,8-10-202 16,2-41-256-16</inkml:trace>
  <inkml:trace contextRef="#ctx0" brushRef="#br0" timeOffset="-109267.83">30768 9104 880 0,'0'0'195'0,"0"0"-173"0,0 0 28 0,0 0 72 15,0 0-75-15,0 0-35 16,-83 100 54-16,64 2 22 16,-4 20-42-16,-1 14-12 15,7 10 23-15,7 0 37 16,10 1-17-16,10-12-44 16,29-11-2-16,21-5-17 15,13-13-10-15,15-11-3 16,7-14-1-16,6-18-7 15,-2-17-65-15,-5-17 9 16,-7-16-85-16,-8-13-17 16,-3-15-77-16,-4-23-204 15</inkml:trace>
  <inkml:trace contextRef="#ctx0" brushRef="#br0" timeOffset="-108965.04">31653 9238 910 0,'0'0'429'0,"0"0"-429"16,109-20-46-16,-32 26 46 0,11 35 65 0,9 32 15 0,-4 27 5 31,-10 19-35-31,-16 12-6 15,-19 3-4-15,-16 3-7 16,-16-3-17-16,-12-8-13 16,-4-11-3-16,0-14 0 15,-4-19-11-15,-9-21-58 16,2-20-19-16,0-19-52 16,0-20-53-16,-1-7-9 15,-1-32-194-15</inkml:trace>
  <inkml:trace contextRef="#ctx0" brushRef="#br0" timeOffset="-108629.5">32196 8683 1123 0,'0'0'141'15,"0"0"-141"-15,0 0-25 0,0 0 25 16,0 0 28 0,-63 74 53-16,47 15 8 0,6 25-48 0,6 18-22 15,4 20 16 1,20 11 16 0,15 11 16-16,13-2-8 15,10-13-37-15,6-15-10 16,8-24-8-16,7-16-4 15,2-22-4-15,2-25-21 16,1-20-55-16,-5-24-22 0,-3-13-36 16,-7-32-52-1,-8-21-68-15,-13-19-258 0</inkml:trace>
  <inkml:trace contextRef="#ctx0" brushRef="#br0" timeOffset="-108372.45">33233 8582 758 0,'0'0'387'16,"153"30"-387"-16,-63 39 0 0,-2 32 75 0,-18 30 136 16,-19 28-57-16,-25 23-27 15,-21 8-36 1,-5 3-21-16,-24-13-32 15,-13-21-25-15,-14-19-9 16,-8-24-2-16,-16-19-2 16,-18-15-94-16,-9-14-111 15,-6-16-114-15,-4-18-363 16</inkml:trace>
  <inkml:trace contextRef="#ctx0" brushRef="#br0" timeOffset="-104283.04">29910 11251 795 0,'0'0'178'0,"0"0"-168"15,0 0 140-15,0 0-27 16,0 0-42-16,0 0-24 15,0 0 21-15,-67-14-29 16,56 30-16-16,3 6 11 16,3 1-1-16,5 4 13 15,0-1 0-15,0-4-37 16,0-3-1-16,15-3-11 16,3-6-4-16,3-4 3 15,-1-5 2-15,2-1-7 0,-3 0-1 16,-1-7 0-1,-6-8 1-15,-6-1-1 16,-5-2 1-16,-1-2 2 16,0 2-3-16,-13 1 2 15,-4 3-1-15,1 4 1 0,-3 2 2 16,3 4 12-16,0 4-7 16,3 0-6-16,-1 0-3 15,7 0-3-15,2 0-53 0,5 0-117 16,0 4-88-1,3-2-73-15,11 0-187 16</inkml:trace>
  <inkml:trace contextRef="#ctx0" brushRef="#br0" timeOffset="-104092.97">30144 11275 562 0,'0'0'645'16,"0"0"-630"-16,0 0 155 0,0 0-44 0,0 0-97 16,0 0-5-16,-34-16-24 15,32 16-23-15,2 0-129 0,0 0-117 16,0 3-79-16</inkml:trace>
  <inkml:trace contextRef="#ctx0" brushRef="#br0" timeOffset="-103875">30325 11176 1154 0,'0'0'83'16,"0"0"113"-16,0 0 18 0,0 0-113 15,0 0-59-15,0 0-17 16,0 39 30-1,3-5-14-15,-2 6-5 0,2-1-31 0,0 2-4 32,-1 0-1-32,-2-1-38 0,1-3-58 15,-1-3-184-15,3-7-179 16</inkml:trace>
  <inkml:trace contextRef="#ctx0" brushRef="#br0" timeOffset="-103141.52">31745 11032 747 0,'0'0'143'0,"0"0"-60"0,0 0 120 0,0 0-76 16,0 0-24-16,0 0-16 0,-33-39-23 15,20 40-19 1,2 17-8-16,2 4 2 0,4 4 5 16,3 1 1-16,2-2-15 0,0-4-1 15,12-4-21 1,6-3-8-16,4-6 3 15,4-6-2-15,3-2 3 0,4 0-2 32,-3-5-2-32,-5-10-6 0,-11-2-6 15,-9-2 10-15,-5-1 1 16,0-2-2-16,-8 3 3 16,-9 5 4-16,-2 2-1 15,0 5 4-15,1 1 6 0,3 5-6 16,6-1-4-1,4 2-3-15,1 0-3 16,4 0-24-16,0 0-107 0,0 0-141 16,0 6-126-1</inkml:trace>
  <inkml:trace contextRef="#ctx0" brushRef="#br0" timeOffset="-102967.14">32097 11047 1293 0,'0'0'84'0,"0"0"-20"16,0 0 194-1,0 0-191-15,0 0-58 0,0 0-9 16,-23-10-45 0,23 10-158-16,0-4-166 15,0 3-516-15</inkml:trace>
  <inkml:trace contextRef="#ctx0" brushRef="#br0" timeOffset="-102736.5">32314 10887 1225 0,'0'0'61'0,"0"0"140"16,0 0-62-16,0 0-84 0,0 0 37 15,0 0-45 1,17 98-38-16,-14-59-2 16,2-3-6-16,0-1-1 15,2-2-19-15,0-4-148 0,-2-4-155 16,1-7-266-16</inkml:trace>
  <inkml:trace contextRef="#ctx0" brushRef="#br0" timeOffset="-102251.7">33142 10688 979 0,'0'0'107'0,"0"0"-49"16,0 0 110-16,0 0-68 15,0 0-30-15,-33 74-25 16,33-49-14-16,3 0-15 15,16-3-7-15,6-3 2 0,1-4-10 16,2-5 1 0,2-6 0-16,-1-4 2 15,0 0-3-15,-5-13 2 16,-5-5-2-16,-11-1 7 16,-8 1-2-16,0-3 4 0,-19-1 66 15,-8 4 3-15,-3 3-19 16,2 8-20-16,2 0-14 15,5 7-10-15,8 0-12 16,4 0-4-16,8 0-10 16,1 0-79-16,0 0-173 15,17 0-86-15,11 2-282 16</inkml:trace>
  <inkml:trace contextRef="#ctx0" brushRef="#br0" timeOffset="-102093.73">33562 10746 1109 0,'0'0'84'15,"0"0"-22"-15,0 0-21 16,0 0-41-16,0 0-143 16,0 0-316-16</inkml:trace>
  <inkml:trace contextRef="#ctx0" brushRef="#br0" timeOffset="-101927.81">33772 10568 1010 0,'0'0'290'16,"0"0"-199"0,23 77 207-16,-13-35-136 15,-1 3-110-15,-1 4-38 16,-8 2-14-16,0 2-104 15,-18 1-423-15</inkml:trace>
  <inkml:trace contextRef="#ctx0" brushRef="#br0" timeOffset="-100422.52">25915 1786 1061 0,'0'0'136'0,"0"0"-114"0,0 0 81 15,0 0 30-15,0 0-40 16,0 0-22-16,-36-31-24 15,24 31-14-15,-3 4-15 0,0 16-1 16,0 7 10 0,5 2 0-16,4 6 3 15,6-2-22-15,0 0-3 16,1-3-1-16,13-4-4 16,7-5 0-16,2-7 2 0,3-5-2 15,5-9-2 1,-1 0 2-16,-2-4 1 15,-4-15-1-15,-6-5-2 16,-6-2-1-16,-6-4-4 16,-6-1-3-16,0 0 10 15,-10 5 0-15,-10 4 3 0,-4 5-1 16,-1 6 6 0,0 7-1-16,1 2-1 15,6 2 1-15,3 0-7 0,6 0-14 16,6 12-57-16,3-1-151 0,0-3-65 15,12-5-144 1</inkml:trace>
  <inkml:trace contextRef="#ctx0" brushRef="#br0" timeOffset="-100264.58">26234 1802 1396 0,'0'0'100'16,"0"0"-94"-16,0 0 43 15,0 0-18-15,0 0-30 16,0 0-1 0,-39-6-40-16,39-4-125 0,1-5-168 15,15-7-454-15</inkml:trace>
  <inkml:trace contextRef="#ctx0" brushRef="#br0" timeOffset="-100042.77">26350 1488 1146 0,'0'0'323'0,"0"0"-323"0,0 0 31 16,0 0 116-16,0 0-32 15,0 0-65-15,6 63 11 16,5-26-27-16,-1-1-23 16,5-2-6-16,0-2-5 15,1-2 0-15,2-4-7 16,0-1-46-16,1-4-67 15,0-7-87-15,1-10-41 16,-2-4-137-16</inkml:trace>
  <inkml:trace contextRef="#ctx0" brushRef="#br0" timeOffset="-99826.79">26626 1486 1085 0,'0'0'170'0,"0"0"-168"0,100-3 87 16,-49 3 9-16,0 11-5 15,-1 5-45-15,-3 4-44 16,-7-1-4-16,-6-4-16 16,-7 1-70-16,-9-2-87 0,-5-6-84 15,-8-2-178 1</inkml:trace>
  <inkml:trace contextRef="#ctx0" brushRef="#br0" timeOffset="-99607.66">26923 1345 702 0,'0'0'515'16,"0"0"-453"-16,0 0 23 15,0 0 36-15,-65 91 36 16,48-39-32-16,-1-1-64 15,6-2-28-15,2-4-19 16,4-7-11-16,3-4-3 16,3-11-4-16,0-6-43 15,6-11-109-15,15-6-57 16,4 0-65-16,8-25-168 16</inkml:trace>
  <inkml:trace contextRef="#ctx0" brushRef="#br0" timeOffset="-99293.53">27250 1246 1152 0,'0'0'75'16,"0"0"-69"-16,0 0 61 16,0 0 69-16,-19 106-64 15,19-69-38-15,0-2-15 0,11-6-13 0,7-6 1 31,6-9-2-31,1-10 3 16,4-4-2-16,-1-6-2 0,-1-18 2 16,-4-1-2-1,-12 0 2-15,-9-1 4 16,-2 5 21-16,-13 0 42 0,-13 7-19 16,-7 7-7-16,2 2-12 15,1 5-24-15,9 0-11 16,6 0-18-16,11 6-78 15,4 1-116-15,10-4-154 16,19-3-170-16</inkml:trace>
  <inkml:trace contextRef="#ctx0" brushRef="#br0" timeOffset="-99175.27">27566 1325 1125 0,'0'0'396'0,"0"0"-396"0,0 0 0 16,0 0 11-16,0 0-11 15,0 0-164-15,-1-42-233 0</inkml:trace>
  <inkml:trace contextRef="#ctx0" brushRef="#br0" timeOffset="-98903.85">27750 1071 55 0,'0'0'1294'15,"0"0"-1260"-15,0 0 106 16,0 0 39-16,0 0-73 16,0 0-60-16,10-23-35 15,5 39-7 1,6 6 26-16,0 4-6 0,1 6-15 16,-3-1-5-16,-3 2-1 15,0-1-3-15,-4-2-1 16,2-4-8-16,0-5-57 15,1-2-90-15,3-9-77 16,-4-7-89-16,-1-3-306 16</inkml:trace>
  <inkml:trace contextRef="#ctx0" brushRef="#br0" timeOffset="-98683.97">27978 1094 1045 0,'0'0'187'0,"0"0"-172"15,0 0-15-15,98 14 74 0,-54-1 12 16,3-2-36-16,-2-2-46 16,-7 0-4-16,-12-2-3 15,-5-3-123 1,-10-4-118-16,-7 0-226 0</inkml:trace>
  <inkml:trace contextRef="#ctx0" brushRef="#br0" timeOffset="-98483.15">28200 980 1262 0,'0'0'23'0,"0"0"17"16,0 0 133-16,-77 81-13 15,59-41-43-15,3-1-58 16,4 2-35-16,5-5-24 16,6-4 0-16,0-8-3 0,3-8-86 15,17-4-114 1,10-12-101-16,1 0-186 16</inkml:trace>
  <inkml:trace contextRef="#ctx0" brushRef="#br0" timeOffset="-98184.12">28451 913 1352 0,'0'0'45'16,"0"0"-37"-16,0 0 10 16,0 77 84-16,7-55-36 15,17-4-39-15,4-4-12 16,4-4-3-16,2-7-7 15,-1-3-2-15,-5 0 3 16,-5-5-2-16,-13-6 3 16,-10-3 9-16,0 3 64 15,-16 0-26-15,-11 1-32 16,-6 4 2-16,2 2 1 0,7 4-17 16,6 0-8-16,9 0-12 15,9 0-94 1,0 0-134-16,11-2-156 0,15-2-119 15</inkml:trace>
  <inkml:trace contextRef="#ctx0" brushRef="#br0" timeOffset="-98091.8">28779 969 479 0,'0'0'830'0,"0"0"-830"0,0 0-85 0,0 0-93 16,0 0-288-1</inkml:trace>
  <inkml:trace contextRef="#ctx0" brushRef="#br0" timeOffset="-97903.52">29001 724 786 0,'0'0'735'0,"0"0"-728"16,0 0 47-16,0 0 142 15,0 0-95-15,45 71-65 16,-29-39-16-16,-5 2-20 15,-5 1-4-15,-6 8-117 0,0 4-177 16,0 0-131 0</inkml:trace>
  <inkml:trace contextRef="#ctx0" brushRef="#br0" timeOffset="-96813.9">25783 2294 918 0,'0'0'244'0,"0"0"-221"16,0 0-22-16,0 0 79 15,0 0 6-15,0 0-61 16,56-23-13-16,12 14 33 16,19-2-17-16,11-1-11 15,14-2 11-15,7-2 28 0,10-1-5 16,8-1-10 0,14-5-18-16,5-2-10 15,7-2-8-15,1-2-5 16,-3-1-4-16,-1-1 2 0,-6-2 2 15,-5-5 0 1,-2 1 0-16,-5-9 2 0,-8-1 1 0,-5 0-3 31,-11-4-2-31,-8-4 1 0,-6-9 0 16,-7-8-3-16,-6-5-7 16,-10 4 5-16,-9 3 2 15,-16 9 4-15,-11 3 3 16,-15 2-2-16,-12 6 1 15,-11-1 2-15,-7-2 1 16,-1 0-1-16,-23-5-3 16,-9-3-1-16,-10-2-3 0,-12 1-2 15,-10 2-5-15,-10 1-6 16,-9 7 4 0,-9 0 2-16,-13 5 10 0,-7 9 8 15,-18 11-8-15,-16 9 0 16,-9 14 3-16,-13 4-3 15,-10 10-7-15,-9 19 7 16,-10 14 0-16,-14 14 4 16,-9 9-2-16,-6 12 1 15,-1 12 0-15,9 5 3 16,10 5 23-16,18 1 27 16,21-3-25-16,28-4-21 15,26 3-10-15,28 3 0 16,25 6 1-16,23 8 5 0,17 6 8 15,13 1-7-15,10 0 0 16,0-11 9 0,27-14 9-16,28-19-2 0,28-18-12 15,29-19-5-15,21-19 6 16,16-17 2-16,12-4-11 0,2-25-3 16,4-13-6-16,-4-4 3 0,-13 1-74 0,-14-3-200 31,-18 2-292-16</inkml:trace>
  <inkml:trace contextRef="#ctx0" brushRef="#br0" timeOffset="-87633.64">29306 4675 1051 0,'0'0'93'0,"0"0"-33"0,0 0 8 16,0 0 15-16,0 0-19 16,0 0-11-1,0 0-5-15,-85 48 11 16,77-10-7-16,7-1-16 16,1-1-21-16,0-7 14 15,9-1-14-15,10-8 3 16,5-7-8-16,7-7 3 15,7-6-4-15,2 0 2 16,0-11-6-16,-7-10-1 16,-11-4-2-16,-13-8 7 15,-9-1-6-15,0-5 3 16,-12-2-5-16,-11 5 5 0,-7 6-2 16,1 11 1-16,7 5 46 15,2 10-19-15,4 1-5 16,4 3-14-16,-1 0-9 0,1 0-4 15,3 8-3 1,-1 7-2-16,7 3-10 16,3 1-74-16,8-4-138 15,20-8-102-15,11-7-182 16</inkml:trace>
  <inkml:trace contextRef="#ctx0" brushRef="#br0" timeOffset="-87473.09">29854 4696 1274 0,'0'0'35'16,"0"0"-23"-16,0 0-24 0,0 0 5 15,0 0-90 1,0 0-40-16,-35-39-145 16</inkml:trace>
  <inkml:trace contextRef="#ctx0" brushRef="#br0" timeOffset="-87152">30171 4486 839 0,'0'0'345'15,"0"0"-286"-15,0 0 12 16,0 0 34-16,0 0-15 0,-104 31 13 16,81-9-27-1,8 0-40 1,14 1-20-16,1-3-3 0,6-1 1 15,18 0-6-15,4-6 0 16,8-3-5-16,1-6-1 16,3-4-1-16,-4 0 5 15,-6-8-5-15,-9-6 3 16,-9-5-2-16,-11 1 5 0,-1-2 3 16,-11 0-5-1,-17 3-5-15,-7 3 0 0,2 4-5 16,5 4 1-1,13 3-49-15,9-2-121 0,6 0-76 16,9-5-97-16,18-6-600 16</inkml:trace>
  <inkml:trace contextRef="#ctx0" brushRef="#br0" timeOffset="-86866.2">30511 4388 1058 0,'0'0'202'16,"0"0"-196"-1,0 0-6-15,0 0 111 16,-22 86 14-16,16-62-62 16,6 1-25-16,0-3-28 0,12-4 1 15,13-3-1-15,7-7 6 16,2-5 1-16,5-3-12 16,1-3-1-16,-4-13 2 15,-6-3 1-15,-12-3 2 16,-11-1 7-16,-7 1 17 15,-10-1 9-15,-19 9-32 16,0 1 0-16,1 6-10 16,6 3-8-16,6 2-48 15,13 2-72-15,3-4-51 16,3-2-104-16,22-6-125 16</inkml:trace>
  <inkml:trace contextRef="#ctx0" brushRef="#br0" timeOffset="-86677.66">30912 4246 1368 0,'0'0'52'16,"0"0"-37"-16,0 0 82 15,0 0 72-15,59 95-69 16,-38-62-49-16,3 4-38 16,-2 3-12-16,-7 1-1 15,-6 6-64-15,-9 4-159 16,-2 0-113-16,-23 3-205 15</inkml:trace>
  <inkml:trace contextRef="#ctx0" brushRef="#br0" timeOffset="-86169.61">29421 5174 1119 0,'0'0'0'0,"138"-10"-4"15,-32-2 4 1,17 1 4-16,14 1 45 0,8 1 45 16,5 2-19-16,1-4-28 15,3-5-16-15,1-4-1 16,-3-8-22-16,2-7-4 15,-13-9 12-15,-14-7 13 16,-16-9-2-16,-22-6 16 16,-23-7-19-16,-20-2-3 15,-24-4-9-15,-22-4-2 0,-7-3-9 16,-38 1 0 0,-22 1-1-16,-24 9 0 15,-30 9-4-15,-28 9 0 16,-28 17 2-16,-23 12 2 15,-21 21-2-15,-23 7-5 0,-9 35 0 16,-13 25 7 0,8 27 5-16,18 19 5 0,31 19 14 15,38 8 26 1,45 13 5-16,49-11-25 16,50-13 4-16,36-20-7 0,70-27-9 15,43-21-8-15,39-16-3 16,32-18-6-16,16-19-1 15,7-1-31-15,-7-12-175 16,-29-15-182-16</inkml:trace>
  <inkml:trace contextRef="#ctx0" brushRef="#br0" timeOffset="-84691.42">32169 4201 758 0,'0'0'466'0,"0"0"-456"15,0 0-6-15,0 0 39 16,0 0 65-16,0 0-2 15,7-50-65-15,-20 65-37 16,-5 14-1-16,-6 10 17 16,-7 6 8-16,-2 2 13 0,-5 0 8 15,-3-3-11 1,5-4-7-16,5-11-7 16,13-4-8-16,8-11-11 15,8-7-1-15,2-1 0 16,0-3-1-16,6-1 0 0,19 2 15 0,18-3 13 31,10 0 3-31,15 1 1 16,-1 0-8-16,1-2-19 15,-6 4-2-15,-4-1-3 0,-7 1-2 16,-6 1-1-16,-14-2-2 16,-12-1 1-16,-9 0-69 15,-9-2-93-15,1 0-64 16,4-4 20-16,3-19-195 15</inkml:trace>
  <inkml:trace contextRef="#ctx0" brushRef="#br0" timeOffset="-84341.19">32669 4242 1356 0,'0'0'0'0,"0"0"-5"16,0 0 5-16,0 0 45 0,0 0 41 15,0 0-36-15,-29 79-6 16,40-69-1-16,8-3-12 16,3-6 2-16,4-1 13 15,-2 0-7-15,-3-10-12 16,-8-4-3-16,-8-2 2 16,-5-1 5-16,0-1-3 15,-14 0-7-15,-7 2-15 16,-1 6-2-16,-1 3 1 15,3 4-3-15,1 3-2 16,2 0-1-16,6 0-4 16,1 1-14-16,5 9-125 15,5 3-93-15,4-5-101 0,19 0-68 16</inkml:trace>
  <inkml:trace contextRef="#ctx0" brushRef="#br0" timeOffset="-84086.33">33027 3912 973 0,'0'0'483'16,"0"0"-483"-1,0 0 0-15,33 86 68 16,-22-52 27-16,2 1 6 0,7 2-46 0,1 1-37 31,-1 2-18-31,-6 2 0 16,-5 1-86-16,-6 1-148 16,-3-1-107-16,-1-6-315 15</inkml:trace>
  <inkml:trace contextRef="#ctx0" brushRef="#br0" timeOffset="-83361.69">30814 4946 808 0,'0'0'53'15,"94"-17"1"-15,-49 11 18 16,4 5 56-16,1 1-54 15,3 0-33-15,1 0-26 16,-5 0-14-16,-3 10 0 0,2 2-1 16,3 1 0-1,7 1 0-15,12-1 0 0,12-4 3 16,6 1-3 0,9-4 1-16,8-6 3 15,6 0-2-15,7 0-2 16,8-3 0-16,-1-12 0 15,0-8 0-15,-1-3 1 16,-3-13 4-16,-3-5 21 16,-3-6 18-16,-2-6-20 15,3 1-5-15,-1-5-3 0,-4 1-10 16,-9 0 9 0,-18-1-5-16,-14 5 12 0,-20 3 7 15,-21 0 4-15,-15-3 13 16,-14 1-18-16,-9-6-15 15,-24-1-5-15,-16-1-5 16,-18-5-3-16,-24 0-3 0,-24-5-4 16,-14 1 4-1,-11 2-3-15,-4 2 5 16,-5 11-12-16,-14 4 9 16,-13 10 2-16,-12 8 0 0,-9 14-1 15,-7 16 3-15,-6 7 0 16,3 36 1-1,9 20 8-15,13 25 6 0,24 20 6 16,28 7-1-16,33 4-13 16,31-6 0-16,32-11-7 15,25-5-3-15,12-5-29 16,0-1-170-16,20-17-264 16</inkml:trace>
  <inkml:trace contextRef="#ctx0" brushRef="#br0" timeOffset="-78289.56">27254 9647 687 0,'0'0'342'31,"0"0"-319"-31,0 0-16 15,0 0-5-15,0 0-1 0,-3-72 2 16,-17 68 16-16,-6 4-5 0,-5 0-10 16,-9 0 0-1,-11 0-1 1,-15 13 18-16,-16 3-3 0,-12 3-3 16,-10-1-11-16,-4-1-1 15,-2-3-2-15,-2-8 2 16,5-6 8-16,3 0-4 15,2 0 1-15,3-8-1 16,1 1-6-16,-4 1-1 16,2 4 2-16,8 2-2 15,10 0 0-15,10 12 2 0,11 5 19 16,6 7-12 0,-1 3-3-16,3 5-3 15,-1 4-3-15,5 0 0 16,3 4 4-16,5-1 5 0,8 4 2 15,8 4 6-15,6 5 2 16,2 4 22-16,3 3-15 16,1 6 32-16,3 6-34 15,1 4-14-15,5 5 14 16,2 1-21-16,2-3 9 16,0 2 2-16,0 3-7 0,8 1 5 15,2-3 0-15,-1-5 1 16,2-6-12-1,3-8 1-15,1-7-2 0,6-7 2 16,3-10-1-16,3-7 3 16,1-9-3-16,5-4 2 15,3-6 0-15,3-6-1 16,7-4 2-16,3-2-2 0,6 0 0 0,5-6-2 31,6-2 2-31,7-2-2 16,10 0 0-16,8 1 1 15,3 0-1-15,5-3-1 16,5-1-2-16,4 1 2 0,6-2 0 16,4-2 1-1,3 1 0-15,-6-3-1 16,-3 3 1-16,-7 4 4 16,-6 1-3-16,-6 3-1 0,-5 0 0 15,-7 2-4-15,-3-1 1 16,-3 0 0-1,0 0-5-15,-7-2 4 0,-4-1 4 16,-5-1-2-16,-4-2 2 16,-7-2 0-16,-6-2 1 15,-12 1-1-15,-10-1 0 0,-8-5-2 16,-3-3 2 0,-4-2 2-16,-2-5-1 15,-2-5 1-15,1-7-2 16,-1-4 0-16,1-8 0 15,-1-8 0-15,-1-6 0 0,0-9 0 16,0-11 0 0,-10-5 0-16,-13-1 0 15,-5 1 0-15,-6 5 0 0,-2 3 0 16,1 2 0-16,2 6 1 16,2 9 0-16,1 11 0 15,4 11 3-15,0 10-4 16,2 11-4-16,3 8-23 15,1 10-79-15,-1 8-64 16,0 0-257-16</inkml:trace>
  <inkml:trace contextRef="#ctx0" brushRef="#br0" timeOffset="-73894.42">29497 8593 825 0,'0'0'0'0,"0"0"0"16,0 0 4-1,-81-26 73-15,63 12 4 16,2-2-37-16,7-3 0 16,6-2-37-16,3 2 36 15,0 0-24-15,3 3-16 16,17 3 33-16,6 3-17 15,9 3-12-15,5 7 19 0,0 0-14 16,-3 9 7 0,-4 18 2-16,-4 11 7 0,-10 6-3 15,-9 8 3 1,-10 2-15-16,0 0 11 0,-12-5 2 16,-11-4 2-16,-7-6-12 15,0-10-6-15,-4-6-1 16,2-8-3-16,5-7-3 15,1-8 2-15,6 0 3 16,4-15-3-16,4-11 1 0,9-1-5 16,3 0-1-1,0 5 3-15,16 8 4 16,11 0 0-16,6 7-4 16,4 4 10-16,-2 3-4 0,-6 0-6 15,-5 0-3 1,-2 9 0-16,-6 2-6 0,0 1 5 15,-6-1-17-15,0-3-97 16,1-4-14-16,1-4-70 16,8-5-85-16,2-23-218 15</inkml:trace>
  <inkml:trace contextRef="#ctx0" brushRef="#br0" timeOffset="-73579.12">29867 8526 1264 0,'0'0'0'0,"0"0"-5"0,-30 94 5 0,27-63 27 16,3 0 28-1,0-2 18-15,18-2-23 0,10-5-29 16,7-7 5-16,8-8 6 16,0-7-12-16,5-1 2 15,-8-17-14-15,-10-3-2 16,-12-6-4-16,-15 0 16 15,-3-3-9-15,-20-2-6 16,-17 6-3-16,-12 7-3 16,-8 7 0-16,3 11 3 15,7 1 0-15,14 0-1 16,14 0-4-16,14 0-15 0,5 3-110 16,6 1-95-16,26-4-27 0,14 0-361 31</inkml:trace>
  <inkml:trace contextRef="#ctx0" brushRef="#br0" timeOffset="-72806.68">31000 8168 1006 0,'0'0'14'0,"0"0"3"0,0 0 91 16,0 0-17-16,0 0 12 0,0 0-30 15,-65-11-5 1,65 10-31-16,0-2-11 15,0-1-9-15,21-3-12 16,13 0-4-16,11 4-1 16,-3 3 3-16,-5 1-2 15,-9 19 0-15,-10 7 2 0,-9 4 19 16,-9 1-4-16,0-3-7 16,0-1 2-16,-4-6-8 15,4-6-5 1,0-1-2-16,4 0-2 15,17-1 3-15,6 5 1 0,3 2 0 16,-3 6 1-16,-6 0 0 0,-12 4-1 16,-9-1 2-1,0-1 11-15,-18-4 4 16,-9-7 5-16,-2-5-4 16,3-9-8-16,3-4-4 15,7 0 2-15,5-13-2 16,7-13-6-16,4-10-18 15,7-7-35-15,21-3-17 16,7 0-4-16,2 6 14 0,-1 9 42 0,-6 11 7 31,-6 12 10-31,-8 8 1 16,-1 0 5-16,-6 12 6 16,0 8 16-16,1 5 0 0,-1-3 2 15,6-2 2-15,2-5-16 0,5-5-3 16,3-6 6-1,4-4-4-15,-1 0 5 16,1-11-1-16,-4-9-9 16,-7-1-1-16,-14-1 12 15,-4-2 24-15,-9 2-29 0,-21 3-13 16,-8 5-2 0,-3 8 0-16,1 5-4 15,6 1-2-15,10 0-7 16,9 0-98-16,11 2-59 15,4 1-92-15,0-3-156 0</inkml:trace>
  <inkml:trace contextRef="#ctx0" brushRef="#br0" timeOffset="-72290.08">32300 7799 1040 0,'0'0'75'0,"0"0"-64"16,0 0 79-16,0 0-10 15,0 0-53-15,0 0-16 16,-8 50 86-16,8-14-45 16,0-1-18-16,7-3-14 15,11-5-4-15,4-5 2 16,3-7-4-16,2-6-6 16,1-5-1-16,2-4-2 15,1 0 0-15,2-11-1 16,-3-8 0-16,-6-5-1 15,-3 6-1-15,-8 5-2 0,-7 5 7 16,-3 7 4-16,-3 1 25 16,0 0-13-16,0 11-23 15,-13 15 1-15,-3 7 39 16,-1 4-2-16,4-3-20 16,5 1-6-16,5-3-10 15,3-5-2-15,0-4-2 16,2-9-13-16,10-4-94 15,4-10-50-15,5 0-121 16,6-24-65-16</inkml:trace>
  <inkml:trace contextRef="#ctx0" brushRef="#br0" timeOffset="-72035.02">32730 7899 1375 0,'0'0'1'16,"0"0"-1"-16,0 0 0 15,-23 89 11-15,23-68 50 16,5-2-7-16,20-6-14 16,4-5-7-16,5-6-1 15,-4-2-10-15,-6 0 5 16,-8 0 3-16,-11 0-7 16,-5-9 16-16,-2-4-8 15,-24 2-31-15,-12-1-2 0,-4 3-6 16,-4 1-4-16,6 0-51 0,11 1-76 15,8-3-52 1,11-5-125 0,8-6-263-16</inkml:trace>
  <inkml:trace contextRef="#ctx0" brushRef="#br0" timeOffset="-71089.05">32918 7285 1005 0,'0'0'29'16,"0"0"-26"-16,-85-56 15 0,38 44 11 16,-12 4 25-16,-8 2 13 15,-3 6-18-15,-5 0-24 16,-9 6 5-16,-11 5-2 15,-11 7-13-15,-21 2-7 16,-13 3-3-16,-12 4-1 16,-17 0-4-16,-9 2-2 15,-17 6 2-15,-9 2 0 16,-10 5 1-16,4-1 0 16,13 1 7-16,9-1-7 0,12-2 12 0,11-1 2 15,8-1-7 1,13-3-5-16,12-2-2 15,17-3 10 1,14 0-9-16,17-1 1 0,11 1-1 16,9 3 6-16,7-1-4 15,15 3-2-15,9 0 3 16,11 6-2-16,8 5 14 16,6 12-8-16,5 5 4 15,3 5 5-15,0 3 19 16,0 4-12-16,3 5-1 0,10 0 8 15,5-2 39 1,4-6-58-16,4-9-7 16,-1-7 7-16,0-8-5 15,-4-7-2-15,-1-6-6 0,0-5 0 16,2-7 1-16,4-4 2 16,7-5-3-16,10-10 4 15,11-3 2-15,18-7-3 16,22-19 3-16,18-7-5 15,23-7-1-15,16-2-3 16,13-4 1-16,11 3 2 16,0-1-1-16,10 0 3 0,3 4 0 15,1 5 1 1,3 5-3-16,-10 0-4 16,-5-1 4-16,-5-3 0 15,-2 1 3-15,-5 2 1 0,-9 2-4 16,-4 3-3-16,-17 2 1 0,-16 5 1 15,-15 3 1 1,-23 6 1-16,-18 6-1 16,-11 2 1-16,-12 2-1 15,-2 0 0-15,-3 0 0 16,-5 0-1-16,-4 0 1 16,-6-4 4-16,-3-6-3 15,-4-3 0-15,-2-9 10 16,4-10-8-16,-3-11 1 15,-2-10-3-15,-4-4 0 16,-6-5 0-16,0 0-1 16,-18-1 0-16,-7 2 1 0,-8 6-1 0,-4 7 0 31,-11 8 0-31,-9 8-3 0,-14 11-7 16,-13 5-110-16,-10 0-343 15</inkml:trace>
  <inkml:trace contextRef="#ctx0" brushRef="#br0" timeOffset="-66216.27">19877 8437 1171 0,'0'0'44'16,"0"0"-40"-16,0 0 103 0,0 0 36 0,0 0-76 15,0 0 15 1,0 0-29-16,-56-21-32 16,51 33-12-16,5-1-3 15,0 1-6-15,22 4 5 16,12 0 4-16,8 4 40 16,-3 3-31-16,-3 5-1 15,-8 3 2-15,-13 3 1 16,-8 0-10-16,-7-2 12 15,0-4-9-15,-16-3 0 0,-8-5-8 16,-6-7-2 0,-1-9-3-16,1-4-27 0,4-11-111 15,4-15-91 1,0-11-125-16,1-7-150 0</inkml:trace>
  <inkml:trace contextRef="#ctx0" brushRef="#br0" timeOffset="-66106.95">19811 8439 1033 0,'0'0'121'0,"0"0"-120"16,91-63 9-16,-58 40 22 0,-5 5-21 15,-1 5-11 1,0 1-3-16,0 3-103 0,-2 1-149 16,-1 0-115-1</inkml:trace>
  <inkml:trace contextRef="#ctx0" brushRef="#br0" timeOffset="-65831.8">20174 8259 538 0,'0'0'358'0,"0"0"-275"16,0 0-36 0,0 0 95-16,-11 90-13 15,1-54-16-15,4-1-39 16,6-4-30-16,0-4-25 16,7-6-8-16,14-4 5 15,3-9-8-15,4-8 2 0,2 0-2 16,0-6-1-1,-5-12 1-15,-8-3 3 16,-11-1 2-16,-6 3 19 0,-5 3 9 16,-21 2-12-1,-10 5-6-15,-5 6-21 0,1 1-2 16,4 2-7-16,12 0-89 16,8 0-44-16,11 0-82 15,5-6-32-15,6-10-137 16</inkml:trace>
  <inkml:trace contextRef="#ctx0" brushRef="#br0" timeOffset="-65427.95">20307 7993 1055 0,'0'0'82'0,"-84"-35"-32"0,24 31 23 15,-10 4 46-15,-3 14-14 16,-2 21-59-16,1 18-15 15,7 17 18-15,4 20-16 0,14 11 14 32,15 8-23-32,20 2-10 0,14-5 13 0,18-11-19 15,30-14 0 1,14-16-3 0,20-20-4-16,11-23 3 0,8-19 0 15,4-8 1-15,-4-37-3 16,-9-15-1-16,-8-19 5 15,-5-16-4-15,-10-12 3 16,-12-5-2-16,-23 1-2 16,-29 7 7-16,-19 17 10 15,-41 19-17-15,-17 24-1 0,-8 22-4 16,-5 19-4-16,-1 15-41 16,1 30-148-16,5 18-174 0,11 6-329 15</inkml:trace>
  <inkml:trace contextRef="#ctx0" brushRef="#br0" timeOffset="-64669.5">23884 8643 963 0,'0'0'55'0,"0"0"-23"0,0 0 152 0,0 0-48 0,0 0-4 0,0 0-25 16,0 0-46-16,-28-50-49 16,32 79 39-1,4 11 60-15,-2 3-54 0,-5 2-35 16,1 0-7-16,1-2-6 16,1-3-2-16,-1-5-7 15,0-5-3-15,1-5-3 16,-1-7-39-16,4-7-70 15,2-9-101-15,5-2-89 16,3-27-87-16</inkml:trace>
  <inkml:trace contextRef="#ctx0" brushRef="#br0" timeOffset="-64369.8">24076 8632 983 0,'0'0'283'0,"0"0"-281"0,0 0 5 15,0 0 108-15,0 0 9 16,-14 97-33-16,14-63-48 16,7-2-19-16,14-3-10 0,7-6-3 15,4-8-3-15,4-9 0 16,-1-6-4 0,4 0-2-16,-8-15-2 15,-5-7 3-15,-13-5 0 16,-13-1 4-16,0 3-6 15,-13 0-1-15,-16 2 6 16,-4 5-6-16,-5 4-4 16,4 6 4-16,1 3-3 0,4 1-2 15,6-1-81-15,4-4-119 16,6-5-169-16</inkml:trace>
  <inkml:trace contextRef="#ctx0" brushRef="#br0" timeOffset="-64086.03">24230 8307 1166 0,'0'0'37'0,"0"0"-35"0,0 0 56 16,0 0 38-16,0 0 38 15,-97-21-76-15,67 36-27 16,-3 3 17-16,-1 1-9 16,7-4-22-16,5-5-14 15,7-2-3-15,11-3-4 0,2-3-35 16,2-2-80 0,5 0-109-16,19 0-100 15,10-16-389-15</inkml:trace>
  <inkml:trace contextRef="#ctx0" brushRef="#br0" timeOffset="-63862.06">24351 8166 1191 0,'0'0'11'15,"0"0"23"-15,103-5 172 16,-61 12-61-16,-4 16-79 15,-9 5-36-15,-7 6 26 0,-7 0-46 16,-7 1-8 0,-8-4 1-16,0-2-6 0,-14-4-76 15,-13-7-136 1,-6-5-145-16,-8-12-562 16</inkml:trace>
  <inkml:trace contextRef="#ctx0" brushRef="#br0" timeOffset="-63720.5">24400 8147 1084 0,'0'0'250'16,"0"0"-250"-16,93-89-18 15,-55 63 18-15,-2 7-3 16,-1 5-84-16,-3 3-304 0</inkml:trace>
  <inkml:trace contextRef="#ctx0" brushRef="#br0" timeOffset="-63457.05">24904 8032 1331 0,'0'0'29'0,"0"0"-27"16,-49 92 113-16,48-65 19 16,1-2-69-16,13-4-48 15,16-7 5-15,8-9-2 16,2-5-8-16,4-5 1 15,-1-16-8-15,-10-5-2 16,-13 1 2-16,-18-3 2 16,-2 3 7-16,-35 3 30 0,-16 4-22 15,-14 8-7 1,-7 6-7-16,-5 4-3 0,3 0-5 0,11 3-15 31,11 12-150-31,9 3-214 0,4 7-607 16</inkml:trace>
  <inkml:trace contextRef="#ctx0" brushRef="#br0" timeOffset="-62395.94">26295 8766 607 0,'0'0'352'0,"0"0"-307"0,0 0 80 16,0 0 65-16,0 0-22 0,-85 12-80 15,74-30-1-15,7-10-29 16,4-5-32 0,0-3-14-16,4-3-8 0,13 4-3 15,4 6 7 1,3 6-2-16,1 10-2 16,-4 13 9-16,1 0-6 15,2 13-3-15,0 16 0 16,6 1 7-16,4 0 1 15,0-3 2-15,1-8-8 16,1-6-1-16,-3-5 1 16,1-8 3-16,-4 0-4 0,-5-4 1 15,-4-13-1-15,-5-4 10 0,-6-6 17 32,-6-4 3-32,-4-5-10 0,0 3-12 15,-11 2-5-15,-4 5 2 16,-1 3-3-16,-1 5-7 15,3 8-4-15,0 7-13 16,-1 3-101-16,2 15-170 16,-5 16-195-16,1 13-472 15</inkml:trace>
  <inkml:trace contextRef="#ctx0" brushRef="#br0" timeOffset="-62052.84">26523 9013 954 0,'0'0'157'0,"0"0"-151"0,-21-112-6 0,21 69 99 15,0 7-25-15,0 9 10 0,0 10-25 16,8 11-17-16,5 6-14 16,8 3-28-16,7 15 21 15,4 2 31-15,2 2-29 0,2-3-16 31,1-3 7-31,3-6-8 0,4-8 10 16,-1-2 7 0,-1 0-5-16,-6-14 20 15,-8-3-1-15,-13-2 6 0,-8-4 19 16,-7-1-28 0,0 1 0-16,-13-3-23 0,-9 3 1 15,-2 3-12-15,-2-2-8 16,4 1-77-16,10-3-111 15,12-5-82-15,0-1-269 16</inkml:trace>
  <inkml:trace contextRef="#ctx0" brushRef="#br0" timeOffset="-61785.91">27159 8416 1305 0,'0'0'18'16,"0"0"-12"-16,-25 88 126 15,17-54 13-15,8-1-53 16,0-1-54-16,14-3-4 16,14-10-19-16,8-7 24 15,8-12-30-15,6 0 13 16,-1-19-12-16,-7-7 4 0,-8-5 0 16,-15-5 9-1,-17 3 7-15,-2-3 2 16,-33 3-21-16,-16 6 11 15,-14 8-20-15,-10 13-2 16,-7 6-7-16,-14 10-165 16,-22 14-603-16</inkml:trace>
  <inkml:trace contextRef="#ctx0" brushRef="#br0" timeOffset="-56577.01">9727 17935 298 0,'0'0'316'0,"0"0"-289"16,0 0 29-16,0 0 26 0,0 0 80 15,0 0-76-15,0 0-23 16,-37-56-13-16,37 49 39 16,0 1-1-16,0 0 7 15,0 1-26-15,-2-1-12 16,-2 2 15-16,1-1-36 15,0 4-11-15,1-2-10 16,2 3 23-16,-1 0-15 16,1 0-23-16,-2 6-1 15,1 20 1-15,-2 12 1 0,0 11 23 16,3 1-2 0,0-1 14-16,0-3-11 0,1-7-12 15,13-5-2 1,4-5-6-16,4-8 4 15,-1-7-8-15,4-9 0 16,1-5-1-16,2-4 0 0,0-18 2 16,1-11-2-1,-7-1-9-15,-7-3 1 0,-4 2-8 16,-10 9-23-16,-1 0 30 16,0 6 8-16,0 9 1 15,0 4 1-15,0 4 0 16,0 3 3-16,0 0-4 15,0 0-3-15,3 0-9 16,15 14 12-16,9 2 7 16,1 0-1-16,6-1 4 0,1-2 1 15,-1-4-5-15,-1-6 2 16,-2-3-4-16,-1 0-3 16,-3-19 6-16,-3-7-3 15,-9-4 1-15,-7-1-2 16,-8-2 1-16,0 0 2 15,-23 3-4-15,-6 2-2 16,-5 3 3-16,3 5 0 16,-1 5 0-16,4 2 4 15,9 6 4-15,4 3-4 16,3 2-6-16,9 2-1 0,1 0-6 16,2 0-52-1,0 0-121-15,8 13-125 16,11 6 78-16,3-1-336 15</inkml:trace>
  <inkml:trace contextRef="#ctx0" brushRef="#br0" timeOffset="-55983.76">10585 17888 600 0,'0'0'13'0,"0"0"15"16,0 0 132-16,0 0-39 0,0 0-46 16,0 0-13-16,0-46 7 15,0 39 9-15,0 1 0 16,-2-3-20-1,2 4 8-15,-1-1 24 0,1 6-14 0,0-3 7 16,-2 3-17 0,2 0-28-16,0 0-27 0,0 3-11 15,0 17 0 1,9 13 49-16,2 6 3 16,-5 9-15-16,6 4 0 15,-3 2-6-15,3 3-1 16,-1 0-8-16,2 0-12 15,-2-8-3-15,0-2-7 16,-2-13 0-16,-3-7 0 0,1-8 0 16,-4-13-4-16,0-6-55 15,0-4-85-15,5-33-120 16,-4-18-284-16</inkml:trace>
  <inkml:trace contextRef="#ctx0" brushRef="#br0" timeOffset="-55697.81">11210 17689 1347 0,'0'0'65'0,"0"0"-36"15,0 0-15 1,0 0 136-16,0 0-66 16,0 0-66-16,34-10-5 15,-16 2 9-15,0 2-15 16,-2 2-7-16,-2 3 0 16,-1-3-8-16,-1 2-87 15,-4 2-73-15,1 0-103 16,-9 0-127-16</inkml:trace>
  <inkml:trace contextRef="#ctx0" brushRef="#br0" timeOffset="-55552.91">11315 17866 1031 0,'0'0'66'0,"0"0"22"16,0 0 33-16,0 0 88 16,0 0-131-16,0 0-78 15,94-110-20-15,-66 71-144 16,-7 7-371-16</inkml:trace>
  <inkml:trace contextRef="#ctx0" brushRef="#br0" timeOffset="-54407.74">12201 17102 926 0,'0'0'112'0,"0"0"-108"0,0 0 24 0,0 0 102 0,0 0 13 0,0 0-79 16,-48-40 22-16,48 46-44 0,0 28-38 0,0 13 48 31,1 13 67-31,8 5-56 15,0-6 0-15,6-9-19 16,3-6-17-16,5-10-10 16,2-9-11-16,2-7-2 0,-1-12-3 0,3-6 0 15,-2-1-1 1,3-22 3 0,-5-9-3-16,-4-2-6 0,-12 0-23 15,-8 3 5-15,-1 5 5 16,-1 1 0-16,-11 4-4 15,2 10 23 1,4 6 0-16,4 5 2 0,2 0-2 16,0 3-14-16,9 14-3 0,12 6 17 15,3 0 3-15,1-5 6 0,0-2-3 0,-2-7 5 32,1-2-7-32,-4-7 5 15,-3 0-7 1,1-6 3-16,-5-17 6 15,-1-13-6-15,-7-5 7 16,-5-7-9-16,0-1 4 16,-12 2 4-16,-6 6 4 0,-1 5-5 15,0 9-8-15,5 4 10 16,0 8-3-16,1 4-4 16,5 2-4-16,2 5-1 0,3 1-1 15,0 3-5-15,2 0-58 0,1 0-68 31,0 3-95-31,0 11 26 16,0 4 36-16,4 2-266 16</inkml:trace>
  <inkml:trace contextRef="#ctx0" brushRef="#br0" timeOffset="-53866.66">12872 17192 697 0,'0'0'469'0,"0"0"-460"0,0 0 51 0,0 0 153 16,0 0-89-16,0 0-70 16,-15-36-47-1,15 47-1-15,7 10 27 0,4 6 44 0,-5 1-41 31,0 2-10-31,0-2-14 16,-3 2-10-16,0-2-2 0,-2-3-2 16,4-3-149-1,-1 1-116-15,4-5-111 0,1-3-613 16</inkml:trace>
  <inkml:trace contextRef="#ctx0" brushRef="#br0" timeOffset="-53533.74">13118 17459 1197 0,'0'0'104'0,"0"0"-100"16,0 0 117-16,0 0-38 16,0 0-63-16,0 0 10 15,2 36-11-15,15-22 0 16,-1-5-6-16,3-5-4 0,-3-4-3 15,-1 0 0-15,0-6 2 0,-3-11 1 32,-6-3-2-32,-5-1-4 0,-1 3 6 15,-4 2 11-15,-15 4 4 16,-7 6-9 0,1 4 15-16,1 2-8 15,-1 0-4-15,4 0-18 16,6 0-1-16,6 0-5 0,8 0-40 15,1 0-92 1,0 0-56-16,13 0 20 0,5 0-41 16,7 0-215-16</inkml:trace>
  <inkml:trace contextRef="#ctx0" brushRef="#br0" timeOffset="-53337.8">13293 17310 1033 0,'0'0'69'0,"0"0"-7"0,0 0 130 16,0 0-62-16,0 0-76 0,0 0-54 0,-2-12-4 31,2 12-12-31,0 0-43 16,6 0-24-16,5 0-121 16,2 0-101-16,1-11-312 0</inkml:trace>
  <inkml:trace contextRef="#ctx0" brushRef="#br0" timeOffset="-52914.08">13452 16892 1323 0,'0'0'34'16,"0"0"3"-16,0 0 131 0,0 0-32 15,0 0-92 1,0 0-44-16,-4 12 0 0,22 17 37 15,6 6-4 1,-1 5-1-16,1 4 1 0,-1 2 8 16,1 1-14-1,-4-5-17-15,-3-4-4 0,-2-8-5 16,-5-6 0-16,-2-5 0 16,2 0 0-16,-2-3 0 15,-2-2-1-15,0-3 0 16,-2-4 1-16,2-3-1 15,-5 0 0-15,1-4-1 16,-2 0 1-16,0 0 4 16,0 0-3-16,1 0-1 15,-1 0 0-15,0 0-3 16,0 0 1-16,0 0-5 0,0 0 7 16,2 0-1-16,-2 0-5 15,0 0-22-15,0 0-3 16,0 0-37-16,0-6-57 15,0-5-115-15,0 0-26 16,-8 3-269-16</inkml:trace>
  <inkml:trace contextRef="#ctx0" brushRef="#br0" timeOffset="-52403.72">13943 16791 1268 0,'0'0'20'15,"0"0"8"-15,0 0 30 16,0 0 54-16,0 0-71 16,93-57-23-16,-75 45-2 0,-8 7-5 15,-10 5 0 1,0 0 15-16,-6 1 39 16,-21 18 1-16,-10 5-7 0,-2 1-37 15,5-5 5-15,9-8-13 16,9-6-14-1,8-4-4-15,6-2-70 16,2 0-116-16,0-20-93 0,13-7-379 16</inkml:trace>
  <inkml:trace contextRef="#ctx0" brushRef="#br0" timeOffset="-51864.15">14280 16556 1153 0,'0'0'56'0,"0"0"-46"16,0 0 144-16,0 0-1 0,-17-82-96 15,17 60-25-15,13 1-30 16,6 5 19-16,7 6 18 0,-1 9-8 0,6 1 2 31,-1 11 11-31,-5 11-14 16,-2 3-3-16,-7 5-8 15,-5-4-6-15,-2-2-2 0,-6-5 2 16,-2-6-7 0,-1-4-2-16,0-2 1 0,0-4 2 15,0-3 1 1,0 0 8-16,-10 0 12 16,-1-12-15-16,-2-11-11 0,3-11-1 15,4-10-2 1,4-10 0-16,2 0-4 0,3 3-30 0,15 6 19 31,1 12 13-31,2 8 2 16,0 8-4-16,-3 8 5 0,1 7-1 15,-2 2-1-15,2 9 2 16,0 18 2-16,-3 11 9 16,0 11 11-16,-4 6-1 15,0 8 4-15,4 6-3 16,5-1-4-16,3-3-10 15,12-2-8-15,7-8 0 16,6-7 0-16,7-10 0 0,5-14 0 16,6-20 0-1,4-4-28-15,4-32-148 0,-2-12-263 16,-12-5-436 0</inkml:trace>
  <inkml:trace contextRef="#ctx0" brushRef="#br0" timeOffset="-51201.99">15095 15766 1117 0,'0'0'64'0,"0"0"-59"0,0 0 28 0,0 0 46 0,0 0 9 15,22-85-64 1,14 66 14-16,10 2 26 15,8 5-4-15,7 10-15 16,2 2 9-16,0 17-20 16,-7 15-14-16,-5 11-4 15,-8 6-3-15,-13 4 6 16,-12 2-4-16,-13-2-1 16,-5-1-6-16,-17-3 5 15,-12-4-1-15,-7-11-5 16,-2-10-5-16,4-11 1 15,4-11 3-15,2-2 0 0,2-19-4 16,7-12 3-16,1-15-5 16,9-5-1-16,7-2 1 15,2 5-3-15,10 9 2 16,13 7-4-16,0 3-1 16,2 6-18-16,-2 3-100 0,-1 0-120 15,-6 3-153 1,-1-3-417-16</inkml:trace>
  <inkml:trace contextRef="#ctx0" brushRef="#br0" timeOffset="-50835.07">15699 15352 1198 0,'0'0'259'15,"0"0"-259"1,0 0 0-16,0 0 70 15,30 74 56-15,-18-19-36 16,-1 10-28-16,0 4-2 16,1-4-18-16,5-8-4 15,1-10-21-15,1-11-6 16,0-9-1-16,-1-11-3 16,2-5-2-16,3-8 0 15,7-3-4-15,8 0 3 0,10-18 5 16,5-6-1-16,5-7-6 15,2 1 4 1,-2-1-4-16,-1 0-2 16,-11 6 0-16,-8 4-3 15,-15 10-57-15,-12 6-123 0,-11 5-155 16,-5 5-186-16</inkml:trace>
  <inkml:trace contextRef="#ctx0" brushRef="#br0" timeOffset="-50563.28">15182 16606 1636 0,'0'0'0'0,"0"0"-84"15,0 0 84-15,98-50 85 16,-18 0 7-16,25-11-52 15,20-10-12-15,14 1 2 16,6-1 9-16,0 3-14 16,-7 2 1-16,-13 7-12 15,-18 12-4-15,-26 15-5 16,-31 14-5-16,-25 18-51 16,-20 0-126-16,-5 24-110 15,-38 18-39-15</inkml:trace>
  <inkml:trace contextRef="#ctx0" brushRef="#br0" timeOffset="-50173.5">15636 16905 320 0,'0'0'990'0,"0"0"-990"15,0 0 0-15,52-82 43 0,-14 58 101 16,1 6-90 0,-2 10-20-16,-1 8-22 0,-1 6-7 15,0 19 5-15,-4 8 23 16,-1 9 4-16,-9 1-19 16,-5 2 2-16,-8-3 1 15,-5-1 3-15,-3-5-8 16,0-7-5-16,-15-7 3 15,-6-5-4-15,-3-11 0 16,1-6 0-16,0-1-1 16,-1-19 5-16,0-10-4 15,4-6-5-15,5-4-5 16,5-6-2-16,10 2 1 16,0 3 0-16,5 1 0 15,10 7-1-15,1 5-4 16,1 3-45-16,2 5-111 0,2 4-136 15,-1 5-114 1,0 2-492-16</inkml:trace>
  <inkml:trace contextRef="#ctx0" brushRef="#br0" timeOffset="-49704.18">16156 16572 1018 0,'0'0'369'0,"0"0"-369"0,0 0 0 0,0 0 60 0,0 0 83 16,0 0-22-16,34 83-76 0,-19-57 11 16,3-1-38-16,-2-8-8 15,2-6-6-15,-3-2-2 0,0-9-2 16,-3 0-1-1,0 0-1-15,-3-14-16 16,-3-3-19-16,-5 4 24 16,-1 1 8-16,0 5 5 15,0 4 6-15,0 3 7 16,0 0 7-16,0 0-14 16,8 0-6-16,8 0 0 15,8 0 12-15,3-4-3 16,-1-8-1-16,-1-6-2 15,-6-2 3-15,-5-5 1 16,-10 1 11-16,-4 2 10 16,-1 1 17-16,-18 5-15 0,-4 2-18 15,-3 0-10-15,4 1-5 16,7 1-6-16,7-2-63 16,8-5-94-16,4 1-167 15,21-1-31-15,3 0-103 16</inkml:trace>
  <inkml:trace contextRef="#ctx0" brushRef="#br0" timeOffset="-49544.86">16620 16370 1170 0,'0'0'140'0,"0"0"37"15,61 96-9-15,-37-50 4 16,3 7-95-16,0 0-42 16,-1 2-25-16,1-8-10 15,-3-5 0-15,-4-9-8 16,-6-13-59-16,-6-11-103 15,-7-9-118-15,-1-6-116 16</inkml:trace>
  <inkml:trace contextRef="#ctx0" brushRef="#br0" timeOffset="-49284.41">16402 15289 1712 0,'0'0'2'0,"169"29"4"15,-55 30-6-15,6 18 72 16,-7 23 39-16,-12 19-49 16,-17 19-44-16,-22 14-16 15,-21 3-2-15,-21 0-1 0,-17-13 0 0,-3-20-14 31,-28-12-53-31,-18-21-29 16,-15-19-87-16,-15-15-104 16,-22-19-174-16</inkml:trace>
  <inkml:trace contextRef="#ctx0" brushRef="#br0" timeOffset="-48975.96">14958 15591 951 0,'0'0'595'0,"-76"74"-595"16,58 22-29-16,11 41 29 15,7 29 3-15,35 31 65 16,28 19 43-16,20-1-53 0,29-1 5 15,17-12-7 1,21-12-5-16,16-15-11 16,7-24-21-16,6-24-19 15,-12-26-4-15,-13-32-29 16,-20-35-114-16,-27-34-176 16,-22-43-171-16</inkml:trace>
  <inkml:trace contextRef="#ctx0" brushRef="#br0" timeOffset="-46971.03">14516 15254 188 0,'0'0'843'15,"0"0"-842"-15,0 0 1 16,0 0 69-16,0 0 29 0,0 0 10 16,-88-36-12-1,76 14-54-15,3-2-9 0,5-5-10 16,2-2 6-16,2 1-6 15,0 0-21-15,12 7 20 0,0 8 5 16,3 9 1 0,2 6-19-16,3 0-4 0,7 11 12 15,3 7 10 1,1 2-9-16,2-4 9 16,-1-1-9-16,-3-5-1 15,-3-4 3-15,-8-6 7 16,-7 0-10-16,-4 0 6 15,-6 0 14-15,-1 0 4 16,0 0-12-16,0-4-6 16,0-8-25-16,-3-3 0 15,-3 3-14-15,3 5-56 0,1 7-88 16,2 0-131-16,0 12-173 16,6 18 168-16,1 8-103 15</inkml:trace>
  <inkml:trace contextRef="#ctx0" brushRef="#br0" timeOffset="-46683.72">14670 15365 607 0,'0'0'325'16,"0"0"-242"0,0 0 54-16,0 0 0 15,0 0-74-15,0 0-31 16,-43-99 15-16,46 67-20 16,9 6 1-16,1 1 34 15,-1 8 13-15,3 5-26 16,0 3-9-16,2 5-4 15,3 0-18-15,7 4-13 0,4-3 7 16,5-2-1-16,1-4-4 16,-4 0 5-16,-6 2 4 15,-9 0-6-15,-10 6-9 16,-6 1 2-16,-2 0-3 16,0 0-6-16,-4 0-20 15,-7 4-75-15,1-4-82 16,4 0 5-16,6-20-83 15,0-17-421-15</inkml:trace>
  <inkml:trace contextRef="#ctx0" brushRef="#br0" timeOffset="-46470.85">14946 14862 1105 0,'0'0'104'16,"0"0"-103"-16,0 0 133 16,24 83 15-16,-5-56-86 15,4-9-14-15,8-6 20 16,4-12-22-16,-2 0 6 15,0-14 11-15,-8-9-22 16,-11-1-15-16,-9 4 7 16,-5 1-2-16,-13 0-12 15,-15 2-20-15,-9 10-2 0,-8 7-10 16,-3 3-119 0,-2 25-221-16,-2 15-399 15</inkml:trace>
  <inkml:trace contextRef="#ctx0" brushRef="#br0" timeOffset="-45561.35">10357 17587 542 0,'0'0'308'0,"-51"-139"-302"0,8 74 28 0,-12 0 29 16,-13 12 74-16,-5 17-44 16,-9 25-28-16,-12 14-16 15,-10 43-3-15,-4 30-2 16,1 32-6-16,8 26-5 15,13 27 15-15,17 19-2 16,25 24 11-16,23 14 3 0,21 4-17 16,27-18 2-1,32-58 5-15,25-61 3 16,22-48-8-16,25-37-14 16,17 6-3-16,19-12-12 15,7-50-16-15,4-44 0 16,2-58 0-16,-10-40 4 0,-10-6-4 15,-24 9-5-15,-35 30 5 16,-47 28 0-16,-48 21 0 16,-36 21-5-16,-55 19-6 15,-27 17 8-15,-19 21 3 16,-8 20 0-16,6 17-14 16,14 1-30-16,25 21-2 15,30 7-30-15,28 6-90 16,33-1-61-16,15 0-158 15,42-4-169-15</inkml:trace>
  <inkml:trace contextRef="#ctx0" brushRef="#br0" timeOffset="-44887.06">12893 16458 1055 0,'0'0'13'0,"-93"-27"-13"0,25 27 0 0,-16 15 26 16,-11 27 65-16,-13 24 15 15,-1 21-41-15,4 23 13 16,17 18 14-16,26 22 40 15,36 8-27-15,26 2-39 16,38-7-16-16,38-19-24 16,32-20-2-16,23-29 1 15,23-31-11-15,11-33-1 0,8-21 2 16,-4-42-2 0,-5-35-5-16,-12-28-8 15,-22-30 0-15,-21-21 0 0,-33-8 5 16,-43 2 0-16,-33 13 4 15,-69 27 2 1,-53 24-11-16,-56 29 0 0,-38 33 0 16,-26 36-11-16,-10 18-148 15,12 27-448-15</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1-04T05:45:47.074"/>
    </inkml:context>
    <inkml:brush xml:id="br0">
      <inkml:brushProperty name="width" value="0.05292" units="cm"/>
      <inkml:brushProperty name="height" value="0.05292" units="cm"/>
      <inkml:brushProperty name="color" value="#FF0000"/>
    </inkml:brush>
  </inkml:definitions>
  <inkml:trace contextRef="#ctx0" brushRef="#br0">18216 3239 958 0,'0'0'46'0,"0"0"-46"16,0 0 0-16,0 0 37 15,0 0 52-15,0 0 0 16,0 0-40-16,-31-2-48 0,2-6 0 15,-9-1 14-15,-6-2-11 16,-2-4 1-16,-3-3-4 16,-6-5-1-16,-5-2 0 15,-4-2 3-15,-8-1-3 16,-8 0 0-16,-14 2-1 16,-16 3 1-16,-17 4-2 15,-22 6 2-15,-19 7-3 0,-15 4 3 16,-11 2 0-1,0-2-1-15,3-4-2 16,6-4 3-16,0-2 1 16,-2 2-1-16,-4 3 0 15,-10 2-8-15,-8 2-6 16,-10 3 13-16,-9 0 0 16,7 15 0-16,9 10 1 15,18 3-2-15,24-1 0 16,16 4 1-16,18 1 1 0,11 3 0 15,3 0 0-15,2 5 1 16,6 1-1-16,3 4 0 16,4 3-1-16,10 6-1 15,10-2 2-15,12-2-2 16,16-4 2-16,13-5 0 16,14-2-1-16,11-3-1 15,10-3 0-15,9 1 0 16,2-1 1-16,6 3 1 0,24 1 0 15,13 1 3 1,8 3 12-16,10 2-6 16,-1 0-4-16,-1 2-4 0,-3-1 0 15,-1-1 0-15,0-6 0 16,7-2-1-16,16-5 4 16,12-4 2-16,11-3-1 15,13-5-3-15,8-1-2 16,5-2-1-16,4-2 1 15,0-3 0-15,-4-4 1 0,4 1 1 16,8-3 1-16,-2 0 1 16,5 1-3-1,-2-4-1-15,-1 2-4 0,3-3 4 16,4 0 1 0,3 0-1-16,8-14 4 0,7-6-3 15,6-3 3-15,0-1-4 16,-4-1-4-16,-13 2 3 15,-14 2 0-15,-15 4 1 16,-14 2 1-16,-8 2-1 16,-2-1 0-16,1 1 0 15,2-1-1-15,2-3-2 16,2 0 3-16,-4-3-3 16,-3 3 3-16,-6-3-1 15,-7 3 1-15,-5 1 0 16,-8-3 0-16,-2 1 1 15,-5-1 0-15,-4-3 3 16,-1-3-2-16,2-6 6 16,-2-7 2-16,-4-9 10 0,-8-4 9 15,-11-7 17-15,-10-3-19 16,-16 4 0-16,-13 0-3 16,0 1-3-16,-30 0-10 15,-10 0-2-15,-14 6-8 16,-7 6 1-16,-3 10-2 15,-2 8-1-15,-1 10-6 16,-2 9-17-16,-5 7-121 16,-4 0-76-16,-1 2-257 0</inkml:trace>
  <inkml:trace contextRef="#ctx0" brushRef="#br0" timeOffset="2848.64">19106 4285 390 0,'0'0'146'0,"0"0"-115"0,0 0-16 15,0 0-15-15,0 0 5 16,0 0 56-16,0 0 12 0,-23-45-15 0,23 35-7 0,6 0-24 31,9 0-10-15,3 3 15-16,2-3-1 15,5 2 1-15,2 1-19 16,4-1-5-16,3 2-2 0,3 1 4 16,2 0-1-1,5 1-6-15,3 0 7 0,7 0 1 16,1-1-8-16,6 2-2 15,5-3-1-15,5 4 2 16,7-1 1-16,3 0 1 16,3-4 1-16,6 1 0 15,-2-5 1-15,3 2-1 16,-3-3-3-16,0 2 5 16,2 0-5-16,2 1 0 15,1 1 1-15,-5 4-3 16,-3 0 2-16,-3 2 0 15,3 0-1-15,4-1 1 16,-1-2 1-16,2-1 1 0,1-2-3 16,-3 0-1-16,-3 1 1 15,-1 2 0-15,-6 2 0 16,-3 3 1-16,-1 0-2 16,-5 0 2-16,-6 0-2 15,-5 4-4-15,-4 0 4 16,1-1 0-16,3 1 0 0,4-2-2 15,3-2 2 1,3 0-1-16,3 0 1 16,-1 0 1-16,-1 0-1 15,0 0 0-15,-4 0 0 16,-1 0 0-16,-5 3 0 16,-4 2 0-16,-2 2 1 0,2-2-1 15,0 3 1-15,-2-2-1 16,1 2 2-1,-1-4-4-15,-3-2 1 0,3 0 1 16,1-2 0 0,1 0-2-16,1 0 2 0,0 0 0 15,-1 0 0-15,-1 0 0 16,-3 0 1-16,-2 0-1 16,-1 0 0-16,0 0 0 15,-1 0 0-15,1 0 1 16,1 0-1-16,-1 0 1 15,-2 0-1-15,-2 0 0 16,-4 0 2-16,-3 2 1 0,0-1 7 16,-5-1 8-1,2 0 3-15,-3 0 8 0,1 0-9 16,-2 0 4 0,-5 0-13-16,0 0-2 0,-5-5-3 0,-2 3 7 0,-5-1 4 31,0 0-7-31,-5 0 10 15,-1 0 9-15,1 3-2 16,-4-4-2-16,2 2-15 16,0-1 4-16,0 1-10 15,4-1 1-15,-1 2-4 16,1-2 0-16,3 2-2 16,-1 0 0-16,1-1 1 15,-1 1 0-15,-3 1 1 0,-4 0-2 16,-2 0 1-16,-1 0 0 15,-2 0 0-15,0-2 1 16,0 2 0-16,0 0 5 16,0 0-3-16,2 0 3 15,-2 0 1-15,0-1-2 16,0 1-4-16,0-2 0 16,0 1 0-16,0 1 0 15,0 0 1-15,0 0-1 16,0 0 1-16,0 0-2 0,0 0 4 15,0 0 2-15,0 0 2 16,0 0-2 0,0 0-1-16,0 0-1 0,0 0-4 15,0 0 4-15,0 0-1 16,0 0-2-16,0 0 1 16,0 0-1-16,0 0 6 15,0 0 4-15,0 0-1 16,0 0 0-16,0 0-7 15,0 0 5-15,0 0-1 16,0 0-1-16,0 0 1 16,0 0 4-16,0 0-3 15,0 0-8-15,0 0 2 16,0 0-4-16,0 0 0 16,0 0 0-16,0 0-1 0,0 0 3 15,0 0 0-15,0 0 0 16,0 0-1-16,0 0 1 15,0 0 2-15,0 0 1 16,0 0-3-16,0 0 2 16,0 0 0-16,0 0 1 15,0 0-1-15,0 0-2 16,0 0 1-16,0 0 1 16,0-1-2-16,0 1-3 0,0 0-69 15,-7 0-92 1,-7 0-25-16,-7 5 17 0,-8 6-39 15,-9-1-191 1</inkml:trace>
  <inkml:trace contextRef="#ctx0" brushRef="#br0" timeOffset="6695.11">7461 4904 838 0,'0'0'2'0,"0"0"1"0,0 0-3 15,0 0-9-15,0 0-1 16,0 0 8-16,0 0 1 0,40-34 1 15,-13 34 3-15,7 0-3 16,8 0 0 0,15 3 1-16,10-3 0 0,15 2 3 15,13 2 0 1,14-4-3-16,14 0 3 16,15 0-3-16,7-12 7 15,6-7 10-15,3 5-2 16,-5-2-8-16,-6 7 3 15,4 4-5-15,0 3-2 0,8 2 2 16,6 0-6-16,-6 0 1 16,-3 7 0-16,-7 1 2 15,-3 3 3-15,-3-1-2 16,5-1 1-16,-1-2-2 16,1-4-2-16,2 1-1 15,-7-2 0-15,-8 2 0 16,-6 2 7-16,-5 0 2 15,-7 4 12-15,1 0-12 16,3 1-3-16,3-1-2 0,2 0 3 16,6-4-3-16,2-2 2 15,3-2-3 1,-5-2-3-16,-4 0 4 16,-3 0-1-16,0 0 0 15,-5 6-1-15,1 0 2 0,-3 4-2 16,-2-3 2-16,0 1-1 15,-2 2-1-15,-2-2-1 0,-2-2-1 16,-9-3 0 0,-6 0 2-16,-6-3-1 0,-6 0 4 15,1 0-1-15,-5 0 9 16,-4 0-4 0,-6 0 9-16,-14 0-2 15,-4 0 9-15,-9-4 0 16,-2 2-8-16,-5 2 1 0,-1-4-2 15,-5 3-2-15,-4 0-6 16,-9-1 3 0,-5 2 1-16,-7-2-3 0,0 2 12 15,0 0 22-15,0-1 3 16,0 1-5-16,0 0-3 16,0 0-4-16,0 0-6 15,0 0-3-15,0 0-11 16,0-1-5-16,0 1-1 15,0 0-1-15,2 0 2 16,-2-2-2-16,0 1 0 16,0 1-1-16,0 0-1 15,0 0-2-15,3 0-2 0,-3 0 3 16,0 0-4 0,0-2 7-16,0 2-1 0,0 0-1 15,0 0-4-15,0 0 1 16,0 0-2-16,0 0 0 15,0 0 1-15,0 0 2 16,0 0-3-16,0 0 0 16,0 0 4-16,0 0 1 15,0 0 3-15,0 0-7 0,0 0 2 16,0 0-3 0,0 0 0-16,2 0 1 15,-2 0 0-15,0 0-1 16,0 0 0-16,0 0 1 15,0 0-2-15,0 0 2 0,0 0-1 16,0 0 1-16,0 0-1 16,0 0 1-16,0 0-1 15,0 0 3-15,2 0-1 16,-2-1-1-16,0 1 0 16,0 0 1-16,0-1-1 15,0 1 2-15,0 0 0 16,0 0 3-16,0 0 0 0,0 0 5 15,0 0-5 1,0 0-3-16,0 0-2 16,0 0 1-16,0 0-2 15,0-2 2-15,2 2 0 16,-2 0-2-16,0 0-1 0,0 0-2 16,0 0-61-16,0 0-103 15,0 3-120-15,-11 15-150 16</inkml:trace>
  <inkml:trace contextRef="#ctx0" brushRef="#br0" timeOffset="9412.48">18676 5220 686 0,'0'0'72'0,"0"0"-19"16,0 0-39-16,0 0-11 15,0 0 21-15,0 0-4 16,-78-78 20-16,73 71-35 0,-1 1-4 16,2 2 52-16,3 0 29 15,-1 0-29-15,2 2-23 16,0 1 2-16,0-2-12 16,0 1-3-16,0 2-6 15,0 0-11-15,7 0-8 16,9-4 8-16,10 2 7 15,7-3 3-15,5-2-4 16,3 2-2-16,3 0-1 16,2 0 5-16,5 1 8 15,2-4-12-15,4 1 1 0,-2-2 4 0,1 3-7 32,0 0-2-32,2 2 0 15,3 0 2-15,5-2 1 16,4 0 0-16,3-1 9 0,0-1-1 15,5-1-2-15,6-2-4 16,4 0-4-16,6-2 0 16,1-2 0-16,3 2 0 15,-1 0-2-15,-3 0 2 16,-3 2-1-16,3 1 1 16,0 1 2-16,3 3-2 15,0 2 1-15,2-2 1 16,-1 2 0-16,2 1-3 15,2-5 3-15,1 4 0 0,0 0 1 16,-2-2-3 0,-1 1-1-16,0 0 3 15,0 4-1-15,-2 0 1 0,-4 1-1 16,-3 0-2-16,-4 0-4 16,-5 0 3-16,2 0-1 15,1 0 2-15,0-3 0 16,-5 0 1-16,1-1 0 15,-3 0 0-15,-1 0-1 0,-4-1 0 16,-1 1 0 0,-2 1 3-16,-3 3-2 0,2 0-1 15,-4 0 0 1,-1 0 0-16,-5 0-1 0,-3 0 0 16,1 0-2-16,0 0 2 15,-1 0 1-15,1-1 1 16,-6 0-1-1,-1 1 0-15,-3 0 0 0,-1 0 0 16,-3 0 0-16,-1 0 1 16,-3 0-1-16,-3 0 0 15,-3 0 0-15,-4 4 0 16,-2 0 1-16,0 1-1 16,-2 0 1-16,1-3-1 15,-4 1 0-15,4-1 1 16,0 0-1-16,1-2 1 15,4 2 1-15,1-2 1 16,-2 0 4-16,1 0-1 16,-3 0 0-16,2 0-5 0,-5 0 1 15,-5 0-1-15,-2 0 3 16,-8 0 0-16,-1 0 1 16,-1 0-1-16,-1 0 4 15,-1 0 16-15,2 0 0 16,-1 0-4-16,2 0-5 15,0 0-6-15,0 0-7 16,3 0 3-16,-2 0-4 16,-1 0-1-16,2 0-1 15,-1 1 0-15,3 1 1 16,3-1 1-16,1-1-1 16,4 1 0-16,8 3 1 15,2-3-1-15,5 2 0 16,4-1 1-16,0-2-1 0,6 0 1 15,2 0 0 1,4 0-1-16,4 0 3 0,5 0-2 16,1 0 0-1,7-4-1-15,3 2 1 0,2-2 0 16,1 0 0-16,4 3 1 0,0 1-1 16,2 0-1-1,-5 0-2-15,-2 0 2 0,1 0-1 0,1 0-2 31,0 0 2-31,2 0 1 16,-4 0 1-16,-3 0 0 0,-4 0-1 16,-2 0 0-1,-4 0 0-15,-2 0 2 0,-3 0 0 16,-3 0-1-16,-4 0-1 16,-6 0 2-16,-3 0-1 15,-5 0-1-15,-4 0 4 16,-6 0 1-16,-5 0-2 15,-7 1-2-15,-6-1-1 16,-1 0 3-16,-4 2 0 16,-2 0-2-16,0-2 0 15,1 0-1-15,-1 0 0 16,4 0-1-16,-1 2 1 16,3 0 0-16,0 0 0 0,5 0 0 15,3 0-1 1,5 1 2-16,5-3 1 15,6 3-2-15,3-3 0 0,6 0 0 16,6 0 1-16,7 0 1 16,7 0-2-16,5 0-1 15,5 0 1-15,4 0 0 16,2 0 0-16,5 1 0 16,-1 4 1-16,5 0 0 15,2 1-1-15,5 0 2 16,6-2-1-16,8 2 1 15,1-2-2-15,6 0-1 16,0-1 1-16,-2 0-3 16,-1-2 2-16,-7 2 1 15,-1 3 0-15,-4 1 1 0,-3-1 0 16,0 3 0 0,0 0 1-16,6-3-1 0,-1 0 2 15,-2-4-3-15,-3-2-4 16,-11 0 4-16,-7 0-2 15,-15 0 1-15,-16 0 0 16,-15 0 2-16,-14 0-2 0,-10 0 1 16,-6 0 0-1,0 0 0-15,-9 0-15 0,-26 0-132 16,-23 0-172 0,-27 0-188-16</inkml:trace>
  <inkml:trace contextRef="#ctx0" brushRef="#br0" timeOffset="29765.91">4914 9735 725 0,'0'0'11'16,"0"0"-9"-16,0 0 9 16,0 0 52-16,0 0 38 15,0 0-18-15,0 0-11 16,-51-34-15-16,44 34-16 0,-5 10-29 16,0 17-10-1,4 7 10-15,0 8 8 16,5 3 24-16,3 0-12 15,0 0-14-15,1-5-1 16,12-3-4-16,1-1 3 16,10-3-8-16,1-6-2 15,3-3-5-15,7-8 0 0,4-4 4 0,5-7-3 32,6-5 2-32,2 0-1 0,1-14 0 15,0-4-2-15,2-3 3 16,6-2-4-16,0 2 2 15,2 2-2-15,0 3 0 16,-5 1 0-16,-3 3 0 16,-4-1-1-16,7 2-1 15,0-1 2-15,2 7 0 16,-2 4 0-16,-1 1 0 16,-4 6-4-16,-6 19 4 15,-1 4 0-15,-7 5 2 16,-5 3-2-16,0 3 8 15,-8-1 5-15,-6-1-9 16,-6-2 20-16,-6-4-10 16,-7-4-6-16,-1-4 2 0,0-7 6 15,0-6-11-15,0-7-4 16,-3-4 4-16,-3 0 9 16,-2-10 3-16,-5-14-17 0,1-7-5 15,6-6 3 1,3-1-4-16,3-1-12 15,0 4-1-15,6 5 11 16,5 8 5-16,5 5 1 16,1 3-1-16,5 4 2 0,3 0-5 15,5 3 4 1,4 3-2-16,4 1 4 16,2 3-2-16,8 0 2 15,10 6-3-15,9 13 3 16,6 4 0-16,6 2-1 15,-7-1 1-15,1-3-1 0,-3-5 1 16,3-6 2-16,2-8 1 16,-4-2 7-16,-5-8-1 15,-6-13 2-15,-7-6 9 16,-11-3-2-16,-9-3-4 16,-8-5 17-16,-10-2 12 0,-7-2 9 15,-8 0-1-15,0 1 3 16,-8 2-5-1,-10 4-32-15,-1 4 7 16,1 5-23-16,-3 7 0 16,-1 5-1-16,4 8-77 0,-9 6-158 15,-4 2-151 1</inkml:trace>
  <inkml:trace contextRef="#ctx0" brushRef="#br0" timeOffset="34832.29">11124 9817 878 0,'0'0'0'0,"0"0"1"0,0 0 2 16,0 0 14-1,-96-11 36-15,82 11 8 16,1 6-12-16,6 11-7 15,4 11-11-15,1 9-4 0,2 9 20 16,0 1 14 0,6 0-24-16,12-5-15 15,5-3-9-15,6-10 10 16,10-5-8-16,4-9-4 0,8-5 2 0,3-10-6 16,13 0-3-1,6-6 0-15,5-14 4 0,5-3-6 16,5 4 2-1,6 1 1-15,2 7-5 16,-1 10-1-16,-7 1-3 0,-9 11 4 16,-9 17-1-1,-7 9-1-15,-11 5 2 0,-13 2 4 16,-8 0-2 0,-11 2 1-16,-13 6 12 0,-7-1-2 15,0-2-1-15,-7-10-1 16,-8-9-6-16,3-14-4 0,-1-7 1 15,-3-9 5 1,-3 0 0-16,-6-24-3 16,2-13-4-16,1-8-1 15,4-7-14-15,6-1-8 16,8 5 13-16,4 8-1 0,0 3-6 16,0 8 14-1,0 2-2-15,7 7 4 16,9 3-2-16,4 6-1 0,7 2-1 15,4 7-3-15,5 2 7 16,0 0-1-16,7 0 1 0,0 4 1 31,2 4 0-31,1 2 0 0,2-2 4 16,-3-1 5-16,-2-1-7 16,-4-6 4-16,-5 0 20 15,-1 0 2-15,-2-18 7 16,-1-11 5-16,0-9 20 15,-2-9 10-15,-2-6-9 16,-13 3-5-16,-8 0-26 0,-5 5 0 16,-6 2-18-1,-18 6-8-15,0 5-1 16,-3 4-3-16,0 7-1 0,3 7-4 16,4 5-25-16,3 7-96 15,4 2-59-15,-2 2-59 16,-8 14-447-16</inkml:trace>
  <inkml:trace contextRef="#ctx0" brushRef="#br0" timeOffset="35965.26">6612 10063 875 0,'0'0'55'16,"0"0"-48"-16,0 0-5 0,0 0 5 15,-94-32 61-15,67 32-7 16,-3 12 4 0,0 13-33-16,2 7 2 0,7 5 4 15,8 2 2-15,8-3-15 16,5-5-13-16,0-4 2 16,23-4-5-16,10-5-1 15,5-3 0-15,4-3 12 16,7 0-8-16,-4 4-4 15,-3 2 7-15,-8 5-6 16,-19 2-1-16,-7 6 4 0,-8 5 14 16,-20 3 25-16,-17 1-25 15,-2-4-14 1,2-7 2-16,7-15-10 16,6-4-1-16,6-10-3 0,5 0-6 15,5-10-65-15,8-15-95 16,0-8-121-16,15-10-79 15</inkml:trace>
  <inkml:trace contextRef="#ctx0" brushRef="#br0" timeOffset="36514.08">6839 10366 1207 0,'0'0'0'16,"0"0"-33"-16,0 0 33 15,0 0 42-15,0 0-10 0,64-98-3 16,-48 62-21-16,-2-3 6 0,-5 8-13 16,-4 6 6-1,-5 8 5-15,0 9 15 16,-5 6 18 0,-9 2 15-16,-5 22-40 0,1 17-18 15,0 11 25-15,6 0 8 16,12-4-11-16,0-12-10 15,14-4-13-15,9-8 3 16,4-8 0-16,3-12-3 16,7-2 0-16,4-10 4 0,0-18-2 15,-2-3-3 1,-6 3-6-16,-6 6-7 0,-15 10 11 16,-2 8 2-16,-10 4-7 15,0 3 1 1,0 14 2-16,0 7 4 15,0 1 1-15,0-7 0 0,0-2 1 16,5-7-2-16,8-6-2 16,5-3 2-16,0 0 0 15,3 0 0-15,1 0-1 0,-1-3 2 16,0 1 1-16,3 2 0 0,-5 0 0 16,2 0 7-1,0 0 8-15,-4 0 5 16,-3 0 4-1,-3-6 20-15,-1-4-3 16,1-6-12-16,1-8-22 0,4-1-9 16,6-3-51-16,1 3-132 15,-1 2-227-15</inkml:trace>
  <inkml:trace contextRef="#ctx0" brushRef="#br0" timeOffset="37474.23">13799 9969 1119 0,'0'0'18'15,"0"0"-17"-15,-114 28-1 16,72-1 20-16,3 2 12 16,10 0 6-16,12-2 3 15,16-2-31-15,1-2-8 16,21-2 2-16,15 0-3 15,10-5 4-15,8 0 5 0,1-4-2 16,-5-1 4-16,-12 0 7 16,-16-1-17-1,-16 0 4-15,-6 5 3 0,-13 2 63 16,-25 3 47-16,-10 1-93 16,-4-1-18-16,6-5-5 15,10-9 0-15,14-6-3 16,7 0-42-16,12-23-120 15,3-9-104-15,11-8-370 16</inkml:trace>
  <inkml:trace contextRef="#ctx0" brushRef="#br0" timeOffset="37910.14">14021 10089 1097 0,'0'0'204'0,"0"0"-204"0,0 0 0 15,0 0 33-15,0 0 39 16,49-77-31-16,-38 47-28 16,0 3-5-16,-5 9-1 15,-3 6 4-15,-3 8 9 0,0 4 19 16,0 0 0-16,-6 22-37 16,-11 11-1-1,-4 9 14-15,9-3-10 16,6-6-2-16,6-5-3 0,1-9-1 15,16-6 1 1,7-9 0-16,5-4 0 0,3 0-4 16,2-5-9-16,-1-7-4 15,-5 1 0-15,-4 7 17 0,-3 4 0 16,-5 0 0 0,5 0 5-16,6 0 16 15,10 0 19-15,8-6 19 16,10-13 1-16,7-6-40 15,0-3 2-15,-4 3-17 16,-10 6-5-16,-15 8-6 0,-18 9-94 16,-15 2-88-1,-15 7-151-15,-34 17-228 16</inkml:trace>
  <inkml:trace contextRef="#ctx0" brushRef="#br0" timeOffset="38318.51">13830 10694 812 0,'0'0'254'0,"91"-1"-254"0,-24-11-41 16,9-7 41-16,6-5 89 15,12-2 27-15,7-8-9 16,6-9-57-16,0-8-8 0,0-7 8 15,-3-4-15 1,-3-1 4-16,-12-1-12 0,-17-2 2 16,-19 0-4-16,-18-3-5 15,-23-4-7 1,-12-6-13-16,-20-2-4 16,-33-1 4-16,-26 5-18 0,-24 13 2 15,-24 20-3-15,-21 26 19 16,-15 18 0-16,-6 39 0 15,-3 36 5-15,3 25-3 16,16 22 19-16,21 11 26 16,35-2 12-16,39-13-12 15,42-16-27-15,25-19-20 16,49-22-4-16,27-24 4 16,28-21-1-16,17-16-43 15,9-23-105-15,-2-24-101 16,-14-12-270-16</inkml:trace>
  <inkml:trace contextRef="#ctx0" brushRef="#br0" timeOffset="39412.07">6354 10718 670 0,'0'0'146'0,"0"0"-146"0,0 0 0 16,0 0 36-1,80 0 50-15,-39-11-21 0,9 3 0 16,4 1-17-16,0 3-14 15,6 4-16-15,1 0-9 16,3 0 12-16,10 6-3 16,6-3-6-16,8-3 8 15,6 0-13-15,0-21-7 16,0-10 2-16,-8-11 1 16,-4-12 2-16,-6-8-2 15,-6-4 7-15,-9-6-7 0,-11-3 6 0,-13-6 3 31,-16-6-2-31,-17-10-5 16,-4-6-5-16,-25-2 0 16,-23 3 0-16,-21 7 0 0,-17 16 0 0,-14 21 3 31,-16 26 5-31,-17 29 46 0,-18 15-3 16,-19 45-37-1,-12 30-10-15,-4 25-1 0,8 16 9 16,28 6 57-16,33-1 25 15,41-13-28-15,43-11-59 16,33-14-7-16,19-11-9 16,34-12 8-16,24-18-1 0,17-14-19 0,18-13-39 0,12-7-31 31,4-10-93-15,-10-8-220-16</inkml:trace>
  <inkml:trace contextRef="#ctx0" brushRef="#br0" timeOffset="48158.67">12968 11312 927 0,'0'0'117'0,"0"0"-109"16,0 0-4-16,0 0 20 15,0 0 22-15,0 0-15 0,0 0-10 16,0 0 13 0,-99-47-26-16,78 38 1 15,-6-2 20-15,-1-2-18 16,-6-1-10-16,-4-4 4 16,-2-2-3-16,-8-1-2 15,-3-4 0-15,-4 0 2 16,-3 1 2-16,-3-3 20 15,-2 1 6-15,-2 1-20 0,-7 0-5 16,-9 5-5 0,-11 5 2-16,-20 5 0 0,-9 5-2 15,-10 5 0-15,1-2 0 16,-2 0 0 0,-1-4 1-16,-3-2 1 0,0 0 0 15,-1 1-1-15,-9 1 3 16,1 0-4-16,-3 1 0 15,-3 4-1-15,1 1-2 16,-4 0 2-16,-1 0 1 16,0 0 0-16,0 0 4 15,2 0-2-15,4 1-2 16,3 2-2-16,9-1 0 16,0 0 2-16,4-2 0 0,3 0 0 15,3 0 0 1,5 0 2-16,-1 0-1 15,4 0 1-15,1 0-2 0,5 0-3 16,5 4 3-16,0-1-1 16,2 2 0-16,-3 0 0 0,4 1 1 15,4 2 3 1,3 0-2-16,4 4-1 16,0 4 2-16,3-3-2 15,5 5 0-15,7-4-2 16,11 2 0-16,5-1 2 15,2 0-1-15,3 2 0 16,1-1 0-16,8-1 1 16,4 1 0-16,3-1 2 0,5 2-1 15,0 0-1-15,2 3 0 0,1-3 1 16,1 0-1 0,2 1 0-1,-2 0 2-15,5 4-1 0,-2-1-2 0,0 1 1 16,3 2 0-16,2-6 0 15,5 3 1-15,1-2-1 16,1-1 0 0,0 4 1-16,-3 2 1 0,2 2 4 15,-5 5-4-15,6-5-1 16,0-2 1 0,5-3-2-16,2-7 1 15,7-1 5-15,2-4-3 16,2-2-2-16,0 0 2 15,0 1 0-15,0 1 2 0,0 2 0 16,11-2 1-16,1 2 2 16,9-1-6-16,-2 2 8 15,2 0-7-15,0-1-1 16,1 1 0-16,2 2-2 16,0-2 2-16,3 1-2 15,6-2 1-15,4 2-1 16,6-1 8-16,5 1 0 15,3-1-4-15,4 0-1 16,1 1-1-16,1-4 1 16,4 2-3-16,-1-3 0 15,7-2 3-15,2 2-2 0,1-1 1 16,6-3-2 0,5-1 3-16,7 0-1 0,3-3 1 15,4 1-3-15,-1-1 0 16,-1 0 0-16,4 2 0 15,1-2 0-15,0 2 3 16,-4-2-1-16,-1 0 0 0,-1 0-1 16,-2 0 0-16,2 0 0 15,2 0 2-15,-1 0-1 16,-2 0 4 0,-3 0-4-16,-6 0-1 0,-1 2 1 15,-5 8-1 1,1 3-1-16,-3 1-1 0,-3 3 1 0,-4 1 0 0,-3 1 1 0,-1 2 0 31,0-3-1-15,-1-1 1-1,-2-3 0-15,4-2-1 0,2 0 1 16,3-1 2-16,3-1-1 16,-1 0-4-16,-3-2 1 15,-2-1 0-15,2 0 0 16,3-1-1-16,0-2 2 15,1 3 0-15,-2 2 0 16,-3 0 0-16,-1-1 1 16,0 2-1-16,-1-2 1 0,1-1-1 15,-1-1 1 1,2 0-1-16,1-3 2 0,3-3 0 16,8 0 1-16,-1 0-3 15,-2 0 0-15,7-3-3 16,-3-6 3-16,3-2 0 15,4 2 0-15,-7 1-4 0,1 0 4 0,-3 0 1 32,-4 1 0-32,2 1-1 15,0 0 0-15,-3-2 2 16,6 1-1-16,2-1-1 16,4-3 3-16,-2 4-3 15,-3-5-1-15,-1 0-4 16,-6 4 4-16,0-4 1 15,-6 3-3-15,-1 0 3 0,-5 3 0 0,-3 0 0 32,-4-1 0-32,-5 1 1 0,0-1 0 15,-4 0-1-15,-2 2 0 16,-4-3 1-16,-3 1 0 16,-5 0 1-16,-1-1-4 15,0 0 4-15,3-2-1 16,-2-1 0-16,0 1-1 0,-1 0 2 15,-6 0-3 1,1 0 2-16,-7 0 0 16,0-3-1-16,-4 2 0 0,-1-1 1 15,-5-5-1-15,1-1 0 16,-1-4 0-16,0-3 2 0,-2-4-1 16,-6 1-1-16,0-4 4 0,-19-5-3 31,-17-4 0-31,-12-2 0 0,-12-1 2 15,-6-1-1 1,-6-2-2-16,-8 0 1 16,-5 2 0-16,-7 5 2 0,-14 9-3 0,-19 15-2 0,-23 16-52 31,-43 16-245-31</inkml:trace>
  <inkml:trace contextRef="#ctx0" brushRef="#br0" timeOffset="52560.06">11167 13761 741 0,'0'0'30'0,"0"0"-22"0,0 0-8 15,0 0 35-15,0 0 48 16,0 0-16-16,0 0-5 16,-14-9 6-16,14 9-26 15,0 0-32-15,0 0-10 0,3 17 0 0,12 7 14 32,2 2 6-32,2 2 9 15,-1-3-8-15,1-3-13 0,2-1-1 16,3-8 10-16,2 0 6 15,5-4-10-15,6-7 2 16,5-2 4 0,8 0-12-16,3-13 2 0,10-8-8 15,2-6 0-15,8-5 1 16,5-1 2-16,2 0-3 16,1 4-1-16,-3 2 0 15,0 6 2-15,-1 5-2 16,0 6 1-16,-7 9-1 15,-7 1 1-15,-6 5 3 16,-11 15 3-16,-7 6-3 16,-8 2 4-16,-7 1-1 0,-6 1-2 15,-6-2 4 1,-6 0-4-16,-6-3 3 16,0-5-1-16,0-2-6 0,-6-6 0 15,1-6 3-15,4-4 1 16,1-2-5-16,-2 0 10 15,2-5-4-15,0-15-6 16,0-6-12-16,2-6 5 16,17-3-11-16,9 1 12 15,7 0 1-15,8 3 3 16,5 8 1-16,3 3 0 16,1 7 1-16,0 7-1 15,3 5 1-15,1 1 0 16,-1 0-1-16,0 8 0 0,-2 7-1 15,-3 0 1-15,4 4-1 16,2-1 1-16,4 1 2 16,1 1-2-16,0-1 2 15,-3-6 0-15,-1-5 1 16,-6-5 1-16,-2-3 2 16,-3-3-1-16,-1-17 4 15,-2-7 0-15,-4-5-4 0,-2-5 4 16,-5 0-4-1,-10 0 2-15,-7 2 7 16,-6 3 3-16,-7 5 1 16,-2 5 11-16,0 3-3 15,-17 6-14-15,-7 2-11 0,-4 4-26 16,-5 5-64 0,-3 2-48-16,-5 0-43 0,-4 0-141 15,-7 0-476-15</inkml:trace>
  <inkml:trace contextRef="#ctx0" brushRef="#br0" timeOffset="54567.37">9172 12691 956 0,'0'0'74'0,"0"0"-73"15,0 0-1-15,0 0 68 16,0 0 25-16,0 0-56 0,0 0-33 0,-69-19-4 31,35 11 0-31,-3-2 15 0,1-1-6 16,-6-1 1-1,-4-1 10-15,-5-2-7 16,-1 2-4-16,-6-1-2 16,-6-1-3-16,-5 1-3 15,-5 1 8-15,-4 1 1 16,-6-1 1-16,-4 4-5 15,-6 0-2-15,-6 1 3 0,-1-1-6 16,-5 1-1-16,1 0-1 16,-3-2 0-16,-6-2 0 15,-2-2 1-15,-5-2 0 0,3 1 1 16,-3-1 4 0,-1 3-5-16,1-2 4 15,2 4-2-15,0-3-2 16,2 6-2-16,1-3 1 15,-7 1 0-15,1 0 1 16,0-1 0-16,-1 0 2 16,1 0-2-16,1 1 1 15,5 1 2-15,4 0-3 16,3 3-4-16,4 4 3 0,0 2 1 16,0 0-1-16,2 0 1 15,2 0 0-15,4 0 0 16,3 0 3-16,3 6-3 15,0 1 0-15,0 0 2 16,3 0-2-16,4 2-1 16,7 0-2-16,5 3 2 15,5 0 0-15,0 1 1 16,8 1 0-16,1 4 0 16,5 2 0-16,4 3 0 15,5 3 0-15,7 2 1 16,2 3-1-16,4 2 0 0,1 1 0 15,5 3 1-15,3 3-2 16,1 5 1-16,7 0 0 0,1 4 0 16,4-5-1-1,6 0 1-15,3-2-1 16,0-1 0-16,0-1 1 0,0-3 1 0,16 3-1 31,2 2 2-31,8 4 2 16,-1 0 5-16,11 1-2 15,1-1-5-15,6 0-2 0,4-2 2 16,3-1 1 0,5-1-1-16,5 1-2 15,4-4 2-15,5 1-1 0,6-4 0 16,5-1 2 0,5-2-1-16,15-4 5 0,5-3-3 15,8-2-1-15,9-3 0 16,2-3-3-16,0-2-2 15,4-3 2-15,1-5 0 16,-2-2 3-16,5-3-1 16,1-2 1-16,3-1 0 15,7 0-2-15,3 0 0 16,-4-6-2-16,1-6 0 16,-3 1 1-16,-7-2 1 15,0-1-1-15,4-1 2 0,-7 2 4 16,1 1-6-1,-7 4-2-15,-6 0 2 0,-5 3-6 16,-7 1 6 0,-3 1 2-16,-6 1-2 0,-4 1 1 15,-1-2 1-15,2-1-1 16,2-5 1-16,1 0-1 16,-2-4-1-16,-1-2-2 15,-1-1 2-15,-4 0 0 16,-2-2-2-16,-8 4 2 15,0-1 0-15,-7 1 0 16,-3 2 0-16,-1-2 1 0,-6 1 0 16,-1-4-1-16,-4 1 1 15,-1-3 1-15,-4-2-2 0,0 0 3 16,-6 0-2 0,-4-2 1-16,-6 0 0 15,-11 1 2-15,-7-6-3 16,-5-3 8-16,-7-5 4 15,-6-5 0-15,0-9 19 16,-22-6-19-16,-17-5-7 16,-14-8-5-16,-18-3 4 15,-14-5-2-15,-13 1 18 16,-23 6 0-16,-19 9-21 16,-30 20-1-16,-33 25-8 0,-38 16-76 15,-54 49-128-15,-54 31-564 16</inkml:trace>
  <inkml:trace contextRef="#ctx0" brushRef="#br0" timeOffset="56751.14">10813 12481 1070 0,'0'0'17'0,"0"0"-11"16,0 0-5-16,-95-15-1 15,51 15 5-15,-8 18 35 16,-1 9 18-16,6 14-3 16,6 14 2-16,14 12 3 0,13 8-9 15,13 1-6 1,1-4-23-16,25-4-5 16,18-9-6-16,20-10 8 0,14-13-10 15,6-12-8-15,6-10-1 16,-7-6-3-16,-10-2-14 15,-11 1-120-15,-19 4-26 16,-20 5-36-16,-19 1-87 16,-7 5-337-16</inkml:trace>
  <inkml:trace contextRef="#ctx0" brushRef="#br0" timeOffset="57094.21">10095 13472 924 0,'0'0'154'0,"0"0"-149"15,0 0-3-15,123-37 55 0,-71 41 60 0,3 27-11 0,-1 17-2 16,-9 18-23-16,-17 18-31 16,-21 13 19-1,-12 10-34-15,-40 8-29 16,-24 1-4-16,-22 2-2 15,-18 2-16-15,-22-2-189 16,-24-6-285-16</inkml:trace>
  <inkml:trace contextRef="#ctx0" brushRef="#br0" timeOffset="61012.98">22937 10612 990 0,'0'0'0'0,"0"0"7"0,0 0 5 0,0 0 48 16,0 0 78 0,0 0-49-16,0 0-46 0,-68-71 35 0,67 69-30 31,1 2-29-31,0 0-18 16,0 0-1-16,0 12-17 15,6 11 17-15,9 3 27 0,3 0-19 16,0-1 1-16,6-2 3 0,4-4 10 31,9-4-8-31,11-7-2 16,10-6 1-16,11-2-3 0,6-10-10 15,5-10-2 1,5-1 2-16,-1-5-1 16,1 3 1-16,-6-1-1 0,-9 4 1 15,-6 2-18-15,-4 5 16 16,-4 2-4-16,-2 7 5 0,-3 4 1 15,-4 0-1 1,-3 5 1-16,0 13 0 16,-5 6 0-16,0 4 0 15,-3 6 1-15,-5 3 9 0,-7 1-5 16,-6-1 1 0,-9-4-2-16,-4-8 2 15,-5-8-6-15,0-7 0 16,0-5 0-16,0-5 5 15,0 0 11-15,0-15-16 16,-5-10-7-16,-1-6-20 16,6 0 10-16,0-2 11 0,6 1-8 0,16 4 7 15,4 2 7 1,3 7-1-16,4 4 1 16,3 6 0-16,5 6 5 15,6 3 7-15,7 0-6 16,11 6-2-16,7 8 19 15,4 0-2-15,3-2-2 16,-2-1 7-16,-5-2-14 0,-3-8-1 16,-8-1 2-16,-6 0-10 15,-13-13 2-15,-12-1-2 16,-11-4 2 0,-14-2 2-16,-5-5 10 0,0-6 42 15,-5-1-26-15,-9 1-5 16,2 1-10-16,0 4-12 15,3 1-6-15,3 5-17 0,1 8-44 0,5 4-57 32,0 8-65-32,2 0-204 15,11 3-161-15</inkml:trace>
  <inkml:trace contextRef="#ctx0" brushRef="#br0" timeOffset="62116.29">28763 10482 685 0,'0'0'34'0,"0"0"-30"16,0 0 85-16,0 0 28 16,0 0-41-16,0 0-13 15,9-32 14-15,-8 32-14 16,-1 0 2-16,3 0-20 0,3 6-4 16,3 14 40-16,3 5 33 15,3 2-53-15,-2-2-37 16,5-2-17-16,3-3 3 15,6-6 10-15,8-6-16 16,3-7 4-16,5-1-8 16,8-1 1-16,-1-16-1 15,-1 0 0-15,0-2-4 16,-6 0-6-16,1 4 10 0,1 5-1 16,-3 7 2-1,1 3-2-15,-2 6 0 16,-8 15 1-16,-8 9 4 0,-7 3 1 15,-6 3 15-15,-6-2-3 16,-6 2-9-16,0-1-2 0,0-6-4 16,-8-6 4-1,-5-5-3 1,0-11-2-16,1-3 2 0,0-4-1 16,1-6-2-16,0-18-15 15,3-7-31-15,8-4 20 16,0-2 0-16,0 1-19 15,15 3 26-15,-3 6 19 16,1 7 7-16,5 1 0 16,6 3 6-16,3 3 3 15,5-1 10-15,4 3-1 0,2-1-10 16,2-2 8 0,-1 2-12-16,-5-1 1 0,-4 2-8 0,-12 5-2 0,-6 3-2 31,-8 1 0-31,-4 2-4 0,0-2-46 0,-18 2-71 31,-22 0-236-31,-21 0-232 16</inkml:trace>
  <inkml:trace contextRef="#ctx0" brushRef="#br0" timeOffset="70954.48">24283 13727 1061 0,'0'0'0'0,"0"0"-115"15,0 0 115-15,0 0 36 16,0 0 79-16,0 0-45 0,0 0-27 15,-66-36-14 1,66 36-27-16,0 0 1 16,4 9-3-16,13 7 81 15,2 5-39-15,4 1-14 16,3 2-5-16,6-1 12 16,5-3-21-16,8 0 6 15,5-5-1-15,6-1 7 16,2-3-15-16,3-6-4 15,3-1-1-15,0-4-2 0,3 0-3 16,-1 0 1 0,-3-9-1-16,-2-2-1 0,0-5 4 0,2-3-3 31,4-5-1-31,2-3 1 0,-1-1-1 16,5 1 0-16,-1 2-2 15,4 2 1-15,2 2 1 16,0 3 0-16,-3 1 0 15,-3 2-6-15,-2 3 4 16,-3 2-3-16,-4 4 4 16,-2 5 1-16,-2 1-2 15,1 0 1-15,4 3 1 16,4 8 0-16,-1 3 0 0,2 2 1 16,-1 1-1-1,-7 2 0-15,-1 4 1 0,-9 2 1 16,-4 0-2-16,-6 0 0 15,-6 0 1-15,-5-5 0 16,-1-3 0-16,-7-3-1 16,-1 0 0-16,-5-4 0 0,0-2 2 15,-2-2-2 1,4-3 3-16,-5 0-2 16,5-3 0-16,-1 0 1 15,2 0-2-15,5-13 0 16,2-6-1-16,3-9-1 15,4-1-5-15,4-5-5 0,2-1-7 16,1 0 4 0,-1 5 9-16,3 4 6 15,-3 2 0-15,3 4 0 0,1 4-5 16,0 3 4-16,3 3 0 16,2 5-1-16,6 4 0 15,5 1 2-15,7 0 2 16,3 5-1-16,5 6-1 15,1 4 0-15,4 1 2 16,-4 2-2-16,-3 1 0 16,-3-2-2-16,-6 4 1 0,-4-2 1 15,0 0-1 1,-4-4 1-16,0-5 0 16,2-4 1-16,-2-4 1 0,-1-2 3 15,-5 0-2 1,-1-2 8-16,-3-13-3 0,-2 1 2 15,-4-3 5 1,-2-1 2-16,-6 2 26 0,-5-4 4 16,-3-1-2-16,-6 1-16 15,-4 0-20-15,-7 3-8 16,-6-1-1-16,-1 6-83 16,-23 2-100-16,-12 2-133 15,-15 2-250-15</inkml:trace>
  <inkml:trace contextRef="#ctx0" brushRef="#br0" timeOffset="74022.56">30523 12859 1084 0,'0'0'0'0,"0"0"-11"16,0 0 11-16,0 0 8 0,-3-77 89 16,-21 59-76-16,-10 0 15 15,-14-1-36-15,-16 3-3 0,-10-1 2 31,-13 6-1-31,-10 0 2 0,-5 3-2 16,-8-2 2 0,0 2-2-16,-10 1 4 0,-4 1-2 15,-5 1 0-15,-13 0 2 16,-9 3-2-16,-10-1-1 16,-13 3 1-16,-2 0-1 15,-4 0 1-15,3 0 0 16,0 1 0-16,-4 1 0 0,2-2 0 15,0 0 0 1,1 0 0-16,4 0 1 16,7 0 1-16,7-5 0 15,-1 0-2-15,6 1-2 0,1 0 2 16,2 4 0-16,4 0 1 16,2 0-1-16,0 0 3 15,3 0-3-15,-1 0-1 16,0 3 1-16,5 0 0 15,3 0-1-15,9-1 0 16,11-1 1-16,13-1 1 16,7 4-1-16,2 2 1 15,3 5-1-15,-1 6 0 16,2 2-1-16,1 7 0 16,-2 3 1-16,0 0-1 15,-3 1 1-15,1-1-1 0,6-3 1 16,2-1 0-16,7-2 0 15,3-1 0-15,7 1 1 16,2 0-1-16,2 1 2 16,1-1-3-16,2 1 2 15,7 1-2-15,8 0 1 16,4 2 0-16,7 1 0 16,2 0-1-16,3 0 1 15,2-2 1-15,1-4 0 16,7-1 2-16,7-2 0 15,4 1-1-15,4 1 2 0,5 2 8 16,0 2-7 0,0 5 12-16,14 1 2 0,4 0-7 15,1 2 1-15,4 1-1 16,5 2-3-16,8 1 0 16,5 4-2-16,12 2 1 15,12-1-3-15,11-4 0 16,11-3 2-16,10-5-4 15,9-3-1-15,10-2 2 16,13-3 3-16,8-5 0 0,6-3 0 0,15-3-1 31,12-4 0-31,14-5-1 16,15-2-4-16,8 0-1 16,3 0 0-16,-3-4 0 15,-4 2 2-15,-9-1 1 0,-5 0-3 16,-5 2-3-1,-8-1 2-15,-1-1 1 0,-7 2-3 16,1 0 2-16,1-3-6 16,-3 2-7-16,3-2 0 15,-9 0-4-15,-1-2 6 16,-11-1 6-16,-10-2 6 16,-2 2 1-16,-6-3 1 15,-1-1-2-15,1-3 0 16,-2-3 0-16,-4-4 0 15,-3 1 0-15,-8-3 1 16,-2 1 2-16,-8-2 10 16,-3-3 3-16,1-2-5 0,-5-2 8 15,-3-4-6-15,-6 5-11 16,-8-1 22-16,-8 2-11 16,-8 3 6-16,-5-5-13 15,-10-4 1-15,-10-8 2 16,-7-8-3-16,-6-8 8 15,-14-6-3-15,-12-7-1 16,-12 0-6-16,-40 0-4 16,-30 9 0-16,-34 12-13 0,-50 17-51 15,-61 17-142 1,-67 9-704-16</inkml:trace>
  <inkml:trace contextRef="#ctx0" brushRef="#br0" timeOffset="78578.6">23813 15004 492 0,'0'0'95'0,"0"0"-8"16,0 0-80-16,0 0 27 16,-27-77 84-16,27 52-67 15,0 2 34-15,0-2-17 0,0 4 13 16,11 4-27-1,5 2-41-15,3 5-11 0,3 8 2 16,1 2-1-16,2 4-3 16,-4 19-2-16,-5 7 2 15,-4 6 5-15,-7 1-3 16,-5 0 9-16,0 0-2 16,-5-5-2-16,-16-2 0 15,-4-3 1-15,-5-3-2 16,-1-6-2-16,-5-2-1 0,2-7 2 15,-2-3-2-15,-4-4 1 0,-2-1-4 16,-3-1 1 0,-3 0 2-16,5 0-3 15,3 0 1-15,4 0-1 16,6-1 1 0,0 1-1-16,4 0 0 0,0 0-1 15,-1 6 1 1,5 10 1-16,1 4 0 0,6 1 4 15,6 0-2-15,2 0-3 16,5 0 1-16,2 2 6 16,0-2-6-16,2 0 19 15,9-1-9-15,2-3-10 16,-3 2 2-16,0-2 0 16,-4-2 1-16,-4-1-4 15,-2 1 7-15,0 1 0 0,0 0 2 16,-12 2 5-1,-11 0 1-15,-6 1-1 16,-4-1-4-16,-2-2-1 0,1-4 0 16,1-5 5-16,-5-3 4 15,-1-2 7-15,-2-2-13 16,1 0 16-16,5 0-19 16,-1-10-3-16,-3 2-2 15,-12 3-4-15,-18-10-373 16</inkml:trace>
  <inkml:trace contextRef="#ctx0" brushRef="#br0" timeOffset="80242.92">23725 17062 1019 0,'0'0'48'0,"0"0"-48"0,0 0-6 15,0 0 6 1,0 0 105-16,0 0 17 0,0 0-55 15,-30-43-67-15,30 43-11 0,0 11 11 16,3 15 7 0,8 13 50-16,-1 9 24 15,-3 3-44-15,3-2-13 16,-1-8 12-16,2-8 1 16,10-10-15-1,7-14-7-15,17-9 5 0,20-12 33 16,21-33-17-16,21-28-26 15,23-20-5-15,20-22-5 16,15-17-37-16,7-14-145 16,-10-16-325-16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1-04T05:47:28.114"/>
    </inkml:context>
    <inkml:brush xml:id="br0">
      <inkml:brushProperty name="width" value="0.05292" units="cm"/>
      <inkml:brushProperty name="height" value="0.05292" units="cm"/>
      <inkml:brushProperty name="color" value="#FF0000"/>
    </inkml:brush>
  </inkml:definitions>
  <inkml:trace contextRef="#ctx0" brushRef="#br0">25270 7993 1020 0,'0'0'0'15,"0"0"-11"-15,0 0 11 16,0 0 11-16,0 0-10 16,0 0 6-16,-100-82 63 15,70 71-55-15,-5 2 0 16,-6 3 28-16,-6 2-34 15,-7 2-3-15,-10 1-2 16,-2 1 2-16,-4 0 0 16,-5 0-3-16,-5 0 2 15,-17 0-5-15,-12 1 0 16,-10 9 1-16,-11 0-1 0,-2 2-3 0,-9 3 3 16,-7-3 0-1,-3 2 2-15,-1 0-1 16,0 1 12-16,4 1-6 15,5 0 13-15,4 3-7 16,6 0-10-16,-7 0-3 16,-1 1 0-16,0 0-2 15,0-1 2-15,-2 2 1 16,5-3 0-16,1 2-1 0,3-2-1 16,7 0 1-16,3-3-1 0,2 3 1 15,4-1-3-15,6 1 3 31,1 2 3-31,4 1-2 0,0 3 0 0,5 4-1 32,6 0-1-32,11 3 0 0,11 3 1 0,5 0 3 15,10 3-1 1,8-1-2-16,3 3 0 16,8 0 0-16,4 1 0 15,1 4 0-15,7 0 1 0,3 3 0 16,4 2 5-1,4 5-1-15,1 2 7 16,7 4-7-16,2 7-1 16,-2 9 4-16,3 12 0 0,0 6-2 15,-3 8-5-15,-1 1-1 16,-2 3 4-16,-1 0-3 16,0 1 0-16,1-1 4 15,1 0 4-15,3 0-5 16,-1 4 1-16,-3 2-2 15,3-1 0-15,0 4 4 16,-3-5-6-16,2-1 6 16,-1 1-5-16,1-2 0 15,1-2-1-15,0-2-1 16,1 2 0-16,0 0 0 16,0-1 3-16,2-1-3 0,3-3 0 0,0-2 1 0,1 0-2 31,1-1 1-31,-1-4 0 0,0 0 1 0,-1-5-1 31,0-1 0-31,-2 6 0 16,2-3 0-16,-1 0 0 15,1 3 0-15,-2-7 1 16,4 1-1-16,-3-2 0 16,2-1 0-16,2-2 0 15,-1-3 0-15,1-1 2 16,0 0-2-16,0-3 0 15,0 0 2-15,0 1-1 16,0-1 1-16,4-2-1 16,3-3 0-16,-1-4 1 0,2 0 4 15,-2 3-2-15,1 1 1 16,1-1-2 0,-1-1-1-16,4-3 2 0,0-1 4 15,1-3-5-15,5-3-3 16,-1-5 2-16,4-3-1 15,2-3 0-15,1-2 3 16,2-1 0-16,0 5 6 16,2-1-2-16,1 0 4 15,2 0-2-15,3-5-7 16,1-4 2-16,4-2-3 16,-1-1-1-16,3-1 0 0,-1 0 0 15,3-1 0 1,1 1 1-16,0-2-1 15,3-1 0-15,-1 0 1 0,3-2 0 16,0 0 3-16,4-3-4 16,6 0 2-16,2-3-1 15,2 0 3-15,3-1-5 16,-4-2-3-16,0 0 3 16,2 0 0-16,1-1-2 15,0 0 2-15,2 1 3 16,-1-2-3-16,0-1 0 15,0-4 0-15,5 0 2 16,3-2-1-16,-1-3 0 0,2 1 0 16,1-1 1-16,1-2 1 15,6 0 0-15,3 1-3 16,0-2 1-16,0 1-1 16,-2-1-4-1,0-1 4-15,2 0 0 0,0-2-3 16,-4-1 3-16,2 0 0 15,0 0 0-15,0-2 0 16,2-1 1-16,1 0 0 16,4 0 1-16,4-2 0 15,4-7 1-15,1-3-3 16,-1 2-3-16,1-1 3 0,-5 0 0 16,0 3-4-1,-2-2 4-15,-2 0 0 0,-4 1 1 16,-1-1 0-1,-1-2-1-15,-5 0 2 0,2 1-2 16,0 1 2-16,-3-1 0 16,3 0-2-16,-7 1 0 15,1-2-2-15,-2 2 1 16,-3-1 1-16,3 1 0 16,-4-1-4-16,-2-1 4 0,-1-1 0 15,-2-4 0 1,-3 4 0-16,-1-3 1 15,-4 4-1-15,-1-1 0 16,-2 1 2-16,-4-3-2 0,2 1 1 0,1-3 0 31,0-1 0-31,0-2-1 0,0-1 1 0,-2 0-2 32,-1-2 1-32,-4 0-3 0,1-2 3 0,-3 0 0 15,0-2 0 1,-2-2-3-16,-4-3 3 15,-2 0 0-15,-6-1 0 16,-2 1 0-16,0-3 0 0,-5-1 0 16,1-4 0-1,-1 1 0-15,-1-4 0 16,-6-1 1-16,0-3-1 0,-3 2 2 16,1-1-2-1,-1-1 0-15,6-2 0 0,-1-2 0 16,2-2 0-1,0-6 1-15,1 0-1 0,-3-3 0 16,2 0 0-16,-2-2 0 16,1-5 0-16,-1 0 0 15,-2 0 0-15,1-3 1 16,-2-4-1-16,-1-5 1 16,-3-1-1-16,-1 1 18 15,-1 0 1-15,-2 4 1 16,-2-2-15-16,1-3-3 15,-2 0-2-15,1-2 0 0,3-4-1 16,-2-2 1 0,-1-3 0-16,-2-2 1 0,0-4 0 15,-1-1-1 1,1 1 0-16,1 2 1 0,1 4-2 0,1 0 2 0,2 0 3 0,2-1-4 31,-2-1 4-15,4-3 1-16,-2 2-5 15,-2-6 8-15,2-2-7 16,0-1-1-16,0 3 0 16,-1 2 1-16,-2 8 0 15,2-1 2-15,-3 1-3 0,-2 1 0 16,-2-2 1-16,-1 7-1 16,0 0 1-1,0 3-1-15,-9-2 0 0,-2-1 0 16,-2 6 4-16,-1-1 1 0,-1 8 0 31,-1 1 5-31,2-2 3 0,2 3-12 16,-1 1 2-16,0-3 0 15,-3 3-3-15,0-1 1 16,-1 5 0-16,-1 1 6 16,-1 3-5-16,-2 1 3 15,2 0 0-15,-4 2-3 0,1 2 0 16,-2 4 0-16,2 2-1 0,-2 0-1 31,-3 2 0-31,3-2 0 16,-1 1 0-16,4-3 0 0,0 2 0 15,0 0 0 1,5 4 0-16,-2 1 0 0,1 2 3 16,-2 5-3-16,1 0-1 15,-1 1 1-15,-1 1-1 16,2-1 1-16,-1 3 0 15,2-1-1-15,1 1 1 16,3 1 0-16,-1 3 6 0,4 3-6 16,1 3 0-16,-1 2 1 15,0-1 0 1,1 1-1-16,1 1 0 0,-1-2 0 16,0 1-3-1,-5-1 3-15,1 0-2 0,-2 0 5 16,-3 0-4-16,-3 2 2 15,-6-2 1-15,-7 4-1 16,-14 3 5-16,-19 3-6 16,-20 10-3-16,-29 4 1 15,-35 11-9-15,-54 21-97 16,-73 5-248-16,-87 3 356 16</inkml:trace>
  <inkml:trace contextRef="#ctx0" brushRef="#br0" timeOffset="3602.07">22516 10426 860 0,'0'0'80'0,"0"0"-80"0,0 0 0 16,0 0 5-16,0 0 74 15,0 0 15-15,0 0-41 0,-17-26-48 16,-9 20 11 0,-17 5-10-16,-19 1-6 15,-11 0 0-15,-12 10 0 0,-7 4 1 16,-7 0 0-1,-2 2-1-15,1 2 0 16,4-1-1-16,7 4 0 0,7 4 1 16,-2 3-1-1,-1 4 1-15,-4 8 0 0,-7 6-1 16,-4 4-1-16,5 2 2 16,7-2 1-16,19-4 1 15,17-6 13-15,16-2 26 16,12 1-14-16,9 4-16 15,0 3-9-15,2 7 6 16,-6 3-2-16,-1 4 0 0,-5 5 6 16,-1 4-1-1,4 8 1-15,2 5-5 16,7 6-3-16,6 3 7 16,5 2 2-16,2 6-5 15,0 2-3-15,0 1-3 0,3 0 4 16,-3 1 3-16,0 0-2 15,0 6 2-15,0 0 6 16,0 2-6-16,0-3-6 16,0-1 0-16,0-1 1 15,0-1-2-15,0-1-2 16,0-1 0-16,-3-1 1 16,-2 1 1-16,1 4 3 15,-2 2-3-15,2 0 5 16,-1 0-1-16,1-5 0 15,-2 0 2-15,1-7-7 16,0-4 0-16,0-6 0 16,4-6-1-16,1-4 0 0,0-3 2 15,0-5-1 1,6-6-1-16,10-2 0 0,9-6 0 16,8-6 1-16,9-3 0 15,5-7 1-15,4-2-2 16,3-5-1-16,0-1 1 15,-1-5-3-15,1-3 2 16,1-3 1-16,3-2 0 16,4-1 0-16,0-3 0 15,1-2 1-15,4 2-1 16,-3-1-2-16,1-1 2 16,-4 1-1-16,-5-2 2 15,1 0 0-15,0-1-1 16,4-2 0-16,4-2 1 15,9-4-1-15,2-2 1 0,-5 0 2 16,1 0-3-16,-2-9 0 16,2-2 3-16,2 0-3 15,-4 1-2-15,-4 1 1 16,-5 2 1-16,-6 3 1 16,-1 2-1-16,0 0 1 15,1 2-1-15,2-2 0 16,-1 0 1-16,2-2-1 15,-2-2 1-15,2-5-1 16,0-3 1-16,2-4 1 16,-2-3-2-16,-6 1 0 0,-8 4 0 0,-9 2-3 15,-6 4 3 1,-6 1 1-16,-2-2-1 16,-3-2-1-16,0-4 1 15,-1-5-2-15,0-8 1 16,0-9 1-16,2-11-2 15,2-6 2-15,-1-3 0 16,0 2-1-16,3-2 0 0,-4 0 1 16,2 3 0-16,0-1 3 15,-6 1-3 1,0 0 0-16,-3-1-1 16,-3-2 1-16,-2-3 2 15,-4-6-2-15,-3-4 0 0,0-7 0 0,0-6-1 16,2-6 2-1,-1-7-1-15,2 1 0 16,2 2 0-16,-1 8 0 16,-1 5 0-16,-1 4 6 0,-2-1 5 15,0 2-6 1,0-5-1-16,-6-1-3 16,-2-7 2-16,2-4-2 15,0-5-1-15,0-7 0 16,0-3-1-16,2-3 1 15,-1 5 2-15,2 3-2 0,2 7 1 16,-1 6 7 0,2 0 15-16,0-2-19 0,0 3-3 0,0-2-1 15,-7 2 0 1,-2 2 2-16,-3 2-2 16,-6 5 0-16,0 4 0 15,-7 1 1-15,-4 3-1 16,-3 1 0-16,-4 2 0 15,-3-3-1-15,3 0 1 16,0 4 0-16,1 1 0 16,0 5 2-16,-1 6-1 0,-4-2 0 15,0-3 0 1,-4 1-1-16,-3 4-2 16,-4 8 0-16,-6 9-3 15,-11 7 5-15,-11 5-2 0,-12 5-1 16,-13 3 1-1,-6 5 2-15,-3 5-1 0,9 3-5 16,11 4 1-16,22 3-20 16,20 0-72-16,19 0-45 15,16-4-134-15,16-6-136 16</inkml:trace>
  <inkml:trace contextRef="#ctx0" brushRef="#br0" timeOffset="5510.8">25821 7961 733 0,'0'0'64'0,"0"0"-63"0,0 0-1 16,-102-62 12-16,66 44 8 15,-4 0-7-15,-2 1 13 16,2 1 36-16,-2 4-21 15,-5 3-18-15,-10 3-5 0,-9 5-16 16,-12 1-1 0,-13 0 3-16,-11 0-2 15,-9 0 5 1,-8 7-4-16,-10 4 7 0,-8 5 2 16,-2 5-10-16,2 3 0 15,11 1-2-15,15 1 0 16,11 3 27-16,8 3-15 15,8 1-3-15,2 2 0 16,0 5-1-16,6 1-1 16,7 1 0-16,4 0 3 15,9 0 4-15,6-2-4 0,5 1-1 16,5 2-5-16,7 2 3 16,9 0 18-16,3 7 0 15,3 3-24-15,6 2 5 16,-1 4-2-16,2 6 2 0,-3 6-4 0,-3 5-2 31,-2 5 2-31,-1 6 4 16,-5 7-4-16,1 7 7 15,-1 2 3-15,5 5-4 0,5-3 5 16,12 3 10-16,3 0-4 16,0 1-8-1,16-1 10-15,0 3-6 16,-2 9-10-16,-3 1-1 0,-7 1 6 15,-4 2-9 1,0-4 0-16,-1 3 0 0,-11-2 0 16,0-6-1-16,6-1 0 15,3-2 2-15,3 2-1 16,0-1 5-16,0-2-4 16,0-4 8-16,0-6-6 15,0-2-3-15,0 2-1 16,0-3 1-16,0-1-1 0,0-1 0 15,3 1 2-15,3 4-2 16,2-1 0 0,2-2 0-16,-1-2-1 0,-1-5 1 15,-4-3 1 1,0 0-1-16,-1-6 0 0,3-3 0 16,3 2 0-16,3-3 0 15,0 1 0-15,3 3 0 16,1 2 1-16,2 0 0 15,0 3-1-15,3-5 0 16,-3 2 0-16,5-1 1 16,-4-2-2-16,-1-4 1 15,4-2 0-15,2-5-1 16,3-3 1-16,1-2 0 16,3-2 0-16,2-1 0 0,5-3-4 15,5-2 4-15,12 0 0 16,9-6 1-16,11-4-3 0,7-4 2 15,6-7 0-15,3-4 0 16,3-9-2 0,2-3-10-16,-1-7 1 15,5-7 6-15,3 0 5 16,3-8 1-16,6 0-1 16,1-6-2-16,2-13-4 15,4-9-6-15,1-6-17 16,-2-5 8-16,-7-8 9 15,-2-3 8-15,-3-7 4 0,-9-1 2 16,-4-2-2-16,-11-8-2 16,-8-6-1-1,-5-9 2-15,-6-12 0 0,-5-11 1 16,-6-8 0-16,-9-11 0 16,-4-11 0-16,-3-5 0 15,-9-1 2-15,-2-2-1 16,-2 1 23-16,-8-3-13 15,-4-7-6-15,-6-6-3 16,-5-14-2-16,0-8-2 16,0-6 0-16,-12-7 2 15,-7-6 1-15,-2-6-1 16,-2-2 4-16,-1 6-2 16,-4 9-1-16,-3 9 2 0,-5 8-2 0,-4 6-1 15,-8 2 1 1,-6 9 50-16,-5 7-39 15,-6 6-6-15,-5 13-6 16,-4 5 1-16,-1 12-2 16,-1 16 0-16,4 16-2 15,2 19 0-15,-6 16-11 16,-3 17-28-16,-12 14-34 16,-15 14-152-16,-13 4-455 15</inkml:trace>
  <inkml:trace contextRef="#ctx0" brushRef="#br0" timeOffset="7152.36">22112 13066 697 0,'0'0'255'0,"0"0"-255"0,0 0 0 16,0 0 30 0,0 0 35-16,0 0 3 15,4-2-17-15,-4 0-18 0,3 2-17 16,5-3-4-16,6 1 26 15,12-2 23-15,7-2-19 16,9-1-7-16,8-1-7 16,5-2-3-16,5 2-2 15,2 2-13-15,3 0 3 16,0 0 3-16,6 1 1 16,0 1 1-16,5 0-6 15,2-4-2-15,2-2-1 16,-2 0-3-16,-3 2-3 15,-8-2 2-15,-7 0-5 16,-10 1-2-16,-13 1 1 16,-7 1 2-16,-9 1-2 15,-7 3 1-15,-7-1-2 0,-5 3-1 16,-2-4-36-16,0-1-6 16,-3 0-64-16,-15-2-151 15,-8 1-59-15,-4-1-57 16</inkml:trace>
  <inkml:trace contextRef="#ctx0" brushRef="#br0" timeOffset="8879.58">22112 11774 198 0,'0'0'98'0,"0"0"-32"15,0 0 38-15,0 0 9 0,0 0-35 16,0 0-21-16,-26-28-15 15,25 25 27-15,1 2-1 16,0-1-16-16,-2 2-11 16,2 0-14-1,-1-1-6-15,1 1 0 0,0 0-7 16,0 0-4-16,0 0-10 16,0 0-1-16,12 4 1 0,4 11 10 0,5 1 38 31,0 1-39-31,4 0 3 15,1-3-8-15,0 1 6 16,3-3 5-16,1-2-4 16,2-3-3-16,3 3 1 15,4-2-4-15,5-2 4 16,1 1 1-16,3-3 7 16,-3-2-11-16,4-2 1 15,-1 0 6-15,2-2-1 16,-5-10-7-16,0-1 1 15,-8-3-1-15,-6 2-1 0,-2-3 0 16,-5-1 4-16,-5-2 9 16,-3-1 17-16,-3 1 11 15,-7-2-21-15,-2 2-1 16,-4-1 24-16,0-4-12 0,0-5-31 16,0-1 2-1,-6-1-4-15,-6-3 1 0,-4 0-1 16,-2 0 4-1,-5 1-6-15,-2 1 0 16,-2 2 0-16,0 4 0 0,-8 2 1 16,-3 4 1-16,-5 6-2 15,-6 3-2-15,-5 5 2 16,0 5 0-16,-6 2 0 16,-2 0 2-16,-10 7-2 15,1 7 0-15,2 4 1 16,5 1 1-16,3 3-1 15,1 3-1-15,-6 2 5 16,4 5-4-16,3 0-1 0,9 4 2 16,15-1 7-1,10 5 0-15,9-1-6 16,4 2 2-16,7 0 7 0,5 0 0 0,0 3 8 31,12-3 1-31,12-2 11 0,9-5-2 16,7-7-19-16,7-5-3 15,6-6 1-15,1-5-2 16,-5-5-5-16,-4 0-4 16,-8-6 0-16,-4 0-79 15,0 0-114-15,-5 0-67 16,-1 0-220-16</inkml:trace>
  <inkml:trace contextRef="#ctx0" brushRef="#br0" timeOffset="11887.67">24806 12600 562 0,'0'0'205'16,"0"0"-205"-16,0 0-9 15,0 0 9-15,0 0 108 0,0 0 1 16,0 0-59 0,6-3-11-16,-6 2 8 15,0-4 10-15,0 1-26 16,0-2-31-16,0 1 8 16,0-3 4-16,-6 1-3 15,0 0-8-15,-1 0 3 16,-2-1 10-16,-3 1 8 0,-2-2-7 15,-3 2 22-15,-2 0-31 16,-1 0-6-16,-1 0 4 0,0 2 6 31,-5-2-9-31,-2-1 4 16,-6 1-3-16,-2 1-1 0,-4 2 3 16,0-1 2-16,-1 2 3 15,-3 1-2-15,3 1 12 16,-1 1-5-16,-1 0-7 15,3 0 11-15,-1 0-14 16,0 0 8-16,2 0 6 16,3 7 14-16,2-1-19 0,1 2-6 15,0 1-1 1,-4 1 5-16,0 0-5 16,-1 4-1-16,1-2 4 0,3 2 5 15,2 1-3-15,2-1 6 16,5 4 3-1,0 1-2-15,4-3 4 0,4 2-1 16,0-1-18-16,2 1 4 16,1 3-4-16,2-2-1 15,2 4-1-15,0-2 7 16,0-1-6-16,3 1 0 16,-2 1 1-16,3 0 0 15,2 3 7-15,1-4 0 16,1 0-7-16,2-2-1 15,0 1-2-15,0 2 1 16,5 0 3-16,4 3-1 0,2-2-1 16,0-1 3-1,4 0-1-15,0 0-2 0,4 1-2 0,-1-3 1 32,1 1 7-32,4-1-8 0,-4 0-2 15,5 1 2-15,-2-1 0 16,4 1 0-16,-4-2 1 15,4 0 0-15,2-1-1 0,2-1 0 16,3-1 1 0,1-2-1-16,3-2 6 15,3-2-4-15,-1-4 1 16,3-1 0-16,0-4-2 16,1-1 1-16,6 0 0 15,1-3 1-15,2-6-1 16,0-3-1-16,-1 2 0 15,-2 0 0-15,0-4-1 0,-4 1-5 16,-3-1 5-16,1 0-1 16,-4-1 1-16,3-1-1 15,1-1-2-15,-3 0 3 0,-4 1-1 16,-6 0 0 0,-5 1-3-16,-6 1 2 15,-3-1 1-15,-3 1 0 16,-4 0 1-16,0-4 0 15,-2 1-1-15,4-5-1 16,1-6-7-16,-2-1 6 16,5-1 3-16,-3 0 0 15,-2 4-1-15,-4 0 1 0,-4 2 0 16,-2 2 0-16,0-5 0 16,-3 0-2-16,-9-1 2 15,0-5 0-15,-2 2-2 16,-2 0 2-16,0 4 1 15,-4-2 0-15,0 3-1 16,-2 3 1-16,0 1-1 16,-3 4 3-16,-2 4-1 0,-1 0-1 15,-4 3-1 1,4-1 1-16,0 1 0 16,5 1 1-16,1 1 1 15,1 2-3-15,1 3 2 16,-2 2 1-16,0 2-2 15,-3 0-1-15,2 0 0 0,1 1 0 16,1 4-3-16,4 1-3 16,1 0 5-16,-1 1-9 15,4-1-41-15,0 0-14 16,1-4-17-16,4 4-38 16,-4-2-25-16,1 0-48 15,-6-2-168-15</inkml:trace>
  <inkml:trace contextRef="#ctx0" brushRef="#br0" timeOffset="13483.73">24897 11386 745 0,'0'0'0'0,"0"0"-4"0,0 0 4 16,0 0 12-1,0 0 35-15,0 0 31 16,-21-51-39-16,17 44-2 16,-7-2 4-16,-1 2-2 15,-4-1 16-15,-5 1-45 16,-3 2 8-16,-4-1-4 15,-2 0 4-15,-1 1-6 0,-1-1-7 16,-4 2 7-16,-5-1 12 16,-2 4-12-1,-10-1 3-15,-1 2-6 0,2 0-3 16,2 0 3 0,9 0 9-16,4 0-1 0,-2 0 14 15,5 0 0-15,-2 0-19 16,0 0-9-16,-3 0 16 15,-5 3-13-15,-1 9-3 16,-3 0-1-16,0 4 2 16,2-1 1-16,4 1 4 15,4-1 5-15,5-2 5 16,3 1-6-16,2 0 3 16,1 0 3-16,0 3 1 0,5-2-9 15,0-1-9-15,5 4-1 0,1 0 7 16,5 2-4-1,2-1-2-15,4 5-2 16,2 1 0-16,3 1 10 16,0 2 5-16,0-2-13 15,9 1 4-15,5-2 4 16,4 4-6-16,2-1-1 16,0 1 1-16,2 1 1 15,1 0-2-15,-4 2 0 16,4-2-2-16,0 2 0 15,4-3-1-15,3-1 0 16,4-3 4-16,2-4-4 0,5-2 2 0,3-6 1 31,1-1-2-31,6-4 1 16,-2-3-1-16,3-5 1 0,3 0-1 16,2 0 1-16,6-1 1 15,4-12-2-15,3-4 2 16,5-2-3-16,-5-3-2 15,0-2 2-15,-1-1 0 16,-5-1 0-16,-6 3-3 16,-7-2 3-16,-11 1 0 0,-9 2 0 15,-1-3 0 1,-6-3 0-16,-2-1 0 16,-2-3 1-16,-2 0-1 15,-6-1 0-15,-2-6 1 16,-6 0-1-16,-4-2 0 15,0 1 3-15,-7 3-3 0,-11 3-1 16,-4 3 1-16,-2 3 1 16,-5 3-1-16,0 2 2 0,-6 2 0 15,-3 4 0 1,-4 2-2-16,-6 0 0 16,2 7 0-16,-2 2 0 15,2 2 1-15,-2 4 0 16,2 0-1-16,3 0 0 0,7 0 1 15,8 4-1 1,8 0-7-16,4 3-4 16,2-2-88-16,4 1-43 0,5-2-43 0,1-2-54 15,2-2-142 1</inkml:trace>
  <inkml:trace contextRef="#ctx0" brushRef="#br0" timeOffset="14656.9">24648 10457 599 0,'0'0'0'0,"0"0"1"0,0 0 3 0,0 0 42 15,0 0 48-15,0 0-18 16,-52-83-23-16,37 66 35 0,0 0-57 15,-3 2-16 1,-4-1-8-16,-1 1 5 16,-5 1 7-16,-2-1-3 15,-3 3-6-15,2-3 7 0,-2 3 16 16,-3-1-16-16,1 3-8 16,-3 2 11-1,2 4-12-15,2 2 10 16,-2 2-11-16,1 0 20 0,-1 0-19 15,0 10 8-15,1 4 12 16,3 2-10-16,2 2-6 16,3 3-10-16,3 1 8 15,0 3 0-15,-1 4-7 16,1 3 7-16,3-1 17 16,6-1-4-16,2 1-14 15,5-2 12-15,4 2 4 16,1-2-20-16,3 4 6 15,0-2 2-15,0 1-6 16,12 3 5-16,4 1-2 16,2 2 4-16,1-3 6 15,2-2-10-15,-1-1-4 0,2-1-5 16,3-2 5-16,2-1-5 16,6-4 2-16,0-3 0 15,4-4-2-15,8-1 0 16,-2-4 2-16,4-1 1 15,0 2-3-15,-2-7 1 16,4-2-2-16,3-4 1 0,7 0 2 16,2 0-2-1,1-14-1-15,1-6-1 0,3-3 1 16,3-7 0-16,-1-4-2 16,4-3 2-16,-11 0 0 15,-12-2 1-15,-11 0 1 0,-10 0-2 16,-7-2 1-1,-4 1 0-15,-6-4 0 0,-6-1 0 16,-5-1-1-16,-2-1 2 0,-19-1-2 31,-7 4 0-31,-3 3 0 16,-4 3-1-16,-2 5 1 16,-1 3 0-16,-5 7 0 15,-2 0 0-15,-4 3 0 16,-2 4 4-16,-1 1-4 15,-1 3 0-15,-4 2 4 0,-1 2 7 16,-2 6 2-16,-1 0-6 0,6 2-7 16,7 0 0-1,9 0-2-15,11 0 1 16,3 3 0-16,3 7-3 16,-1 5-2-16,-6 2-38 15,-2 7-63-15,0 1-85 16,-2-7-143-16</inkml:trace>
  <inkml:trace contextRef="#ctx0" brushRef="#br0" timeOffset="15179.06">24169 8997 275 0,'0'0'7'0,"0"0"-7"0,0 0-25 0,91 42-84 15</inkml:trace>
  <inkml:trace contextRef="#ctx0" brushRef="#br0" timeOffset="16097.87">24797 8960 690 0,'0'0'18'0,"0"0"-16"0,0 0 0 16,0 0 28-16,0 0 66 15,-91-72 28-15,70 58-80 16,-4-2-15-16,-5 4-12 15,-10 1 24-15,-5 2-21 16,-9 2 33-16,-7 3-36 0,0 0 4 16,-2 0 22-16,2 4-26 15,3-3 6 1,0 0 3-16,4 3-2 16,2 0 17-16,3 0-28 15,7 0 38-15,4 6-29 0,4 0-8 0,3 3-1 31,4 1-6-31,3 2 1 0,7 2-3 16,0 3 4 0,1 2-9-16,4 5 8 0,-1 1 1 15,5 4 1-15,2 0 2 16,4 1 5 0,2-2-8-16,0-2 0 0,0 1 17 0,3-4-22 15,5 1 1 1,-1 0 0-16,2-3 1 15,0 0-5-15,6 3 0 0,3-4 1 16,3-1-1 0,5-3 4-16,4-1-4 15,2-3 3-15,2 0-1 16,2-4 0-16,4-1-2 0,5-2 2 16,1 0-1-1,3-4 1-15,0 1-3 0,-1-1 2 16,1-1-2-1,5 0 2-15,2 0 1 0,3-9-3 16,2-7 0-16,1-2-1 16,-4-5 0-16,-5-1 1 15,-3-1 0-15,-3-1-3 16,-2-4 3-16,0-5 0 16,-2-3 1-16,-6-2-1 15,-13-5 3-15,-13 1-2 16,-11-5 2-16,-21-1-1 15,-21 1-1-15,-15 5 0 0,-16 6-1 16,-13 13-1 0,-25 17 1-16,-19 8-51 0,-25 17-217 15,-21 9-734 1</inkml:trace>
  <inkml:trace contextRef="#ctx0" brushRef="#br0" timeOffset="22311.41">21755 13734 365 0,'0'0'284'0,"0"0"-241"16,0 0-41-16,0 0 57 0,0 0 39 0,0 0-29 16,0 0-14-1,-21-65-1 1,15 57-16-16,-1-2 16 16,-1 3 20-16,1-3-41 15,-3-2-4-15,-3 1-1 0,-2-2-25 16,-4-1 13-16,-2-1-13 15,-1-2 4-15,-8-1-6 16,-2-1 2-16,-4 1-2 16,-6 1 6-16,-3 5-6 15,-7 2 7-15,-7 4 11 16,-5 6 9-16,-8 0-10 16,-5 0-4-16,-2 6 23 15,4 6-23-15,1 1 8 16,2 2-1-16,5 2 1 15,1 2 7-15,10-1-6 0,2 5-15 16,11 0 2 0,7 4 2-16,5 3 1 15,2 2 0-15,7 0-4 16,5 2 0-16,3 2-3 0,5-1 3 16,1 3 2-16,1-1 0 15,4-3-6-15,3-1 4 16,0 0 5-16,0 0-8 15,0-1-4-15,6 3 4 16,3 2-1-16,-2-1-1 16,2 0 5-16,6-3-8 15,-1-2 5-15,3-3-5 16,3-4-1-16,4-3 3 16,2-1 1-16,4-5-3 15,3-1 1-15,5 0 1 16,5-4 2-16,-2 0-2 0,4-1-3 0,-2 0 1 15,-2-3 0 1,2-1-1-16,-3-3-2 16,1 0 2-1,3-2 1-15,1 0-1 0,4 0 2 16,1-8 0-16,-1-2-2 16,1-3 2-16,0-6-2 15,3-2 2-15,1-3-1 16,-3 1 0-16,-3 2 1 15,-11 4-1-15,-4 1 0 16,-6-1 0-16,-4 1 1 0,0-1-2 16,-5-4 2-16,-2 0 2 15,-1-4-1 1,0-4-1-16,-3-3-1 0,2-3-1 16,-1-4 2-16,-3-1-1 15,-4 1-1-15,-2 0 1 16,-4 3 2-16,-1-1-1 15,-20 1-2-15,-1 3-1 16,-6 0 1-16,-1 3 2 16,0-1-2-16,-3 1-2 15,-2 5 2-15,-2 5-1 16,-1 2-1-16,-6 5-1 0,-1 8 1 16,-1 5-3-1,-1 0-4-15,1 10-49 16,1 11-35-16,6 4-41 15,4 4-52-15,3 1-44 0,4 3-83 16</inkml:trace>
  <inkml:trace contextRef="#ctx0" brushRef="#br0" timeOffset="23982.86">23002 14314 725 0,'0'0'165'16,"0"0"-161"-16,0 0-4 15,0 0 74-15,0 0 12 0,0 0-5 0,0-10-41 32,0 6-19-32,0 0 27 15,0-2-4-15,-1-1-13 0,-8 1-13 16,-4 1 3 0,-3-1 4-16,-4-1-15 15,-4 0-5-15,-3 0-2 16,-4 1 1-16,-4 1 5 0,-5 0-5 0,-6 1 1 15,-2 0-4 1,-3 1 4-16,-1 1 1 16,1 2 19-16,-2 0-6 15,-1 0-9-15,-4 0 0 16,-5 0-2-16,-2 15-4 16,-4 3 0-16,-1 4-3 15,2 3 2-15,2-1-3 0,7-3 10 16,7 3-8-1,9-2 4-15,7 1 0 16,9 3 3-16,6-3 0 16,2 4 6-16,7 1-2 0,3-3-8 15,3 0-1-15,5 2 8 16,-1-2-1 0,2 0-3-16,0 0-6 0,0 2 9 15,0-2-4-15,2 0 20 16,11-2-12-16,3-2-12 15,7 0 6-15,2-2 1 16,3 0-5-16,5 3-1 16,4-2-1-16,2 3 0 15,7-1 1-15,1-3-4 16,0 1 7-16,4-4-3 16,3 0 6-16,4-4 4 15,2-3 0-15,1-5-9 16,0-2 2-16,0-2-3 15,0 0-3-15,2-4 4 0,-3-11-4 16,-1-1 5-16,-2-4-1 16,-3-4 4-16,-3-3-3 15,-2-5 3-15,-4-1-1 16,-5-2 2-16,-3-1 0 16,-6-3-2-16,-6-3-5 15,-9-4 3-15,-10-1-1 0,-6-3-2 16,-11-1 1-1,-23-1-4-15,-14 6-1 0,-13 12-1 16,-11 11-1-16,-13 15-4 16,-13 8 3-1,-14 8-50-15,-18 20-117 16,-16 5-319-16</inkml:trace>
  <inkml:trace contextRef="#ctx0" brushRef="#br0" timeOffset="41337.86">5227 17033 700 0,'0'0'118'0,"0"0"-114"16,0 0 30-16,0 0 67 0,0 0-19 16,0 0 16-1,0 0-23-15,-28-46-8 16,25 43-36-16,-2 0 9 16,0 2-3-16,2 0-6 15,0 1 20-15,-2 0-19 16,1 0-18-16,-4 8-12 0,5 7-2 15,-4 7 4 1,7 3 3-16,0 2 1 0,0-1-2 16,7 1-2-1,10-1 4-15,3 0-2 0,7-1-2 16,3 0-1-16,3-5 0 16,4-4 2-16,5-4-2 15,6-1 0-15,3-3-1 16,5-2 1-16,4-2-2 15,1-4 1-15,2 0-2 16,1 0-3-16,2-10 3 16,2-8 1-16,2 0 0 15,2-5-2-15,-2-2 2 16,-1 1-2-16,-2 2 2 16,-6 6-1-16,-3 3 2 15,-6 3-2-15,-4 4 0 16,-2 0 1-16,-4 2-1 0,0 4 1 15,-2 0-1-15,5 0 0 16,1 6 0-16,7 8-2 16,3 8 1-16,5 6-2 15,-1 6 1-15,-2 4 1 16,-1 5-3-16,-6-1 4 16,-5 1 0-16,-7 3-2 15,-8 0 1-15,-7-1 1 16,-9-3 0-16,-5-2-1 15,-5-8 1-15,-4-8 1 0,-1-3-1 16,0-11 1 0,0-2-1-16,0-8 3 0,0 0 2 15,-1 0-5-15,-10-17-2 16,1-9-6-16,5-10 0 16,5-3 3-16,0-4-6 15,0 3 2-15,11 3 5 16,4 1 4-16,5 0-2 15,5 1 2-15,6 0 0 16,6-1 0-16,2 6 0 0,1 0-1 16,3 4 1-1,-1 8 0-15,3 3 0 16,4 9-3-16,3 5 1 16,1 1 2-16,3 0 0 0,6 7 4 15,2 8-3-15,7 0 8 16,4 1 1-1,4 0 5-15,-3-3-4 0,1-2-2 16,-3-1 0 0,-3-1 3-16,1-2 7 0,-8-2-5 15,-10-4 10-15,-5-1 2 16,-7 0-2-16,-9-3-4 0,-8-12 0 16,-6-4 15-1,-5-7 2-15,-1-8-5 16,-7-4-15-16,-4-3-8 15,-2 1 2-15,0 2-8 0,-14 3-1 16,-7 5-2 0,-10 12-29-16,-15 18-94 15,-27 5-281-15</inkml:trace>
  <inkml:trace contextRef="#ctx0" brushRef="#br0" timeOffset="43487.61">5078 16052 576 0,'0'0'23'15,"0"0"-22"-15,0 0 0 16,0 0 11-16,0 0 37 16,0 0 8-16,0 0 7 15,0-62-18-15,0 55 15 16,0 3 3-16,0-2-3 16,0 2-18-16,-1 0-14 15,-4 0-4-15,-5-3 0 16,1-1-19-1,-6-1-4-15,-6-1-1 0,-6 1 0 16,-4 2 5-16,-8 2 13 16,-4-1-10-16,-5 4-7 15,-6 0 2-15,-4 2 1 16,-6 0 13-16,4 0-16 16,1 2 12-16,1 9 3 15,2 3-4-15,4 4 19 16,3 3-2-16,4 3-8 15,9 2 2-15,3 4-10 16,8 3 1-16,3 4 0 0,1 3 3 16,9-1 1-16,0 0-2 15,0 1-2-15,6 1 0 16,-2 0-6-16,0 1-1 16,2 0-2-16,1-1 2 15,5-4-3-15,0-3 1 16,0-3 1-16,2-2-1 15,11 0-1-15,2-1 4 0,3-3-1 16,0 2 2-16,3-4-3 16,1-4-1-16,-1 1-1 15,4-4-2 1,5 1 0-16,6 0 7 16,0-2 8-16,5 2-11 0,-2-5-4 15,0-1-1-15,1-2 0 0,-1 0 1 16,0-3-2-1,7-2 1-15,-4 1-1 16,3-4 2-16,1 3-3 16,-7-2 1-16,0 0 0 15,1-2-1-15,-3 0 1 16,2-3 2-16,1-9-2 16,-1-8 7-16,4-3-6 15,2-3 0-15,-2-11 2 16,-1-1-2-16,-3-3-1 0,-3-6 1 15,-5-2 0-15,-1-4-1 16,-8-3 4-16,-4 0-5 16,-6 0 1-16,-12 3 2 15,0-1-1-15,-13-2 0 16,-14-5-1-16,-9-1-1 16,-3 3 1-16,-5 10-1 15,-3 7 0-15,-5 12 0 16,0 8-1-16,1 10-3 15,-6 9 2-15,-1 3-6 16,5 3-11-16,6 19-83 16,11 8-78-16,8 2-140 15,10 4-374-15</inkml:trace>
  <inkml:trace contextRef="#ctx0" brushRef="#br0" timeOffset="45167.87">10064 15985 304 0,'0'0'571'0,"0"0"-568"15,0 0 1 1,0 0 14-16,0 0 67 16,0 0-37-16,-33-58-5 0,22 47-20 0,-3-1-7 31,1-3 20-31,-4-1-5 15,-2 1-14-15,-4-2-14 16,-2 0 12-16,-6 1-6 16,-4 4-5-16,-5 2 1 15,-5 4 18-15,-4 5-2 16,-2 1-4-16,-4 0-10 16,0 5 8-16,3 5-12 15,1 0 8-15,-1 1 0 16,1 1-2-16,5 1-4 0,0-1 2 15,4 4 0 1,3 0-3-16,-1 4 6 0,3-1 1 16,5-1-3-16,1 0-5 15,4 0 4-15,4-2 3 16,3 0-3-16,2-2 1 16,7 0-1-16,-2 4 7 15,-2 6-8-15,3 1 2 16,-3 2 0-16,2 3 4 0,-2-1-4 15,3-1 11-15,1-2-4 16,1 0-13 0,4-3 6-16,-2 3 7 15,2 0-7-15,-1 1-2 0,4-1 2 16,2 1-4-16,1-3 3 16,0 0 1-16,0 1 1 15,3-2-6-15,7 1 2 16,-1 2-2-16,3-4-3 15,1-1 4-15,1 2 3 16,2-2-6-16,1 0 11 16,0 0-5-16,-1-1-7 15,-2 2 6-15,0-2-5 16,2 1 0-16,-2 1-1 16,3-4 1-16,3 1 0 0,4-5 1 15,4 1 0 1,2-2 0-16,7-4 0 0,5-1-2 15,3-3 6-15,5-2-3 16,7-1-1-16,-1-2-2 16,2 0 1-16,-2 0-2 15,-2 0-1-15,-2 0 2 0,2 0 0 16,1 0 0 0,2-7 0-16,-4-2 0 15,-2-5 1-15,-3 1-1 16,0-4 1-16,1-3 2 15,-4-2 0-15,-2-2-2 16,-1-2 0-16,-3 0 0 16,-2-1 0-16,-1 0 0 0,-5-1 0 15,2-2 0-15,-5-3 1 16,-4-1 1-16,-1-6-2 16,-6-3 2-16,-3-3-1 15,-2-5-1-15,-11 0 1 16,-1-5 0-16,-3-5-1 15,-18-1-2-15,-10-1-1 16,-5 5 2-16,-8 12 5 16,-7 6-5-16,-6 12 0 15,-3 8 14-15,-5 8-13 16,-10 12-1-16,-9 0-10 0,-18 32-92 16,-13 17-133-1,-19 19-354-15</inkml:trace>
  <inkml:trace contextRef="#ctx0" brushRef="#br0" timeOffset="53931.74">4821 5492 562 0,'0'0'93'0,"0"0"-25"16,0 0 5-1,0 0 22-15,0 0-5 0,0 0 27 16,0 0-35-16,-58-28-42 16,57 28-10-16,-1 0-19 15,-2 0-11-15,1 11-4 16,0 6 3-16,3 2-1 16,0 4 0-16,13 2 2 0,5 1 2 15,5 2 0 1,2-1 0-16,3 0 7 15,2-2-6-15,3-2 6 0,0-8-4 16,3-5 1 0,4-8-1-16,6-2-3 15,5-2-1-15,6-12 7 16,4-2-7-16,-3 5 4 16,2 5-5-16,-7 6 3 15,-8 0 0-15,-3 13-2 16,-11 7 3-16,-10 4 20 0,-8 4-11 15,-13 3 0-15,0 5 16 0,-10 0-11 16,-11 0-12 0,-3-6-2-16,-1-4-3 15,4-8 0-15,-3-8 1 16,3-7-2-16,-4-3 3 16,1-8-3-16,0-20-4 15,5-9-4-15,5-8-18 0,1 0 19 16,10-4-2-1,3 2-5-15,0 1 10 16,16 3 0-16,10 4-2 16,11 8 3-16,5 6 3 0,4 11 0 15,3 5-2 1,0 6 2-16,-2 3-9 16,-3 0 7-16,1 6-1 0,4 7 2 15,1 3 0-15,5-1-1 16,3 0 2-16,-4 1 1 15,-3-3-1-15,-4-6 0 16,-8-7 0-16,-4 0 0 0,-9-12 3 16,-2-19 5-1,0-8 16-15,-4-9 14 16,-4-2 5-16,-7 4-6 0,-8 5-5 16,-1 8-1-16,-4 10-24 15,-11 6-6-15,-6 7-1 0,2 10-39 31,-1 0-108-31,1 14-105 0,-3 4-175 16</inkml:trace>
  <inkml:trace contextRef="#ctx0" brushRef="#br0" timeOffset="83631.37">16029 2539 623 0,'0'0'76'0,"0"0"-54"15,0 0 18 1,0 0 46-16,0 0-16 0,0 0 29 16,0 0-55-16,0 0-15 15,-21-29 16-15,18 21-23 16,0 4-5-16,-1-2-9 0,-1 0 0 16,2-1-6-1,-3 3-2-15,0-2 0 0,-3 0 0 0,-4 1 0 31,-4-1 0-31,-2 2 2 16,-3 1-1-16,-2 0 1 16,1 3 2-16,-4 0 0 0,-1 0-4 15,0 2 2 1,0 5-2-16,2 1 7 16,5-1 4-16,-1 2-3 0,-2 4 19 15,-1-1-14 1,-2 5-4-16,3 4 5 0,-2-2 7 15,4 3-11-15,6 1 7 16,-2 1-1-16,3 1-4 16,5 3 0-16,-1 6-1 15,5-5 0-15,-1 2 0 0,2-2-7 16,2-2 8 0,-1 1-4-16,1-3 3 15,1 4-6-15,2-1 1 0,0 0-1 0,0-1-1 31,0-1 0-31,2-2-3 0,8-4 0 16,5 4-1 0,2-4 2-16,2-2 0 0,-1-3 0 15,3-1-2-15,1 0 0 16,0-1 0-16,2 1 0 16,0-3 2-16,0 1-1 15,1-2-1-15,1 0-1 16,-1 0 0-16,2 2 1 15,-2-2 1-15,2 0-1 16,-3-2 0-16,3 1 0 16,0-5 1-16,3 0-1 15,1-3 0-15,-1-1 2 16,-2 0-1-16,-1 0 0 16,-3 0-1-16,1-4 0 15,0-5 2-15,1-3-1 0,3-1 1 16,-1-4-1-1,0-3 1-15,0-2 0 0,-2 0 0 16,-3-3-1-16,-6 3-1 16,-4 2 1-16,-2-3 0 15,-5-1 2-15,0-4 1 16,1-5-3-16,-4-4-1 16,0-4 0-16,-3 0 0 15,0-3 2-15,0 1-2 16,-1-4 0-16,-11 0 0 0,-3-1 1 15,-7 0-1 1,-7 5 0-16,-7 1 0 0,-9 12 1 16,-10 8 0-16,-9 11 5 15,-10 11-6-15,-6 0-4 16,-3 7-3-16,-2 19-57 16,-13 10-176-16</inkml:trace>
  <inkml:trace contextRef="#ctx0" brushRef="#br0" timeOffset="86772.36">16190 16140 492 0,'0'0'197'0,"0"0"-190"16,0 0 8-16,0 0 117 15,0 0 11-15,0 0-64 16,0 0 7-16,8 0-34 15,-7 0 12-15,-1 0 5 16,0 0-24-16,0 0-27 16,0 0 2-16,0 0-4 15,0 0-1-15,0 0-4 16,0 0 1-16,0 0-1 16,0 0-1-16,0 0 2 15,0 0 0-15,-6 0 7 16,-10-2-18-16,-5-3-1 0,-8-1-1 15,-5 1 0-15,-3-1 1 16,-2 1 0-16,-1-1 1 16,2 3-1-1,-2 2 0-15,4 1 0 0,1 0 0 16,-1 0 4-16,3 5 2 16,-6 7-5-16,-1 7 1 15,-5-1 6-15,-4 2-3 0,1 2 1 16,3-1 0-1,5 0 3-15,4 2 3 0,-1 2 6 16,3 0-17-16,-1 2 3 16,1-4 4-1,3 3 10-15,2-5-8 0,3-1-4 16,0 0 5-16,7-3-2 16,2-3 2-16,5 2-3 15,-1-1-6-15,4 3 1 16,0 1 2-16,1 0 2 15,4-2-2-15,0 3-1 16,2-3-4-16,1 3 6 16,1 0 1-16,0-1 12 15,0 3-8-15,0-2-5 16,1-2 1-16,11 3 0 0,2-1-3 16,3 3 3-1,3-3 1-15,5 1-3 16,-1 1 1-16,3 0-3 15,0 0 0-15,1-3-2 16,-1-1 1-16,0-2-1 0,3-3 0 16,1 0 0-16,5-2 1 15,4-3 1-15,5-2-1 16,4-1-2-16,-1-2 2 0,0 0-2 0,-3-2-1 0,-3 1 1 31,2-1 0-15,2-1 1-16,-1 0-1 15,4 0 2-15,-1 0-1 16,1-7-1-16,-1-4 2 16,-2 0-1-16,-1-3 0 0,-2 0 0 15,-3-1 2-15,-4 0-2 16,-3-1 1 0,-3 2-2-16,-2-1 1 0,2-2-1 15,-2 1 1-15,1 2 0 16,-6-4 0-16,0 3-1 15,-5-1 0-15,-2-3 1 16,-1-1 0-16,0 0 0 0,-4-3 1 16,-1-1-2-1,0-1 1-15,-4 0 0 16,0-4 2-16,-3-2-1 0,0 0-1 16,-1-3 0-1,-2 1 3-15,0 0-1 16,-5-4 8-16,-8-4-1 0,-5-1-6 15,-4-2-1-15,-4 2-1 16,-8 1-1-16,-5 6-1 16,-1 5 0-16,-8 8 0 15,-4 7 1-15,-9 10-1 16,-17 5-8-16,-13 7-4 16,-13 27-84-16,-10 14-202 0,-3 4-374 15</inkml:trace>
  <inkml:trace contextRef="#ctx0" brushRef="#br0" timeOffset="89293.57">4117 10050 1350 0,'0'0'17'0,"0"0"-17"31,0 0 29-31,0 0 50 16,0 0-11-1,0 0-8-15,0 0-19 0,-7 7-29 16,25 21 15 0,4 9 76-16,3 0-79 15,-5-1-12-15,1-3-3 16,-6-5-3-16,-2-6 2 15,-4-9-5-15,-3-5-1 16,-3-6-2-16,1-2 0 0,-4 0 4 16,0-10 8-16,-19-13-12 15,-12-11-2-15,-4-1-11 16,-2-2 0-16,2 1-21 16,9 5 29-16,4 4-2 0,7 5 4 15,9 5 3-15,1 0 1 0,5-3 1 31,0-4-2-31,0-7 2 0,11-3 0 16,8-3 2 0,5 0-2-16,0 2 4 0,0 3-5 0,1 5 0 31,-4 5 0-31,-4 9-1 16,-6 6-5-16,-3 1-61 15,-2 6-98-15,-3 0-47 0,0 1-69 16,-3 18-65-16</inkml:trace>
  <inkml:trace contextRef="#ctx0" brushRef="#br0" timeOffset="89496.65">4158 10050 894 0,'0'0'271'15,"0"0"-260"-15,0 0 1 0,0 0 123 16,0 0-1-16,0 0-35 0,91-75-54 15,-66 44-22 1,3-1-20-16,-8 6-3 0,2 5-16 16,-7 7-100-1,-6 14-91-15,0 0-100 16,-9 28-118-16</inkml:trace>
  <inkml:trace contextRef="#ctx0" brushRef="#br0" timeOffset="89628.46">4380 10281 1130 0,'0'0'14'16,"0"0"-12"-16,0 0 29 15,0 0 23-15,74-80-54 0,-60 41-23 0,1 2-165 0,-9 1-380 32</inkml:trace>
  <inkml:trace contextRef="#ctx0" brushRef="#br0" timeOffset="90490.72">4496 9957 1125 0,'0'0'0'0,"0"0"9"16,0 0 77-16,24-89 33 16,-6 76-41-16,3 7-36 0,-2 6-29 15,1 0-8-15,-1 2 0 0,-4 9 1 16,-3-1 3-16,-3-1-1 15,-1-3-1 1,-5-3-4-16,1-3-3 0,-4 0 1 16,0 0 2-1,0-11 4-15,0-13-7 16,0-6-21-16,-12 1 12 16,6 1 5-16,0 5 2 15,4 6 1-15,2 8 1 16,0 7 5-16,0 2-1 15,2 0-4-15,10 0 0 16,10 4 1-16,-1 1 2 16,-1 0-2-16,-1-1-1 15,-1-4 1-15,-2 0-1 16,-2 0 1-16,-4-2 0 16,-2-12 1-16,-1-6-1 0,-2-10 0 15,0-7-1-15,-2-5-4 16,2-10 0-16,-2-2 3 15,-3-1-1-15,0 1 0 16,0 11 0-16,0 12 1 16,0 13 1-16,0 11 1 15,0 6 12-15,0 1 36 16,0 7 18-16,0 20-54 16,0 11 3-16,0 5 18 15,3-1-1-15,11-6 10 0,2-5-32 16,-1-9-3-16,4-7-7 15,0-8 2-15,-2-7 0 16,4 0-2 0,1-17 5-16,2-15-2 0,0-8-2 15,-3-1-2-15,-9 0-28 16,-6 9 9-16,-2 6 11 16,-4 11 1-16,0 9 7 0,0 6 1 0,0 0 20 31,-4 10 0-31,4 11-20 15,0 5 1-15,0-5 3 16,0-4-5-16,18-9 1 16,-1-4-1-16,0-4 1 15,2 0 2-15,-2-13 1 16,-2-7 2-16,-6 0 0 16,-9 3-1-16,0 3 4 15,-5 4 9-15,-16 4 16 0,-1 6-11 16,-5 0-14-16,0 0-9 15,6 0-6-15,6 4-29 16,8-4-67-16,4 0-87 16,3-5-43-16,0-19-259 15</inkml:trace>
  <inkml:trace contextRef="#ctx0" brushRef="#br0" timeOffset="90959.11">5132 8746 1175 0,'0'0'114'0,"0"0"-112"0,0 0 130 0,0 0 33 0,0 0-111 0,0 0-51 16,43 79 67-16,-16-30-37 16,9-2 10-16,0-6-31 15,0-9-8-15,-1-8 2 16,-5-10-6-16,-9-8 2 15,-5-5-1-15,-7-1 0 16,-7 0 1-16,-2-15 4 16,0-5-6-16,-15 2-3 0,-3 6 1 15,-3 12 1 1,0 0 1-16,5 18 7 16,2 8-1-16,6 1-2 0,8-3-3 15,0-8-1 1,1-7-3-16,17-9 0 0,1 0 2 15,8-6 0-15,0-13-1 16,0-5-20-16,-2 1 8 16,-4 4 8-16,-9 6 6 15,0 7 0-15,0 4 0 16,3 2 18-16,7 0 28 16,5 0 3-16,4 0-5 15,2 0-19-15,-3 0-6 0,-3-8-9 16,-8 2-9-16,-5 1-1 0,-10 5-18 0,-4 0-69 31,0 16-93-15,-25 17-206-16,-17 12-338 0</inkml:trace>
  <inkml:trace contextRef="#ctx0" brushRef="#br0" timeOffset="91485.01">4510 10211 1171 0,'0'0'4'0,"0"0"-4"0,98-58 0 0,-34 14 51 16,11-11-2-16,16-10-3 0,8-10 17 15,6-5-9 1,1-4-12-16,0 0-5 15,-3-2 10-15,-7 0-34 16,-8 1-2-16,-12 0-2 16,-13 4 4-16,-16-5 19 0,-14-2-1 15,-11-7-22 1,-19-4 5-16,-3-7 1 16,-19 0-1-16,-24-1-11 15,-20 2 1-15,-22 10-1 16,-20 14-2-16,-12 19-1 15,-15 25-5-15,-3 29 5 16,-13 16 2-16,-13 41 0 0,-11 26 2 16,-4 19-3-1,2 20 0-15,8 20-1 0,14 15-5 16,15 17 4-16,20 16-2 0,32 10 3 16,33 1 3-1,37-2 21-15,16-9-2 0,44-22 11 0,21-24-3 31,16-30-10-31,18-29-5 16,15-28-4-16,19-24-7 16,14-24 0-16,7-6-4 15,8-34-32-15,-8-14-124 16,-6-7-132-16,-22-2-446 16</inkml:trace>
  <inkml:trace contextRef="#ctx0" brushRef="#br0" timeOffset="92451.4">9200 17687 1017 0,'0'0'213'0,"0"0"-203"15,0 0 69-15,0 0 95 0,0 0-82 16,0 0-47 0,0 0-12-16,-1 22-6 0,17 11 121 15,2 5-97-15,-3-6-25 16,1-1-1-16,-3-6-13 16,0-1-6-16,-3-7-5 15,-4-3 0-15,-1-6-1 16,-5-2-10-16,0-4-58 15,0-2-81-15,-8 0-106 16,-17-8-144-16,-8-12-619 0</inkml:trace>
  <inkml:trace contextRef="#ctx0" brushRef="#br0" timeOffset="92639.26">8987 17756 1060 0,'0'0'56'0,"0"0"-51"16,0 0 70-16,24-91 66 16,-3 60-62-16,10-4-38 15,4 1-5-15,-4 5-15 16,3 5-17-16,-10 7-4 16,-3 11-76-16,-9 6-113 15,-3 1-175-15</inkml:trace>
  <inkml:trace contextRef="#ctx0" brushRef="#br0" timeOffset="92817.64">9112 18024 1193 0,'0'0'5'16,"0"0"-4"-16,0 0 178 15,0 0-72-15,77-88-83 0,-34 38-23 16,0-1-1-1,-4 5-143-15,-1 5-154 0,-3 10-323 16</inkml:trace>
  <inkml:trace contextRef="#ctx0" brushRef="#br0" timeOffset="93215.48">9508 17713 1078 0,'0'0'23'0,"0"0"26"15,0 0 107-15,18-79-41 0,9 62-36 16,7 6-20-16,2 7-13 16,2 4-27-1,-3 2-9-15,-4 12-2 16,-6 5-2-16,-7 0 1 16,-1-1-3-16,-10-5 0 15,-1-2 0-15,-4-5 0 16,1-5-3-16,-3-1-1 15,0 0 2-15,0-16-2 16,0-9-57-16,0-5 28 16,0-5 23-16,1 4-16 0,9 1 9 15,4 4 12-15,2 9 1 16,4 8 0-16,1 8 39 16,1 1 3-16,2 8 9 15,-5 11-6-15,2 5-13 16,-4-1-19-16,-1 2-11 15,1-3-2-15,-3-4-3 16,0-2-89-16,1-6-65 16,-3-6-103-16,1-4-132 15</inkml:trace>
  <inkml:trace contextRef="#ctx0" brushRef="#br0" timeOffset="93427.5">10130 17443 684 0,'0'0'604'15,"0"0"-597"1,0 0 40-16,0 0 151 16,24 101-61-16,-9-66-56 15,1 3-22-15,2 1-42 16,1 3-11-16,-2-3-4 16,2-3-2-16,-4-8 0 15,-3-6-39-15,-4-6-91 16,-2-10-65-16,-5-6-91 0,-1 0-139 15</inkml:trace>
  <inkml:trace contextRef="#ctx0" brushRef="#br0" timeOffset="93709.55">10070 17448 469 0,'0'0'484'0,"0"0"-468"15,58-105-16-15,-22 76 131 0,2 13-22 16,-4 8-11-16,-1 8-24 0,-11 15-23 16,-9 17 4-1,-11 8 57 1,-2 3-22-16,-3-5-57 0,-12-1-15 16,1-10-13-16,1-7-5 15,3-4-5-15,5-12-109 0,4-4-52 31,1 0-51-31,0-14-69 0,0-18-576 16</inkml:trace>
  <inkml:trace contextRef="#ctx0" brushRef="#br0" timeOffset="94182.26">10324 17211 1071 0,'0'0'171'0,"0"0"-169"15,6 73 154-15,4-46-7 0,1-4-81 16,2-5-37-16,2-7-22 0,6-4-6 16,-5-7-3-1,4 0 0-15,-4-5-27 0,-1-15-27 16,-4-1-10-16,-4-2 11 31,-7 3 37-31,0 6 8 0,0 5 8 16,0 5 16-16,0 4 50 15,0 0-26-15,4 0-27 16,8 4-11-16,9 3 36 16,3 0-6-16,2-5-26 0,2-2 0 0,-1-6 3 31,-2-13 0-31,-3-7-2 0,-4-9-3 16,-10-1 1-1,2-7-5-15,-10 2 3 16,0 4-2-16,-1 3 2 0,-16 4 1 15,2 5-3-15,5 10-1 16,4 10 7-16,5 5 74 16,1 0-29-16,0 15-44 15,7 15-6-15,11 5 38 0,3 0-17 0,0-2-12 32,4-1-2-32,0-9-4 15,1-3-2-15,-1-7-3 16,-4-6 0-16,-5-5-50 0,-8-2-134 15,-8 0-205 1,-11-2-452-16</inkml:trace>
  <inkml:trace contextRef="#ctx0" brushRef="#br0" timeOffset="94345.99">10625 17104 1671 0,'0'0'0'0,"52"-81"-60"0,-13 26 60 0,5-7 21 0,9-2-21 0,4-5-19 0,1 2-116 0,-13 7-239 16</inkml:trace>
  <inkml:trace contextRef="#ctx0" brushRef="#br0" timeOffset="95597.63">18168 2282 837 0,'0'0'498'16,"0"0"-490"-16,0 0 82 15,0 0 50-15,0 0-11 0,0 0-33 0,0 0-41 0,-40-67-11 32,37 67-7-32,-6 0-17 15,0 14-10 1,-4 19-10-16,1 12 0 0,10 8 0 0,2 0 1 31,3-5 1-31,18-7-2 16,3-5 0-16,2-9-1 0,2-5 1 15,0-11-2-15,2-10 2 0,-2-1-1 32,2-8 1-32,-3-18 2 0,-5-5-2 15,-8-4-3-15,-6-5 3 16,-8 1 0-16,0-1 3 16,-8 5-3-16,-14 7 0 0,-1 7 2 15,-2 7 0 1,1 6-1-16,0 7 0 15,4 1-2-15,3 0-2 16,2 13-5-16,8 1-63 16,7 2-49-16,0-5-121 0,7-1-93 0,9-6-151 31</inkml:trace>
  <inkml:trace contextRef="#ctx0" brushRef="#br0" timeOffset="96164.92">18405 2138 1351 0,'0'0'87'0,"0"0"-77"16,0 0 73-16,-3 81 49 0,3-49-54 16,0-6-45-16,8-1-16 0,7-4-14 15,3-5 0 1,0-4-3-1,3-11 0-15,-2-1-11 0,1 0-66 16,-3-20-14-16,-1-4 47 16,-5-4 2-16,-3 1 12 15,-4 6 10-15,-2 8 20 16,-2 7 1-16,0 6 37 16,1 0 14-16,4 0-37 15,3 11-11-15,5 3 31 16,3-1-4-16,0-4-26 0,5-7-1 15,1-2-2-15,-2 0 1 16,1-11 2-16,-6-9-1 16,-2-12 0-16,-5-4-1 15,-8-8-3-15,0-6-20 16,0-2-7-16,-11-1 11 16,-3-1 11-16,-3 8 5 15,-1 8 0-15,4 14 8 16,4 14 46-16,7 9 28 15,3 1-1-15,0 5-60 0,6 20-20 0,12 5 38 32,6 2-10-32,1-3-15 15,3-5-8-15,0-4-5 16,0-5-1-16,-3-3-9 16,-5-1-69-16,-8-4-119 0,-11-1-132 15,-1 2-197 1</inkml:trace>
  <inkml:trace contextRef="#ctx0" brushRef="#br0" timeOffset="96671.36">18765 2099 704 0,'0'0'638'0,"0"0"-638"0,0 0 0 0,58-78 21 0,-25 34 1 0,3-1-10 0,0-2-8 15,-9 6-1-15,-5 11-3 0,-9 10 12 0,-5 8 13 31,-5 6 39-31,-3 6 43 16,0 0 1-16,0 0-44 16,0 6-37-16,0 14-22 0,6 12 16 15,7 5 10 1,7 11-9-16,5 2 4 0,5-2-5 16,1 4 6-1,1-6-6-15,0-5-11 0,0-6-4 16,-4-7-3-16,-4-9-3 15,-10-6-2-15,-3-7 2 0,-8-3 0 16,-3-3-5 0,0 0-3-16,-18-3 0 15,-8-16-27-15,-9-6-17 0,2-10 27 16,1-4-6 0,3-8-30-16,6-9 15 0,4-3 21 15,6-2 0-15,7 6 17 16,6 10 1-16,0 11 3 15,5 13 3-15,9 9 1 16,-3 12 20-16,2 0 10 16,-2 16 4-16,-5 15 39 15,-6 11-28-15,0-3-27 16,-2 1-4-16,-7-6-13 16,3-8-1-16,2-9-51 15,4-6-91-15,0-9-60 16,0-2-87-16,7-16-106 0,4-15-349 15</inkml:trace>
  <inkml:trace contextRef="#ctx0" brushRef="#br0" timeOffset="97164.83">19219 1699 1364 0,'0'0'84'0,"0"0"-83"0,0 80 63 16,3-58 66-16,4-4-72 0,7-5-39 15,-1-7-12-15,5-4-2 16,0-2-5-16,3-5-2 16,1-10-37-16,-7-6-19 15,-5-1 9-15,-7 4 17 16,-3 4 0-16,0 4 19 0,0 7 13 16,0 1 40-1,0 0 16-15,0 2-22 0,0 0-25 16,9 0-8-16,4 5 11 15,3-5 15-15,0 0-17 0,2 0-4 16,3-16 0 0,-6-5-2-16,0-4 5 15,-5-8-7-15,-2-9 1 16,-5 3-1-16,-3-5-1 16,0 7 0-16,0 6-1 15,0 7 5-15,-5 10 8 0,2 5 50 16,2 7 1-1,1 2-14-15,0 6-42 16,7 18-3-16,13 8 5 0,5 6 2 16,2-1-4-1,2-4-1-15,0-3-2 0,-2-6-5 16,-2-6 0-16,-4-4 0 16,-7-3-30-16,-7-7-71 15,-7-2-110-15,-4-2-117 16,-25 0-317-16</inkml:trace>
  <inkml:trace contextRef="#ctx0" brushRef="#br0" timeOffset="97297.55">19369 1569 1309 0,'0'0'314'0,"0"0"-314"0,71-98 0 0,-19 48 40 0,6-1-13 0,9-6-12 16,2 2-15-16,-8 6-39 15,-20 7-267-15</inkml:trace>
  <inkml:trace contextRef="#ctx0" brushRef="#br0" timeOffset="100811.02">16248 2923 233 0,'0'0'52'0,"0"0"-28"15,0 0 102-15,0 0-52 16,0 0 16-16,0 0-50 16,0 0 14-16,0 0-30 0,-41-54-22 31,39 51 13-31,2 3-4 0,-1 0-6 16,1 0-1-16,0 0-4 0,0 0 0 15,10 0 2 1,11 0 4-16,4 0 26 15,7 0-5-15,2 0-14 0,5 0 1 16,5 1-3 0,7-1 4-16,6 0 7 15,6 0 8-15,6 0-17 16,5 0-7-16,11 0-2 0,7 0 9 16,7 0-7-1,8-3 7-15,8-3-9 0,6-2-3 16,6 0 9-1,0 1 6-15,-2-1-6 16,-1 4 0-16,2 2 0 16,0 2-1-16,-3 0-1 0,0 4-7 15,-1 9 7-15,-2 6 2 16,1 6 2-16,0 6-4 16,-4 2 0-16,-5 4-1 0,-6 3-3 15,-2 3-4 1,-2 4 0-16,-4 3 2 15,0 1-2-15,-11 6 1 0,-5 6 1 16,-5 6 6 0,-9 5-1-16,-6 8 7 15,-6 5 2-15,-4 8-11 16,-4 2 0-16,-3 3-1 16,-5 0 3-16,0-1-5 0,-4 0 0 15,-6 6-2-15,-5-1 1 16,-5 2 3-16,-2 4-3 15,-2 7 1-15,2 0 1 16,0 8 2-16,1 0 3 16,4-1-4-16,-1 4 7 15,4 0-4-15,-4 4 0 16,2 8 1-16,-4 2 10 0,-5 5 1 0,-4 3-3 31,-4-1 11-31,-4 5 11 16,0-1-7-16,-1 8-11 15,2 3 2-15,-1 5-6 0,2 5-11 16,-1-2-1-16,-1-1 2 16,-3 3-5-16,0 5 1 15,-4 2-1-15,-13 0 1 16,-2 1-2-16,1-7 0 16,-7 3 1-16,-2 3-1 15,-6 1 2-15,-3 3-2 0,-2 2 2 16,-3-4-2-1,-1-3 2-15,-5 1-2 16,-3 0 1-16,-3 3 0 0,-4 1-1 16,-1-5 0-1,-3 1 3-15,-1-2-2 16,0 2 2-16,-4-1 2 0,0-1-4 16,1-6-1-16,-1-5 0 15,-1-5 3-15,2-1-2 16,-3-1-1-16,3-1 2 15,-1 0-2-15,2-7-2 0,3-3 2 0,-1-6-1 32,3-6 1-32,1 1 0 15,1-3 0-15,0-4 1 16,1 2 4-16,-3-8-4 16,1-5 2-16,1-4 6 0,4-7 3 15,-2-4-2-15,-3-2-7 16,-4 2-1-1,-3-2-1-15,-3-3 0 0,0-5 1 16,0-7-2-16,3-6-1 16,7-2-1-16,4-4 1 15,5-4 1-15,1-4-2 16,0-6 2-16,2-8 0 16,0-2 0-16,4-8-1 15,3-4 1-15,2-3 3 16,1 0-3-16,0 2 0 0,1 0 3 15,-1-3-2 1,4-4 0-16,2-5 0 16,2-6-1-16,4-2 3 0,1-5-2 15,4-5 0-15,0-2 2 16,4-1-3-16,2-1 3 16,1-1 0-16,6-2 0 15,0-2-1-15,5-1 2 16,-1 2-3-16,1-2-1 15,-1 1 1-15,-2 1-2 16,1-1 3-16,0 0-4 16,1-1 3-16,2 0-1 15,-3 2 0-15,-2 0-4 16,-2-2-45-16,0 1-23 16,-1 0-16-16,-1-1 27 15,2 0 3-15,1 0 12 16,-2 0-37-16,2 0-57 15,-2-6-125-15,-1-3-232 0</inkml:trace>
  <inkml:trace contextRef="#ctx0" brushRef="#br0" timeOffset="101184.3">17155 15849 616 0,'0'0'358'0,"0"0"-357"0,0 0 1 0,0 0 69 15,3-76 44-15,-7 74-15 16,-4 2-41-16,-3 0-15 16,0 8-21-16,-1 19-3 15,-3 12 18-15,0 8 5 16,-3 7 1-16,-1 5-13 15,-4 5 4-15,1 7 8 0,2 1 15 16,4-4-16-16,7-8-15 16,5-7 1-1,4-11-4-15,0-4-16 16,21-9 0-16,7-4 3 0,11-11-10 16,12-12 2-1,14-2 2-15,19-16-5 16,10-17-2-16,7-6-92 15,-4-8-127-15,-10-5-203 16</inkml:trace>
  <inkml:trace contextRef="#ctx0" brushRef="#br0" timeOffset="104656.45">16329 15985 844 0,'0'0'0'15,"0"0"0"-15,0 0 99 0,0 0 32 0,0 0-43 16,0 0 17-1,0 0-89-15,-55-55-4 16,47 48 19-16,-1 4 5 16,-5 0-6-16,-3 3-8 15,-5 0-1-15,-8 0-1 0,-6 6 3 16,-5 5 16 0,-6 1-26-16,-3-3 5 15,-2 1 2-15,-6-2 8 16,-3-1-8-16,-8-1-5 15,-7 1 0-15,2-4-8 16,3 0-4-16,10-3 6 16,9 0 27-16,8 0-7 15,9 0-16-15,4 0-2 16,3 0-4-16,5 0 0 16,2 0-6-16,5 0 11 15,4 0 4-15,4-1-6 0,2-1 17 16,3 1-12-16,1 1-8 15,2 0 3-15,-2 0-7 16,-2 0-3-16,-5 11-3 16,-6 16 3-16,-2 4 0 15,1 6 1-15,1 2 0 0,0 2 1 16,3 2 2 0,1 0-2-16,3 1 0 15,2-3 3-15,3 4 7 16,1 1-1-16,1 4 6 0,-1 0-4 15,-1 1-2-15,2-2-5 16,-1-3-1-16,1-1 1 16,-1-3-3-1,2-2 1-15,0-5-4 0,0-5 2 16,2-5-1-16,4-5-1 16,0 0 2-16,-2-5-2 15,-1 1 1-15,3-6-1 16,-2 0 0-16,1-5 1 15,1 2-1-15,0 1 0 16,3-2 0-16,-2 2 0 0,4 1 0 16,0 0 1-1,2-2-1-15,5-3 0 0,3-2 1 16,5-2-1 0,10 0 1-16,9 0 2 0,7-12-1 15,9-5 0-15,5 1 0 16,5 0-1-16,3 2-1 15,-4 0 2-15,1 1-2 0,-3 1-5 16,-6 1 4 0,-1 3-7-16,-3 1-2 15,-1-2-7-15,0 4 7 16,-3-2 3-16,-1-1 6 16,1 2 1-16,-6 3-1 15,-4-2 1-15,-3 5 0 0,-7 0-1 16,-4 0-1-1,-6 0-3-15,-5-2-4 0,-5 2 1 16,-4 0 2 0,-1 0 2-16,-5 0 2 0,0-2 1 15,-3 2 0-15,-1 0 1 16,0-1 0-16,0 1 1 16,0-3 0-16,3-1 2 15,2-2-1-15,-1-4 0 16,3-5-1-16,-1 2-1 15,-3-2 0-15,0-4 1 0,2-3 0 16,-5-5 0 0,1-3-1-16,-1 0 0 15,0-3 0-15,0-2 2 0,0 0-2 16,0-5 1-16,-4-1 0 16,-2-4 0-16,-2-2-1 0,0-2 0 15,0 0 0 1,-4 4 1-16,-4 2-1 15,-5 5 1-15,-5 2 3 16,-2 5 5-16,-3 4-5 0,-1 2-1 16,1 2 7-1,0 2-10-15,2 2 0 16,2 1-2-16,2 3 1 16,-3 8-3-16,-14 7-50 15,-28 1-266-15</inkml:trace>
  <inkml:trace contextRef="#ctx0" brushRef="#br0" timeOffset="111984.17">16172 2308 778 0,'0'0'1'0,"0"0"0"0,0 0-1 16,0 0 51-16,0 0 31 15,0 0 8-15,0 0-37 16,0 0 42-16,-1-67-64 15,-7 67 23-15,-10 0 3 0,-10 13-15 16,-15 13-40 0,-14 5-1-16,-9 4 0 15,-4 2-1-15,-6 1 3 16,5-4-1-16,0-3 1 16,5-7-1-16,8-7-2 0,8-6 5 15,5-8-2 1,8-3 0-16,3 0 1 15,4 0 17-15,6 0-9 16,7 0 7-16,4 0 20 16,4 0-11-16,2 1-24 0,-1 18-4 15,-1 9 0-15,3 13 0 16,3 8 3-16,3 8 16 16,0 3-1-16,0 8 19 15,0 3-5-15,0-1 11 16,5-4 17-16,6-5-33 15,5-9-14-15,-2-8 0 16,1-8-10-16,0-9 0 16,-3-8-3-16,0-6 1 15,-3-6-1-15,-2-3 0 16,4-4-1-16,10-6 2 16,15-13-1-16,16-6 2 15,15-4-1-15,12 2-2 16,8 5-11-16,8 4-6 0,8 3 11 15,2 11 2-15,-1-2 5 16,-9 6-3-16,-14 0 2 16,-12 0 2-16,-16-3-2 15,-11-2 2-15,-9-6-3 16,-12-7 5-16,-6-10 0 0,-8-10-1 16,-7-12 7-1,0-12-4-15,-19-9-2 16,-12-10-3-16,-7-8 0 15,-2-5 2-15,-5 5 0 0,0 9-2 16,2 15 0-16,-3 18-2 16,-6 13-26-16,-11 10-180 15,-9 4-258-15</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1-04T05:49:25.618"/>
    </inkml:context>
    <inkml:brush xml:id="br0">
      <inkml:brushProperty name="width" value="0.05292" units="cm"/>
      <inkml:brushProperty name="height" value="0.05292" units="cm"/>
      <inkml:brushProperty name="color" value="#FF0000"/>
    </inkml:brush>
  </inkml:definitions>
  <inkml:trace contextRef="#ctx0" brushRef="#br0">5854 17054 712 0,'0'0'60'0,"0"0"-56"15,0 0-1-15,0 0 11 0,0 0 10 16,0 0 25-16,0 0 30 16,-70 91 9-16,70-35 6 15,9 6-26-15,16-2-30 16,11-10-18-16,10-13-15 15,8-9-1-15,10-12 2 0,6-12 4 16,8-4 3 0,8-7-7-16,10-15 1 0,7-7 0 15,13-4-2 1,13 7 1-16,8 5 8 16,3 15 8-16,2 6-16 15,-12 19 1-15,-13 15-6 16,-15 11-1-16,-11 8 4 0,-14 8-4 15,-17 8 10-15,-15 4 4 16,-17 3 2-16,-13-1 1 16,-14-5 6-16,-1-7-1 15,-7-10-8-15,-8-11-3 16,-4-15-7-16,4-11-2 16,-4-14 3-16,-5-2 1 15,-2-19-1-15,-2-13-5 16,4-15-2-16,11-5-3 15,11-7-12-15,2-5-4 16,18 1 9-16,15 0-4 16,7 6 11-16,8 5 5 15,4 10 1-15,-1 9-1 16,4 7-1-16,3 12 0 0,5 8 1 0,7 4-2 16,6 2 2-1,2 0 0-15,8 9-2 16,10 13-1-16,5 0 2 15,8 2 0-15,3-3 1 16,-9-7 5-16,-3-8 6 16,-6-6 3-16,-11-14 6 15,-6-13-6-15,-8-7-1 16,-7-11-6-16,-11-10-1 16,-8-12-4-16,-12-11 9 15,-14-5-10-15,-10 4 5 0,-7 8 8 16,-13 12 23-16,-14 9-10 15,-3 8-12 1,-1 11-9-16,5 10-6 0,10 9-27 16,1 6-112-16,12 6-134 15,3 0-286-15</inkml:trace>
  <inkml:trace contextRef="#ctx0" brushRef="#br0" timeOffset="3084.93">17772 16040 224 0,'0'0'112'16,"0"0"-112"-16,0 0 0 15,0 0 7-15,0 0 42 16,0 0-11-16,0-11-16 16,0 11-22-16,0 0-16 15,0 0-10-15,0-2 26 16,0 1 14-16,0-1 3 16,0 2 7-16,0 0 26 15,0 0 11-15,0 0-35 0,0-1-4 16,0 1 18-16,0 0 19 15,0-1-3-15,0 1-5 0,0 0 9 16,0 0-8 0,0 0-4-16,-3 0-24 15,1-2 6-15,-1-1 0 16,1 2-18-16,2-3 5 16,-1 2 3-16,1-2 0 0,-2 3 8 15,-1-4 5-15,1 1-20 16,-3-2 1-1,2 1 23-15,-1-1-24 0,-4 0 11 16,1-4-16 0,-2 3-5-16,0 0-2 0,-2 4 0 15,1-3 3-15,0 3 3 16,0-1 2-16,-3 1 4 16,1 2 12-16,-2-1-18 15,-2 2 10-15,-1 0-11 0,0 0 0 16,-2 0 2-1,1 0 7-15,-3 0 0 0,0 0-4 0,1 2 6 32,0 3-1-32,1 1 5 15,2 0 1-15,1-1-13 16,0 2-2-16,0 0-2 16,0 3-1-16,-2 0-2 0,3 3 2 0,0-5 0 31,1 3-4-31,4-1 2 15,4 1 10-15,-3 3-6 0,0 3 1 16,-1 0 0-16,-1 1 0 16,5 0 8-16,-1 0-6 15,3 2-4-15,2-1 8 16,-1 0-6-16,3 0 4 16,0-2-1-16,0 3 10 15,0-3-10-15,0-1-3 16,0 2-4-16,5-2 2 15,3 0 1-15,0 2 1 16,1-1-1-16,0-1-1 16,3 1-2-16,-3 3-1 0,0 0-1 0,1 0 0 0,-1 1 0 31,0-2 0-15,3 1 0-16,0-2-1 0,3 0 0 15,-2-8 2-15,3-1 0 16,1-2-2-16,4 0 0 15,4-3 3-15,2-1 0 16,7-3 2-16,1 0-2 0,1 0-3 0,2-1 12 31,3-9-5-31,-1-1-1 16,-3-1-4-16,-1-4-2 16,-2-4 5-16,2-6-4 15,-4-3 2-15,-2-5-1 16,-5-6 1-16,-4-3 0 15,-6-3 0-15,-5-1 0 0,-9 0-2 16,-1 1 2-16,-11-1 0 16,-12 2-3-16,-7 2 0 0,-1 7 2 15,-5 7-1 1,1 3 1-16,2 8-1 16,1 1-1-16,6 9 0 15,3 2-3-15,1 2 2 16,-1 4-32-16,0 2-100 15,1 16-114-15,-3 8-99 0,1 1-300 16</inkml:trace>
  <inkml:trace contextRef="#ctx0" brushRef="#br0" timeOffset="4398.46">16520 16854 978 0,'0'0'0'0,"0"0"-20"15,0 0 20-15,0 0 23 0,0 0 43 16,0 0-4-1,-53-12-20-15,52 12-1 0,1 1-20 16,0 12 4 0,0 10 42-16,0 0 19 0,0 4-63 15,6-2 13-15,6 1 8 16,4 0-25-16,3-6-7 16,3 2 7-16,0-6-4 15,2-1-9-15,-2-7-1 16,2-3 2-16,5-5-2 15,3 0 0-15,7-12-1 16,7-6-1-16,4-4 0 16,3 1 1-16,3 3-4 15,-3 4-2-15,-5 6 2 16,-3 6 1-16,-6 2-1 0,-7 0-2 16,-3 20 2-1,-4 3 0-15,-5 7 9 0,-6 3 5 16,-5 1-3-16,-7 1 3 15,-2-1-1-15,0-1-2 16,-6-4-8 0,-6-5 0-16,0-8 0 0,0-6 0 15,1-8 0-15,-3-2 5 16,-5-13-8-16,3-16-4 16,6-8-33-16,4-1 9 15,6 0 12-15,0 5 3 16,10 2 11-16,7 2-1 15,4 1 3-15,7 5 4 16,3 5-2-16,2 5 2 0,2 4-3 16,0 6 1-16,5 3 3 15,1 0 2 1,-1 0 6-16,-1 0 2 0,0 0-3 16,-5 0 4-16,-1-10-2 15,-2-4 11-15,-4-3 9 16,-6-2-7-16,-6 0 6 15,-6 1-9-15,-8 2 16 0,-1 0-16 0,0-1 0 32,0 6-5-32,0-1-10 15,-1 4 1-15,-4 2-5 16,-1-1-5-16,0 0-25 16,-4 1-42-16,-3-1-119 15,-8 1-131-15,-4-6-359 16</inkml:trace>
  <inkml:trace contextRef="#ctx0" brushRef="#br0" timeOffset="7104.04">16860 2360 903 0,'0'0'23'0,"0"0"-21"16,0 0-1-16,-40-90 0 15,15 72 85-15,-2-1-16 16,1 5 4-16,-2 0-3 16,-4 5-38-16,-5 5 2 15,-3 4-16-15,-2 0-3 16,-1 9 13-16,1 9 8 0,2 5-8 15,0 6-4-15,4 7-6 0,3 5 5 32,5 5 15-32,2 6 1 0,7 8-6 15,2 5-8-15,7-1 3 16,7-1-4-16,3-4-8 16,6-3-2-16,22 0-4 15,7-2-1-15,11 0-1 0,5-2-3 0,7-5-1 0,6-6-1 31,7-7-2-31,4-8 0 16,8-7-1 0,4-11 1-16,0-8 3 0,-4-2-4 0,-2-24 1 31,-5-17 1-31,-3-16 16 0,-2-13 7 0,-9-11-1 31,-13-6 1-31,-12-7-9 0,-20-4 9 16,-17 1-10-16,-9 2-5 15,-37 8-4-15,-20 13-4 16,-22 12 1-16,-21 21-4 16,-20 25-1-16,-12 18-43 15,-10 46-123-15,-11 23-358 16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1-04T05:49:38.124"/>
    </inkml:context>
    <inkml:brush xml:id="br0">
      <inkml:brushProperty name="width" value="0.05292" units="cm"/>
      <inkml:brushProperty name="height" value="0.05292" units="cm"/>
      <inkml:brushProperty name="color" value="#FF0000"/>
    </inkml:brush>
  </inkml:definitions>
  <inkml:trace contextRef="#ctx0" brushRef="#br0">16811 16722 512 0,'0'0'366'0,"0"0"-366"16,0 0 0-16,0 0 24 16,0 0 55-16,0 0-12 0,0 0-39 15,-21-12 0 1,21 12-1-16,0 0-6 16,0 0-9-16,0 2-4 15,-2 16 2-15,2 6 59 16,0 3-24-16,0 1-14 0,0-4-14 15,2-5 7 1,6-3-18-16,2-5-4 16,3-3 2-16,5-3 1 0,3-5-3 15,6 0 7 1,3 0-6-16,3-11-1 0,0-3 1 16,2-2-1-1,-1-4 0-15,-2 1 1 0,0 5-3 16,0-1 1-16,1 7-1 15,0 2 1-15,1 6 0 16,-1 0 0-16,0 0-1 16,-2 16 4-16,-6 5-3 15,-4 4 8-15,-7 5 0 16,-7-2 0-16,-1 1 2 16,-6-4 8-16,0-1-7 15,0-4-7-15,-10-1 1 16,-6-7 2-16,2-6-2 15,-1-4-1-15,-3-2 2 16,0-2 1-16,-1-16-3 0,5-4-5 0,2-6-1 31,8 1-8-31,4 0 1 0,0 0-4 16,6 3 7-16,11 2 1 16,0 5 2-16,4 3 2 15,1 2-4-15,1 7-2 0,4 5 4 16,3 0 0-1,1 0-3-15,3 12 5 16,3 3 2-16,-3-2-1 16,1-3-1-16,-4-3 2 15,-1-3-1-15,-5-4 7 0,-3 0-1 0,-3-5 9 32,-7-10 3-32,-2-6 13 0,-4-4 0 15,-6-3-5-15,0 0 15 16,0 4-7-16,-5-3-8 15,-6 6 32-15,2 2-47 16,1 4 25-16,2 5-23 16,-1-1 12-16,4 5 1 15,0 0-21-15,3 4-4 16,-2 0 5-16,2 2-4 0,0 0-3 16,0 0 0-1,0 0-5-15,0 0 3 0,0 0 0 16,0 0 0-16,0 0 1 15,0 0-1-15,0 0-4 16,0 0-20-16,0 0-5 0,0 0-3 16,0 0-16-1,0 0-63-15,-7 0-13 0,-9 3-40 16,-7 3-230 0</inkml:trace>
  <inkml:trace contextRef="#ctx0" brushRef="#br0" timeOffset="1466.21">6166 17104 932 0,'0'0'9'0,"0"0"23"0,0 0-23 16,0 0-9-16,0 0 1 16,-78 76 7-16,78-35 9 0,0 3 23 15,18-1 16 1,9-6-21-16,4-6-8 15,7-11-12-15,8-12 3 0,9-8 2 0,6 0 12 32,12-21-10-32,6-11-15 0,10-5 1 15,12-4-6 1,8-3 3-16,16 7-2 16,8 5 4-16,4 20 11 15,-1 12 13-15,-11 19-23 16,-13 31 0-16,-18 12 0 15,-16 6-1-15,-19-3 6 16,-17 2 7-16,-12-4 1 0,-15-3-9 16,-14-6-1-1,-1-4 9-15,-5-12 1 0,-9-8-11 16,-1-13-8-16,-1-9-1 16,-5-8 9-16,-2-6-5 15,-5-17-4-15,3-14-1 16,-1-9-19-16,9-7 6 15,6-2-5-15,11-2-15 0,0 3 2 0,19 9 23 16,13 5 8 0,5 4-1-16,8 4-2 15,15 7 2-15,8 12 1 16,10 6 3-16,7 7 2 16,1 3-5-16,5 17 3 15,5 2-4-15,-1-2 1 16,1-1 0-16,-7-8 3 15,-8-6 9-15,1-5 8 16,-10 0-3-16,-4 0 4 16,-11-15-3-16,-3-5 0 15,-8-7-1-15,-9-4-2 16,-6-9-3-16,-5 4 20 16,-10 0-8-16,-4 0 0 15,-6 6 13-15,-6 5-11 16,0 3-13-16,0 4-9 0,-3 3-2 15,-9 2-2 1,-1 4-11-16,-2-1-38 0,0 10-37 16,-7 0-60-16,-5 0-84 15,-8 0-220-15</inkml:trace>
  <inkml:trace contextRef="#ctx0" brushRef="#br0" timeOffset="4203.85">17303 2235 482 0,'0'0'5'0,"0"0"59"16,-106-78 20-16,61 53-38 15,-7 1 14-15,0 3-14 16,-9 4 23-16,-5 5-8 16,-4 10-41-16,-3 2-6 0,-1 6-9 15,-1 19 1 1,-7 9 0-16,-6 9-6 15,-5 8 1-15,1 3 5 16,8 1 23-16,10 4 17 16,11 3 4-16,15 9-18 15,8 4-16-15,12 3-9 16,11-1 2-16,11 6-5 16,6 2 5-16,14-1 5 15,29-2-8-15,18-9-4 0,15-10 1 16,12-10 0-16,11-15-2 15,11-10 1 1,5-15 1-16,14-13 2 0,4-4 1 16,0-27 2-16,4-13-2 15,-8-12-5-15,-9-12 1 16,-7-14 2-16,-12-12 0 16,-17-11-1-16,-18-7 0 15,-22-7 1-15,-20 3 0 16,-24 1-3-16,-3 9 2 15,-37 15-3-15,-16 15 23 0,-23 25-11 16,-19 35-12 0,-32 23-34-16,-32 40-227 15</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1-04T05:49:46.634"/>
    </inkml:context>
    <inkml:brush xml:id="br0">
      <inkml:brushProperty name="width" value="0.05292" units="cm"/>
      <inkml:brushProperty name="height" value="0.05292" units="cm"/>
      <inkml:brushProperty name="color" value="#FF0000"/>
    </inkml:brush>
  </inkml:definitions>
  <inkml:trace contextRef="#ctx0" brushRef="#br0">15043 16205 932 0,'0'0'51'15,"0"0"-43"-15,0 0 8 0,0 0 9 16,0 0 37-1,0 0-4-15,0 0-20 16,-14-15-33-16,14 33-5 16,3 5 63-16,8 8-9 15,1 3-20-15,-2-4 10 16,6 0-5-16,0-2-20 16,3-6-14-16,6 1 4 15,1-9 5-15,6-3-3 16,1-7 2-16,1-4-4 15,2-2 0-15,2-15 1 16,-1-5-3-16,5-2-4 0,0-1 0 16,0 2-2-16,5 1-1 15,4 3 0 1,-3 1-1-16,1 3 0 0,-4 5-1 16,-2 5-1-16,-3 5 3 15,-3 0-1-15,1 8-3 16,-2 12 3-16,-1 5-1 15,-2 6 2-15,-3 6 2 16,-3 1-1-16,-8 1 1 16,-4-5 1-16,-6-2-2 15,-6-7 0-15,-3-3 1 0,0-9 1 16,0-5-1 0,0-4-1-16,0-4 2 15,-8 0 7-15,-5-5-6 16,-3-11-4-16,-5-12-23 0,6-1 0 15,3-4 19-15,6 0-27 16,6 0 16-16,0 2 9 16,0 3 5-16,8 1 1 15,8 2-2-15,6 1 4 16,8 0-4-16,4 5 4 16,5 3-2-16,6 4 3 15,1 5 0-15,-1 7-2 16,0 0 3-16,-5 0-1 15,-1 9-2-15,1 3 0 16,-1 2 0-16,-2-1 0 16,-1-1-1-16,-5-1 1 0,-2-5-1 15,-1-4 0-15,-3-2 1 16,-1 0 1-16,-3-2 4 16,-1-10-1-16,-4-4 7 15,-4-5 4-15,-3-7 9 16,0-4-1-16,-3-7-1 15,-5-1 3-15,1-2 1 16,-2 2 5-16,0 4-11 16,0 3 2-16,0 5-4 15,0 9 2-15,0 5-9 16,-8 7-9-16,0 4-3 16,-8 3-61-16,-4 10-139 15,-10 17-158-15,-9 10-385 16</inkml:trace>
  <inkml:trace contextRef="#ctx0" brushRef="#br0" timeOffset="2806.46">16058 1594 854 0,'0'0'3'0,"0"0"41"0,0 0-25 16,0 0-3-16,-2-89 21 16,-7 67 33-16,-9-5-16 15,2 0-7-15,-8-1-10 16,-8 0-24-16,-2 4 25 16,-11 4-28-16,-9 4-5 15,-8 5-1-15,-12 3-4 16,-3 5 3-16,-2 3-3 15,6 0-2-15,6 7 1 16,1 11 0-16,-1 10 1 16,-1 6-2-16,-1 9 2 15,2 6 0-15,1 2 4 0,2 10 4 16,-4 5-1-16,0 7 0 16,4 7 0-16,12-4-1 15,13-1 14-15,17-6 4 16,13-3-5-16,9-5-8 0,0-7 0 15,17 1 4 1,16-8-3-16,9-3 3 0,10-2 5 0,8 0-7 31,4-5-5-31,3 1-1 16,4-1 3-16,3-4-4 16,2-3 2-16,5-9 0 15,5-5 2-15,8-6 0 0,6-10 7 16,3 0-4-1,9-10-1-15,1-18 5 0,-1-17-1 16,5-9-2-16,-9-10-5 16,-9-7-2-16,-13-7-3 15,-15-5 1-15,-16-9-4 0,-24-7 1 16,-20-5-1 0,-11-6 1-16,-32-4 1 0,-21 1 1 0,-17 8-4 15,-23 12 0 1,-25 22-1-1,-22 34-1-15,-29 34-12 16,-23 17-87-16,-26 38-311 16</inkml:trace>
  <inkml:trace contextRef="#ctx0" brushRef="#br0" timeOffset="12494.73">5032 16273 764 0,'0'0'25'0,"0"0"28"0,0 0-47 16,0 0 23-16,0 0 58 0,0 0 28 31,0 0-39-31,0 0-60 0,-51 10-9 16,51 25 5 0,12 6 48-16,4 1-28 0,1-1-15 15,5-7 1-15,2-4-5 16,6-5-1-16,1-8 14 15,5-3-5-15,3-5-7 16,3-8 2-16,4-1-13 16,6 0 9-16,11-11-7 15,7-15-2-15,12-5 3 16,5-2-5-16,2-1-1 16,-1 8-2-16,0 8 2 0,-6 12-1 15,-6 6 1 1,0 1 0-16,-7 22 0 15,-2 7 0-15,2 3 0 16,-6 7 1-16,-2 2 1 0,-8-2 0 16,-7 1 2-16,-7-2 6 15,-15 1-7-15,-6-4 4 16,-13 1 3-16,-5-3-1 16,0-5 4-16,-17-4-3 15,-4-11 2-15,1-7-3 16,0-7-4-16,-2-1 2 15,-4-23-5-15,4-11-2 16,1-7 0-16,6-8 0 16,11-3-5-16,4 1 5 15,1 1-2-15,17 4-3 16,7 6 5-16,5 7 1 16,4 7-1-16,5 5 0 0,9 4 2 15,9 4-1-15,13 6 2 16,8-1 2-1,8 6-4-15,5 3-2 0,6 0 2 16,3 0-1-16,-2 7 1 16,-5 6 1-16,-14-3 4 15,-9-3-2-15,-10-6 1 16,-8-1-1-16,-6-6 6 16,-7-13 0-16,-8-7 0 15,-7-10-1-15,-4-5-2 0,-7-5 0 16,-7-4-3-1,-3 3-2-15,-3 9 3 0,0 9-2 16,-18 10-3-16,-6 9-8 16,-3 8-66-16,2 2-54 15,6 0-52-15,8 2-157 16,10 2-366-16</inkml:trace>
  <inkml:trace contextRef="#ctx0" brushRef="#br0" timeOffset="13648.43">9661 15074 1054 0,'0'0'0'16,"0"0"-11"-16,0 0 11 15,0 0 53-15,0 0 40 0,0 0-16 16,23-25 4-16,-23 19-23 16,-12 0-43-16,-7 0-2 15,-1-3 0-15,-5-2-9 16,-4 2 3-16,-2-6 2 15,-8 0-2 1,-5 1-3-16,-13-1-2 0,-6 1 3 16,-10 0-5-16,-9 3 1 15,-3 0-1-15,-13 4-1 16,-10 1-1-16,-7-2 0 16,-12 2 2-16,-4 2 2 15,-2-4-1-15,-7 4-1 16,0 0 1-16,-5 1-1 15,-9 3-2-15,-8 0-1 0,-5 0 3 16,-12 0 0 0,-6 0 2-16,-8 0-2 0,2 3 3 15,0 1-3 1,-3 0-1-16,2-4 1 0,-1 2 0 16,-5 0 2-16,4 4-2 15,6 6 3-15,3 8-3 16,3 6-2-16,0 8 2 15,0 7 0-15,-3 7 3 16,12 4-2-16,4 3-2 16,5 7 1-16,12 3-1 15,4 4 0-15,8 1 1 16,12-3 0-16,19-2 5 16,16-7-2-16,19-4 11 15,26-7 3-15,21-2-4 16,21-5-5-16,6 0-1 15,17 0-4-15,14 3-3 16,12 1 5-16,-1 4-4 0,10 7 4 16,2 4 1-16,10 5 3 15,8 3 1-15,7 0 4 0,12 4-7 16,3 2-2 0,7 4 0-16,5 2 0 0,3-1-3 15,6-1 0 1,13 1-1-16,11-3 4 0,16-5-5 15,8-2 0 1,13-4 0-16,4-3 1 16,5-2-1-16,5-4 2 15,8-5 3-15,10-7-5 0,10-9-2 16,2-11 2-16,10-6 2 16,4-11 0-16,12-6 0 15,8-3-2-15,0-21 0 16,1-10 0-16,-3-10 2 15,-3-7 2-15,-6-11-4 16,-5-9-1-16,-19-6 1 16,-7 0 2-16,-19-5 0 15,-16-7-2-15,-13-3 0 16,-24-6 0-16,-18-4 0 16,-16-3 2-16,-19-1 3 15,-13-6 1-15,-13-2 1 16,-14 0 9-16,-14 2 6 15,-17 8-5-15,-16 4-10 0,-3 5-6 16,-40 0-1-16,-18 1-1 16,-22 2 1-16,-21 5 2 15,-18 2 1-15,-11 9-1 0,-10 9 1 0,-7 18 8 16,-7 18-2-16,-3 25-9 0,-4 6-74 31,5 23-155-15,4 7-175-16,5-4-481 15</inkml:trace>
  <inkml:trace contextRef="#ctx0" brushRef="#br0" timeOffset="16112.38">5496 8005 738 0,'0'0'220'0,"0"0"-185"15,0 0-1-15,0 0 79 16,0 0-1 0,0 0-26-16,-9-4-23 0,9 4-20 15,0 0-14-15,0 0-15 16,0 0-14-1,6 18 3-15,9 13 18 0,0 7 33 16,3 0-20-16,-3-4 13 16,1-6-13-16,-1-6-25 15,1-7-4 1,-5-5 0-16,-5-4-1 0,1-4-3 16,-7-2-1-16,3 0 3 15,-3 0 8-15,0 0 7 16,-6-14 4-16,-13-2-21 15,-8-4-1-15,2-3 0 16,-5 0-8-16,6-6-11 16,0-1-5-16,5-1-1 0,5 6-9 15,4 4 15 1,4 11 13-16,3 6 1 0,3 1 1 16,0 3-5-16,0 0 2 15,0-1 1-15,9-6 6 16,4-4 2-16,-1-4 5 15,1-7-5-15,-2-1 5 16,1-3-4-16,-2 3 2 16,-2 4-5-16,-4 6 0 15,-2 7-1-15,-1 2-18 16,-1 4-120-16,2 0-68 16,-2 0-41-16,0 16-187 15</inkml:trace>
  <inkml:trace contextRef="#ctx0" brushRef="#br0" timeOffset="16319.52">5538 8074 973 0,'0'0'32'16,"0"0"-25"-16,0 0 103 16,0 0 21-16,0 0-30 15,0 0-21-15,59-96-41 16,-44 70-17-16,0 0-13 15,0 5-9-15,0 4-4 16,-3 6-67-16,-1 8-87 0,0 3-58 16,-5 17-75-1,-3 18-101-15</inkml:trace>
  <inkml:trace contextRef="#ctx0" brushRef="#br0" timeOffset="16455.36">5718 8170 502 0,'0'0'256'0,"0"0"-161"16,0 0 13-16,0 0-53 0,0 0 47 15,0 0 10 1,73-28-52-16,-58-7-60 16,2 0-44-16,-7-2-207 15,-1 1-387-15</inkml:trace>
  <inkml:trace contextRef="#ctx0" brushRef="#br0" timeOffset="17414.18">5930 7926 1032 0,'0'0'73'0,"0"0"-69"15,0 0 26-15,0-80 64 16,0 52-35-16,6 7-24 0,3 6 5 16,2 12-28-1,0 3-10-15,3 6 3 16,2 13 18-16,-2 7 4 15,-1 1-7-15,-4-5-2 16,0-4-7-16,-3-8-7 0,-3-6 0 16,0-4-4-16,-3 0 6 15,0 0 11 1,0-8 19-16,-6-14-30 0,-6-8-6 16,1-1 0-1,0 2-2-15,3 3 2 0,5 6 0 16,3 5-3-16,0 5-1 15,9 8-2-15,9 2 1 16,6 0 4-16,-3 0 1 0,3 0 0 16,-4 4 0-1,-3 2 0-15,-4-6 0 16,-4 0 0-16,-4 0 0 16,-4 0 0-16,-1 0 0 0,0 0 2 15,0-8 10 1,0-12-10-16,-7-8-2 0,-2-3-4 15,0-6 2-15,3-1-5 16,3 0 4-16,3 2 1 16,0 8-3-16,0 6 3 15,0 7 2-15,0 5 0 16,0 6 1-16,0 2-1 16,0 2 2-16,0 0 5 15,0 0 7-15,0 0-5 16,0 0-1-16,0 11-6 15,0 14 1-15,6 7 1 16,7 5 7-16,1-4 11 16,2 0 12-16,4-7-13 15,-1-9-12-15,2-6-4 16,-3-11-5-16,-2 0 2 0,2-5 4 0,0-19-1 0,-3-8 0 31,-2-7-2-31,-2-1-1 16,-5-2-2-16,-6 1 0 15,0 3 0-15,0 7-1 16,0 12 1-16,0 10-3 16,0 8 3-16,0 1 8 15,0 4-8-15,0 15-4 16,7 4 4-16,5 1 1 0,7-5-1 16,-2-8-2-1,5-4 2-15,-2-5 1 0,-1-2 1 16,0 0-2-16,-5-11 4 15,1-11 2 1,-8-5-1-16,-2-2-1 0,-5 0 3 16,0 5-6-16,-14 2 3 15,-8 9 2-15,-2 8 1 16,-3 5-7-16,-1 10-1 0,0 13-6 16,5 3 6-1,8-3-2-15,6-9-6 16,6-8-69-16,3-3-62 15,0-3-80-15,0-5 9 0,5-20-138 16</inkml:trace>
  <inkml:trace contextRef="#ctx0" brushRef="#br0" timeOffset="17871.73">6370 6788 1240 0,'0'0'24'0,"0"0"-18"0,0 0 99 0,0 0-48 0,0 0-56 15,0 0 11-15,96 34 52 0,-59-8-27 16,6 5 24-16,2 1-2 16,-6 1-34-16,2-6 12 0,-8-5-20 31,-10-5-1-31,-1-5-13 15,-9-6-3-15,-5-4 2 16,-5-2-2-16,-3 0 5 0,0 0 3 16,-3-2 13-16,-15-12-3 15,-10-3-18-15,0 4 0 16,-2 1-1-16,0 7-1 16,7 5 1-16,1 0-7 15,10 21 3-15,3 8 5 16,6 3 0-16,3-3 7 15,0-4 11-15,6-4-8 16,9-11-3-16,7-4-5 16,-2-6 0-16,4 0-1 0,-2 0-1 15,2-9 0-15,-5-6-5 16,-4-1-79 0,0-2-115-16,-6-3-82 0,0 0-231 15</inkml:trace>
  <inkml:trace contextRef="#ctx0" brushRef="#br0" timeOffset="18273.49">6875 6904 1070 0,'0'0'76'0,"0"0"-73"16,0 0 78-16,0 0 86 15,-8-77-105-15,2 56-31 0,-2 3-10 0,1 8 13 0,1 6 23 31,3 4-14-15,3 0 24-16,0 5-36 16,0 13-28-16,0 2 2 15,0-2 2-15,6-8-7 16,7-7-2-16,-2-3-4 16,3 0 1-16,0-19 5 15,-2-3-2-15,0-3-11 16,-6 0-19-16,-3 7 25 15,0 8 3-15,-3 8 2 16,0 2 2-16,3 0 4 16,6 9-4-16,6 11 0 15,7 3 42-15,1-4-6 16,7-8-3-16,-2-9-13 16,0-2-13-16,-2-2 1 0,-4-21 0 15,-4-6-4-15,-5-3-4 16,-8-2-64-16,-5 3-194 15,-8 9-290-15</inkml:trace>
  <inkml:trace contextRef="#ctx0" brushRef="#br0" timeOffset="18961.97">6779 6010 1097 0,'0'0'0'0,"-119"18"6"16,58 4-2-16,1 6 109 0,2 4-34 15,-1 3-34-15,-6 4-41 16,-2 5 0-1,-8 1 8-15,-4 10-8 16,-6 6-4-16,-6 10 0 16,-12 11 4-16,-6 17-2 15,-9 16-1-15,-7 15 8 0,4 18 59 16,9 4 24-16,15-3 10 16,25-10-33-16,19-17-43 15,17-11-25-15,15-5-1 16,9-1 0-16,9-4 1 15,3-3 2-15,3-2-2 0,22-2 2 16,5-5 1 0,6-7 2-16,12-13-1 0,7-13-3 15,9-13 1 1,20-18 11-16,13-17 3 16,13-8-9-16,17-32-7 0,7-21 0 15,12-21 2 1,8-22-2-16,3-15 5 15,4-9 0-15,6-7-4 16,-6 3 9-16,-1-4-7 0,-11 2 3 16,-13-1-6-16,-12-2 1 15,-17-4-1-15,-22 6 1 16,-12-4 0-16,-21 0 0 16,-19-6-1-16,-19-13 0 15,-14-6 0-15,-18-7 0 16,-27 2-1-16,-18 15 0 15,-20 19-1-15,-20 34-3 0,-29 39 4 16,-30 51-1-16,-35 44-19 16,-22 83 3-16,-14 61-31 15,-6 48-153 1,16 21-275-16</inkml:trace>
  <inkml:trace contextRef="#ctx0" brushRef="#br0" timeOffset="29788.14">6991 9100 690 0,'0'0'32'0,"0"0"3"16,0 0 132-16,0 0-60 15,0 0 29-15,0 0-22 16,-19-74-4-16,19 73-7 16,0 1-40-16,0 0-36 15,0 0-27-15,14 7 0 16,13 14 3-16,9 8 25 0,3 7-13 15,4 0 23-15,-4 2 3 16,-5 1-20-16,-1 1 0 16,-6 2-6-16,-5-1-12 15,-7-5 3-15,-3-4-5 16,-2-11 0 0,-5-7-1-16,-2-8 3 0,-3-4-2 15,0-2 2-15,0 0 12 16,0-8 11-16,-14-17 20 15,-5-14-46-15,-3-16 0 16,5-2 2-16,-2-11-2 16,0-1 0-16,1-1-1 0,0 2 0 0,3 8 0 31,6 9 0-31,-3 10-2 16,6 13 1-16,3 11-4 0,1 7-33 0,2 8-61 31,0 2-102-31,5 2-170 0,17 14-34 15,5 7-272-15</inkml:trace>
  <inkml:trace contextRef="#ctx0" brushRef="#br0" timeOffset="30721.48">7513 9176 942 0,'0'0'110'0,"0"0"-107"0,0 0-3 15,0 0 75-15,0 0 19 16,0 0 9-16,3-14-55 16,0-4-44-16,-1-4 1 15,-1 0 6-15,-1 2-2 0,0 6-2 16,0 5 5-1,-6 5 6-15,0 4 25 0,-6 7-22 16,2 21-21 0,-4 6 0-16,4 6 4 15,7-1 3-15,3-5 8 16,0-6-12-16,3-4-1 16,10-8-2-16,-1-6 0 15,1-2 0-15,-2-8 3 0,3 0 0 16,2 0-1-16,-1-17 6 15,4-6-4-15,0-8-3 16,-2-1 1-16,1-5 0 16,0 0-1-16,1 0-1 15,0 2-2-15,-2 1 2 16,-2 8 0-16,-5 4 0 16,-5 8 2-16,-2 7-1 15,-3 6 0-15,0 1 16 16,0 0 7-16,0 0-5 15,0 0-11-15,0 11-8 16,0 11 0-16,-2 5 5 0,1 1 0 16,1-2 0-16,0 0-4 15,3-3 0-15,7-3 1 16,1 0-1-16,-1-8-1 16,3-3 0-16,-2-5 0 15,7-4 2-15,-3 0-1 16,1-11 5-16,2-13 1 15,0-6-2-15,-3-8-1 16,0-4-1-16,-6-3-3 16,-3-5 0-16,-5-2-1 0,-1-2-8 15,0-2-2 1,-12 0-5-16,-8-1 3 16,-3 6 3-16,4 9 7 15,1 10 3-15,6 10 1 0,6 12 0 16,3 6 3-16,1 4 12 15,2 0 3-15,0 0-19 0,0 0-4 16,0 6-18 0,9 14 22-16,8 8 19 15,4 5-3-15,-2 6 1 16,-2 3 25-16,-1 2-4 16,-4 3-2-16,4-4-12 15,1-3-1-15,0-9-15 16,5-6 0-16,0-4-1 15,-1-6-7-15,-1-5 0 16,-6-5 0-16,1-5-1 0,0 0-2 16,-3 0-69-16,-5-7-77 15,-7-8-76-15,0 1-123 16,-27 0-372 0</inkml:trace>
  <inkml:trace contextRef="#ctx0" brushRef="#br0" timeOffset="31502.47">7803 8946 909 0,'0'0'237'0,"0"0"-237"16,0 0 0-16,0 0 14 0,47-78 57 15,-8 38-11 1,9-3-30-16,3 1 1 0,-2 2-1 16,-6 5 8-16,-6 5 5 15,-11 12-2-15,-10 8-10 16,-4 10-15-16,-3 0-13 15,-6 19 0-15,-2 14 35 16,-1 6 1-16,0 4 15 16,0-6-10-16,0-6-16 0,3-6-14 15,5-12-9 1,1-3 1-16,4-7-4 16,-2-3 0-16,3 0 2 15,0-9 1-15,5-8 4 16,-5-7-7-16,-8 5-1 15,-6 1-1-15,0 4 0 0,-8-2-5 16,-5 0-1 0,-2 4 5-16,1-5 1 0,1 4-1 15,4-1-1-15,0-3 2 16,-1 0-6-16,4-1 0 16,-3 0 2-16,0 1-43 15,-4-2 15-15,0 2 24 16,-4 0-30-16,-3 1 16 15,-2-2 11-15,-2 5 1 16,0 1 5-16,-1 5 2 16,5 6 2-16,-2 1 0 15,5 0-1-15,4 18-7 16,0 4 9-16,1 2 2 16,9-4 4-16,3-4-2 15,0-7-1-15,3-4-2 16,19-5 1-16,8-3 6 0,9-21 4 15,2-10-4-15,3-5-7 16,-5-7-1-16,-1-1 0 0,-2 2-3 16,-3 2 1-1,-3 12 2-15,-9 12-1 16,-6 14 0-16,-8 5-3 0,1 15-3 16,-1 12 7-1,-1 10 18-15,3 1 5 0,-1 1 4 16,2 1-5-16,0-5 8 0,5-3-9 31,3-4-13-31,3-7 12 0,6-4 2 16,-3-8-12-16,10-5 0 15,-3-4 17-15,2 0-15 16,-3-12-10-16,-4-3-2 16,-6 2-84-16,-9 4-166 15,-11 7-209-15</inkml:trace>
  <inkml:trace contextRef="#ctx0" brushRef="#br0" timeOffset="32058.39">7365 9844 1316 0,'0'0'0'0,"0"0"-103"16,132-107 103-16,-52 57 57 15,16-5 30-15,17-1-6 16,18 1-12-16,4-8-37 16,8-2-12-16,-3-4-9 0,-6-2 4 15,-4-7 3 1,-12-1-12-16,-8-5-2 15,-16-4 0-15,-14-4-2 0,-18-5 2 16,-13-9 0-16,-16-5 1 16,-18-4 1-16,-15 2-5 15,-16 7 1-15,-38 12-2 16,-25 11 0-16,-30 16-3 16,-30 16-3-16,-28 18-6 15,-27 18 4-15,-19 15 8 0,-11 16 3 16,-1 34-3-1,-2 19-4-15,8 33 0 16,-4 36 4-16,5 31 2 16,22 31-2-16,27 14-3 15,45 0 3-15,53-9 11 0,51-14 9 16,31-15-4 0,50-22-4-16,31-36-10 15,31-37 2-15,27-45 0 0,26-36-3 0,18-20-1 16,5-38-10-1,-7-17-92 1,-11-14-69-16,-11-11-77 0,-15-13-198 16</inkml:trace>
  <inkml:trace contextRef="#ctx0" brushRef="#br0" timeOffset="36560.36">8862 10051 839 0,'0'0'94'0,"0"0"-90"16,0 0 52-16,0 0 33 0,0 0-33 15,0 0-37 1,0 0-13-16,-5 0-1 15,5 0 1-15,0 0 12 0,0-2 17 16,0-15 9-16,3-3 6 16,0-5-31-16,-3-5-8 15,0 4 1 1,0-4-8-16,-13 3-2 16,-5-1-2-16,-6 6 4 15,0 8-4-15,-1 5 1 16,5 9 0-16,1 0-1 15,2 0 0-15,7 6 3 16,4-1-2-16,5-5 0 0,1 0-1 16,0 0-5-16,4-6-4 15,17-18 9-15,6-5 5 16,-2-5-4-16,2 1 2 16,-3 0-1-16,0 2-2 15,0 2 1-15,-5 1 0 16,-4 9-1-16,-3 6 0 0,-7 8 0 15,-4 5 0-15,-1 0 0 0,0 0 0 32,0 5-5-32,3 15 2 15,0 7 3-15,4 6 4 16,2 0-4-16,3-3 3 16,5 2 4-16,0-9-7 0,2-5 2 15,0-7 3-15,-1-8-1 16,3-3-2-16,-1-3 3 15,4-18 9-15,-1-7 8 16,-1-9-8-16,-1 0-9 16,-7-5-2-16,-5 4 2 15,-5 2-3-15,-4 6-2 16,0 8 2-16,0 9 4 0,0 10 11 16,0 3 18-1,0 0-25-15,0 25-10 0,9 9 0 16,9 8 2-1,7-2 6-15,4-9-5 0,2-9-3 16,2-7 3 0,-3-9-1-16,-4-6 2 0,0 0-4 15,-3-21 6-15,-1-8-2 0,-3-9-1 0,-7-5-1 32,-8 2-2-32,-1 5 0 15,-3 1-1-15,-3 10-1 16,-9 8-4-16,0 8-4 15,2 6 10-15,6 3-1 16,2 0 0-16,2 11-8 0,0 16 1 16,0 4 5-1,10 7 3-15,10 0 1 16,4 2 3-16,1-2 4 0,2-6-5 0,-6-1 3 31,1-6-6-31,-3-1 2 16,-6-9 3-16,-4-4-4 0,-4-6-2 15,-5-5 3-15,0 0-1 16,0 0 20-16,-1-2 32 16,-20-12-26-16,-6-4-27 15,0-6-1-15,-2-8 0 16,0-3-4-16,-1-3-5 16,5-5-11-16,7 1 6 0,9 3 8 0,9 4-2 0,0 2 5 31,12 7 2-16,13 6-1-15,2 8 0 0,4 8-1 16,-1 4 0 0,-3 4 2-16,-3 15 2 0,-9 6 1 15,-4 7 0-15,-10 3 1 16,-1 1-2-16,-3-2-2 16,-14-6-96-16,-2-4-63 15,-3-7-40-15,-2-10 39 16,1-7-61-16,-2 0-22 15,0-25 95-15,-2-12 86 16,3-11 59-16,2-5-77 16,-2-5 82-16,2-1 93 15,2 11 50-15,1 7-118 0,1 11 96 16,1 11 13-16,1 13-1 0,1 6-37 0,-1 2 3 31,2 22-42-31,-2 9-8 0,5-2-9 0,4-3-5 16,5-4-14 15,2-11-17-31,2-6-3 0,19-7 0 16,4-5 2-16,8-19 7 0,0-9-5 15,4-8-5 1,-4-1-6-16,-6-4-4 16,1 4 8-16,-5 5 2 15,-1 9-1-15,-7 11 3 0,-3 12 0 16,-3 5-2-16,-2 7 1 15,5 13 35-15,0 3 6 16,-1-2-29-16,2-5 3 16,-1-6-11-16,-2-6 1 15,2-3-6-15,0-1 0 16,1 0 7-16,0-8 3 16,-4-6-1-16,-1 1-3 15,-3 4-3-15,-5 7 1 16,1 2 4-16,-1 0-3 15,2 1-5-15,1 17-12 16,6 5 12-16,4 2 19 16,4-3-17-16,2-7-1 15,5-8 3-15,-3-7-2 0,1 0-1 16,-1-9 3 0,4-14-3-16,-7-4-1 15,0-1-2-15,-7 2-16 0,-7 6-2 16,-2 8 9-1,-2 7 11-15,0 2 3 0,0 3 4 16,0 0-3-16,0 0 0 16,1 0-4-16,5 0 0 15,1 8 1-15,4-3 1 16,1-3-2-16,0-2 7 0,0 0-5 16,1-4-1-1,-1-7 4-15,-3 1-4 0,0 0 4 16,-3 1-4-1,-3 5 1-15,-3 0-2 0,0 2 2 16,3 0 4-16,2-4-3 16,1-4-3-16,1 0 6 15,0-5-6-15,-1-3 0 16,0 0 1-16,-1-3 0 16,1-2-1-16,-6 3-4 15,0-4 4-15,-2 1-22 16,-17-4-5-16,-5-2 13 15,-3-3 2-15,-4-1-20 0,8 0 29 0,1 6 3 32,10 11 0-32,6 7 14 15,5 9 46-15,1 0-36 16,4 11-10-16,17 16-13 16,9 6 111-16,3 0-65 0,-2-4 16 0,2-4-29 31,-2-7-15-31,-2-1-19 0,-6-3-1 15,-6-2 0-15,-1 0-113 16,-11 3-51-16,-5 2-91 16,-11 0-184-16</inkml:trace>
  <inkml:trace contextRef="#ctx0" brushRef="#br0" timeOffset="36670.72">9967 8895 1126 0,'0'0'74'16,"54"-82"-72"-16,-6 26-2 15,4-8 2-15,2 1-2 0,-2 2-36 0,-5 8-314 0</inkml:trace>
  <inkml:trace contextRef="#ctx0" brushRef="#br0" timeOffset="37054.83">11019 8086 1155 0,'0'0'167'0,"0"0"-166"15,0 0-1-15,0 0 59 0,0 0 100 16,0 0-83 0,66 84-52-16,-51-63-2 0,1-5-10 15,-2-1-12 1,-4-2 0-16,-4-5-1 15,-2-4-81-15,-4-1-86 16,0-3-86-16,-23 0-175 0</inkml:trace>
  <inkml:trace contextRef="#ctx0" brushRef="#br0" timeOffset="37194.66">10910 8138 1244 0,'0'0'111'15,"0"0"-109"-15,0 0-2 16,0 0 58-16,48-91-55 16,-21 62-3-16,-1 4-19 0,-6 8-196 15,-8 16-277-15</inkml:trace>
  <inkml:trace contextRef="#ctx0" brushRef="#br0" timeOffset="37354.69">11046 8408 1144 0,'0'0'0'0,"0"0"-26"16,0 0 26-16,73-80 0 15,-48 38-93-15,-1 1-329 0</inkml:trace>
  <inkml:trace contextRef="#ctx0" brushRef="#br0" timeOffset="37698.33">11247 8028 970 0,'0'0'33'0,"0"0"-30"16,0 0 129-16,0 0 9 15,0 0-65-15,96-56-48 16,-77 66-16-16,-4 7 1 16,-3-5-7-16,-1 1-5 15,-7-8-1-15,-2-2 0 16,1-3 0-16,-3 0 1 15,0 0 6-15,0-14 10 16,0-11-17-16,2-7-21 16,0 3 13-16,1 3 7 15,1 9 1-15,-1 7 1 0,2 6 33 16,4 4 35 0,4 0-32-16,1 10 14 15,5 8 8-15,-2 1-26 16,-1 1-18-16,3-2-7 15,-4 0-8-15,1-2-4 0,-2-7-43 16,-3-1-101-16,-1-8-66 16,-3 0-74-16,-4-12-193 15</inkml:trace>
  <inkml:trace contextRef="#ctx0" brushRef="#br0" timeOffset="37938.19">11599 7771 898 0,'0'0'420'15,"0"0"-402"-15,0 0-18 16,2 95 143-16,7-58-27 0,3 3-24 0,6-1-32 0,1 0-29 31,-2-4-6-31,2-6-19 16,-1-3-6-16,-3-5 0 0,-5-6-23 31,-2-8-81-31,-8-4-42 16,0-3-21-16,-2-3-4 15,-16-16-194-15,-7-9-192 16</inkml:trace>
  <inkml:trace contextRef="#ctx0" brushRef="#br0" timeOffset="38132.04">11550 7819 482 0,'0'0'391'0,"0"0"-390"0,18-87 28 15,0 65 87-15,4 4 5 16,2 7-15-16,-4 6-12 15,-4 5-41-15,-4 9-26 16,-10 16-8-16,-2 6 8 0,0 2-9 0,-11-3-18 31,6-4 0-31,2-9-94 16,3-8-105-16,0-9-94 16,0 0-76-16</inkml:trace>
  <inkml:trace contextRef="#ctx0" brushRef="#br0" timeOffset="38582.98">11698 7661 805 0,'0'0'380'0,"0"0"-378"0,0 0 17 15,0 0 91-15,0 0-41 16,39 80-49-16,-25-76-15 16,2-4-1-16,1 0-3 15,1-4-1-15,-1-15-1 16,-1-4-24-16,-3-2-30 15,-2 2 17-15,-3 4 26 16,-4 9 12-16,0 5 2 16,-1 5 34-16,0 0 13 15,5 0-39-15,1 5 22 16,6 2 14-16,-2-5-27 0,0-2-11 16,0 0 4-16,-1-4 8 15,1-13 0-15,-4-7-11 16,-6-3-4-16,-3-5-2 15,0-5-3-15,0-4-7 16,-9-1-18-16,-2 2 14 16,0 4 8-16,3 9 3 15,2 9 0-15,3 13 4 16,3 5 31-16,0 7-25 16,6 16-5-16,15 13 112 0,-2 1-58 15,5-2-3 1,1-2-19-16,1-5-20 0,-2-5-14 15,0-7-1 1,-5-4-1-16,-5-7-1 16,-4-2-12-16,-6-3-90 0,-4 0-79 15,0 0-39-15,-14-6-243 16</inkml:trace>
  <inkml:trace contextRef="#ctx0" brushRef="#br0" timeOffset="38728.17">11913 7442 1268 0,'0'0'0'0,"0"0"-10"0,37-93 10 0,-7 47 26 31,6-10-26-31,7-2-5 16,0-1-86-16,-1 7-259 16</inkml:trace>
  <inkml:trace contextRef="#ctx0" brushRef="#br0" timeOffset="41179.4">10094 10162 620 0,'0'0'495'0,"0"0"-492"0,0 0 37 16,-28-86 86-16,23 78 15 15,4 3-25-15,1 5-29 16,0 0-74-16,9 4 2 16,11 14 10-16,5 6 26 15,-2 4-30-15,0 0 8 16,-5 0-8-16,-2-6-17 15,0-6-2-15,-5-5 2 16,-5-7-4-16,-3-4-4 16,-2 0-11-16,-1-14-13 15,0-15 14-15,0-5-59 0,5 1 52 16,2 6 17-16,1 7-10 16,1 6 2-16,4 7 9 15,-1 4-3-15,6 1 6 16,-3 2 1-16,-3 0 1 15,0 0 4 1,-6 0 0-16,-3-1 10 0,-2-5 19 16,-1-7 24-16,0-4-20 15,-3-2-27-15,-10 2 8 16,-5 3-6-16,-3 3-1 16,1 3-10-16,3 1-1 15,3 2 2-15,4 4-4 0,7 1-5 16,1 0-59-1,2 0-86-15,0 0-77 0,12 0 50 16,5 0-30-16,3-1-166 16</inkml:trace>
  <inkml:trace contextRef="#ctx0" brushRef="#br0" timeOffset="41358.58">10424 9824 796 0,'0'0'332'16,"0"0"-325"-16,0 0 56 0,0 0 119 0,0 0-46 31,85 70-26-31,-66-54-63 0,-1-2-37 16,0-3-10-16,-7-2 0 15,-3-3-5-15,-3-5-121 16,-5 2-75-16,0-3-115 16,-21 0-270-16</inkml:trace>
  <inkml:trace contextRef="#ctx0" brushRef="#br0" timeOffset="41506.15">10424 9824 1209 0,'-108'-56'0'15,"108"54"-73"-15,0-1 39 0,0-4 27 16,9-4-118-16,8-5-220 16</inkml:trace>
  <inkml:trace contextRef="#ctx0" brushRef="#br0" timeOffset="41697.12">10459 9444 1258 0,'0'0'93'16,"0"0"-70"-16,0 0-18 16,0 0 176-16,62 78-62 15,-33-46-33-15,6-1-37 16,-1-1-35-16,2-5-14 15,-3 1-2-15,-3-2-1 16,-7 1-41-16,-9 0-134 16,-11 1-97-16,-3-4-131 15</inkml:trace>
  <inkml:trace contextRef="#ctx0" brushRef="#br0" timeOffset="41839.68">10600 9712 724 0,'0'0'604'15,"0"0"-604"-15,41-81-17 0,-22 47 15 16,1 0 2 0,-5-1-154-16,-3 0-216 0</inkml:trace>
  <inkml:trace contextRef="#ctx0" brushRef="#br0" timeOffset="42179.66">10567 9276 377 0,'0'0'932'16,"0"0"-930"-16,55 105 9 16,-27-68 103-16,2-4 5 0,3-6-62 15,0-6-25 1,-3-5-26-16,-5-5-3 16,-7-5-3-16,-6-6 0 15,-6 0-3-15,-3-8-14 16,-3-17 3-16,0-12-42 15,0-5 12-15,0 1 15 16,0 3-6-16,0 9 26 16,0 7 9-16,8 11 24 15,3 7 13-15,4 4-8 16,5 0 7-16,2 12 13 16,5 2-24-16,0 4-20 15,1-5-2-15,-4 2-3 0,4-4-25 16,-2-2-109-16,-4-4-100 15,1-5-214-15</inkml:trace>
  <inkml:trace contextRef="#ctx0" brushRef="#br0" timeOffset="43734.95">11343 8738 1339 0,'0'0'166'0,"0"0"-161"0,-20 93-5 16,16-43 109-1,4 0 43-15,0-5-86 16,9-8-51-16,9-7-11 16,6-11-3-16,3-9 0 15,1-8-1-15,0-2-1 16,-1-18-28-16,-3-9-33 15,-9-5-17-15,-6-1-13 16,0 2 25-16,-8 8 14 16,-1 6 10-16,0 8 26 15,0 6 17-15,0 3 9 0,5 0 7 16,4 12-4 0,4 2 62-16,2 1-36 0,6-4-17 15,-2-1-2 1,5-6-9-16,-3-2-5 0,-3-2-2 15,3 0 1-15,-5-10 2 0,-4-10 1 16,-4-4 3 0,-5-3-4-16,-3-6-2 15,0-1-3-15,-15-1-2 16,-11-1-5-16,-5 2-16 16,-3 6 1-16,1 7 3 0,0 10 11 15,5 11 6 1,2 6 0-16,4 24 1 15,7 9 9-15,5 3 9 0,8-1-4 16,2-9 6-16,0-5-11 16,12-10-9-16,2-7 0 15,2-8 0 1,-1-2 0-16,3-7 4 0,0-17-4 16,3-8-15-16,-5-8-23 15,0-1-12-15,1-2 1 16,-1 2 12-16,3 11 27 0,0 7 7 15,-2 15 2 1,3 8 1-16,-1 0 17 16,-1 7 9-16,4 12 1 15,-5-1 1-15,-5-1-11 16,-2-3-13-16,-4-6-4 0,-1-3 2 16,-2-5-3-1,-3 0 2-15,1 0 9 0,-1-18-10 16,0-7-16-16,0-3-9 15,2 0 4-15,2 6 9 16,3 2 7-16,3 6 4 16,-4 6 1-16,4 6 0 15,0 2 0-15,1 0 0 16,4 2 16-16,1 6 4 16,-1-3-16-16,-1 0-4 15,2-5 5-15,-1 0-3 16,1 0 2-16,-4-12-2 15,-3-6 3-15,-5 0-2 16,-4-7-2-16,0-6-1 0,-7-8-1 16,-9-5-25-16,-5-4-11 15,-1-2-8-15,-1 5 11 16,-2 0-10-16,1 5 27 16,2 5 9-16,3 10 3 15,8 7 5-15,2 10 7 16,6 5 13-16,3 3 9 15,0 0-28-15,0 4-1 16,4 17 0-16,11 6 7 0,2 4 13 16,5 3-1-1,2 1 13-15,0 0-2 16,1-3 18-16,-1-3-31 0,-2-8 2 16,-1-6-8-16,-1-9-7 15,-3-6 2-15,1 0-1 16,-1-14 2-16,-4-9 3 15,-1-6-5-15,-9-2-2 16,-3 2-3-16,0 1-1 16,-6 7-19-16,-6 7 12 15,0 7 7-15,2 6 1 0,5 1 1 16,1 10 3-16,4 13 5 16,0 5 8-1,0 3 15-15,7-5-17 0,10-7-8 0,-1-5-7 31,2-5-1-31,1-9 1 0,-4 0 0 16,5-11-16-16,-4-13-16 16,2-2-13-16,-1-4-6 15,-1 6 19-15,-4 4 4 16,-2 9 21-16,-5 5 7 16,-4 5 1-16,1 1 25 15,-1 0-11-15,2 0-7 0,3 0 15 16,3 0 3-1,3-4-15-15,2-5-1 16,2-5-4-16,-3-5-3 16,1-3-1-16,-5-4-1 15,-3-5-1-15,-6 0 0 16,0-1-7-16,0 1 1 0,-2 3-7 16,-1 4-2-16,2 10 14 0,1 8 1 15,0 6 24 1,0 0-3-16,9 9 4 15,10 7 59-15,6 3-22 0,-2-1-18 16,-1-2-12 0,-1-3-22-16,-6-3-8 15,0-5-2-15,-8-2 0 0,-2-3-57 16,-5 0-125 0,0 0-51-16,-6-4-141 0</inkml:trace>
  <inkml:trace contextRef="#ctx0" brushRef="#br0" timeOffset="43855.99">12417 7750 1134 0,'0'0'0'0,"0"0"-17"0,28-75 17 16,-28 55 0-16,0 8-137 16,-29 8-652-16</inkml:trace>
  <inkml:trace contextRef="#ctx0" brushRef="#br0" timeOffset="44010.35">11779 8176 1261 0,'0'0'0'16,"92"-83"-56"-16,-32 26 56 16,1-4 10-16,12 1-10 15,-1 2-64-15,-8 10-431 0</inkml:trace>
  <inkml:trace contextRef="#ctx0" brushRef="#br0" timeOffset="44256.34">12990 7649 1574 0,'0'0'189'0,"0"0"-166"0,0 0-23 15,-64 120 89 1,49-58-62-16,6 7-26 16,9 5-1-16,0 1-101 15,0-2-219-15,0-2-341 16</inkml:trace>
  <inkml:trace contextRef="#ctx0" brushRef="#br0" timeOffset="46899.71">11086 10087 981 0,'0'0'24'0,"0"0"-10"0,-77-75 99 0,62 59 3 0,7 9-6 31,5 5-53-31,3 2-11 16,0 0-46-16,14 9 13 0,11 19-13 15,15 9 52 1,-1 8-14-16,3 6 0 16,-3 1 37-16,-3 1-35 15,-4-8 6-15,-2-8-24 16,-4-7-15-16,-7-10-5 16,-6-7 0-16,-8-7-2 15,-2-1 0-15,-3-5 0 16,0 0 9-16,-3-3 13 15,-17-15-22-15,-8-5-23 16,-3-1-4-16,-4 3 7 16,2 7-10-16,5 6 27 15,1 8-11-15,7 0 13 16,3 24-10-16,5 7 8 16,9 4 3-16,3-1 6 15,6-6 1-15,15-7-5 0,4-8-2 16,4-9 1-16,2-4 7 15,3-11 7 1,2-16-5-16,0-10-9 0,-2-5 1 16,-2-4-1-16,-4-4 2 15,-4 0-2-15,-9 4-1 16,-3 4 1-16,-11 6-1 16,-1 7 0-16,0 10-4 15,-7 8 3-15,-5 9 1 0,1 2 0 16,2 2-2-1,2 18-4-15,6 6-5 0,1 3 11 16,0-1 10-16,11-6-10 16,7-5 2-16,2-9 0 15,2-3 4-15,-1-5-4 16,1-1 3-16,-1-19 2 16,0-9-2-16,-3-5-2 0,-6-5 0 0,-2 5-3 31,-8-1-5-31,-2 5-3 15,0 7 0-15,-6 5-3 16,-3 6 10-16,5 6 1 16,1 5 4-16,3 1 6 15,0 0-10-15,0 14-21 16,6 11 21-16,13 8 13 16,6 2-8-16,5 2 13 0,4 1-8 15,4 0 2-15,-2-1-2 16,-4-5-10-16,-5-5-1 15,-8-7 0-15,-6-10 1 16,-7-6-1-16,-5-3 1 16,-1-1 0-16,0 0 12 15,-15-4 0-15,-12-11-12 16,-13-10-23-16,-2-7 18 16,0-2-7-16,5-5-5 15,6-5 1-15,5-6-19 0,9 1-2 16,11 3 14-16,6 8 7 15,0 10 13 1,16 8-2-16,2 12 5 0,0 4-1 16,-3 4 2-1,-4 10-1-15,-6 15 17 0,-5 7 17 16,0 0-14-16,-3-2-13 16,-7-9-7-16,4-7-3 0,6-7-95 15,0-5-167 1,0-2-150-16,0-8-512 15</inkml:trace>
  <inkml:trace contextRef="#ctx0" brushRef="#br0" timeOffset="48279.95">11859 9639 1002 0,'0'0'13'0,"0"0"-13"15,0 0 103 1,0 0-24-16,0 0 23 16,0 0-33-16,-75-51-5 15,75 67-43-15,0 12-15 0,8 6 41 16,4-1-7-16,7-6-4 0,2-3-28 31,-3-6 17-31,1-4-13 0,-2-9-7 16,-1-5 1-16,1 0-4 15,-1-18 4-15,1-8 5 16,-1-7-9-16,-4-1-2 16,-3 2-9-1,-6 5-21-15,-3 9 11 0,0 6 3 16,0 6 16-16,0 6 1 16,0 0 8-16,0 0-6 15,0 0-3-15,0 0-9 0,9 0-4 0,3 0 13 31,7 0 2-31,5 0-2 16,3 0 0-16,2-7 1 16,-2-7 2-16,-4-3-1 15,2 0-2-15,-4-5 1 0,-3 2 0 0,0-1 2 16,-6 0-1 0,-3 5 0-16,-3-3 0 15,0 5-2-15,-3-3 1 16,0 4 1-16,-2 0-1 15,-1 4-1-15,0 2 1 16,0 3 1-16,0 0-2 16,0 4 1-16,0 0 0 15,0 0-1-15,0 0 1 0,0 0-1 16,0 0-5 0,0 0 0-16,0 0 4 15,0 0 0-15,0 0 1 16,0 0 1-16,0 0 3 15,0 0-4-15,0 0 5 16,0 0-4-16,0 0 0 0,0 0-1 16,0 0-1-16,0 0-2 15,0 0-5-15,0-2 5 16,0 2-2-16,0 0 4 16,0-3 1-16,0 0 6 15,0-5 6-15,0 1 7 16,0 0-18-16,0 4 1 15,-1 0 13-15,-1 3 13 0,1 0-20 16,-2 0-2-16,0 0-6 16,0 0 0-16,-2 0-1 0,1 0-6 31,-2 0 5-31,6 0-8 16,0 6 4-16,0 1-1 0,-2 0 7 0,1 1 7 31,-1-5 0-31,2 0-7 0,0-3 0 15,0 2-3-15,0 1-1 16,0-2 1-16,0-1 1 16,0 0 0-16,0 0 2 15,0 0 13-15,-4-4 11 16,-7-15-18-16,-5-3-5 16,-2-3-1-16,-4-3 1 15,-2 0-1-15,-4-1 0 0,2 1 0 16,5 5-3-1,6 9 3-15,9 10 0 0,5 4 1 16,1 2-1-16,0 25-37 16,7 7 37-16,13 3 0 15,2-5 0-15,5-7 0 16,3-6-2-16,-2-7 0 16,-2-3 1-16,-4-5 1 15,-4-4 0-15,-2 0 0 0,-4-8 4 16,-5-15 1-1,-5-4-5-15,-2-8-1 16,0-3-26-16,-18-3 9 16,-4 2 8-16,-5 2-4 15,1 4 7-15,3 10 5 16,3 6 2-16,8 7 0 16,6 8 0-16,5 2 6 0,1 0-6 15,0 0-1-15,12 10 1 16,10 9 3-16,6 0 1 15,5 4-2-15,3 0 0 16,-3-3 3-16,3 0-1 0,-3-4 1 16,-2-3-4-1,-3-6 2-15,-1-6-2 16,0-1-1-16,-2-6 4 0,-2-9-4 0,-4-2-9 0,-3 3-77 31,-5-1-68-31,-3 0 16 0,-2 1 9 0,1-3-178 31</inkml:trace>
  <inkml:trace contextRef="#ctx0" brushRef="#br0" timeOffset="72620.31">12448 6786 670 0,'0'0'0'0,"0"0"0"0,0 0 0 15,0 0 1-15,-35-88 29 16,17 71 27 0,-2-1 5-1,-5 2-26-15,-8 1 38 0,-1 2-51 16,-12 5 9-16,-8 8-10 16,-12 0-12-16,-13 11-6 15,-17 15-1-15,-15 10-1 16,-7 5-2-16,1 8 0 15,-1 5 0-15,2 6 0 16,-5 11-1-16,-4 4 1 0,4 0 0 16,-1 2 0-16,0-2 0 0,-4 6-1 31,-2 4-1-31,-4 5 1 16,-3 3-3-16,0 3 2 0,-3 1 2 15,2 3 0 1,5 4 0-16,8 8 1 15,7 0 4-15,9 0-5 16,8-4 0-16,8-3 0 0,10-4 0 16,6-1-1-16,3-3 1 0,-4 0 0 15,6 1 2 1,-1 7 7-16,4 2-3 0,6-1 4 0,9-4-3 0,13-8 3 31,12-11-1-15,10-5 0-16,6-6 5 0,11-6-13 15,0-4 5-15,0-3-4 16,6-4-1-16,12-3-1 16,3-4 5-1,9-5-5-15,1-3 0 0,6-5 2 16,2-3-1 0,4-1 1-16,2 0-1 0,1 3 1 15,5 3 2-15,0-1-2 16,7 3 1-16,5-3-2 15,1 1 2-15,10 1 0 16,6-2-1-16,5-3 4 16,1-2-6-16,2-2 0 0,-2-1 2 15,2 1-2 1,2 4 0-16,-2 10 0 16,-1 8 0-16,-7 8 2 15,-5 4-2-15,-2 0 0 16,-5-6 1-16,-3-8 0 0,0-11 0 15,3-11 1-15,3-11 0 16,11-11 4-16,5-5-5 16,4-1 0-16,6-17 2 0,3-5-3 15,4-6-2 1,1 0 2-16,-4-4 0 16,-1-2 1-16,-8-3 0 15,-2-3 0-15,0-6-1 16,6-6 0-16,6-8 0 0,4-9-6 15,9-8-3-15,4-6 6 16,3-7 2-16,1-1-2 16,-6-2 3-16,-6 4 0 15,-8 1 0 1,-8 3 1-16,-4-5-1 0,-8-2 0 16,-3-1-1-16,-10-3-4 15,-13 4 3-15,-10 2-7 16,-12 2-1-16,-10 3-2 0,-7 4 7 15,-3 7 5 1,-3 2 0-16,-1 4 0 16,-3 0-3-16,0 0 3 15,-5-1 0-15,-2 0 0 16,-1-2-1-16,0 3 1 16,-7 0 0-16,-9 5 0 0,-3 3-2 15,0 5-2 1,0 0 0-16,1 3 3 15,-1-2 1-15,3-3-2 16,2 0 2-16,3 0 0 0,4-2 0 16,-2-3 1-16,4-4-2 15,-2 1 1-15,-5 2 0 16,-9 3 0-16,-9 2 1 16,-9 0 0-16,-10 0 7 15,-1-4 7-15,-1 0-7 16,2-4 1-16,4-5-1 0,-1-5-6 15,-2-1 1 1,-6 1-2-16,-6 10 5 16,-7 12 1-16,-12 18-5 0,-21 24 21 15,-28 13-19-15,-35 40-4 16,-32 44-2-16,-18 36-6 16,-16 28-116-16,0 7-247 15</inkml:trace>
  <inkml:trace contextRef="#ctx0" brushRef="#br0" timeOffset="74354.49">12339 10225 651 0,'0'0'175'0,"0"0"-172"16,0 0-3-1,-19-91 2-15,24 70 19 0,12-2-4 16,3 1 23-1,2 3 17-15,2 4-15 16,6 5-17-16,-3 4-23 16,2 4 0-16,4 2 15 0,3 0 3 15,6 0 9 1,3 5-10-16,1 10 4 0,0 2 7 16,-2 4-5-16,5 1-6 15,-1 4 17-15,5-2-5 16,5 2-16-16,0 1-1 15,-1-2-2-15,-3 1-12 0,-5 0 0 16,-5 2 0 0,-7 0 1-16,-9 0-1 15,-5 2 0-15,-9 4-81 16,-8 2-40-16,-6-2-186 0,-12-9-295 16</inkml:trace>
  <inkml:trace contextRef="#ctx0" brushRef="#br0" timeOffset="74708.16">12938 10476 1030 0,'0'0'0'15,"0"0"-11"-15,0 0-35 16,0 0 36-16,0 0 10 15,0 0 45-15,97 25 56 16,-39 5-72-16,3 1-13 16,0-1-9-16,0-7 9 15,-1-4 5-15,-3-6 0 0,-8-9-7 16,-7 0 4 0,-8-4 15-16,-10-4 11 15,-6-15-12-15,-5-14 28 0,-2-15-9 16,-4-17-31-16,-4-15-14 15,-3-5-6-15,0 1-2 16,0 9 2-16,0 14-45 16,0 11-101-16,-1 8-111 15,-16 2-323-15</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1-04T05:52:10.297"/>
    </inkml:context>
    <inkml:brush xml:id="br0">
      <inkml:brushProperty name="width" value="0.05292" units="cm"/>
      <inkml:brushProperty name="height" value="0.05292" units="cm"/>
      <inkml:brushProperty name="color" value="#FF0000"/>
    </inkml:brush>
  </inkml:definitions>
  <inkml:trace contextRef="#ctx0" brushRef="#br0">19690 3682 592 0,'0'0'522'0,"0"0"-496"15,0 0-19-15,0 0-6 16,0 0-1-16,0 0 0 16,0 0 3-16,-95-86-3 15,67 68-2-15,-13-1-2 16,-17 0-7-16,-17 0 6 0,-13 1 2 0,-9-3 2 16,-8-1 1-1,-8-4 0 1,-11-5 12-16,-13-3 11 15,-9-5-11-15,-7 1 3 16,-13 1-7-16,-1 6 2 16,-11 5-10-16,-8 8-1 15,-11 4-4-15,-11 5 5 0,-10 1 1 16,1 4 4-16,-1 3-5 0,0 1 0 16,2 0-3-1,-3 0 3-15,-4 13 0 0,-1 5 1 16,-5 7-1-1,-6 7-1-15,-2 5-1 16,-7 10 1-16,3 8 1 16,7 15 0-16,1 10 0 15,9 8-2-15,8 4-1 16,7 3 3-16,18 5 4 0,12 5-4 16,8 8-1-16,10 9 0 15,-2 3-1-15,9 5 2 16,7 13 0-16,9 7 3 15,13 8-1-15,12 11 4 16,13-6-6-16,13 4 2 16,17-5-1-16,15 3 0 15,17 1 0-15,18-3 1 16,17-3 1-16,3-10-1 16,23-4 0-16,15-8-1 15,8-1 1-15,12 2 3 16,15-2-3-16,21-3 6 15,20-2 2-15,20-12 3 16,14-6-5-16,14-7-6 0,12-5-1 16,12-9 2-16,17-5 1 15,12-7-1 1,13-6 3-16,14-6-6 0,1-6-2 16,6-10 0-16,3-10 2 15,12-13 0-15,8-10 0 16,4-9-4-16,7-7 4 15,4-4 4-15,3-6-3 16,0-17-1-16,-2-9-1 16,-2-12 1-16,-1-15 1 0,0-13-1 15,-5-11 0 1,-1-9 0-16,-7-4 3 0,-2-2 2 16,-6-8-5-16,-18-4-1 15,-6-9 1-15,-13-10 2 16,-9-13 1-16,-9-8-3 15,-19-10-3-15,-20-3 3 16,-18-2 1-16,-16-12 2 16,-23-12-1-16,-13-18-1 15,-24-15-1-15,-21-13 0 16,-23-13 0-16,-28-15 1 16,-11-6-1-16,-48 0 3 15,-29 8 2-15,-27 14 38 16,-36 22 2-16,-46 34-42 0,-66 52-3 15,-86 75-54 1,-90 64-287-16</inkml:trace>
  <inkml:trace contextRef="#ctx0" brushRef="#br0" timeOffset="10968.08">18640 15014 842 0,'0'0'329'16,"0"0"-329"-16,0 0-70 15,0 0 68-15,0 0 2 16,0 0 1-16,0 0 4 16,0 0 1-16,30-46-2 15,-30 46 19-15,1 0 9 16,-1 0-10-16,0 0-1 16,0 0-6-16,2 0-9 15,1 0-4-15,5 0-2 16,5 0 12-16,4 0 29 0,3 0-18 15,7 4 12-15,4-4-16 16,5 0-6-16,4 0 5 0,3 0-4 31,1 0-12-31,2 0 6 0,0 0 0 16,0 4 7 0,5-1-5-16,-1-2 6 15,6-1 1-15,5 3-7 0,5-2-2 16,7 3-1-16,-4 1-5 15,2 0 2-15,1 2 3 0,2-3-7 16,3 5 2 0,2-3-2-16,-3-1 2 0,3 1 4 15,1-4-2 1,3 0 0-16,0 0 1 0,2-2-4 16,3 0 4-16,0 2-4 15,2 2 1 1,-1 0 1-16,-5 0-3 15,-3 4 2-15,-1 0 4 16,2 1 0-16,-1 1-6 16,-3-2 4-16,1-2 0 15,-2 0-4-15,0-2 1 0,-4 0 1 16,-1 3 3-16,1-1-4 16,-3 0 0-16,2 2 4 15,4-1-4-15,-3 0 4 16,-3 0-5-16,-3-2-3 15,-4 1 3-15,-5-3 0 16,0 3-5-16,-1-2 5 16,-2-1 0-16,-1-2 0 15,1-1 1-15,-1 0-1 16,3 0 0-16,-4 0 0 0,-1-3 0 16,-1-2 0-16,-3-1 1 15,-5 3 0 1,-2-2-1-16,-3 1 0 0,-5-1 1 0,0 1-3 15,-2-3 1 1,2-2 1-16,0-1-5 16,3-3 3-16,-2-3 2 15,-1 0-2-15,-2 1-4 16,-5 1 3-16,-3 0-12 16,-4 2 8-16,-5-3 5 0,0-1 1 15,-3-2-5 1,2-1 4-16,-3-3 1 15,-4 1-2-15,1-2 1 0,1 1-1 16,-2 1 3-16,1-1 0 16,-2 2 1-1,-4 2-1-15,1-4 0 0,1 2 0 16,-2-1 0-16,1-3 0 16,-1 2 0-16,1-5 0 15,2-3 0-15,-1-1 0 16,3 1 1-16,-3 1-1 15,-3 3 3-15,0-2 1 0,0 0-1 16,0 1 10 0,-5 0-11-16,-6 0 0 0,-3 1 15 15,-5-1-16-15,-3 3-1 16,-3 0 1 0,-4 1 12-16,-6 1 1 0,-5 0-14 15,-5 3 3-15,-7-1-2 16,-1 2-1-16,-3 1-3 15,-2 0 2-15,-3 1 0 16,-5 3 1-16,-7 0-1 0,-3 1 0 16,-6 1 1-1,-4 2 0-15,-5 2 0 16,-8 3 1-16,0 1 0 16,-4 2 2-16,-4 1-3 15,-1 0 2-15,0-2-1 16,0 2-1-16,2-5-2 15,3 4 0-15,-4-2 1 0,0 0 1 16,-2 2 0 0,0-2 0-16,0 1 0 0,0 1 2 15,-4 0 1 1,1 1 0-16,4 0-3 0,-2 0-4 16,7 0 3-16,-3 0-1 15,3 0 2-15,0 4-2 16,0 3 3-16,0 2-1 15,2 0 1-15,-3 2 1 16,-1 2-2-16,0-2 4 0,3-1-4 16,5 0-3-16,4-2 0 0,7 0 3 15,0-1-1 1,7-2 0-16,5-1 1 0,1 0 0 16,4 2 0-1,-1 0 1-15,6 1 1 16,-1 0-1-16,4 0 1 15,2-1-2-15,2 0 0 16,0-4 0-16,5 0 0 16,6-1-1-16,0 0-4 15,7 4-1-15,3-2 6 16,0 2-2-16,2 2 2 16,-3 2-2-16,1 2 2 0,-1 2 0 15,-1 2-2-15,2 3 1 16,-2 0-2-1,5 2 2-15,-3-1 1 16,3 1 0-16,-3 3-1 0,-1-3 1 16,-3 4 0-16,1-2 1 15,-3 0-2-15,1 1 3 16,2-2-1-16,4-2 0 16,4-4-1-16,7-2 1 15,6-1-1-15,5 1 6 16,5 2 0-16,7 6-2 0,1 7 4 15,0 11 30 1,14 6 4-16,11 5 25 0,8 0 2 16,7-2-48-1,9-1-5-15,12-7-4 16,23-15-6-16,28-21-2 16,34-12-4-16,47-43-2 15,35-49-65-15,16-59-521 0</inkml:trace>
  <inkml:trace contextRef="#ctx0" brushRef="#br0" timeOffset="17583.98">28039 14208 840 0,'0'0'58'0,"0"0"-44"0,0 0 79 16,0 0 23-16,0 0 22 0,0 0-49 0,0 0-34 31,0-31 15-31,-3 24-35 16,-1-1-15-16,-1-1 8 15,-2 1-19-15,-5-2-2 16,1 0-3-16,-1 0-1 15,-4-2 4-15,-2 3-6 16,-3-4-1-16,-3 1 2 16,-1-1-1-16,-5 0 0 15,-1 0 2-15,-5 1-3 0,-3 1 3 16,-1-2-2-16,-3-1 14 16,1 0 3-1,-3 1-6-15,-1-3-2 0,-2 1-2 16,2-1 1-16,-3 1-9 15,2 1 3-15,3-1 2 16,3 1-5-16,1 3-2 0,0 0 0 16,0 4 2-1,-7-2 0-15,-4 4 1 16,-5 0 0-16,-2 2 0 16,1 1-2-16,8-2 1 15,3 2-1-15,4 2 0 16,-3-3 1-16,0 3 0 15,-4 0 0-15,1 0 0 16,-2 0 2-16,-1 0-2 0,-2-1 0 16,0 1-1-16,-1-2 1 15,2 2 0-15,0 0 0 16,0 0 1-16,2 0-1 16,1 0 0-16,4 0 3 15,-2 0-2-15,0 0-2 0,1 3 0 16,-5 4 1-1,2 2 2-15,0 1 0 16,4 0-2-16,3 5-3 16,7 0 3-16,2 1-1 0,0 2-2 15,2 4 3 1,-4 2 0-16,1 2 0 0,1 1 0 16,2 2 0-16,1-2 0 15,1 2 0-15,4 0 0 16,3 2 1-16,4-1-1 15,3 1-1-15,3 3 1 16,-1-1 2-16,1 0 4 16,0 0-5-16,1 0 2 15,4 0-3-15,4 1 7 16,3 0 4-16,0-3-3 16,0-2-4-16,6 1 1 0,9 1-4 15,0-1 6-15,5 1 2 0,3 0-2 31,1-1-2-31,4-1-1 16,2-1 3-16,1 1-2 0,2-2 7 16,0-4-12-16,0 2 4 15,2-1 2-15,1-1-2 16,3 1 0-16,3-2 0 16,3-1-4-16,1-1 1 15,5-2 6-15,-1-3-7 16,0-3-2-16,2-1 1 15,0-2-1-15,-1-5 3 0,4-1-1 16,-3 1 0-16,-1-2 0 16,0 1 1-16,-2 0-1 15,-4 0 0 1,2-2 1-16,0-1-1 16,3 0 2-16,4 0 1 0,1 0-1 0,5 0 2 15,-2 0 1 1,-1-4 0-16,-5 1-4 0,-7 3 3 15,-1-3-3 1,-3 3 0-16,-1 0 0 16,-1 0-1-16,3 0 0 15,1 0 0-15,0 0-2 16,2 0 2-16,4-3 0 16,1-3-1-16,0-1 1 15,4 0 0-15,-5 1 1 16,-3-2 0-16,-5 6-1 15,-5-2 0-15,-2 2 0 16,-1 2 0-16,1-4 1 0,0 1-1 16,2 0 1-16,-2-2-1 15,1-1 3-15,-1 0 1 16,-3 1-2-16,-1-1 0 16,-1 1 0-16,-3-2-2 15,1 0 1-15,0-3 0 16,0 0 3-16,-3-3-2 15,1 3-1-15,-3-4-1 16,1 1 1-16,-2 4 0 0,-2-2 0 16,-4-1 1-1,-3 1 1-15,-3-2-1 0,2 0 3 0,2-5-3 0,0-1 6 32,4-1-1-32,-2-2 3 15,-1 0 0-15,0-2 31 16,-5-1-23-16,-6-3 2 0,-2 2-2 0,-1-4-10 31,0-1 4-31,-8-1-6 16,-14-4 3-16,-4 0-5 15,-4 0-4-15,-3 2 0 16,-4 6 0-16,-5 5 0 16,-13 10-4-16,-26 13-21 15,-32 0-98-15,-44 15-292 0</inkml:trace>
  <inkml:trace contextRef="#ctx0" brushRef="#br0" timeOffset="41674.18">15256 15623 855 0,'0'0'71'0,"0"0"-70"15,0 0 0-15,0 0 0 0,0 0 32 16,0 0 18-16,0 0 10 15,-22 2 18 1,22-2-28-16,0 0-25 0,0 0-14 0,0 0-9 16,0 0 2-1,7 4 2 1,5-2 4-16,8 3 30 0,2-1-29 16,2 1 11-16,6-2 2 15,7-2 2-15,6 0 4 16,12-1-11-16,8 0-6 15,6 0-5-15,3 0-2 16,-1 0-4-16,2-4-1 16,0-3-1-16,3 1 1 15,-1 2 2-15,-1 0-1 16,0 2-1-16,-4 0-1 16,-2-1 2-16,-1 0 0 15,-2 1 0-15,-4 1 0 16,-2 1-2-16,-5 0 4 0,-3 0 1 15,1 0 0-15,2 3-3 16,1 0 5-16,5-3-2 16,1 0-5-1,0 0 1-15,-3-2-2 0,-1-3-1 16,-2 2 1-16,-1 0 0 16,-3 3-1-16,-2 0 1 15,-1 0 0-15,-2 0 1 16,-1 3 0-16,-1 1-1 15,1 2 0-15,1-1 1 0,2-3-1 16,4-2 0 0,2 0 2-16,1 0 0 15,-2 0 0-15,0 0-1 16,-1 0 2-16,-1-2 1 0,1 2 1 16,-1 0 3-16,-3-2-5 0,-1 0-3 0,-3 2-2 31,-1-1 2-31,-1-1 0 15,3-1 0-15,2 2-2 16,0 0 2-16,-1 1 0 16,-4 0 0-16,-2 0 0 15,-3 2 0-15,-1 6 0 0,-2-2 0 16,1 2 1 0,-1-3-1-16,3 3 0 15,0-2 1-15,4-4-1 16,5 2 1-16,-1-2 0 15,-2 2 0-15,2 0 0 0,-5 0-1 16,-1 1 0-16,1 0 1 16,-3 1 1-16,4 0-2 15,2 0 1-15,0-2 1 16,3 1-2-16,1-2-4 16,-1-2 4-16,-1 2 0 15,2 0 0-15,0 0-1 16,-1 2 1-16,-1 0 0 15,-3 0-3-15,1 4 2 16,-3-1 1-16,1 1 0 0,2-2 0 0,-3-2 0 31,0-1 1-31,0 1-1 16,1-4 0-16,-2 2 1 0,1-3-1 16,-3 3 1-1,0 2-1-15,-2 1 0 0,-4 2 1 16,1 1-1-16,-3 0 1 15,1-2-1-15,2-1 1 16,-1-1-1-16,3-2 0 16,5 0 1-16,0-2 1 15,3-1-1-15,-1 0-1 16,-1 0-1-16,-1 0 1 16,-4 0-1-16,-4 3 1 15,-1 1-1-15,1-1 1 16,2-1 0-16,3-2-3 0,5 0 3 15,0 0 3-15,2 0-3 16,0-4 0-16,-1-3 0 16,4 0 0-16,-4 1 0 15,3 0 2-15,-5 3-2 16,-1-1-1-16,1-1 1 16,0 0 0-16,2 0 2 15,1-2-2-15,-1 1 0 16,0-2 1-16,1 0-1 15,1 1 2-15,2 1-2 0,-1 1 0 0,5-1 4 32,-2 0-4-32,0 2-1 0,-5 0-3 15,-1-1 4-15,-3 1 0 0,-1 1 0 0,4-2-1 32,1 3 1-32,2-4-3 15,3-1 3-15,-2 3 0 16,2-2 0-16,0 2 0 15,2-2 0-15,0 0 0 0,-4 2 1 16,0-1-1 0,-3 3 0-16,-1-1 0 15,1 1 0-15,1 0 1 16,0-2-1-16,-2 2 0 0,4-2 1 16,-2 1 0-1,2-2 0-15,3 0-1 0,0-1 2 16,-1 0-1-1,-2 4-1-15,-5-3-4 0,-4 4 3 16,1 1 1-16,-3-2 0 16,1 2-1-16,0 0 1 15,0 0-2-15,-5 0 1 16,-1 0 1-16,-3 0 0 16,-4 0 0-16,0 0 0 15,-1 0 0-15,2 6-1 16,-2 0 1-16,1 0 1 15,2-2-1-15,-1 1 0 16,1-1 0-16,2 0 0 16,0 0 1-16,3-2-1 0,-1 2 0 15,4-2 0 1,0 1 2-16,3 0-2 0,-1 0 0 16,1 1 0-16,-1-1 0 15,0 1 0-15,3 0 0 16,0-3 2-16,2 2-2 15,3-1 1-15,4-2-1 16,3 0 1-16,1 0 1 16,0 0-2-16,-5 0-1 15,2 0-2-15,-1 1 3 16,3 2-2-16,3-2 0 16,2 1 2-16,2-1 0 15,0 1 0-15,0-2 0 0,-1 0 0 16,4 0 0-16,0 0 1 15,1 0 0 1,0 0-1-16,3 0 1 0,-1 0-1 16,0-2 2-16,-4-2 0 15,1 0-1-15,-1 2-1 16,-2-1 2-16,-3 2-2 16,-3 1-3-16,-5 0 3 15,-1 0-1-15,-2-2 1 16,2 0-4-16,-2 1 4 15,3-4 1-15,-2 1-1 16,-1 0 0-16,-3-2-1 16,-3 2 1-16,1 0 0 15,-3 0 1-15,-2 2-1 16,-2 1 2-16,-1-2 0 0,-1 1 2 0,-2 0 2 31,0-1 9-31,-4 2 12 16,0-1-1-16,-5 1-8 0,-2-1 8 15,-5 0 12-15,-5 1-9 16,-5 1 3-16,2 0-4 16,-3 0-13-16,0 0-10 15,-4 0-5-15,-35 6-3 16,-48 7-241-16</inkml:trace>
  <inkml:trace contextRef="#ctx0" brushRef="#br0" timeOffset="46154.33">26637 15031 590 0,'0'0'195'16,"0"0"-195"-16,0 0 0 16,0 0 4-16,0 0 33 15,0 0 36-15,0 0-25 16,0 0-34-16,0 0-8 15,0 0 18-15,0 0 18 16,0 0-6-16,0 0-19 16,0 0-15-16,0 0-1 15,0 0-1-15,0 0 0 16,0 0 0-16,0 0-1 16,0 0 0-16,0 0-4 0,0 0 2 15,0 0-1 1,0 0 3-16,0 0-1 0,0 0 2 15,0 0 1-15,0 0 6 16,-3 0 6-16,-3 0 17 16,-5 0 11-16,-2 0-31 15,-8 0 1-15,-1 0 11 16,-5 0-14-16,0 0 6 16,-6 0 1-16,-1 0 6 15,-3-2 0-15,-2-2 3 16,0 0 13-16,0 1-18 0,0-3-1 15,4 2 2-15,-1-2-4 16,-2-2-10 0,-6 2 5-16,-3 2-6 0,-2-1-5 0,1 0 2 31,1-1 15-31,3 0-4 0,-2-1-7 16,-2-2 9-16,-2 2-11 15,-1 1-2-15,6-4 1 0,2 0 0 16,6-1 6-16,1 2-6 15,-2-1-1 1,0 1-2-16,-5 1 2 16,-1 1-2-16,-2 2 3 15,0 1 0-15,-3 4 2 16,-2 0-2-16,-8 0 0 16,0 0 0-16,-4 0-1 0,-1 0 0 15,0 4 0-15,-3-2 0 16,4 2 1-1,2-2-3-15,-2 0 1 0,-2-2 0 16,-4 0 3-16,0 2-4 16,-1 0-2-16,3 2 1 15,0 4 0-15,-3 0 0 16,-6 3 1-16,-5 5-1 16,-5-2 0-16,-4 0 0 15,-2 1 1-15,-2-5 0 0,3-1 1 0,0-2-1 31,3-1 3-31,-2-2-1 16,1 1-1-16,5 4-2 16,0-5 0-16,3 5-1 0,0-1 2 15,-3 0-1-15,2-2 0 16,-2 2 1-16,3-2 0 16,-4-4 0-16,3 2 0 15,4-2 0-15,2 1 3 16,1-3-3-16,2 0 0 15,-3 0 1-15,3 0 0 16,3 0-1-16,3 0-2 16,1 0 1-16,0 0 0 15,-1 5 1-15,0-1 0 0,3-2-2 16,0-1 2-16,1-1 0 16,2 0-1-16,1 0 0 15,1-3-2-15,2-6 1 16,2 2 2-16,1 4 3 15,2 0-3-15,-3 3 0 16,-5 0 0-16,-4 0 1 16,1 8-1-16,-1-3 0 15,4 0-3-15,2-1 3 16,0-4-3-16,1 2 2 16,1-2 1-16,-1 0 0 15,6 0 0-15,-1 0 0 16,1 0 1-16,2-5 0 15,0-1-1-15,-1 1 0 16,-2 0 0-16,-1-1 0 0,0 1 0 16,-4-1 2-16,4 0-1 15,-4 2-1-15,-1 0 1 16,-1-2 2-16,-4 1-3 16,0 1-2-16,2 0 2 15,4 4-1-15,0 0 0 16,-2 0 0-16,-3 0 1 15,-3 0 0-15,0 0 0 0,-4 0 0 16,-1 4 1 0,-5 3-1-16,-1 1 0 15,-6-1 0-15,-2 0 1 16,-1 1 2-16,-4 1-3 0,-4-1 0 16,2 0 4-16,2 0-4 15,1-3-4-15,3 2 4 16,1-1-1-16,-2 0-2 15,1-2 3-15,1-3 0 16,0-1 1-16,-1 0-1 16,4 0 0-16,0 0 0 15,0 0 2-15,5-1 0 16,-4-1-2-16,2 0 3 16,6 2-3-16,2 0-2 0,6 0 1 15,-2 0-1-15,2 0 1 16,0 2 0-1,3 2 0-15,6 0 0 0,1-4 1 16,2 0 0-16,4 0 0 16,-1 2 0-16,5-2 0 15,0 2 1 1,4-1-1-16,1-1 0 16,0 1 3-16,6-1-3 0,4 0-2 15,3 0 2-15,3 0 0 16,1 0 0-16,3 0-1 15,2 0 1-15,1 0-1 16,1 0 0-16,-1 0 1 16,1 0-3-16,0 0 2 15,0 0-5-15,-3 0-4 16,6 0 2-16,-3-1 3 0,3 0 5 16,-1-1-1-1,-4 0 0-15,1 2 0 16,0 0-2-16,-1 0 2 0,-4 0 1 15,-1 0-2-15,-2 0-5 16,1 0-3-16,1 2 7 16,1 5 2-16,2 1 2 15,-4-1-2-15,-3 2 0 16,-4 3 1-16,-1-1 0 16,-1 0-1-16,2-1 1 15,2 1 0-15,0-3 0 16,6 0 0-16,2-1 0 0,4-1 0 15,4-1 0 1,4 0 0-16,-2 1 1 16,2 3-1-16,-1 4 1 15,-2-1-1-15,0 4 2 0,2 0 2 16,-1 1-4-16,2-1 0 16,5-2 0-16,-1 3 0 15,2 1 2-15,2 0 9 0,0 3-3 16,0-3 3-1,0 1-4-15,5-2-2 16,8 0 3-16,5-1-7 16,4-2-1-16,5-1 2 15,3-2 3-15,1-1-1 16,2 0-2-16,0 0 0 16,1 0 0-16,1-2 0 15,-1 2-3-15,-1-2 1 0,1-4-1 16,1 1 1-16,3-1-1 0,4-1-10 15,5 0-17 1,3 1-81-16,0 2-88 16,-3 0-12-16,-4 0-360 15</inkml:trace>
  <inkml:trace contextRef="#ctx0" brushRef="#br0" timeOffset="47780.48">26604 15068 836 0,'0'0'0'16,"0"0"-103"-16,0 0 103 15,0 0 45-15,0 0-3 16,0 0-35 0,0 0 10-16,30-9 14 0,-23 9-6 15,1 0 33-15,2 0 5 16,1 0-5-16,2 0-8 15,3 7-24-15,1 1 19 16,1 0-18-16,1 1-12 16,-2 2 10-16,0-1-7 0,0 3 4 15,2-1 1 1,0 5 13 0,0-3-18-16,0 2 5 0,-4 2 2 0,-2 0-6 15,-2 0 8 1,-5 1-7-16,0-3 11 15,-2 0-12-15,-3-1-10 0,-1-4-3 16,0 1 5 0,0 1-5-16,0-1-2 15,0 1 8-15,0 1 10 16,0-4-6-16,0 2 1 0,-5-1 4 16,-1-1-7-16,-3 0 15 15,0-1-9-15,-2 0-11 16,2-1-3-16,2-1-1 15,-1 2 7-15,0-3-4 16,3-1-2-16,2 0-3 16,2-2 1-16,-3 3-4 15,1 2 6-15,-3 0-3 0,-2 0 5 0,-1 2 1 0,1-2-3 32,1 0 7-32,-4 1 2 15,1-1-2-15,-6 5-3 16,0-2 2-16,0-2-4 15,1 1-4-15,0-3 3 16,0 0-2-16,-2 1-1 16,-5 0-2-16,-1 1 0 15,-1-1 7-15,-1 1 2 16,5-4 2-16,1 2-8 16,1-3-3-16,3 1-2 15,-3 2 1-15,3-2-1 16,-3 2 1-16,-1 2-2 15,-4 1-19-15,-2 2-71 16,0-2-158-16,5-8-176 0</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1-04T05:53:25.015"/>
    </inkml:context>
    <inkml:brush xml:id="br0">
      <inkml:brushProperty name="width" value="0.05292" units="cm"/>
      <inkml:brushProperty name="height" value="0.05292" units="cm"/>
      <inkml:brushProperty name="color" value="#FF0000"/>
    </inkml:brush>
  </inkml:definitions>
  <inkml:trace contextRef="#ctx0" brushRef="#br0">21530 13452 499 0,'0'0'257'15,"0"0"-249"-15,0 0-8 0,0 0 37 16,0 0 104-16,0 0-46 15,0 0-16-15,0-2-29 16,0 2-26 0,0 0 5-16,0 0 11 0,0 0 4 15,0 0-10-15,0 0-16 16,0 0-6-16,0 0 1 16,0 0-4-16,0 0-1 15,-5-4-3-15,-5-3-5 16,-3 1-1-16,-1-4-1 0,-4 3 2 15,-3-4 1-15,-6-3-1 16,-4-1-1 0,-5-5 1-16,-1-2-2 0,-3 0 2 15,-1 1 1 1,-3 2-1-16,-3 5 0 0,-2 3 0 16,-7 0-1-1,-7 0 1-15,-4 4 1 0,-7 0 4 16,-5 1-4-16,-2 3 0 0,-2-2-1 15,6 2 1 1,7 0-2-16,8 1 1 16,3 2-1-16,-2 0 1 15,-4 0 0-15,-2 0 0 16,0 6-1-16,2 4 1 16,2-3 0-16,2-1 2 0,4-3-2 15,3 1 2 1,2-1 2-16,4 2-3 0,1 1 3 0,-1-1-4 31,-4 1 1-31,-4-1 0 0,-2 4-1 16,-1 1 0-1,-1 0 0-15,9 3-2 0,2-1-1 16,5 1 2 0,1 1 1-16,5-1 1 0,-1-2-1 15,-1 1-2-15,1 2 2 16,-5 0 2-16,-2 2-2 15,-2 1 0-15,-2 5-1 16,-1-2 1-16,3-1 1 16,7 1-1-16,6-1 0 15,6-5 0-15,9 1 0 16,1-1 0-16,2-3 0 16,1 4-1-16,-2 1 1 0,-2 3 1 15,0 1-1-15,-4 0 1 16,0 3-1-16,-3 1 1 15,-5 3 4-15,0 2 1 16,0 0 3-16,1-1 1 0,6-3 2 16,4-3 0-1,7-5-4-15,3-3-6 16,3-2 1-16,7 4 2 16,-1 1-4-16,2 3 5 15,0 2 0-15,0 3 1 16,0 1-6-16,0 1 3 15,0 1-3-15,0 1 7 0,0 3-3 16,0-4-5-16,0 0 6 16,6 2 5-16,2-1-9 15,5 1 11-15,0 1 5 0,7 1 2 32,-1-5-13-32,4-1-5 0,2-3 3 15,2-3-3-15,6 0 0 16,1-3-1-16,8-1 1 15,4-1 0-15,4 1 4 16,6-1-5-16,-1 2 0 16,3-1 1-16,-1-3-1 15,1 2 1-15,3-2 0 16,3-1 3-16,8-2-3 16,5-1 4-16,0-3-3 15,2 0 2-15,0-4-1 0,3 0-1 0,-6 2-3 16,0-2 0-1,-4 1-3-15,1-1 3 16,1-2 0-16,1 0 0 16,3 0 0-16,-4-2 0 15,1-3 0-15,-7 1 1 16,-3 0 0-16,-3 2-1 0,1-2 0 16,0 0 1-16,4-4 2 15,4-1-2-15,2-3 0 16,2-1-1-1,-6-2 0-15,-7 5-1 16,-5-1 1-16,-5 1-3 16,-1 2 0-16,1-2 2 0,-5 2 0 15,-1-2 1-15,-6 1-1 16,-4-1 0-16,-2-2 1 16,-2 2 0-16,-4-2 0 15,0-1 0-15,-3 1-3 16,4-3 3-16,-2 0-1 15,1-1 1-15,0-1 0 16,-4 0-1-16,0 2 1 16,-3-1-1-16,-3 2-1 15,-2 2 2-15,-2-3 0 16,-1 0 0-16,-2-4 0 16,5-1 1-16,-1-6-1 15,4-4 0-15,1 1 0 0,-1 2 0 16,-3 1 0-16,-4 1 0 15,-1 1 0-15,1-2 2 0,0-3-2 16,1-3 0 0,1-1 1-16,1-3-2 15,1 2 1-15,-1-2 0 16,0 6 0-16,-8 2 1 16,-4 1 1-16,-3 2-2 15,0 1 4-15,-4 0 1 0,-10 1-2 16,-3-3-3-16,-4-3 0 0,0 3 1 31,-3-4-1-31,-5 3 0 16,-2 2-1-16,-8 4 1 0,-8 5 0 15,-10 7-4-15,-7 5 4 16,-12 4-8-16,-14 6-112 16,-17 14-250-16</inkml:trace>
  <inkml:trace contextRef="#ctx0" brushRef="#br0" timeOffset="5744">22279 8603 650 0,'0'0'167'16,"0"0"-159"-16,0 0 38 15,0 0 62-15,0 0-31 16,0 0 14-16,0 0-31 16,-5-14-27-16,5 13 15 0,0 1 4 15,0 0-19-15,0 0-13 16,0 0-9-1,-1 0-4-15,1 0-4 0,0 0-2 0,0 0 0 32,0 0-1-32,0 0 1 15,6 0 15-15,7 3 23 0,1-1-8 16,5-2-13-16,3 0 8 0,6 0 1 16,4-2 5-1,4-7-6-15,3 1-14 0,-3 0-8 16,2 2-1-1,1 0-2-15,1 3 2 16,1 1-3-16,2 0 3 16,-1-1-2-16,-2 0 1 15,2 0-2-15,-4 1 1 16,0-2-1-16,-1 2 0 16,-1-2 0-16,-3 2 1 15,-5 2-1-15,-7 0-1 0,-2 0-4 16,-7 0 5-16,-2 0-2 15,-2 0-2-15,-5 0 3 16,-1 0 1-16,-2 0 0 16,0 0 0-16,0 0-2 15,0 0-4-15,0 0-12 16,0 0-22-16,0 0-24 16,0 0-45-16,-8 0-95 15,-4-8-250-15</inkml:trace>
  <inkml:trace contextRef="#ctx0" brushRef="#br0" timeOffset="6065.66">23053 8351 1093 0,'0'0'18'0,"0"0"-15"0,0 0 57 0,0 0 57 16,107-77-48-16,-74 71-31 15,-1 6 4-15,-2 0-13 16,-4 14-6-16,-3 11-19 0,-7 6 31 16,-4 7 18-16,-12 6-8 15,0 1 1 1,-13 2-11-16,-14-2-15 0,-3-5-16 15,-1-1-4-15,-2-7-3 16,-1-7-114-16,-2-9-211 16,-2-10-262-16</inkml:trace>
  <inkml:trace contextRef="#ctx0" brushRef="#br0" timeOffset="24946.04">28293 4782 920 0,'0'0'174'16,"0"0"-174"-16,18-79-35 0,-18 49 8 0,0 0 27 31,-12-3 27-31,-14 1 51 16,-6-3-55-16,-10 2-7 16,-12 1 22-16,-7 6-7 15,-9 2-22-15,-11 7 14 0,-4 9-15 16,-9 6 20-1,-6 2 19-15,-7 10-40 0,-4 18 11 16,-3 9-1 0,0 7 5-16,10 8 11 0,8 5 13 15,14 6-3-15,14 6-25 16,14 4-15-16,18-3 1 16,14-3 1-16,13-2 1 15,9-3 11-15,1-3-6 16,26-2-8-16,12-4 3 15,13-3-4-15,20-6 5 16,17-1-6-16,21-6-1 16,19-5 0-16,11-2 0 15,10-5-1-15,7-5-3 16,4-4 3-16,13-2 2 16,6-4-2-16,7-5-2 0,2-1-9 15,-4-4 3-15,-3 0-1 16,-9-8-6-16,-10-3 9 0,-11-2 5 15,-10 2 2 1,-12-2-2-16,-10-3 0 16,-3-2 1-16,-4-3 0 0,-1-4-15 0,-2-5-13 31,-7-5 8-31,-6-1-4 0,-9-1 2 16,-9 0 13-1,-10 2 6-15,-11-3 0 0,-8-2 3 16,-10 1 2-1,-6 0-1-15,-7 1 12 16,-6 0 0-16,-2-3 1 0,-7-1 0 16,-3-3 11-16,-8-4 1 15,-1 0-13-15,-8-3 20 16,-20-1-29-16,-17-3 5 16,-20-2 5-16,-20 1 2 15,-21 1-11-15,-23 4-4 16,-26 10-3-16,-30 9 1 0,-32 10-2 15,-30 17 4 1,-22 6-1-16,-17 24-2 0,-9 23-36 16,-1 18-84-1,3 7-157-15</inkml:trace>
  <inkml:trace contextRef="#ctx0" brushRef="#br0" timeOffset="36465.69">22103 7947 804 0,'0'0'44'0,"0"0"-42"16,0 0-4-16,-82-52 4 16,56 35-1-16,1-1 55 15,-5-1 0-15,-6 2 41 0,-6 3-66 16,-10 1 7-1,-7 5-21-15,-9 1 6 16,-8 3-23-16,-12 0 1 16,-4-1-1-16,-4-1 6 15,-3 0 15-15,-1-2 2 16,-2-1 7-16,-4-1-14 16,-3 2-9-16,-10 0 2 0,-4 2-2 0,-5 1-5 31,-3-1-2-31,-5 3 3 0,-3 3 0 0,-4 0 10 0,0 0-5 31,0 0-7-15,-4 0 2-16,10 0 1 0,0 6-4 15,4 2-3-15,8 2 0 16,-1 2 3-16,4 2 3 16,3 2-3-16,1 2 2 0,6 4-2 15,1 7 0-15,4 2 2 16,9 4-2-1,5 2-2-15,11 5 0 16,6 2 1-16,6 2-1 16,7 3 2-16,8 6 1 15,6 1-1-15,7 5 1 16,3-1-1-16,5 1 1 0,7 5 2 16,6 6-2-16,4 8 1 15,1 5 4-15,2 3-4 0,3 3 3 16,2 3-3-1,4 2 1-15,4 7 5 16,1 5 3-16,0 6-3 16,4 7 26-16,9-1-9 15,0 1-21-15,0-3 5 16,8 0-2-16,0-6-3 16,5 1 5-16,2 1 0 15,5 1-1-15,1-2-6 16,8-3 2-16,3-6 2 0,7-8-3 15,6-5 1-15,3-9-3 16,8-8 2-16,9-6-2 16,14-10 1-16,17-5-1 15,12-10 3-15,11-7-4 16,13-11-1-16,7-9 1 16,9-9 0-16,5-7 2 0,10 0-1 15,11-13 2 1,7-11-1-16,13-4-2 15,2-3-2-15,-2-1 2 16,5 1 1-16,-6 2 2 16,3 1-3-16,-3 2 0 0,-11-3-4 15,-8 1 4-15,-14-1-2 0,-8-1 2 16,-6-6 2 0,-6-2 0-16,-4-5-2 15,-10-4-1-15,-12-5 0 16,-15-4 1-16,-14-4 0 15,-11-7 2-15,-11-8-2 16,-14-11 2-16,-8-3 1 16,-15-7 3-16,-11-8-1 15,-8-8-3-15,-11-16-2 16,-9-11 2-16,0-13-1 16,-11-16 3-16,-10-6-3 15,-7-1-1-15,-8 2 0 16,-8 8-1-16,-6 5 1 0,-7 6-1 15,-4 6 1-15,2 15 0 16,2 16-3 0,5 20-1-16,7 21-29 0,12 20-37 15,8 12-62-15,16 15-48 16,9 7-143-16</inkml:trace>
  <inkml:trace contextRef="#ctx0" brushRef="#br0" timeOffset="38250.31">31530 7600 901 0,'0'0'132'0,"0"0"-131"16,-91 0 0-16,44 0-1 15,-16 0 2-15,-16 0-2 16,-18 0 2-16,-18 0 0 16,-19 0 0-16,-17 6 0 0,-13 1 7 15,-12 2-9 1,-9-3-3-16,-9 0 2 15,-5-1 1-15,-3 0 1 0,-2 0-1 16,3 1 0 0,-3 0-1-16,-1-2-5 0,1 0-4 15,-3 1 10 1,8 0 1-16,7 1 1 0,8 0-2 16,16-1-3-16,13 1 2 15,19 0 1-15,18 4-1 0,19 2-5 16,19 7 2-1,11 3-11-15,10 7 12 16,8 7 2-16,11 3 1 16,8 6-6-16,11-1 5 15,9 3 1-15,6 6 0 16,3 5 0-16,0 6 2 16,-4 3-2-16,1 2 3 15,-2 1-3-15,1 3 0 0,-2 5 0 16,-1 5 2-1,-1 9-2-15,1 5 5 0,-1 6 4 16,4 8 11-16,1 11-2 16,-4 6 7-16,-3 3 0 15,-1 3-3-15,-3-4-1 16,1-7 19-16,4-2-21 16,7-9-1-16,5-6-4 15,0-5 2-15,8-1-6 16,7-6-10-16,1-4 1 15,3-7 1-15,0-6 0 16,1-5-2-16,6-1 0 0,2-4 0 16,6-4 1-16,8-5-1 15,9-5 1-15,5-4 0 16,6-7-1-16,3-4 0 16,4-6-2-16,3-3 0 0,8-6 2 15,8-3 0 1,9 0 0-16,9-3 1 15,11-5 1-15,8-3 1 16,12-6-3-16,10-3 2 16,3-4 1-16,7-16-3 15,5-8 1-15,-1-3 1 16,8 0-1-16,3 1 0 16,3 4 2-16,2-1 2 0,0 4-1 15,-2 2-4 1,-13 3-2-16,-9 2 1 15,-10 3 1-15,-10 2 0 0,-5-2 2 16,0-1-2-16,-7-2-9 16,-6-2-12-16,-9-3-5 15,-6 1 14-15,-9-1-1 16,-10 2 13-16,-12 0 1 0,-13-2-1 16,-9 2 0-1,-8 2-27-15,-3-1 6 16,-3 1 1-16,-5 0 2 15,-2 1-10-15,-3-2 14 16,1-4 2-16,-1-2 12 0,-1-5-1 16,0-7 1-16,-5-9-4 15,-4-9 0-15,-7-8 1 16,-4-4-14 0,-2-3 17-16,0 1 26 0,0-1 59 15,0 0-5-15,1 0-40 16,-1-2-12-16,2-1-5 15,-2-5-9-15,0-7 15 0,0-10-17 16,0-20 1-16,-5-19-6 16,-5-20-1-1,-13-23 6-15,-9-17-1 16,-19-15-11-16,-22-12 1 16,-20 4 1-16,-25 14-4 15,-25 18 0-15,-28 20-70 0,-34 20-108 16,-26 17-378-1</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1-04T05:54:10.655"/>
    </inkml:context>
    <inkml:brush xml:id="br0">
      <inkml:brushProperty name="width" value="0.05292" units="cm"/>
      <inkml:brushProperty name="height" value="0.05292" units="cm"/>
      <inkml:brushProperty name="color" value="#FF0000"/>
    </inkml:brush>
  </inkml:definitions>
  <inkml:trace contextRef="#ctx0" brushRef="#br0">27877 7694 1059 0,'0'0'9'0,"0"0"-8"0,0 0 46 15,-93-20 76-15,76 9-19 0,1 1-50 16,6-4-34 0,1 3 4-16,4-3 2 15,5-1-11-15,0-2-6 16,2-2-6-16,14-1 1 16,6 2-1-16,4 3-3 0,3 2 0 15,-1 6-2 1,0 3 1-16,-1 4 1 15,-2 0 7-15,-3 6-6 16,-3 15-1-16,-3 1-1 16,-4 4 1-16,-3 7 5 15,0 2-2-15,-5 7 1 0,-4 5-1 16,0 2-2-16,0 3 5 16,-6-3 2-16,-9-2-2 15,0-5 5-15,-4-4 2 16,-3-5 9-16,-1-8 3 15,-2-4-3-15,3-5-5 16,2-7-1-16,7-8-15 0,1-1 14 16,1-3-6-1,1-14-1-15,4-5-6 16,3-1-2-16,3-3 0 0,0 1 0 16,6 2-3-1,9 2 3-15,6 3-2 16,1 5 1-16,3 4 1 0,3 8 4 15,-3 1-1-15,0 1 4 16,-1 14 0-16,-3 2-3 16,-3 3 1-16,-1-3-5 15,2 3 0-15,-3-3 0 16,0 1-4-16,-1-4-9 16,-1-3-69-16,0-3-26 0,0-8-34 15,4 0-21 1,-2-6-30-16,4-16-203 15</inkml:trace>
  <inkml:trace contextRef="#ctx0" brushRef="#br0" timeOffset="380.05">28344 7654 760 0,'0'0'346'0,"0"0"-324"15,0 0 119-15,0 0 11 16,0 0-63-16,0 0-49 15,0 0-36-15,-3 20 0 0,0 9 9 16,3 4 12 0,0 3-11-16,0-2-4 15,4-4 4-15,8-5 0 0,3-7-10 16,1-6-4 0,1-6 0-16,2-6 4 15,-2 0-2-15,3-4 5 16,1-20 0-16,-1-2-2 15,-4-4-2-15,-5 0-1 0,-11 2 1 16,0 1 5-16,-11 2 2 16,-11 4-10-16,-3 8 1 15,-5 5-1 1,0 8 3-16,-1 0-3 0,5 0-1 0,3 8 0 16,6 1-5-1,8-2-40-15,6 0-46 16,3-2-99-16,0-2-51 15,1-3-128-15</inkml:trace>
  <inkml:trace contextRef="#ctx0" brushRef="#br0" timeOffset="700.9">28563 7436 1157 0,'0'0'15'0,"0"0"43"0,0 0 81 16,0 0-72-16,0 0-42 16,0 0-18-16,27 48 73 0,-17-15-22 15,1 5-12 1,-2-1-16-16,-1-1-1 0,0-1 24 16,-4-2-42-16,-1-7-5 0,0-4-6 15,0-5 0 1,1-7-2-16,-1-6-58 15,-1-4-59-15,0 0-6 0,2 0 4 16,1-18-53 0,2-7-196-16,1-8-49 15</inkml:trace>
  <inkml:trace contextRef="#ctx0" brushRef="#br0" timeOffset="1039.74">28770 7361 1208 0,'0'0'4'16,"0"0"3"-16,0 0 54 0,0 91 67 16,0-53-17-16,3-1-2 15,10-7-48-15,4-5-38 16,5-7-6-16,4-7 3 16,2-5-9-16,2-6-3 15,-2 0-6-15,-2-11-1 16,-7-3-1-16,-8-3-6 15,-6-1-11-15,-5 4 1 16,0 4 9-16,0 4 7 16,0 3 0-16,-4 3 5 15,1 0 15-15,-3 15-9 16,-1 11 5-16,-1 5 27 16,2 2-6-16,5 1-12 0,1 0-17 15,0 0-3-15,0-2-3 16,0 2-2-16,0-5-3 15,0 1-33-15,0 2-96 16,-6 0-128-16,-15-2-154 0,-11-6-539 0</inkml:trace>
  <inkml:trace contextRef="#ctx0" brushRef="#br0" timeOffset="1660.27">27914 8445 1184 0,'0'0'0'0,"0"0"-4"0,0 0 4 0,135 0 67 15,-60-6-1-15,13-7 20 16,11-1-29-16,5-4-18 15,2-1 7-15,0-5-12 16,-3-1-7-16,-6-1 13 16,-5-4-7-16,-5-7-28 15,-6 0 46-15,-4-8-31 16,-4 1-14-16,-7-2 0 16,-8 0 3-16,-9-3-3 15,-13-4-1-15,-15-3-1 16,-11-4-3-16,-10-7 0 0,-1-2 0 15,-24-6 2-15,-14 2-4 16,-12-1 1-16,-10-1-7 16,-12 2-4-16,-15 1-7 15,-14 3 7-15,-14 5-6 16,-11 9 11-16,-4 18 3 16,-6 18 3-16,-5 18-1 0,-6 1 1 0,-1 32 0 31,0 19-4-31,4 16-1 0,11 18 4 0,11 11 1 31,20 12 1-31,18 12-1 0,20 10 1 16,19 7 3-1,20 1 7-15,16 9 12 0,10-7 14 16,27-14 7 0,28-20-11-16,19-29-17 0,22-22-2 15,13-20-6-15,8-17-4 16,7-18-3-16,5-10-1 15,2-29-40-15,-7-7-57 0,-15-8-100 0,-27-4-267 32</inkml:trace>
  <inkml:trace contextRef="#ctx0" brushRef="#br0" timeOffset="17329.91">10133 10701 711 0,'0'0'66'16,"0"0"-65"-16,0 0 2 0,0 0 44 16,0 0 35-1,0 0-10-15,0 0-33 0,-6-13-15 0,6 13-7 32,-2-1 20-32,1 1 8 15,1 0-22-15,-2 0-9 16,1 0-2-16,1-3 0 15,-2 1-7-15,1-2 0 16,-3 2 0-16,1-3-1 0,-3-3 0 16,-2 2 1-16,-1-4-4 15,-3 1-1-15,2-3 0 16,-5 4 7-16,0 2-6 16,-3-3 0-16,-2 5-1 15,-3-1 1-15,-1 5 1 16,0 0-2-16,1 0 6 15,-3 6 2-15,-1 9 3 16,-3 8-7-16,3 1 3 16,0 2-2-16,5 4 1 15,4-1-1-15,3 5-4 16,5-1 3-16,4 3-2 0,4-3 3 16,2 2-3-16,0-2 4 15,0 0-2-15,0-2-3 16,3-3 1-16,6 2 1 15,4 0-3-15,1-1 1 16,2 3 1-16,-1-2-2 16,0 4 1-16,-3-2-1 15,-1 0 1-15,0-2 0 0,-3-1-1 0,1-2 0 16,-1 1 0 0,0 0 1-1,0 3-1-15,-4 1 1 0,-1 2-1 16,-3 3 0-16,0 1 0 15,0 2 2-15,-1-3 1 0,-11-5-1 16,-4-5 2 0,0-4 0-16,-1-1-1 15,0-2 0-15,-4-1 2 16,-4-1-5-16,0 2 7 16,-5-1-5-16,2-4 4 15,5-2 0-15,-2-5 1 16,-1 1-2-16,3-4-2 15,0-3-1-15,1-2 2 16,5 0 0-16,5-2-3 16,2-10 5-16,1-3-6 0,6-5-1 0,2-2 1 15,1-5-5 1,0-1 0 0,4 2-8-16,8-1 3 0,1 3 0 15,-2 4 7-15,7 3 1 16,-6 5 0-16,1 4 2 15,-2 2-3-15,0 6 1 16,3 0-1-16,2 0 1 16,4 0 2-16,-1 9-1 0,1 4 1 0,-3 2 0 31,-3 4 0-31,2 2 0 16,-4 5 1-16,0 3-1 15,-6 7 2-15,0-1-1 0,-3 2 1 16,2 1-2-16,-1 4 1 15,0 0 0-15,-1-1 2 16,-3-1 3-16,2 0-5 16,-2-2 4-16,0 0 2 15,0-1-1-15,0 1 1 16,0-1-2-16,0-4 2 16,0-1-1-16,0-3-4 15,0-1-2-15,0 1 1 16,0-1 0-16,0-1-1 15,0 1 1-15,1 1 1 16,-1 1-1-16,0-1-1 0,0 3 4 0,0 1 0 31,0-1-3-31,0 0-1 0,0 1 2 16,3-2-1-16,2 1 0 16,1 1 2-16,1-2 11 0,1-1 2 15,1-3-1 1,5-2 3-16,0-3-5 0,5-2 0 15,2-2 3 1,2-5-9-16,5-4-5 16,5-6 0-16,6-3 1 15,5-4-3-15,4-17-64 0,0-3-128 16,-5-2-147-16</inkml:trace>
  <inkml:trace contextRef="#ctx0" brushRef="#br0" timeOffset="19302.14">20457 10782 803 0,'0'0'26'0,"0"0"-24"16,0 0-2-16,0 0 63 15,0 0 25-15,0 0-2 16,0 0-39-16,-45-17-35 16,42 8 0-16,0-3 20 0,2-4 3 0,1-5-25 31,0-4-10-31,1-6 0 15,14 2 0-15,5-1 0 0,5 0 0 16,-1 1 0-16,3 5 0 16,-2 5 3-16,-4 5-2 15,-3 8 0-15,-2 4 0 0,1 2-1 16,1 0 0 0,1 0 0-16,-1 6 0 15,0 6 3-15,-2 2-3 16,1 1 2-16,-4 3-2 15,0 4 0-15,-4 1 0 16,-1 5 4-16,-3 0 2 16,-2 0-5-16,-3 0 3 15,0 2 1-15,0 0 3 16,0 1-4-16,-6 0 3 16,-1 3-5-16,1-2 2 0,3 2 1 15,-1-2-2-15,0 2 2 16,2 0 4-16,1 1-3 15,-2-1-5-15,1 0 18 16,1-2-1-16,1-3-12 16,0 2-1-16,4-5 0 15,11 5 1-15,-1-3-5 16,2 2 3-16,-1 1-4 16,4 2 5-16,-1-1 10 0,6 0-1 15,3-1 5-15,4-2-3 16,4 0-11-16,2-6 8 15,3-2 4 1,0-7-9-16,-2-3 4 0,-4-4-6 16,-3-6-2-16,-4-1-1 0,-5 0 0 15,-8 0-1 1,-5 0 1-16,-6-2 1 16,-3-6 8-16,0-2 2 0,0 1-12 15,-13-5-1 1,-1 6-1-16,-5 1-1 0,-4 6 0 15,-4 1 1-15,-4 0-1 16,-4 10-2 0,0 6 3-16,4 4-1 0,1 2 1 0,4 1 0 31,2 3-2-31,4 1 2 16,1 8 0-16,3 0 1 0,3 3-1 15,-2 3-3-15,3 2 3 16,2 1 4-16,5 3-4 15,5 0 1-15,0 0-1 16,0 0-3-16,6 0 3 16,6-3 0-16,2 4 0 15,2-2 0-15,0 1 0 16,2-2 0-16,-1-4 0 16,0-1-2-16,1-7 2 15,-1-1 0-15,-1 1 0 16,-2-2 0-16,-4 3 0 15,-1 2 0-15,-3-2 0 0,2 1 0 16,-1-3 0-16,2-4 0 16,0 0 2-16,-3 1-2 15,0-1 0-15,-2 0 0 16,-4 1 0-16,0-3 0 16,0-1 0-16,0 3 2 15,-12-1 3-15,-7 3 9 16,-11 1 15-16,-12 3 7 15,-7 1 11-15,-9-3-12 16,-5-3-17-16,-8-8-11 0,-4-8-7 0,-10-13-101 31,-20-18-369-31</inkml:trace>
  <inkml:trace contextRef="#ctx0" brushRef="#br0" timeOffset="23540.34">7562 11573 1010 0,'0'0'7'0,"0"0"-6"15,0 0 21-15,0 0 95 16,0 0 13-16,0 0-31 0,0 0-62 15,-31-25-5-15,28 25-6 16,0 0-16 0,-6 17-5-16,1 11 3 0,-5 7 12 15,0 2 8-15,-2 4 3 16,6 1 0 0,-3 7 2-16,2 0 5 0,2 5-4 0,2 1-18 31,3-1 6-31,3-1-6 0,0-3-6 15,6-4-5-15,10-4-1 16,1-1 3-16,2-5-5 16,2-7 1-16,2-3 0 15,3-8-3-15,1-6 1 16,0-6 2-16,1-5 0 16,-5-1 1-16,1 0-3 15,-5-3 2-15,-1-10 4 0,-3-4-2 16,-9-5 1-1,-5-5 1-15,-1-2-3 16,0 1 0-16,-13 1-3 16,-8 5 1-16,-4 5 0 0,-5 6-2 15,2 10 2-15,-4 1 1 16,1 1 1-16,3 14-1 16,6 0 8-16,6 2-7 0,4-3-4 15,2 2-2 1,7-3 1-16,3-3 0 15,0 1-9-15,0-4-40 16,13-3-89-16,4-4-106 16,5 0-20-16,5-17-144 15</inkml:trace>
  <inkml:trace contextRef="#ctx0" brushRef="#br0" timeOffset="24088.12">7919 11894 1224 0,'0'0'42'0,"0"0"-37"15,0 0 73-15,0 0 0 0,0 0-47 16,0 0-27-16,-5 43 19 15,16-8 3-15,2 2 7 16,-1-2-13-16,3-3 0 16,-3-6-11-16,-1-8 1 15,-3-5-9-15,-3-7-1 16,-4-5 0-16,-1-1 0 16,0 0 10-16,0-9 17 15,-6-14-27-15,-13-7-11 0,-2-4-12 16,0-2-1-1,-4 0-2-15,1 4 5 0,3 3 6 16,5 2 5 0,4 5 10-16,4 0 0 0,5 5 0 15,3 3 2 1,0-1 9-16,0-3 13 0,5 0-8 0,14-7-6 31,3 0 6-31,4 0 2 16,1-1-7-16,4 5-5 0,-1 3-3 0,-3 1-2 15,-6 9-1 1,-6 2-5-16,-5 2-23 16,-4 4-109-16,-3 0-90 15,-3 4-39-15,0 17-89 16</inkml:trace>
  <inkml:trace contextRef="#ctx0" brushRef="#br0" timeOffset="24260.28">7983 11940 142 0,'0'0'718'0,"0"0"-718"0,0 0 126 16,0 0 58-1,0 0-16-15,0 0-59 0,77-53-65 16,-50 26-38 0,-7 4-6-16,-4 5-5 15,-5 7-95-15,-7 10-106 16,-4 1-75-16,0 21-23 15,-3 17-116-15</inkml:trace>
  <inkml:trace contextRef="#ctx0" brushRef="#br0" timeOffset="24390.2">8077 12139 690 0,'0'0'98'0,"0"0"30"16,0 0-22-16,0 0 27 16,0 0-28-16,112-50-49 15,-79 12-55-15,-5 1-1 16,-1 5-89-16,-14 3-143 15,-5 7-311-15</inkml:trace>
  <inkml:trace contextRef="#ctx0" brushRef="#br0" timeOffset="25661.52">22279 11065 1030 0,'0'0'97'0,"0"0"-96"32,0 0 53-32,0 0 102 15,0 0-49-15,0 0-61 16,-47-66 9-16,27 66-24 16,-6 10-13-16,-2 15-13 15,-3 11 3-15,2 8 15 16,1 2 3-16,4 6 22 15,3 4-17-15,6 0 1 16,5 2 4-16,7 0-9 16,3-5-10-16,3-3-14 15,18-6 1-15,8-9-2 16,4-7-2-16,5-9 2 0,2-7 2 16,0-9-2-1,1-3 0-15,-3-8-1 16,-2-12 4-16,-8-8-2 0,-8-5-1 15,-9 2 2-15,-11-2-4 16,0 2 2-16,-5 4 3 16,-15 7-4-16,-7 6-1 15,-5 6 1-15,-6 8-2 16,-3 0-2-16,-1 14 3 16,3 5 0-16,9 0 0 15,8-5-2-15,11-1 1 16,7-2-3-16,4-2-28 15,0-2-81-15,15-4-76 16,10-3-74-16,3-3-94 0</inkml:trace>
  <inkml:trace contextRef="#ctx0" brushRef="#br0" timeOffset="26102.42">22550 11231 1267 0,'0'0'19'0,"0"0"-18"0,0 0-1 15,0 0 89-15,0 0 16 0,24 87-76 16,-18-64 12-16,0-2 11 16,1-5-18-16,-2-4-31 15,-2-6-1-15,0-4 0 16,-3-2 1-16,0 0 6 15,0 0 18-15,0-11 31 16,0-12-34-16,0-9-24 16,-6-3-3-16,-6-3 2 15,2 1-1-15,1 1-17 16,2 3 11-16,3 6 7 16,3 6 1-16,1 5 0 15,0 3 4-15,0 2 8 16,0-1 3-16,7 1 14 0,8-3-11 15,7-2-2 1,5-2-2-16,3 0-5 16,-3 4-3-16,-3-1-4 0,-2 4-2 15,-1 3 0-15,-6 0-16 16,-3 4-45-16,-6 4-91 16,-5 0-68-16,-1 0-82 15,-6 12-104-15</inkml:trace>
  <inkml:trace contextRef="#ctx0" brushRef="#br0" timeOffset="26289.91">22612 11198 889 0,'0'0'267'0,"0"0"-260"16,0 0 54-16,0 0 123 0,0 0-65 15,89-34-70 1,-58 9-23-16,-1 3-22 15,-3 2-4-15,-8 5-44 16,-10 9-129-16,-6 6-95 16,-3 0-121-16</inkml:trace>
  <inkml:trace contextRef="#ctx0" brushRef="#br0" timeOffset="26422.92">22647 11418 727 0,'0'0'359'0,"0"0"-346"16,0 0 46-16,0 0 69 15,88 41 0-15,-37-67-60 0,7-13-68 16,3-2-4 0,-8 0-121-16,-10 1-214 15</inkml:trace>
  <inkml:trace contextRef="#ctx0" brushRef="#br0" timeOffset="57589.9">13278 13053 673 0,'0'0'27'15,"0"0"-20"-15,0 0 91 16,0 0 91 0,0 0-65-16,0 0-62 0,0 0-2 15,0 0-8 1,-25-34 15-16,19 31-14 16,-5 1-38-16,-2-2-8 15,-1 2-1-15,-5 0 12 16,1-1-18-16,-4 2 9 15,-4-2-4-15,-2 1 0 16,-2-1-2-16,-1 3 1 16,2 0-2-16,0 0 1 0,-3 0-2 15,1 0 3-15,0 0-2 16,1 0 1-16,0 0 12 16,-3 0-4-1,0 0-6-15,-1 0 6 0,-2 0-5 0,2 0 2 0,-1 0 12 31,1 2-12-31,1 1-1 16,-1 0 4-16,1 1-1 16,-3 2 3-16,1-4-10 15,0 0-2-15,1 1 1 16,1-3 1-16,-1 0 3 0,1 0-4 16,-3 0 6-16,2 0 4 15,1 0-2-15,2-3-6 0,1 1 0 31,2 0 0-31,-1 0-3 16,1 2 4-16,-1 0-5 0,1 0 0 16,-2-2 1-16,3-2 0 15,-1 0 0-15,3 0 0 0,1-2 1 16,4 0-1-16,-2 1-1 16,3 1-2-1,2 1 2-15,-2 0 0 16,4 2 0-16,-6-2-1 15,9 0 1-15,-3 2 1 0,2-1-1 16,2 2 2-16,-1 0-1 16,2 0 1-1,-5 0-2-15,0 0-7 16,-4 6 5-16,-2 2 2 0,-2 0-1 16,-4 1 0-16,-1 3 1 15,-3 0 0-15,-1-4-2 0,3 2 4 16,0-6-1-1,7-3 1-15,5 1 1 16,7-2-1-16,7 0 0 16,2 0 3-16,-1 0 14 15,-1 0-10-15,0 0-6 16,-4 0-3-16,-2 0-3 16,3 0 2-16,-5 0 0 15,1 0-1-15,-3 0 1 16,-7 0-2-16,-1 1 2 15,-4 9-2-15,0 1 1 0,1 1 0 16,1 4 1-16,-1 1 0 16,-1-1 1-1,4 2-2-15,6-4 2 0,2-3-1 16,8 1 0-16,2 0 0 16,0 1 0-16,2 3-5 0,1-1 6 15,0-1 0 1,0 0-2-16,0-1 1 0,0 2-1 15,7-2-1 1,4 3 3-16,-1-1 0 0,2 2 0 0,3-1 0 0,3 1 0 31,1 0 0-15,1-3 6-16,-1 2-3 16,-1-1-2-16,3 0 1 0,-3 0-1 0,1-3 0 15,4-1 0 1,2 0 0-16,5-2 1 15,3-2 3-15,-2-3 1 16,2 0-4-16,2-3 1 16,0-1-2-16,1 0 0 15,1 0 0-15,0 0-1 16,2 0 2-16,1 0-2 16,1 0 2-16,2 0-1 15,0-3 0-15,4-1 0 16,0-1-1-16,-3 1 0 0,-3 1-2 15,-5 0 2 1,1 2 0-16,-1-1 0 0,3 2-4 16,0 0 4-16,-2-1-1 15,2 1 1-15,2 0 0 16,-2 0 0-16,0 0 0 16,-1 0 0-16,-1 0 0 15,-3 0-1-15,2-3 1 0,0 0 1 16,0-1-1-1,1-1 0-15,6-1 0 0,-4-1 1 16,0 2-1 0,-5 2 0-16,-4 1 0 15,0 2 1-15,-3 0-1 16,-2 0-1-16,2 0 1 0,-2 2 0 16,0-2 0-16,4 0 0 15,-1 0 0-15,6 0 0 16,1 0-1-16,-3-7 1 15,0 1-1-15,-2 0-1 16,-8 3-1-16,2-1-2 16,-2-1 1-16,-1 3-5 15,-1-4-2-15,2 0 10 16,0-6 0-16,-2-1 0 16,1 1 0-16,-2-2 1 15,-4 4 0-15,-4 2-1 0,-3 2 0 0,-2 0-4 31,-1 0 3-31,-1-1 2 16,-2-3 1-16,-2 1 2 16,0-5-2-16,0-1 2 15,0-5 3-15,-12-1-5 0,-6-2 1 16,-2-7-1-16,-6 1-1 16,-6-1-1-16,-4-2 1 15,-5 4 1-15,2 3 1 16,-3 2-1-16,-1 7 2 15,0 2-1-15,-3 6 9 16,4 3 7-16,0 5-10 0,0 0 7 16,5 0-15-1,1 2-1-15,3 12-8 0,0 9-71 16,-1 9-134 0,-6 6-124-16,0 9-340 0</inkml:trace>
  <inkml:trace contextRef="#ctx0" brushRef="#br0" timeOffset="63525.8">11947 12937 463 0,'0'0'160'0,"0"0"-160"0,0 0-10 15,0 0 1-15,0 0-6 0,0 0-2 0,0-7-81 32,0 7 22-32,0-2-26 0,0 0-20 15,0-4 40 1</inkml:trace>
  <inkml:trace contextRef="#ctx0" brushRef="#br0" timeOffset="64065.85">11947 12937 593 0,'22'-29'149'0,"-22"29"-146"0,-3 0 35 0,1 0 72 0,2-6-46 0,-2-5-14 16,1 2-18-16,1-2-23 0,-2-2-7 15,2 2-1-15,0 1-1 16,-1 0 1 0,1 1 0-16,-2-1-1 0,2 0 0 15,0-1 1-15,0-1-2 16,0-2 1-16,0-2 0 15,0-1 2-15,0-3-1 16,0 1-1 0,0-4 1-16,0 3-1 0,0-1 0 15,0-3-1-15,0 0 0 16,0 0 1-16,0-1-2 16,0 2 2-16,0-1 0 15,0 3 0-15,0 0 0 16,0 3 0-16,0-1 0 15,0 2-1-15,0 0 1 16,0 2 0-16,0 1 0 16,0 0 0-16,0 3 0 0,0 2 0 15,0 1 3 1,0 4 7-16,0 0 4 0,0 2 1 0,0-2-12 16,0 2-3-1,0 0-7-15,0 1-12 16,0 0 2-16,-1-1 7 15,-1 0 5-15,1 1 4 16,1 1 1-16,0 0-1 16,0-1-40-16,0 1-91 15,0 0-17-15,0 0-207 16</inkml:trace>
  <inkml:trace contextRef="#ctx0" brushRef="#br0" timeOffset="66179.75">11974 12354 269 0,'0'0'52'0,"0"0"59"0,0 0 38 0,0 0-74 0,0 0-20 0,0 0-24 16,-2-20-1-16,2 14-1 16,0 0 3-1,0-2 7-15,0-3-11 0,0-1-11 16,0 2-3-16,-1-2-7 15,-1 2-4-15,2 1 6 16,-1-1 11-16,-1 0 12 16,-2 1-20-16,1 2-11 15,0-1 10-15,0-1-4 16,2-1 5-16,-1 2 1 16,2 1-13-16,0-1 1 15,0 2 4-15,0 0-5 16,0-1 0-16,0 3 0 15,0-3 1-15,0 3-1 0,0-4 0 0,0 2 0 32,0 0 0-32,0 0 1 0,0 0 1 15,0 1 0 1,0 1 4-16,0-3-4 0,0 1-2 16,0 1 0-1,-3-2 3-15,3-1-2 0,-3 4-1 16,1-3 1-16,-2 1 1 15,1 0 2-15,-1-5 4 16,1 3-4-16,1-2-2 16,2-1 1-16,0 1-3 15,0-3 1-15,0 3 1 16,0-3-4-16,0 3 2 16,0-2-1-16,2 2 1 15,1 1 0-15,-2-3 0 16,3 2 0-16,-2-3 0 0,-2 2 5 15,0 0-2-15,0-1 9 16,0 1-1-16,0 0 4 16,0-1 9-16,0-1-14 15,0-1-9-15,0 2 0 16,0-5 0-16,0 2-1 16,0-1-2-16,0 3 2 15,0 3 0-15,0 0 0 16,0-1 4-16,0 1 4 15,0-2 2-15,-3 1-9 16,-1-2 2-16,-1 1-2 16,1-2 0-16,-1-1 0 15,-1 1-1-15,2 0 0 0,-2 0-1 16,3-1 0 0,-3 3-3-16,3-3 3 0,-2 1-3 15,2-2-3-15,2-2 4 16,1-1-3-16,0 0-1 15,0 1 1-15,0-1-1 16,0 2 7-16,0-3 0 16,0 3-2-16,0-1 2 0,0 2-1 15,0 1 1 1,0 0 2-16,0 2-2 0,0 3 0 16,-6-2 0-1,0-1 1-15,2 4-1 0,-1-2 0 16,4 1 0-16,-4 2-1 15,3 3 1-15,1 0 0 16,-1-2 0-16,2 3 0 16,-1 0 0-16,1 1 0 0,-2 0 0 15,1-1 0 1,-2-1 0-16,3 2 2 16,-1-2-1-16,-1 1 2 15,1 0 4-15,-1 0-1 16,1 1-2-16,1-1-4 0,0 0 2 0,0 2 1 0,0-2-3 31,0 1-1-31,0-1 1 16,0-1 2-1,0 1-2-15,0-1 0 0,0 2 2 0,0 1 4 16,0-1 4 0,0 3 11-16,0-3 6 15,0 2-1-15,-2 1-14 16,2-2-6-16,0 2 8 15,0-2 7-15,0 2-1 0,0 0 1 16,0-2-4-16,0 1-10 16,0-2-6-1,0 2-1-15,-1-1 3 16,1-1-3-16,0 1 0 16,0-1 1-16,0 0-1 0,0 3-2 15,0 0 2-15,0 0 1 16,0-1 0-16,0 1 4 15,0 0 3-15,0 0 2 0,0-2-5 0,0 2 4 32,0 0 0-32,0-3 6 15,-2 2-3-15,2 0-2 16,0-3-4-16,0 1-4 16,0 2-2-16,0-1 2 15,0 1-2-15,0 1 0 16,0 0 0-16,0 0 1 15,0 0 0-15,0 0-1 16,0 0 7-16,-1 0 3 0,1 0-3 16,0 0 1-1,-2 0 1-15,2 0-7 0,0 0-1 16,0 0 0 0,0 0 0-16,0 0-1 0,0 0 1 15,0 0 1-15,0 0 2 16,0 0-4-16,0 0 1 15,0 0-1-15,0 0 0 16,0 0 2-16,0 0-2 16,0 0-2-16,0 0 2 15,0 0 0-15,0 0 0 16,0 0 0-16,0 0 0 16,0 0-1-16,0 0 1 0,0 0 0 0,0 0-1 31,0 0 0-31,0 0 1 0,0 0 0 15,0 0 1-15,0 0 0 16,0 0 1-16,0 0-2 16,0 0 1-16,0 0 0 15,0 0 0-15,0 0-1 16,0 0 0-16,0 0-1 16,0 0-1-16,0 0-3 0,0 0 1 15,0 0-8 1,0 0-9-16,0 0-4 0,-1 0-6 15,1 0-14 1,0 0-10-16,0 0-15 16,6 0-51-16,4 0-27 0,-4 0-120 15</inkml:trace>
  <inkml:trace contextRef="#ctx0" brushRef="#br0" timeOffset="74637.45">14131 10704 159 0,'0'0'83'0,"0"0"-18"0,0 0-6 0,0 0-23 0,0 0 14 0,0 0 39 16,0 0-53-16,-47-29 18 15,44 28-10 1,-2-1 28-16,4 1-31 16,-4 1-1-16,3 0-14 15,2-2 8-15,0 2-21 0,0 0-6 16,0 0-6-16,0 0 2 16,0 0-3-16,0 0 8 15,0 0 1-15,0 0-5 16,0 0-4-16,0 0 0 15,7 0 9-15,2 5 7 0,2-3-15 16,-2 3-1-16,0-3 5 16,5 2 6-16,-2-1-2 0,5 0 11 31,3 1 1-31,4-1 0 16,6-2 14-16,6 2-18 15,4-3-4-15,0 0-5 0,2 0-2 16,-3 0-6-16,2-4 1 15,1-4 1-15,1-3-1 16,1 1 1-16,-1 0-2 16,0 2 0-16,-5 4-1 15,0 4 1-15,0 0 1 16,0 0 1-16,1 0 0 16,-1 0-2-16,-1 0 3 0,3-5-1 0,-1-4 2 31,1-1 1-31,0 0-4 15,-2 2 0-15,-6 4 3 16,0 1-4-16,-5 3 1 16,-5 0-1-16,1 0 1 0,-4 6 0 15,-4-2 1-15,3-2-2 16,-2 0 0-16,1-2 1 16,2 0 0-16,2 0 0 15,3 0 3-15,3 0-3 16,1-4-1-16,0 1 2 15,2 0-2-15,-7 0 0 16,2 3-1-16,-3 0 1 16,-3 0-1-16,0 0 0 15,-3 0 1-15,-1 0 0 16,3 0 0-16,0 0 0 0,3 0 0 16,-1 0 0-1,0 0 1-15,1 0-1 0,-2 0 0 16,-1 0 0-16,1 0-1 15,2 0 1-15,-1 0 0 16,1 0 0-16,-1 3 1 16,-3 0-2-16,2 2 1 15,-2-3 0-15,0 2 0 0,2-4 0 0,-2 1 0 32,1 2 0-32,-1-3 1 15,-1 3-2-15,-1-3 1 16,0 1 0-16,-2 1 0 15,0-1 0-15,0-1 0 16,-1 2 0-16,1-1 0 16,-2 1 1-16,-1-1-1 15,2-1 0-15,-2 2 0 16,0-2 0-16,0 1 0 0,-3 0 0 16,2 1 0-16,-3 1 0 15,1-2 0-15,1-1 0 16,-3 2 0-16,1 0 0 15,-2-2 0-15,2 2 0 16,-3-2 0-16,0 0 0 16,0 0 0-16,-3 0 1 15,0 0-1-15,0 0 1 16,0 0-1-16,0 0 2 16,0 0 3-16,0 0 0 0,0 0-5 15,0 0-6-15,0 0-55 16,0 6-79-1,-3-4-133-15,-13 1-398 0</inkml:trace>
  <inkml:trace contextRef="#ctx0" brushRef="#br0" timeOffset="75007.17">16038 10497 16 0,'0'0'931'0,"0"0"-931"0,0 0-4 0,0 0 4 0,0 0 3 16,0 0 33-16,34-48-16 15,-4 44 20 1,4 2-12-16,2 2-10 15,0 0-2-15,-3 0 36 16,-5 4-24-16,-1 12-21 0,-6 5 7 16,-6 4 9-1,-5 4-6-15,-8-1 19 0,-2 5 5 16,-5-1-16 0,-17-1-1-16,-5 1-18 0,-4-2-4 15,-2-1-2-15,0-3-8 0,0-5-135 31,-3-7-211-31</inkml:trace>
  <inkml:trace contextRef="#ctx0" brushRef="#br0" timeOffset="76896.67">14130 10772 394 0,'0'0'82'0,"0"0"7"0,0 0-24 0,0 0 30 0,0 0-35 15,0 0-3-15,-3-16 7 16,1 16-17-16,2 0-18 0,0-3 1 16,0 3-7-16,0 0-5 15,0 0-4-15,0 0-9 0,0 0-5 31,0 0-4-31,8 0 4 0,4 3 13 16,2 3-8 0,3 4 7-16,4 0 4 0,1 1 2 15,8 0-4-15,0 1 7 16,4-2-1-16,5 0-15 16,-3 0 11-16,3-3-2 0,-2 5 0 15,-1 1-14 1,0 0 4-16,-1 1-2 15,3 1 4-15,-1-1-4 16,0 2-1-16,1 2 5 0,-4-2 0 16,0 1-1-1,-1 0-3-15,-2-2 5 0,2 0-1 16,-1 1-1 0,-4-4 0-16,2 2-4 0,-2-3 0 15,-3 0 2-15,1-1-2 16,-4-1 5-16,-2-1-2 0,-1-1-3 31,-1-2 0-31,4 3-1 0,0-1 1 16,1-1-1-16,-2 4 1 15,1-5 0-15,2 2 0 16,-3-1 0-16,3 1 0 16,0 0-1-16,-4 1 0 15,0 3 1-15,1 1-1 16,0-1 0-16,-3 1 0 0,-1-2 0 15,2 2 0 1,0-2 0-16,-1-1 0 0,0 0 1 16,-1-2-1-16,2-1-2 15,-3-2 2-15,2 2-2 16,3-2 2-16,-2 2 0 0,-2 0 0 16,0 1 0-1,-3 0 0-15,2 0 0 16,1 2-1-16,1 0 1 15,1 1 0-15,0-1 0 16,-1 0 0-16,-1 0 0 0,2 1 0 0,-1 0 0 31,1-2 0-31,2 0 0 16,-3 1 0-16,2-3 1 16,-4 0-1-16,-3 1-1 15,2 0 1-15,-1-1 1 0,1 2-1 16,0 0 0-16,-2 0 0 15,2 2 0-15,-2-1 0 16,4 2 0-16,-5 1 0 16,2 1 0-16,0 1 0 15,-1 2 0-15,-2-3 0 16,1 2 0-16,0-3 0 0,-2 1 0 16,-1-1 0-1,1-2 0-15,0-3 0 16,-3 0 0-16,1-1 0 15,0-2 1-15,-2 0-2 16,0 0 1-16,0 2 0 0,2-2 1 16,-2 0-1-16,0 2 0 15,0-1 0 1,3 2 0-16,-1-1 0 0,3 0 0 16,-2 2 0-16,3 1 0 0,-3-1 0 15,-3 0 0 1,0 0 2-16,1-4-2 15,-1 0 0-15,0 0 2 16,2 2 1-16,-2-3 2 16,-1 2-3-16,0-5-2 15,0 0 0-15,-4 0 0 0,1 0 0 16,-1 0 0-16,-1 0 0 16,0 0 1-16,0 0 5 0,0 0-3 15,0 0-3 1,0 2-14-16,0 3-71 15,-19 4-187 1,-8 2-523-16</inkml:trace>
  <inkml:trace contextRef="#ctx0" brushRef="#br0" timeOffset="77801.66">16114 11935 721 0,'0'0'2'0,"0"0"-2"0,0 0 1 0,0 0 63 0,0 0 45 16,0 0-17-16,-31-14-25 16,29 11-25-16,1 1 15 15,-2 1 17-15,3-2-13 16,-2 2-24-16,2-1-6 16,0 2 0-16,0 0-7 15,0 0 2-15,0-1 0 16,0 1-11-16,0-1-5 15,0 0-4-15,5-2-3 16,8 3 2-16,4-2 4 0,0 2-6 0,1 0-1 31,5 0-1-31,0 0 5 0,4 0-6 16,-1 0 2 0,1 0-1-16,-2 0 1 0,0 2-1 15,1 1-1 1,-5-2 1-16,-2 0-1 0,-3 0 3 15,-4 1-3-15,-1-1 0 0,-1 1 0 16,-1-1 1 0,2-1-1-16,-3 0 0 15,2 0 1-15,-1 0-1 16,-2 0 1-16,2-8 6 16,-3-9 1-16,-2-7-4 0,-4-8-1 15,0-5 2 1,-12-9 0-16,-15-8 6 15,-4-3-2-15,-5 0-8 0,1 5-1 16,6 11-1-16,1 12-3 16,1 11-44-1,-6 1-222-15</inkml:trace>
  <inkml:trace contextRef="#ctx0" brushRef="#br0" timeOffset="81322.38">14085 11001 343 0,'0'0'89'0,"0"0"-29"0,0 0 23 0,0 0-43 0,0 0 3 16,0 0-36-16,0 0-6 0,-34-39 12 15,32 33 22-15,1 1 49 16,-2 1-54-16,1 0-23 15,2 0-5-15,-1 2 38 16,1 1 19-16,0-1-33 16,0 0-15-16,0 2 8 15,0 0 13-15,0 0-4 16,0 0-6-16,0 0-11 16,0 0-3-16,0 0-8 15,0 0-7-15,6 0 7 16,13 10 14-16,2 1 24 0,6 4-29 0,1 4-7 31,4 1 6-31,0 1 12 16,4 2 11-16,6 1-24 0,0-1 2 15,5 1-2 1,1 0-2-16,4 0 1 0,5 2 3 16,0-1 1-1,-3 1-4-15,1 7-4 0,-5-1-2 0,-3 3 3 16,-3 0-1-1,-3-3-2-15,-1-2 1 16,2 1 3-16,-2-2 0 16,1 3 2-16,-2 0-2 15,-1 0-1-15,-2 2-2 16,-3 3 0-16,-1 1 0 16,3-1 6-16,-4 0-2 15,2-5-4-15,1-4 2 0,0-5-3 16,8-5 1-16,3-6 1 15,3-5-2-15,-3 2 0 16,-5 0 1-16,-9 3-2 16,-6 0 1-16,-2 1-1 15,-2 1-1-15,-1 5 2 16,0-1 0-16,-1 4 1 16,1 0-1-16,1 3 0 0,3 1 0 15,2 3 0 1,4-3 1-16,-2-1 0 15,1 0 0-15,-2-6-1 16,-5-3 0-16,1-1 0 0,-1-1 0 16,-2 0 0-1,3-1 0-15,1 1 0 0,3-6 0 16,-2 3 1-16,1-3-1 16,-4-1 1-16,-3-1-1 15,-2-2 0-15,-2 2 0 0,-3-4 2 16,-2 3-2-1,-3-3 2-15,-2 2-2 16,0-3 0-16,-4-1 0 16,-1 0 0-16,2 0-2 0,-2 0 1 15,0 0-41 1,0 3-112-16,-3-1-225 0</inkml:trace>
  <inkml:trace contextRef="#ctx0" brushRef="#br0" timeOffset="81680.63">16020 12387 822 0,'0'0'13'0,"0"0"-13"0,0 0-46 0,0 0 46 0,0 0 13 0,85 15 60 16,-49 5-20-16,4 5-11 0,3 0-21 16,-1 0 13-1,-3-7-18 1,-3-6 21-16,-7-7-9 16,-9-5-3-16,-4 0 6 0,-4-4 37 15,-4-16 6-15,1-8 7 0,-6-9-35 16,-3-7 11-1,0-1-33-15,-5-4-19 16,-14-3-5-16,-6-1-6 16,-7 0-95-16,-2 0-94 0,-7 5-168 15</inkml:trace>
  <inkml:trace contextRef="#ctx0" brushRef="#br0" timeOffset="83156.24">14027 11044 560 0,'0'0'115'0,"0"0"-100"0,0 0 11 0,0 0 14 0,0 0 77 16,0 0 3-16,-26-55-87 0,26 55-15 15,0 0-18-15,0 0 0 0,9 0 35 16,8 8-14 0,5 2 1-16,4 7-2 15,5 5 2-15,5 5-4 16,3 5-1-16,5 6 23 15,4-1 21-15,3 4-58 16,2 3 6-16,1 0 14 16,0 6 3-16,7 1-12 15,-1 4-9-15,2 4 0 0,1 6 2 16,-3 2-2 0,-1-2-2-16,-2-5-1 0,-3-2-1 15,-3 0 2-15,-4-4-2 16,-2-1 0-16,1-4 5 15,-4-5-5-15,0-1-1 16,-7-2 1-16,0-4 0 16,-4 1 1-16,-1-4 0 15,1-4-2-15,-2-2 4 16,-1-4-4-16,0 0 0 16,-2-2 0-16,-4-1 0 15,2-2 1-15,-2 0-1 0,-4 1 0 16,2-5 0-1,-4 1 0-15,1-1-2 16,-4 0 2-16,0 4 0 0,-4 0 2 16,-1 1-2-16,1 1 1 0,-3 4-3 15,0-3 4 1,1 1-3-16,3-1 1 16,0 0 0-16,2-1 0 15,1-4 0 1,-1 2 0-16,3-5 0 0,-2 3 0 15,3-3 0-15,0-1-1 16,3-1 1-16,1 1 0 16,3-1 0-16,4-1 0 0,0-4 0 15,3 0 0 1,1 1 2-16,-4-1 0 16,-2 1-2-16,-5-1 0 0,-3 1 0 15,0 3 0 1,-4-1 0-16,-2 2 0 0,0 1 0 15,-1-3 0-15,-1 1 0 16,0-1 0-16,1-1 0 16,-1 0 0-16,-1-1 0 15,-2 2 1-15,1 0-1 16,-1 1 0-16,-2 1 0 16,-1-2 0-16,2 4 0 15,0-2 0-15,0 1 0 16,0-2 1-16,-1 0-1 15,-1-3 0-15,-1 0 0 16,1-4-1-16,-2 0 1 0,-1-3 0 16,2 0 0-1,-1 2 0-15,-1 0 1 0,0 3-1 16,2-2 0-16,-2-1 0 16,0 2 0-1,0-4 0-15,0 1 0 0,0-2-8 16,0 1-14-16,0 1-14 15,0 0-37-15,0 7-31 16,-12 1-19-16,-14 2-211 16</inkml:trace>
  <inkml:trace contextRef="#ctx0" brushRef="#br0" timeOffset="83519.71">15956 13266 908 0,'0'0'0'0,"0"0"-107"0,0 0 107 0,0 0 21 0,0 0 57 0,0 0-16 16,109 9-20-16,-75 7-5 0,3 2 19 15,1 2 5-15,1 3-15 16,-1-1-8-16,-4-2 1 0,-2-5-1 31,-5-5-29-31,-8-4 2 16,-6-4 1-16,-3-2 0 0,-7-2 24 16,-2-22 36-16,-1-13-24 15,0-18-30 1,0-6-15-16,-9-6-3 0,-13-2-1 15,-17-10-180-15,-18-14-686 16</inkml:trace>
  <inkml:trace contextRef="#ctx0" brushRef="#br0" timeOffset="89439.16">19004 13359 616 0,'0'0'428'0,"0"0"-428"0,0 0-51 0,0 0 39 0,0 0 12 16,0 0 20-16,0 0-4 0,47-70-4 31,-37 62-1-31,-3 4 14 0,-2 1-2 16,-4 1-6-16,1 2 4 16,-2 0 19-16,0-1-4 15,0 0-6-15,0-4 20 16,0-2 8-16,0-4-37 15,-9-3-4-15,-5 0 27 16,-7-3-41-16,-4-2-2 16,-6-3 4-16,-4 0-5 15,-5-1-1-15,-8 0 1 16,-4 5 0-16,-6-2-1 16,-8 4 1-16,-2-1 0 0,-1 4 2 15,-1 3 1 1,-2 2 5-16,4 4 11 15,-6 4-17-15,-3 0 6 16,-5 4 1-16,-5 11 7 0,1 3-2 16,-1 2-14-16,2 1 0 15,5 0 6-15,2 2 15 16,6-4 8-16,5 3-11 16,6-3-3-16,3 3-10 15,4-1 2-15,5 3 8 16,6-2 8-16,5 1-10 15,6 3-3-15,5-4-4 16,3 3-4-16,4-2-1 16,6-3 3-16,5-1-4 15,2 0 0-15,7 2 0 0,0 1-3 16,2 4 5-16,13 3-4 16,4 0 4-16,4 6-2 15,1 1 4-15,4-3-2 16,7-2-2-16,3-4-1 15,5-2 1-15,6-2 4 16,6-4-2-16,6-4 4 16,3-5-4-16,6-4 4 15,1-2-3-15,3-2 6 16,2 0-5-16,-5 0-3 16,5-1 1-16,3-1-1 15,5 0 2-15,1 0-2 16,3 0-1-16,2-13-4 15,5-7 3-15,6-8 1 16,2-5 1-16,2-7-1 0,-7-2 3 16,-7-1-2-16,-11-3 2 15,-8 0 1-15,-11 1-1 16,-12 1-1-16,-8 2 2 16,-17 1-1-16,-12 2 2 15,-12-4 2-15,-12-3 4 0,-22-2 14 16,-10 0-8-1,-8 3-15-15,-4 5 3 16,-7 11-5-16,-1 4 0 16,-3 10-19-16,-4 9-60 0,-3 6-58 15,-7 2-163-15,-13 14-111 16</inkml:trace>
  <inkml:trace contextRef="#ctx0" brushRef="#br0" timeOffset="93396.71">20151 9110 840 0,'0'0'13'0,"0"0"-13"0,0 0-22 0,0 0 13 0,0 0 9 0,0 0 29 16,51-18 28-16,-17 11-28 16,12-2 39-16,13-1-29 15,15-1 3-15,17-5-11 16,17-4-8-16,14-2-15 16,11-6 11-16,-2 2 1 15,-3-2-9-15,-8 4-1 16,-14 4 12-16,-11 3 6 0,-8 6-21 15,-8 5-6 1,-9 4 2-16,-3 2-1 16,-3 0-2-16,-1 7 0 15,-3 7 1-15,-7 1-1 16,-5 5-1-16,-5 2 1 16,-2 8 0-16,-1 3 0 0,-7 4 6 15,-4 1-5-15,-6 4-1 16,-2 4 0-1,0 8 6-15,-2 8-2 0,8 4-3 16,3 6 2-16,6 3 4 16,5 4-1-16,4 6 0 15,4 2 4-15,1 1-8 16,0-3 1-16,2 1-2 16,-2-2 0-16,-3 4 0 15,0 2-1-15,-4 7 1 16,-3-1 0-16,-1 4-1 15,-3 2 1-15,-3 0-1 0,-5 0 6 16,-2-2-6 0,-1-2 1-16,2-2 0 0,2-3 5 15,1-1-3-15,2-2 5 16,-1 3-1-16,-3 5 11 16,-2 2 6-16,-1 2 2 15,-4 0-23-15,3-1-1 16,0 1-2-16,1 0 1 15,-4-2-1-15,0 0 2 0,-3 0 6 16,-5 0-1 0,-2 0-4-16,0-2 2 0,-3-6-4 15,-2 1 1 1,-1-3-2-16,-2-3 1 16,1 0 1-16,-4-5 2 0,0-8-1 15,0-3-1-15,0-6-1 16,-9-1-1-16,1-1 1 15,-1 2 1-15,-4-4 6 16,-2 1-7-16,-4 0 0 16,-1-1 0-16,-2-2-1 15,-2-2 2-15,0 1-2 16,-2 8 1-16,-2 7 0 0,-3 1-1 0,-4-3-1 16,-1-8-4-1,0-7 2 1,-2-4 3-16,3-2 0 0,-2-2-10 15,-4 4-28 1,1-2 8-16,-1 2 1 0,-3 4 22 16,-4 5 5-1,-7 8 1-15,-9 3 0 0,-12 3-1 16,-8-1 1-16,-3 1-13 16,-1-5 9-16,0-1-2 15,7 0 7-15,-2-4 8 16,1-2 10-16,-1 1 9 0,-4-7-16 15,5-3 3-15,2-4-12 16,2-7 0 0,0-3-2-16,-3-3 0 0,-5-1 1 0,-3 1-1 31,-4-3-1-31,1 1 1 0,-1-2 1 16,1-8-1-16,2 0 2 15,-4-5 1-15,-1-1-2 16,-2 0 16-16,0-4 10 0,3-2-15 15,3-4-2 1,0-9-7-16,-4 0-3 16,-4-6-7-16,-3-16-2 15,-3-8 1-15,3-5 0 16,2 0 6-16,6 1 2 16,0 3 11-16,6 5-3 15,5 5-2-15,9-3-6 16,10-3 1-16,3-4 0 15,1-10 2-15,-1-8-2 16,2-7 0-16,0-1-1 0,7 1-3 16,7 2 2-16,8 6 1 15,6 3 4-15,1 1-2 16,3 0 1-16,-3 2-2 16,-1-3-1-16,0-2 0 15,-4-4 0-15,4-6 1 16,1 0 0-16,3-6 0 15,3-4 0-15,1 4 11 16,0 8-12-16,-2 2 1 16,-2 10-1-16,3 0 1 15,0 7-2-15,6-1 1 0,3 2 0 0,6 1 3 32,8-3-2-32,-1 1 2 0,2-1-3 15,0 3 1-15,0 6-1 16,-3 3 0-16,-7 0 0 15,-2 4 2-15,-2-1-2 16,1 0 6-16,3 6-6 16,1-2 1-16,3 5 5 15,3 0-2-15,1 4-1 16,2 3 9-16,0 4-9 16,0 1-3-16,0-2-1 15,0 1-8-15,-1-3-12 16,-1-4-32-16,-2-4-22 0,-2 1-14 15,-6-2-38 1,-1 0-180-16,-7 2-191 0</inkml:trace>
  <inkml:trace contextRef="#ctx0" brushRef="#br0" timeOffset="93849.33">17772 14465 1198 0,'0'0'0'0,"0"0"-143"0,0 0 143 0,0 0 70 0,0 0 9 0,0 0 17 15,-42-7-73-15,37-5-9 16,1-7-1-16,3-8-13 15,-3-8-1-15,1-8 1 16,3-2 2-16,0 1 0 0,0 1 1 16,0 5 3-16,7 5 7 15,1 4 13-15,3 5-11 16,2 2 4 0,7 1-15-16,3 3-4 15,6 2 0-15,5-2 1 16,6 8 4-16,9 7-1 15,8 3-3-15,6 4 6 16,2 21-2-16,1 4 19 0,-3 8-24 0,-3 3 5 16,-7 0-5-1,-2 3 0-15,0-4-10 0,-8 1-66 16,-1-8-94-16,-13-8-160 0,-9-13-434 31</inkml:trace>
  <inkml:trace contextRef="#ctx0" brushRef="#br0" timeOffset="96067.75">18306 13380 79 0,'0'0'251'0,"0"0"-251"0</inkml:trace>
  <inkml:trace contextRef="#ctx0" brushRef="#br0" timeOffset="98858.31">18046 13197 569 0,'0'0'67'16,"0"0"-61"-16,0 0 51 16,0 0 17-16,0 0-25 0,0 0-16 15,0 2-20-15,0-2-3 16,0 0 12-1,0 0 32-15,0 0 7 16,0 0-15-16,0 0-8 16,0 0-18-16,0 0-7 0,0 0 6 15,0 0-6 1,0 0-13-16,0 0 0 0,0 0 0 16,0 0 1-16,0 0 2 15,0 0-1-15,0 0 3 16,0 0 3-16,0 0 6 15,0 0 6-15,0 0-4 16,0 0-7-16,0 0-3 16,0 0-1-16,0 0-2 15,0 0 0-15,0 0 1 0,0 0 3 16,0 0 14 0,0-2 4-16,-3-4-22 15,0-2 0-15,0 0-3 16,1-1 4-16,1 1-3 15,-2 0 7-15,-1-1-5 0,1 0 0 16,0-1-1 0,-2 3-2-16,4 0 4 0,-1 1 1 15,1 0 3-15,-1 1-1 16,1 3-3-16,-1-2 0 16,1 0-3-16,1 0 1 15,-2-2 0-15,2 1 1 16,-1 0-2-16,-2-3 1 15,2 2-2-15,1 0 0 16,-2-1 5-16,2 0-1 16,0 0-4-16,-1 1 0 0,1 0 0 15,0 0 0-15,0 0 1 16,0-1-1-16,0-1 0 16,0-2-1-16,0 3 1 15,0 1 3-15,0 1-1 16,0 2 17-16,-2-2-8 15,0 0 0-15,2 1 4 16,-3-2-1-16,3 2 1 16,-3-1-12-16,3 0-3 0,0 3 6 15,0-1-5 1,0 3 3-16,0 0 3 16,0 0 1-16,0 0-4 0,0 0-1 15,0 0-3 1,0 0 0-16,0 0 0 15,0-1 0-15,0 1 2 16,0 0-2-16,0 0 0 0,0 0 0 16,0 0 0-16,0 0 0 15,0 0-2-15,0 0 2 16,0 0 0-16,0 0 0 16,0-2 2-16,0 2-2 15,0-4 0-15,0 0 0 16,0 1 0-16,0-1-2 15,0 1 2-15,0 3-1 16,0-1 1-16,0 1 1 16,0 0 1-16,0 0-1 15,0 0 0-15,0 0-1 16,0 0-1-16,0 0-19 0,0 0-79 16,0 0-67-1,0 0-122-15,0 0-160 0</inkml:trace>
  <inkml:trace contextRef="#ctx0" brushRef="#br0" timeOffset="99311.85">17836 13002 854 0,'0'0'189'0,"0"0"-189"0,0 0 0 0,0 0 51 0,0 0 32 15,0 0-25-15,-9 0-49 16,9-3-9-16,1-7 1 16,8-4 5-16,0-2-1 15,3 1 4-15,-1-2 6 16,-1 0 10-16,0-4-8 15,1 0 11-15,4-3-13 16,-3-2-5-16,2 5 7 0,-3 2-2 0,-2 3 8 31,3 3 6-31,-3 3-16 16,-2 2 5-16,0 4 0 16,-3 2-8-16,5 2-7 0,1 0-3 15,9 8 10 1,3 11 9-16,5 10 12 0,-1 2 1 15,3 6-22-15,-3 0-8 16,0-3-4-16,-1-3 1 16,-4-4-13-16,0-3-146 15,-7-6-51-15,-6-4-136 16</inkml:trace>
  <inkml:trace contextRef="#ctx0" brushRef="#br0" timeOffset="107657.28">18112 12369 470 0,'0'0'239'0,"0"0"-239"0,0 0 0 0,0 0 22 0,0 0 78 15,0 0-1-15,0 0-35 16,0 0-18-16,0 0 0 15,0 0 5-15,0 0 9 16,0 0-4-16,0 0-16 0,0 0-20 16,0 0-10-16,0 0-1 15,0 0 11 1,0 0 14-16,0-3 5 0,0-7-30 16,0-6 7-16,0-2-4 15,0-2 11 1,0-3-19-16,0 2 5 0,0 3 3 15,0 0-4-15,-3 6 12 16,-2-2 12-16,2 1-16 16,-1 1 12-16,-2 0-11 0,2 0 14 0,0 5-13 31,0 0-14-31,-1-1-1 16,-1 4 0-16,3 1 0 15,2 1-3-15,-2 1-1 0,2 0-6 16,-2 1-33-1,0-2-39-15,-2 2-23 0,1 0-56 0,-6 0-129 32,-7 3-152-32</inkml:trace>
  <inkml:trace contextRef="#ctx0" brushRef="#br0" timeOffset="108017.82">17900 12233 670 0,'0'0'139'0,"0"0"-131"0,0 0-7 0,0 0 175 0,0 0-25 16,0 0-130-16,13-46-19 15,-1 23 17-15,6 0 1 16,-1 0 13-16,0 1-2 0,-2 4 9 16,-1 4-5-16,-4 3-11 15,-1 7 0 1,3 2-18-16,0 2-1 0,6 0 10 15,-2 0 2 1,2 12-5-16,-4 1-2 0,-1 1-8 16,-4 0-1-1,0-2-1-15,-1 3-2 0,-3-1 0 16,1-2-1 0,0 0-18-16,0-2-30 0,-1-2-16 15,-2-2-69-15,0-4 27 16,-2-2-79-16,-1 0-71 15,0-16-287-15</inkml:trace>
  <inkml:trace contextRef="#ctx0" brushRef="#br0" timeOffset="108906.68">18191 11656 529 0,'0'0'78'0,"0"0"-77"0,0 0-1 0,0 0 103 0,0 0-2 0,0 0-45 0,0 6 11 16,0-6 22-16,0 0-8 0,0 0-8 16,0 0-8-1,0 0-12 1,0 0-8-16,0 0-6 16,0-6-9-16,-2-7-27 0,-2-2-2 15,3-4-2-15,1-1 1 16,-2-2-1-16,1-1 1 15,-3 1 0-15,0 1 0 16,-1 3 0-16,-1-3 0 16,0 4 1-16,-4-2 2 15,3 3 0-15,0-2-3 16,0-1 0-16,1-1 3 16,3 2-1-16,3 1-1 0,-1-1 1 15,1 0-2-15,0 2 7 16,0 3-6-16,-2 3 1 15,1 0 7 1,-1 6 6-16,1-2-4 0,-1 1 12 16,-1-1 0-16,0 1-14 15,0-2-4-15,2 1-2 16,-1 1 1-16,1 0 4 16,-2 3 6-16,3 2-7 15,0-2-5-15,0 2 1 16,0 0-3-16,0 0-5 0,0 0-19 15,0 0-112 1,0 0-98-16,9 6 40 16,-6 2-286-16</inkml:trace>
  <inkml:trace contextRef="#ctx0" brushRef="#br0" timeOffset="109237.76">17988 11334 930 0,'0'0'3'0,"0"0"-1"0,0 0 108 0,0 0 22 0,0 0-79 0,0 0-43 16,24-66-4-16,-11 44 12 0,4 1-1 16,-1-1-2-1,2-1 21-15,-3 3-1 0,1 3-10 16,-5 5 20-16,-3 3-9 15,-2 6-8-15,1 3-2 16,3 0-25-16,8 0 9 16,7 13 35-16,8 8-36 15,3 4-9-15,0 8 0 16,-3 2-1-16,-2 5-39 16,-1 0-70-16,-3 2-72 15,-8-7-85-15,-10-7-388 16</inkml:trace>
  <inkml:trace contextRef="#ctx0" brushRef="#br0" timeOffset="112972.32">20114 10531 269 0,'0'0'458'0,"0"0"-432"0,0 0 17 0,0 0 32 0,0 0 49 0,0 0-58 16,-15-23-16-16,2 22-15 16,-4 1-33-16,-8 0-2 0,-7 0 0 15,0 6-1-15,-4 2 1 16,-3-4 0-1,-1-3 1-15,-2-1 0 0,-6 0-1 16,0 0 15 0,-1 0 4-16,0 0-11 15,0 0-2-15,-3 0-5 16,-5-4 1-16,-3 1-2 0,-5 2 0 16,2 0 4-16,-1-1-4 0,1-1-1 15,-3-1 0 1,-2 4 2-16,-4 0-1 15,1 0 2-15,-3 1-2 16,3 7 9-16,4-1-8 16,1-2 8-16,0 4-3 15,2-2-4-15,1-1-2 16,4 0 2-16,2-2 1 0,1-3 10 16,-3 0-5-16,0-1-7 15,-2 2 0-15,3-2-1 0,5 0 0 16,9 0 0-1,5 0-2-15,3 0 2 16,-2 0 1-16,3 0-1 16,-1 1 0-16,0 2 2 15,3-3 2-15,-1 3-2 16,-2 0-1-16,0 0-1 16,-2 1 0-16,-1 0 0 15,-3-2 1-15,-4 2-1 16,-5-2 0-16,-3 1 0 15,4 1 1-15,2 2-1 16,3-1 12-16,9 1-7 16,6 0 3-16,4-1-4 0,6 1-3 0,1 0 0 31,0 0-1-31,-1 0 1 16,-4 3 0-16,-3 1-1 0,-4 2 0 0,-5 3-1 15,-3 0 1 1,1 1 0-16,0 1-1 15,7 0-1-15,6-3 2 0,3-2 1 16,8-3-1 0,5-5 4-16,3 0 1 15,-1-1 12-15,2 5-6 16,0-2-11-16,-1 6 0 16,0 1 0-16,0 0 1 15,-1 0-1-15,3 1 1 16,1 0 0-16,0 3 7 0,1 3 2 15,2 2 2-15,0 3 2 16,0 2-4 0,2 1 11-16,7-2-13 0,2-4 13 15,0-3 6-15,3-3-27 0,2-4 0 16,6 2 13 0,6-1-8-16,4-5 1 15,7-4-1-15,2 2 1 16,10-1-5-16,4-2 1 15,1-1 5-15,9-2-6 16,1 0 5-16,1 0-6 0,3 0 0 16,-1 0 1-1,4 0-1-15,-5 2 0 16,1 5 1-16,-2 1-1 0,-4 1 0 16,-2-1 0-16,-1-1 1 15,-2-1 0-15,5-6 0 16,-2 0 0-16,5 0 1 15,3 0 3-15,-1 0-5 0,0-4-1 0,0-5 1 32,-1 0 0-32,4 0 1 15,-2-2-2-15,-4 3 2 16,-2 1-2-16,-9 1 1 0,-11 6-1 16,-8 0 2-1,-9 0-2-15,-5 0 1 16,0 0 0-16,-5 2 0 15,5 2 0-15,1 1-2 0,7 0 2 0,4-3 0 0,7 1 0 32,5-3 2-32,7 0-2 15,3 0-3-15,3 0 3 16,5 0-2-16,1 0 2 16,0-3 0-16,-4 1 0 15,1-4-1-15,-3-4-9 16,2 2 1-16,-2-7-26 15,-1 1 1-15,-2-3 29 0,-4 2 5 16,-5 1 0 0,0-3 2-16,-4 5-2 15,-4-4 1-15,-3 5 0 16,-1-4 2-16,-1 0-3 0,2-3 0 16,1 0 3-16,-2 1-2 15,0-1-1-15,-2 1 4 16,-4 1-2-16,-6 0 2 15,-5 3-3-15,-5 3 3 0,-6 2 4 16,-6-1 17 0,0-2 15-16,0-5-15 15,-2-4-16-15,-10-1 6 0,-4-1 1 16,-5-5 5 0,-2-3-19-16,-6-3 1 0,-7-2-3 15,-6 2 1-15,-6-1-1 16,-7 2-1-16,-6 7 1 15,-6 9 1-15,-9 4 0 16,-2 8-1-16,-4 4 0 16,-1 0-3-16,2 11-1 15,3 5-1-15,5 5-43 0,7-2-50 16,11 1-46 0,9-2-39-16,9-7-134 0,3-4-130 15</inkml:trace>
  <inkml:trace contextRef="#ctx0" brushRef="#br0" timeOffset="113689.72">18353 10647 483 0,'0'0'330'0,"0"0"-327"0,0 0-1 0,0 0 36 16,0 0 90-1,0 0-65-15,11-86-39 0,-11 71 0 0,2-2 7 16,-2-3 12 0,0-1-5-1,0-5 1-15,0-3-5 16,1-3-29-16,-1-1 16 0,0-3-2 16,0-2 6-16,0 0 34 15,-1 0-48 1,-7-1 23-16,-1 4-10 0,-4 1 0 15,-1 0-15-15,-2 4-5 16,-1-2-3-16,4 5 18 16,2 2-15-16,5 3-3 0,3 4 15 0,2 3-11 31,1 4-3-31,0 2 4 16,0 4 18-16,-2-1-12 15,1-1-2-15,-1 0-9 16,1 0 0-16,1 1 0 15,-3 2 0-15,2-2-1 0,-1 2 0 16,2 0-7-16,-1 2-10 16,1 2-63-16,-2 0-119 15,-1 10-89-15,-7 8 23 16,-7 3-324-16</inkml:trace>
  <inkml:trace contextRef="#ctx0" brushRef="#br0" timeOffset="114231.88">17963 10257 658 0,'0'0'106'0,"0"0"-105"0,0 0-1 0,0 0 64 0,0 0 88 16,0 0-79-16,0 0-12 0,1 0-20 15,1-8-20-15,5-5-2 16,-1-1-4 0,3-3-5-16,3-1 25 0,6-5-13 15,1-1-10-15,-2 0 3 0,2-3 6 16,-4 0-17-1,1 1-3-15,-2-6 3 16,-1 4 8-16,-4 2-7 0,-3-2 3 16,0 6-3-1,0 1 6-15,-2 1 0 16,-1 4 0-16,3-1 18 16,-1 3-8-16,3-1 11 15,2 4-25-15,-1 1-2 16,1 3 4-16,5 3-7 15,6 1 11-15,2 1 9 16,3 2-1-16,3 0 3 16,3 3-22-16,11 13 40 0,5 4 10 15,5 2-26-15,0 3-5 16,-5 7-15 0,0 2-5-16,-3 8-2 0,-11-4-242 15,-12-12-338-15</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1-04T05:58:00.425"/>
    </inkml:context>
    <inkml:brush xml:id="br0">
      <inkml:brushProperty name="width" value="0.05292" units="cm"/>
      <inkml:brushProperty name="height" value="0.05292" units="cm"/>
      <inkml:brushProperty name="color" value="#FF0000"/>
    </inkml:brush>
  </inkml:definitions>
  <inkml:trace contextRef="#ctx0" brushRef="#br0">21886 2394 589 0,'0'0'276'16,"0"0"-221"-16,0 0-55 0,0 0 0 15,0 0 7 1,0 0 50-16,0 0-20 0,0 0-2 16,6-45-16-1,-6 45-15-15,0 0-4 16,0 0-3-16,0 0-2 0,0 0 0 15,0 0-2-15,0 0 7 16,0-1 0-16,0-5 1 16,0-5 19-16,0-4 18 15,0-5-34-15,-13 2 34 16,-4 3 14-16,-8-2-14 16,-3-2 13-16,-5-1-48 15,-3-2 9-15,-4 1-2 0,-3 3-7 0,-7 1-2 31,-5 1-1-31,-9 4 1 16,-3 2-1-16,-6 1 0 16,3 1 5-16,1 3 5 0,-1 0 9 15,-2 4-8 1,-3 1-5-16,0 0-4 0,-2 0-1 16,-2 4 0-16,0 6 4 15,-7 1-5-15,-2 0 1 16,3 3-1-16,1 2-1 0,10 0 1 0,5 1 0 31,3-1 0-31,6 1 0 16,4 2 0-16,4 2-1 15,1 2 1-15,0 5 1 16,-1 5 1-16,1 1 1 16,-2 7-2-16,3-2-1 15,7-1 5-15,10-1-5 16,12 0 7-16,9-3-5 15,5 1 2-15,6-1-4 16,1 0 0-16,0 0 0 0,1-1 0 16,14-1 0-16,2 0 3 15,5 0-2-15,6 0 5 16,6 0-2-16,9 0 1 16,4-2-1-16,4 1 2 0,1-4-6 15,5 1 2 1,2-3-1-16,4-3 0 15,4 0 0-15,8-3 1 16,2-4-1-16,8-4 1 16,9 0 0-16,9-7-2 15,2-1 1-15,-2 0-1 0,-6 0 0 16,-6-2-3-16,-5-1 0 16,-2 0 3-16,-3 0 2 15,-3 0-2-15,0-10 0 0,-2-5 1 16,-4-3 0-1,-2-6 0-15,-2-4 0 16,-1-9 1-16,2-7-2 16,2-10 3-16,-6-10 5 15,-7-5-7-15,-10-7 16 16,-15-4 7-16,-14-3-8 0,-19-1-7 16,-2 6-1-1,-34 3-5-15,-22 6 3 0,-24 10 0 16,-19 18-6-1,-21 20-2-15,-23 21-40 0,-27 15-229 16</inkml:trace>
  <inkml:trace contextRef="#ctx0" brushRef="#br0" timeOffset="7149.02">17947 12608 251 0,'0'0'7'0,"0"0"-5"15,-39 104-2-15,28-65 0 16,2-3 0-16,0-4 22 0,2 1 58 15,4-1-40 1,-2 4-40-16,-4-3 0 16</inkml:trace>
  <inkml:trace contextRef="#ctx0" brushRef="#br0" timeOffset="7917.22">18136 13266 611 0,'0'0'63'0,"0"0"-62"0,0 0 35 0,0 0 107 15,0 0-13-15,0 0-70 16,0 2-30-16,0-2-2 0,0 0 28 0,0 0-19 31,0-4-19-31,0-7-1 16,0-3-4-16,0-6-5 15,0-2-7-15,9-6 7 16,-2 0 1-16,0 1 2 16,-2-2-5-16,-2-1 20 15,0 2-6-15,0 0-6 16,0 0 7-16,0 1 11 16,0-1 17-16,-3 2-3 0,0 1-34 0,0-3 6 31,0 5 34-31,0 3-34 15,0 4-14-15,0 7 1 16,0 4-5-16,0 3-2 0,0 2-22 16,0 0-101-16,-3 4-99 15,-5 6-87-15,-9 5-330 16</inkml:trace>
  <inkml:trace contextRef="#ctx0" brushRef="#br0" timeOffset="8180.88">17927 12989 1015 0,'0'0'69'0,"0"0"-69"16,0 0-11-16,14-78 11 16,12 39 25-16,11-5 67 15,7 2-55-15,3 3-19 0,-5 8 9 16,-5 13-2-1,-2 9 15-15,-1 9 10 16,2 1 19-16,-4 30-10 16,-7 17-20-16,-12 17-30 15,-12 11-5-15,-1 4-4 16,0-9-213-16,-3-29-482 0</inkml:trace>
  <inkml:trace contextRef="#ctx0" brushRef="#br0" timeOffset="15391.14">13907 10178 532 0,'0'0'9'0,"0"0"-6"16,0 0-2-16,0 0-1 15,0 0 36-15,0 0-10 16,0 0 29-16,-35-35 10 0,35 35-32 16,0 0-14-16,0 0-6 0,0 0-2 15,0-1 0 1,0 1 9 0,-3 0-2-16,-2-2-8 0,-4 0-6 15,-1 0-4-15,-7-2-3 16,0-2 3-1,-5 2 3-15,-3-2 0 16,-6-3 3-16,-5 1-2 16,-7-1 1-16,-4 0 5 0,-3-1-7 15,-5-2 2-15,1-1 1 16,-1-2 6 0,3 2 18-16,-2-1-12 0,0 4-11 15,-7 3 11-15,-2-1-8 16,-1 0 4-16,-3-1-9 15,3 1-3-15,-6 1 6 16,-7 0-3-16,-6 2 0 16,-2 1 1-16,-1 1-1 0,-4 0-4 15,3 2 5-15,-4-1-1 16,-1 1-2-16,-1 0 15 16,-1 1-5-16,3-2 8 15,8-2 2-15,11-2 10 16,14 1-18-16,4-2-8 0,2 3-7 0,-3 0 4 31,-2 3-2-31,-6 1-2 16,-3 0 0-16,-6 0 0 15,-3 0-1-15,-4 0 3 16,3 0-4-16,3 0 4 16,4 0-1-16,8 0-1 15,8 0 1-15,3 0 0 16,3 0-1-16,-4-3 1 15,3-2-1-15,-1 1-3 16,2 3 3-16,0 1-1 0,-1 0 0 16,3 8 1-16,2 6-1 15,13-3 1-15,8 0 0 16,10 2-3-16,4 3-4 16,0 9 2-16,0 10 4 15,0 11 0-15,0 8 1 0,-1 8 1 16,-2 12 0-1,-5 9-1-15,-1 8 3 16,-8 5 1-16,1 3 3 0,-1-1-4 16,1-1 6-1,0 1-6-15,6-2-1 16,5-2 9-16,1 1-6 0,4 5 2 0,4 8 3 0,4 6-6 31,0 2-3-31,0 2 3 16,1 0 3-16,5-7-4 15,3-3-1-15,2-8-1 0,-1-10 0 16,5-4 2 0,2-4-2-16,-1 2 2 15,-1 2 0-15,0 5 2 16,-6 0 0-16,-6 0-2 16,-3 0 3-16,0-5-4 0,0-3-1 15,3-5 3-15,3-9-4 0,5-4 0 31,2-6 0-31,4-4 1 16,0-6-1-16,4-3 0 16,1-6 2-16,1-2-2 15,5-8 0-15,6 0 0 0,6-3 4 16,5-4 3 0,10 3 9-16,5 1 3 0,4-1-8 15,-1 1-10-15,-2 5-1 16,-1-1 0-16,4 0 0 15,9-1-1-15,8-4 1 16,5-2 2-16,11-5-2 16,0-5 3-16,3-2-2 15,1-3 8-15,-4-2-8 0,5-3 3 16,4-4-3 0,3 0 3-16,7 0-3 0,5-7-1 0,1-7 1 15,-1-2 4 1,-2-2 0-16,-5-3-5 15,-5-2 7-15,-6-5-2 0,-2 0-4 16,0-1 1 0,0 0-1-16,-1-1 1 15,-6 2-2-15,-2-2-3 16,-4-2 3-16,-3 0 3 16,-3-2-2-16,-7 1 1 15,-11 1 1-15,-3-2 1 16,-6-1 0-16,0-3 1 15,-4-3 5-15,-3-4-6 16,-6 0 4-16,-5-11-7 0,0-6 4 16,-4-8-2-16,0-10-1 0,-5-2 0 15,-7-9 7 1,-3-7-8-16,-9-8-1 16,-6-6 0-16,-1-6 0 15,-2-2 0-15,0-4 0 16,-3-14-1-16,-6-12 1 0,1-16-5 0,-2-10 3 31,-1 0 4-31,4 2 0 16,-6 14-1-16,2 4 0 15,-1 7 6-15,-4 9 2 16,-1 11-4-16,-2 17-5 16,-2 18-1-16,1 15-2 0,-2 14-25 15,1 11-63-15,8 15 25 16,1 12-48-16,4 15-98 15,8 9-92-15</inkml:trace>
  <inkml:trace contextRef="#ctx0" brushRef="#br0" timeOffset="17169.45">20290 10137 906 0,'0'0'22'0,"0"0"6"15,0 0-26-15,0 0-2 0,0 0 0 16,0 0 3 0,-119-69 4-16,70 68 4 15,-10 1-10-15,-8 0 1 16,-12 0-2-16,-12 0 1 15,-15 0-1-15,-9 0 3 16,-7 0-2-16,-1 0 1 16,4-14-2-16,6-3 0 15,4 0 3-15,-5-1 12 0,-5 4-8 16,-5 1-6 0,-4-4 0-16,-2 4 2 15,-6-1-2-15,7 4 0 0,-6 4-1 0,1 6 0 0,4 0-1 31,0 4 1-31,8 9 0 16,9 1 6-16,13 0 13 16,10 5-6-16,8-1-2 15,5 5-7-15,-5 2-1 16,4 0 1-16,3 2 20 16,8 2-10-16,9 0 0 15,3 6 8-15,5 8-3 0,6 6-5 16,8 8-1-1,8 6-7-15,7 5-3 0,3 2-2 16,3 6 9 0,0 6 10-16,1 3-6 15,-2 4 13-15,3-2-14 0,-5 3-4 16,-1 2 6-16,5 1 10 16,-1 8 4-16,8 8-18 15,5 4 5-15,2 5-5 16,0 5 2-16,0 1-2 15,0 2-5-15,0 4 1 16,0-1-4-16,0 4-2 16,0 2 1-16,-1-3 2 15,1-4-3-15,0-9-1 16,0-11 1-16,17-5 1 0,6-9 0 16,6-8-1-1,0-5-1-15,0-8 0 0,-1-5 0 0,0-7 2 31,2-5-3-31,4-3 3 16,5-6-2-16,9-8 5 0,10-2-2 16,9-7-2-16,14-1 10 15,4-6-8-15,6-2-3 16,3-2 0-16,1-9 1 16,4 0-1-16,7-9 2 0,9-1 0 15,8 0 1 1,9 0 1-16,8-8 4 15,6-5-4-15,7-4 8 16,2-1-9-16,4-5 2 16,-7-1-5-16,-5-1 1 0,-7-1 0 15,-13 4 6-15,-8-1-5 0,-6-2-2 32,-8-2 0-32,-5-3 4 0,-6-1-4 15,-8-2-4-15,-4-3 3 16,-7-2 1-16,-2-4 1 15,-9-2-1-15,-7-6 0 16,-6-3 1-16,-7-5 2 16,-5-1-2-16,-3-6 0 15,-3-3-1-15,0-5 1 16,-4-2-1-16,-5 1 0 16,-7-3 0-16,-9-6-3 0,-6-7 1 0,-2-4 2 31,0-9-3-31,-2-3-4 15,-6-6 7-15,0-11-7 16,1-7-2-16,-4-8 7 16,1-6 2-16,-1-9 4 0,2 2-4 15,-5 1 0-15,-3 8 0 16,-8 7 4-16,-7 2-1 0,-1 3-1 16,2 2 1-1,6 2-1-15,10 9 4 0,11 14-6 16,2 16 0-1,1 20-1-15,-5 17-2 16,-5 13 2-16,-8 8-42 16,-5 12-27-16,-6 5-19 15,-4 8-37-15,-11 4 25 16,-15 0-217-16,-13 0-473 0</inkml:trace>
  <inkml:trace contextRef="#ctx0" brushRef="#br0" timeOffset="30368.2">13239 12939 870 0,'0'0'4'0,"0"0"1"0,0 0 22 15,0 0 71-15,0 0-38 16,0 0-10-16,0 0-32 15,-21-12-6-15,20 11 39 16,-2-1-10-16,-5-1-26 16,-2 2 2-16,-4-1-14 15,-6 2 5-15,-5 0 4 16,0 0 7-16,-3 0-12 16,-2 0 6-16,2-2 1 15,-4 0-6-15,-2-2-2 16,-3 2-6-16,-9 2 1 15,-2 0 2-15,-12 0 0 16,-4 0-1-16,-6 0-1 16,-2 0-1-16,0 0 0 15,-3-4 1-15,-2 0 3 16,0 0-4-16,1-2 1 0,0 2 1 0,2-1-1 16,0-3 0-1,2 1 2-15,2 2 1 16,6-1 23-1,7 3-26-15,5 0-1 0,6 1 0 16,-2 0-1-16,5 2 1 16,-2 0 0-16,0 0 1 15,1 0 0-15,2 0-1 16,1 0 3-16,0 0 3 0,1 0 4 16,-2 0-8-1,-4 0-2-15,1 0 1 0,2 0 1 16,5 0-2-16,7 0 1 15,6 0 0-15,3 0-1 16,3 0 2 0,3 0-2-16,5 0 18 0,4 0-1 15,2 0-10-15,1 0 3 16,-2 2-5-16,0 6-2 0,-3 5-1 16,-2 1 3-1,1 1 7-15,1 2-8 0,0 5-2 0,-1 4 3 0,5 8 6 31,-1 6-1-15,2 3 21-16,2 3-12 16,1 3-4-16,1 0 19 15,-2 0-5-15,-1 2 0 0,-1-2-10 16,-2-2-6 0,2 0 7-16,-1-4-5 15,5-1-11-15,0-4 5 0,0-2-4 16,0 0-3-16,5-4 5 15,-2-4 2-15,-2-6-8 16,2-6 0-16,0-3-1 16,3-5 0-16,-2 1 0 0,4-3 0 15,1-2 2 1,9 0 0-16,2-4 3 16,8 0-2-16,7 0-2 0,7-1 3 0,9-12-3 15,6 1 0 1,2-1-1-16,1 1-1 15,-2 3 0-15,0 0 1 16,-1 2 3-16,-1 1-2 16,4 1-1-16,0 0 0 15,-2 2 0-15,2-3 0 0,4 0 1 16,4-3 6-16,12-1-6 16,8-1 0-1,1 2-1-15,2-3-3 0,-6 2 0 16,-7 2 0-1,-4 1 3-15,-8 1 0 0,-3 0 0 16,-4 3-1 0,-1 3 1-16,-1 0 0 0,-3 0 0 0,-2 0 0 0,-1 0 0 31,-3 0 1-31,-4 0 0 16,-3 0-1-16,-2 0-1 15,-2 0-3-15,-3 0 2 16,-4 0-1-16,-6 0-4 0,0 3-6 15,-5-3 0 1,-2 2 5-16,-1-1 5 16,-4-1-1-16,1 0-2 15,1 0-8-15,0 0 4 16,0 0 7-16,0 0 3 16,-4 0-1-16,-4 0-1 15,-3 0-7-15,-2 0-1 0,-1 0 2 16,0 0 2-16,0 0 1 15,0 0-1 1,0 0 4-16,0 0 2 0,0 0 1 16,0 0 4-16,0 0 0 0,0 0 5 0,2 0-1 31,-2-3-5-31,0-8-4 16,1-2 0-16,1-2 0 15,-1-3 2-15,1-2 1 16,-2-3-3-16,0-3 3 0,0-1 1 15,0-5 1 1,-8-1-4-16,-1-5 20 0,-4-2-11 16,-2-1-5-1,-3 0 24-15,-1 0-20 0,-1 5 18 16,0 2-21-16,1 4 11 16,-1 6-3-16,-6 6-6 15,-5 8-8-15,-8 10-4 16,-16 15-49-16,-23 10-203 15,-24-2-500-15</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1-04T06:01:03.802"/>
    </inkml:context>
    <inkml:brush xml:id="br0">
      <inkml:brushProperty name="width" value="0.05292" units="cm"/>
      <inkml:brushProperty name="height" value="0.05292" units="cm"/>
      <inkml:brushProperty name="color" value="#FF0000"/>
    </inkml:brush>
  </inkml:definitions>
  <inkml:trace contextRef="#ctx0" brushRef="#br0">9371 10251 332 0,'0'0'74'0,"0"0"-48"0,0 0 97 16,0 0-1-16,0 0-7 16,0 0-13-16,0 0-5 0,0 0-2 0,0-66 0 31,0 66-15-31,-3-2-47 15,-5 2-28 1,-3 0 7-16,0 0-8 0,-3 0 1 16,-2 0-2-1,-1 0 3-15,-5 4 2 16,0 2-2-16,-8 0 0 16,2-2-2-16,-7 2 0 0,1 0 1 15,-2-2-5-15,-4 2 2 0,-5 0 1 0,-1-1-2 31,-5 1-1-31,2-1 3 16,-2-1 8-16,-3 1-8 16,-4-1-2-16,-3 0 0 15,-5 0 1-15,-5 2 1 16,-2 0-3-16,1-1 2 16,2 1-2-16,1-2 18 0,-5 0-13 0,-1-2-4 31,-1 2-1-31,3 0-3 15,4-1 2-15,2 2 1 0,2-1 0 0,0 1 1 16,4 1 1 0,3-1-1-1,4-5 1-15,5 1-2 0,4-1 0 16,2 0 0-16,1 0 0 16,1 0 1-16,2 0 0 0,0 0-1 0,4 0 0 31,4 0 0-31,1 0 0 15,5 0 0-15,-3 0 1 16,-2-5-1-16,0 0-1 0,-3 1-1 16,5-2 2-16,-5 1 1 15,3 3-1-15,-1 0 0 16,-2 2 0-16,3 0-3 16,2 0 2-16,4 0 0 15,6 0 1-15,5-2-1 16,2 2 1-16,4-2 0 15,-5 2 0-15,1 0 0 16,-2 0 0-16,-5 0-1 16,0 6-1-16,0 5 1 15,-4 4 0-15,1 1 1 0,6 2-1 16,0 4 1 0,5 4 3-16,4 4-1 15,1 7-1-15,4 3 5 0,-1 3 14 16,2 0 2-1,0 2 3-15,-7-2-7 0,1 4-8 16,-2-1 2-16,-1-7-4 16,5 1 6-16,4-3 0 0,0-2-3 15,0-3-7-15,0-1-1 16,0-4-1 0,3-5-1-16,4-4 3 0,2-3-4 15,3-3 0-15,5-2 0 16,-3 0 1-16,3-2-1 15,-1 0 2 1,-4 2-1-16,3-4-1 0,3-2 0 16,3 1 1-16,4-3 0 15,5 2 2-15,6-3-1 16,7-1-1-16,6 0 0 16,4 0 0-16,-4 0-1 15,0 0-2-15,-4 0 2 0,1 0-3 16,5 0 3-1,0 0 0-15,4 0-1 16,1 3 0-16,0-1 1 16,5 0 0-16,2-2 1 15,1 0-1-15,6 0 0 0,3 0 0 0,-1 0 1 16,1 0 0 0,-6-4 4-1,-3-2-5-15,-1 0 2 0,1 2-1 16,-1-1-1-16,-2 3 0 15,-2 0-2-15,-2-1 1 0,6 2 0 16,1-5 1-16,3 2 0 16,4 0 0-1,-3 0 0-15,-4 1 0 16,-8 0 0-16,-9 3 1 16,-8 0-1-16,-5 0 0 15,-7 0-1-15,4 0 1 16,-1 0 0-16,0 4 0 15,0 1 0-15,-3-2 0 16,-2-2-4-16,-1-1-1 0,-1 0 2 16,-1 0 0-16,0 0 2 15,-3 0-4 1,-1 0-2-16,0 0-8 0,-1 0 15 16,-3 0-5-16,0 0 3 15,2 0-1-15,1 0 0 16,-1-4 0-16,5-2-3 15,-2 1 3-15,2-3 2 16,3 2 1-16,-1 0-3 0,0-1 2 0,0 1-3 0,-3 2 4 31,-3-2 0-31,-5 2-1 0,-2-2 0 32,-2 0 1-32,1 2-1 15,-2-3 1-15,2 0 1 0,-3 0-1 16,-3-1 1-16,2-2-1 15,-2 0 2-15,1-6 0 16,0-1-1 0,1-2-1-16,1-2 0 0,3-1-1 15,0 1 2-15,-2 1-1 16,-1 0 0-16,-1-3 0 0,-2 3 0 0,4-2 0 0,-2 2 0 0,-2-3 2 47,1 0-2-47,-1 1 0 15,-1 1 0-15,-2-3 0 0,0 2 0 16,0 0 2 0,0-1-2-16,0 1 0 0,-5-1 0 15,-1 1 2-15,0 1-1 16,-1-3 0 0,4 2-1-16,0 0 2 0,-2 0-1 15,1 0 0-15,-2 1-1 16,-1-2 0-16,1-2 0 15,-2 0 0-15,2-3 0 16,0 2 0-16,-3-4-1 16,2 2 2-16,-1 1-2 15,-2 2 1-15,2 6-1 16,1 2 1-16,-1 6 3 16,-6 3 0-16,-6 4 2 0,-14 4-4 0,-17 0 2 15,-13 22-3 1,-23 18 0-16,-17 12-11 15,-17 10-138 1,-21 2-313-16</inkml:trace>
  <inkml:trace contextRef="#ctx0" brushRef="#br0" timeOffset="21830.24">5271 12135 645 0,'0'0'172'0,"0"0"-169"15,0 0 4-15,0 0 43 16,0 0 30-16,0 0-18 0,0 0-3 16,-9-14-7-16,9 14-12 0,0 0-7 15,0 0-7 1,0 0-15-1,0 0-11-15,3 0-1 0,16 0 1 0,8 0 32 32,3 4-14-32,8 4-10 0,1-1-1 15,3 0-1-15,6 1 0 16,0-1-6-16,2-1 5 16,2-3-4-16,-2-1 0 15,2 0 1-15,0-2-2 16,1 0 1-1,-1 0 1-15,-2 2 3 0,1-1 2 16,1 0 7-16,2 1 17 16,-2-1-21-16,4-1-6 15,-3 0-1-15,1 0-2 0,-2 0 1 16,-1 0-1-16,1-1 0 16,3-5 0-1,1-1 0-15,3-2 0 16,1 1 0-16,3-2 0 15,-2 6 0-15,-3 0-1 0,-3 2 0 16,0 2 0 0,0 0 0-16,1 0 0 0,0 0 0 0,-2 0 0 0,0-1 0 31,-6 1 1-31,-4-2-1 16,-2 1 0-16,-3-1 0 0,1 2 1 15,-3 0-1 1,1 0 1-16,-7 2 2 15,5 5 2-15,-2 0 4 16,3 3-8-16,1-3 1 16,-1-1 0-16,5-2-1 15,1-1 0-15,3-2 3 16,5-1-3-16,4 0-1 16,-1 0 1-16,0 0-1 0,-1 0-1 15,1 0 1-15,-3 0 3 16,1 0-3-16,2 0 0 15,-3 0 0-15,1 3 0 16,-3 0 3-16,0 1-2 16,-3 1-1-16,-2-2 2 0,-1 1-2 15,-4 2 1-15,1-2 5 16,3 0-5 0,-1 0 8-16,3-2 0 15,-2 0-7-15,-3 2-1 0,-1-2-1 0,1 0 2 0,2 0-1 0,4-1-1 47,1-1 2-47,3 1-2 0,0 1 1 0,2-2-1 31,-2 1 1-31,-3 2-1 0,0-1-2 16,3-1 1 0,2 1 2-16,2-2-1 0,4 0 1 15,-1 0-1-15,1 0 0 16,-1 0 0-16,1 1 0 15,-2-1 1-15,2 0 0 16,1 0-1-16,-3 0 0 16,0 0 2-16,-1 0-2 0,0 0 4 15,-1 0-4-15,1 1 1 16,6-1 3-16,-1 0-4 16,1 2 0-16,-3-1-1 15,-4 1 1-15,-2-1-2 16,2-1 3-16,1 0-2 15,2 0 2-15,-1 0-2 0,4 0 2 16,-2 0-4 0,2 0 3-16,-1 0 0 15,1-3 3-15,-1-1-3 16,2 0 1-16,-3 1 0 0,2-2 2 16,-1 3-2-16,-2-2 2 0,1 2-1 31,5-2 0-31,-4 2-1 15,1-3-1-15,-2 0-1 16,-4 0 0-16,3-1 1 16,1 0 0-16,2 1 0 0,-1-2 0 0,1 0 0 0,-4 0 0 31,-3 1 0-31,-4 2 0 16,-1 0 4-16,-6-2-4 15,-2 6 9-15,-3-2 0 16,-6 0-6-16,1 0 4 15,-3 1-4-15,-3-2 0 16,-2 3 1-16,-5 0-1 0,-5 0-2 16,-3 0 4-16,-3 0-5 15,-2 0 8-15,-1 0 3 16,-2 0 6 0,-2 0-3-16,1 0 3 0,-2 0 6 15,0 0 1 1,1 0 8-16,-1 0 1 0,0 0 13 15,0 0 1-15,0 0-10 16,0 0-3-16,0 0-5 16,0 0-10-16,0 0-11 15,0 0-5-15,3 0-3 0,-3 0 3 16,0 0-3 0,0 0 3-16,0 0 3 0,0 0 2 0,0 0 0 0,0 0-1 31,0 0-2-31,0 0 3 15,0 0-5-15,0 0 9 16,0 0 1-16,0 0-7 0,0 0-6 31,0 0 0-31,0 0 0 0,1 0 0 16,-1 0 0-16,0 0 0 0,0 0 0 16,-14 13 0-16,-27 4-229 15,-22 0-532 1</inkml:trace>
  <inkml:trace contextRef="#ctx0" brushRef="#br0" timeOffset="24732.71">10188 13191 669 0,'0'0'96'0,"0"0"-96"15,0 0 0-15,0 0 3 16,0 0 53-16,0 0 13 16,0 0-5-16,0 0-9 15,9-8-16-15,-9 8-2 16,0 0 0-16,0 0 2 16,0 0-12-16,5 0-18 15,3 0-9-15,3-2 5 16,7-2 7-16,1 1 9 15,3-2-12-15,2 2 1 16,-1 1 4-16,5 0 0 16,4 1-6-16,2-1-4 15,10-2-1-15,3 1-2 16,11-3 3-16,2-3 2 16,2 0-3-16,4 1 2 0,4-2 4 0,3 0 10 15,6-1-6 1,3 0-6-16,2-1 4 15,2-1-5-15,-2 0-4 16,1 0 3-16,-3 2-1 16,0-1-3-16,-1 4 9 15,2 2-3-15,5 0 7 16,2 1-11-16,-5-1 6 16,4 1-9-16,1-1 0 15,1 1-1-15,0-1 2 16,-3 2-2-16,-3 4 2 0,-6-2 1 15,0 1 1 1,-6 0-2-16,0-1-1 16,-1 2 2-16,3-1-1 0,2 0 4 0,2 1 1 31,-1-2 1-31,-7 2 0 0,-3 0-1 0,-2 0-3 0,-3 0 4 0,-5 2-3 31,-5 6 8-15,-3 2-6-16,-5-1 10 15,0 2-6-15,-6-4 1 16,-5 2-11-16,-3-2 2 16,-2-1-2-16,-7 0 5 15,-5-2-2-15,-6-1-3 16,-6 0 1-16,-5-1-1 0,0 0-2 16,0-2 1-1,-18 1-38-15,-16 2-95 16,-20 3-91-16,-15 2-14 0,-20 1-155 15</inkml:trace>
  <inkml:trace contextRef="#ctx0" brushRef="#br0" timeOffset="26331.88">2554 14352 646 0,'0'0'73'0,"0"0"-73"15,0 0 0-15,0 0 4 16,0 0 23-16,0 0 53 15,30 17 3-15,-8-9-19 16,6-1-19-16,1 3-9 16,6 4 20-16,3-1-22 0,2 3-4 15,5-1-3-15,6-1 10 16,5-1-2 0,7 1-25-16,4-2-6 0,3-1 3 15,5-5 9 1,5 0 17-16,7-2-18 15,10-4-4-15,6 0-4 16,6-2 0-16,6-12 1 0,1 3-5 16,6-4 3-16,8 2-1 15,2-2 2-15,8 0 1 16,3 2-2-16,-1 0-1 0,1 2 7 16,-1 1-5-16,-2-1 0 15,3-1-3-15,2-3 4 16,7 0-3-16,5-1-2 15,-2 0 1 1,-4 3-3-16,-5 1 0 16,-6 2 4-16,-9 4-1 0,2 1 2 15,1 2 0-15,-1 2 2 16,6 0-8-16,-2-1 0 16,-3-1 4-16,2 3-3 15,-3-3 2-15,-3 2 3 16,0 1 0-16,5 0 3 15,-2 0 8-15,7 4-8 16,1 5 0-16,-3 3-5 16,1 2 5-16,-2 0-4 15,-4 0 5-15,-3 3-3 16,4-1 3-16,-3 0-2 16,1 2-2-16,-1 1 1 15,-7 3-3-15,-2 3 3 0,-5 3-1 16,-10 5 2-1,-9 3-1-15,-7 5 4 0,-7 2-3 16,-8 0-3-16,-7 0 1 16,-7-1-2-16,-5-5-2 0,-12-1-1 15,-2-3-1-15,-12-1-1 0,-8-1 0 16,-7-9 1 0,-4-5 0-16,-8-5-1 15,-1-8 1-15,-1-2 0 16,-2-2 3-1,0 0 12-15,0-3 3 16,0-12-7-16,0-8-11 0,0-5-4 16,0-3 1-16,9-3 3 15,10-4-4-15,10 0 2 0,3-3-2 0,6-1 2 0,8 3 1 32,6-1-3-17,2 5 4-15,3 1-1 16,1 7 1-16,1 4-2 15,6 4 2-15,0 5 0 16,4 1-1-16,1 6 0 16,3-2 0-16,3 5 1 15,3 1 2-15,5 3-2 0,4 0 1 0,-3 4-1 32,-3 9 0-32,-4-1-4 15,-4 0 4-15,-2-6 0 16,-3-4 0-16,-7-2 2 0,-5 0-1 15,-7-13 3 1,-5-7 3-16,-6-10 1 0,-7-6-1 16,-9-10 14-1,-9-6 0-15,-10-6 2 0,-4-1-3 16,-3 2-8-16,-22 3-12 16,-18 11-9-16,-30 3-194 15,-44-1-677-15</inkml:trace>
  <inkml:trace contextRef="#ctx0" brushRef="#br0" timeOffset="29435.19">10097 10242 733 0,'0'0'53'16,"0"0"40"-16,0 0-76 0,0 0 67 15,0 0 6 1,0 0-62-16,-51-74 46 0,36 68 27 15,-4 0-32 1,-2 4-36-16,-6 2-22 0,-7 8 10 0,-8 21-16 16,-4 8 19-16,0 10 2 0,8 15 26 31,10 8 10-31,10 9 14 16,12 4 23-16,6-1-51 0,0-5-8 15,24-6-13 1,9-8-10-16,10-11-12 15,14-10 1-15,10-11-5 16,17-7-1-16,13-7-11 16,8-1-65-16,9 8-169 0,2 5-120 15,-6 3-213 1</inkml:trace>
  <inkml:trace contextRef="#ctx0" brushRef="#br0" timeOffset="30234.01">13664 13339 498 0,'0'0'666'0,"0"0"-666"0,108-79 0 0,-59 63 88 16,2 12 32-16,1 4-31 15,3 20-19-15,-3 20-10 0,-5 12 2 0,-10 15 7 32,-15 11-25-32,-19 5 3 15,-3 3 6 1,-31 0-35-16,-20-4-1 0,-9-4-6 16,-11-10-6-16,-1-14-5 15,8-17-9-15,10-15-60 16,11-17-103-16,9-5-89 15,4-29-156-15</inkml:trace>
  <inkml:trace contextRef="#ctx0" brushRef="#br0" timeOffset="30921.72">16204 9900 819 0,'0'0'150'0,"0"0"-126"0,0 0 44 15,0 0 82-15,0 0 9 16,0 0-25-16,-2-22-46 0,2 22-38 16,-1 21-47-1,-1 20 22-15,1 13 99 16,-3 13-37-16,0-2-43 16,-3 2-4-16,1-9-6 0,-2-2-21 15,2-5-7 1,2-5-4-16,1-7-1 15,1-8-1-15,2-13-5 0,0-7-42 16,0-8-54 0,0-3-78-16,0-12-16 15,0-23-101-15,0-11-549 16</inkml:trace>
  <inkml:trace contextRef="#ctx0" brushRef="#br0" timeOffset="31343.21">16083 9937 1109 0,'0'0'41'0,"40"-74"-41"16,-7 39 0-16,5-1 43 0,3 6 61 16,-1 6-4-1,0 8-24-15,-4 11-42 16,-3 5-6-16,-9 4-2 15,-9 20-11-15,-6 10-6 0,-9 6 17 16,-4 6 1 0,-19 1-3-16,-9 2 7 0,-4-6-12 15,-2-6-3-15,4-9-9 0,4-8 0 16,6-9-5 0,11-6 2-16,3-5-2 15,7 0 3-15,3 0 5 16,0 0 2-16,0 0 1 15,9 0-13-15,15 0 0 0,9 7 20 16,11-1 30-16,6 2-26 16,-5 2-6-1,-2 1-6-15,-9 4-7 0,-5-1-4 16,-6 5-1-16,-4 1-9 16,-6-1-55-16,-1 3-58 15,-4-6-68-15,1-7-104 16,-1-9-78-1</inkml:trace>
  <inkml:trace contextRef="#ctx0" brushRef="#br0" timeOffset="31883.33">16814 9921 1570 0,'0'0'0'0,"0"0"0"0,0 76 10 0,-9-43 83 0,-6-2-2 0,6-5-68 31,4-4-15-31,4-5-5 16,1-9-2-16,0-4-1 15,0-4-7-15,0 0-12 16,0-18 3-16,0-15 5 16,-2-14-88-16,-1-4 79 15,-1 0 12-15,4 5 8 16,0 5 2-16,0 9 5 15,0 9 18-15,0 9 4 16,2 6-5-16,3 8-9 16,4 0-15-16,7 12 1 0,10 14 18 0,4 6 2 31,3 3-8-31,0 1 7 16,-3-2-6-16,0-7-6 15,-4-4 5-15,0-6-6 16,-6-9 3-16,-2-6-3 0,-3-2-2 15,-4-6 9-15,-1-22 28 16,-3-10-13-16,-5-10-14 16,-2-4-12-16,-9-1 9 0,-10 2-6 15,-7 5 2 1,4 10 6-16,-1 5-3 16,0 12 2-16,0 5-1 15,1 7-12-15,5 7-7 0,1 0-30 16,9 4-68-1,7 17-148-15,0 3-83 16,4-1-168-16</inkml:trace>
  <inkml:trace contextRef="#ctx0" brushRef="#br0" timeOffset="32311.2">17425 9859 1086 0,'0'0'268'15,"0"0"-260"-15,0 0 27 16,-16 78 99-16,1-68-12 0,2-6-70 16,2-4-26-16,4 0-7 15,1 0-11-15,0-17-8 0,5-11-24 32,1-10-41-32,0-8-16 0,0-2 39 15,8 0-26-15,3 9 48 16,-1 12 17-16,2 11 3 15,-1 12 24-15,5 4 1 16,5 0 8-16,6 14 7 16,4 2 6-16,2-2-20 15,-2 1 7-15,1-7 2 16,-4-3 0-16,-3-5-19 16,-4 0 1-16,-6-6 8 15,-3-16 14-15,-8-5 13 16,-4-5-22-16,0-3-12 15,-14-2-2-15,-9-4-8 16,1-4 9-16,-2 0-11 0,2 2-5 16,3 10-1-16,3 11-2 15,1 11-6-15,-4 11-65 16,-8 13-146-16,-10 26-211 16,-14 14-379-16</inkml:trace>
  <inkml:trace contextRef="#ctx0" brushRef="#br0" timeOffset="32893.5">16129 10724 1166 0,'0'0'0'0,"0"0"0"0,115 35 2 0,-45-32 17 0,15-3 63 0,18-5 33 0,16-16-42 0,13-11-45 32,0-5-5-17,5-12-3 1,-5-13-10-16,-10-6 0 0,-6-7 19 15,-12-4 17-15,-16-5-2 0,-15-8 34 32,-15-9-53-32,-17-13-10 0,-15-12 4 15,-14-11-18-15,-12-10 3 16,-5 3-4-16,-35 6 0 16,-19 11-3-16,-27 22 1 15,-28 23-5-15,-30 26-5 16,-29 28 8-16,-25 25-7 15,-18 10 7-15,-5 37 1 16,0 23-4-16,8 22 4 0,8 39 3 16,16 27 8-1,31 31 10-15,34 21 9 0,45 3 1 0,46-10-3 32,33-21-17-32,47-27 5 15,46-36-7-15,35-32 1 0,32-34 2 16,25-27-9-16,13-20-3 15,4-6-22-15,-1-32-67 16,-7-15-104-16,-15-19-180 16,-24-12-648-16</inkml:trace>
  <inkml:trace contextRef="#ctx0" brushRef="#br0" timeOffset="35713.89">17476 11701 379 0,'0'0'476'15,"0"0"-476"-15,0 0 1 0,-87-12-1 16,41 14 54-16,-9 10 34 16,1 3 7-16,1 0-28 15,2 0-21-15,5 2 2 16,-2 2-23-16,-1-2 10 16,1 4-15-16,3-3-6 15,2 2-6-15,7 0 7 16,6 3-1-16,4 3-1 15,6 10 6-15,2 5-7 0,5 8 6 16,2 6 15 0,2 6 2-16,-1 4 2 0,0 1-19 15,2 0 6 1,0 0 21-16,1 1-37 16,0 0-4-16,-2 2 3 0,0 0 2 0,2-4-7 15,0-11 1 1,6-11-5-16,1-11 2 15,0-8 0-15,0-8-8 16,3-5 7-16,16-3 1 16,8-3 0-16,15-5 2 15,16 0 2-15,17-13 0 16,16-7-3-16,7-3-1 16,7 2-1-16,-1 2 1 15,0 3-5-15,-1 3 4 16,-6-1 1-16,-2 3 0 15,-8 1 1-15,-9 3-1 16,-14 0 0-16,-13 1-1 16,-6-2 1-16,-11-3 0 15,-7-2 1-15,-8-4 0 0,-7-10 5 16,-6-9 3-16,-6-7-4 16,0-10-1-16,-7-7-1 15,-17-8-3-15,-6-7 1 16,-3-1-1-16,0-3 3 15,-3 2-3-15,2 4 0 16,0 5 1-16,0 13 0 16,8 13 16-16,2 15 30 15,6 9-40-15,6 10-7 16,5 5-1-16,1 3-35 16,3 6-69-16,-1 27-126 15,-7 20 26-15,-4 16-40 16,-1 10-354-16</inkml:trace>
  <inkml:trace contextRef="#ctx0" brushRef="#br0" timeOffset="36052.57">17452 12887 1161 0,'0'0'84'0,"0"0"-84"0,0 0 49 15,0 0 47-15,0 0 18 0,0 0-27 16,-46-52-87 0,46 88 20-16,0 17 10 15,2 16 93-15,2 9-81 16,5 3-5-16,0-5-2 0,0-1-24 15,3-6-5 1,-2-2-6-16,2-8 0 0,0-4 0 0,-3-5-24 31,-3-6-149-31,-4-2-60 16,-2-7-127-16,0-2-424 16</inkml:trace>
  <inkml:trace contextRef="#ctx0" brushRef="#br0" timeOffset="36533.61">17155 14408 465 0,'0'0'176'15,"0"0"-160"-15,0 0 79 16,0-88 58-16,5 70 49 0,0 5-48 16,-2 8-5-1,-1 5-29-15,3 0-76 0,4 14-38 16,1 18 38 0,3 12 120-16,-3 10-112 0,-4 4-11 0,-2-1-19 31,3-1-18-31,1-5-4 0,2-10-2 15,1-5 0 1,-7-11-62-16,-4-9-112 0,0-4-55 16,-24-9-4-16,-8-3-102 0,-7-3-361 15</inkml:trace>
  <inkml:trace contextRef="#ctx0" brushRef="#br0" timeOffset="37128.26">17060 14671 603 0,'0'0'512'0,"0"0"-345"0,0 0-122 16,50-100-36-16,-2 61 40 0,11-4-11 15,2 1-29-15,-5 9-9 16,-8 5 0-16,-9 13 0 16,-12 10 0-1,-8 5-2-15,-6 11-1 16,-3 16 3-16,-3 12 61 16,-2 4 35-16,2-1-8 15,3-5-50-15,6-9-8 16,6-9-2-16,3-9-20 15,3-10-3-15,1 0 1 16,-1-21 2-16,-4-9 1 16,-8-4-3-16,-11-1-2 15,-5 4 2-15,-6 3 0 16,-15 9-5-16,-3 5 9 0,5 6-2 16,-1 2-8-16,11 3-1 0,5 1-3 31,4 1-22-31,0-6-49 15,10-7-73-15,17-10-5 0,8-6 42 16,2 1-6 0,3 1 23-16,-7 9 94 0,-3 4 4 15,-11 9 83-15,-6 6 32 16,-5 0-3-16,-5 6-27 16,-3 11 12-16,0 4 10 15,0 0-56-15,-6-6-30 16,0-3-14-16,3-8-10 0,3-3-1 15,0-1 0 1,0 0-12-16,0 0-13 16,0 0-3-16,0 0-6 15,0 0 11-15,11 7 20 0,8 6 3 16,4 5 39 0,8 2-3-16,7-2-11 0,13-3 9 15,10-11-17-15,7-4-11 16,0-6-6-16,-8-14-20 0,-12-2-117 15,-14-6-161 1,-16-4-301-16</inkml:trace>
  <inkml:trace contextRef="#ctx0" brushRef="#br0" timeOffset="37792.1">18003 12447 881 0,'0'0'15'0,"0"0"-12"0,0 0 3 15,0 0 90-15,0 0 30 0,0 0-86 16,133-74 37-16,-27 40 20 16,25-5-41-16,15-5-15 15,16-6 3 1,4 2-7-16,-5 2-3 0,-10 10-18 15,-14 9-14-15,-22 13-2 16,-15 8-22 0,-19 6-91-16,-14 0-104 15,-9 0-120-15,-7 0-203 16</inkml:trace>
  <inkml:trace contextRef="#ctx0" brushRef="#br0" timeOffset="38569.57">19934 11534 1344 0,'0'0'32'0,"0"0"-32"16,0 0 0-16,0 0 9 16,0 0-7-16,-10 113 69 15,10-24 31-15,16 14-17 16,4 1-41-16,4-3-28 15,6-12 4-15,-2-13-9 0,0-17-6 16,-5-12-2-16,-4-16-1 16,-8-15 0-1,-4-9-1-15,-7-7-1 0,0-11 25 0,-1-25 7 32,-17-22-32-32,-3-16-32 15,-6-8 21-15,-1-8-7 16,-8-5-20-16,-1-5-6 15,-2-2-5-15,1 1 46 16,3 7 3-16,6 15 0 16,10 18 1-16,10 14 2 15,9 11 14-15,5 8-6 0,23-1-11 16,17 2-5-16,16 1 0 16,19-1 5-1,14 4-4-15,8-3 4 0,5 2 0 16,2 1 0-16,-3 3 0 15,-14 7 1-15,-17 2 0 16,-23 9-1-16,-22 2-5 16,-15 0-4-16,-9 8 4 15,-3 10 1-15,-3 7 1 0,0 7 3 16,0 11 2-16,0 7-2 16,0 6 2-16,6 10-1 15,15 6 0-15,8 12 1 0,9 2 14 16,5 1-12-1,8 1-3-15,2-5 4 16,0-2-4-16,-5-2 2 16,-12-10-3-16,-15-12-1 15,-14-12 1-15,-7-9 5 0,-15-5 1 16,-24-4 11 0,-23-1 32-16,-22-2-10 0,-19-5-22 15,-18-3-8-15,-4-8 0 16,6-5-7-1,8-3-2-15,20 0 0 0,20 0 0 0,16-7-1 32,20-1-4-32,18 5-24 15,16 3-39-15,1 0-100 0,17 11-207 16,12 10 37-16</inkml:trace>
  <inkml:trace contextRef="#ctx0" brushRef="#br0" timeOffset="38854.76">20615 12495 935 0,'0'0'466'0,"0"0"-450"15,0 0-16-15,0 0 0 16,0 0 17-16,0 0-14 15,39 45 79-15,-12 12-17 16,-5 15-36-16,5 11 50 0,0 9-24 16,0 3-5-1,0-1-12-15,-2-1-21 16,-4-4-5-16,-2-9-12 16,-4-11 0-16,0-14 0 15,-4-10-14-15,0-15-94 16,-5-10-136-16,-1-18-100 0,-4-3-224 15</inkml:trace>
  <inkml:trace contextRef="#ctx0" brushRef="#br0" timeOffset="39349.51">20885 11664 1238 0,'0'0'0'0,"0"0"-41"0,0 0 41 16,0 0 6-16,106-42 72 16,-27 13-13-1,20-5-26-15,11 1-6 0,11 1 0 0,3 3 15 31,9-1-16-31,8 3-11 16,-2-3-8-16,-3 3-2 0,-11 1-8 0,-14 1-2 0,-13 1-1 31,-20 4 1-31,-22 7-1 0,-18 2-3 16,-21 7-39-16,-14-1-112 16,-3 4-61-1,-14-3-185-15</inkml:trace>
  <inkml:trace contextRef="#ctx0" brushRef="#br0" timeOffset="40000.15">22371 11085 710 0,'0'0'217'0,"0"0"-126"15,0 0 44-15,0 0-2 0,0 0 16 0,0 0-93 0,-34-35-55 32,55 75 0-32,6 20 93 15,1 18-39-15,0 9-48 16,-1 10 26-16,0-5-20 15,2-3-4-15,-4-17-8 16,-1-15 1-16,-8-21-1 16,-6-16-1-16,-5-13 0 15,-5-7 4-15,0-13 20 16,-9-23-24-16,-9-17-11 0,-3-15-38 16,0-8 3-1,-3-4-8-15,-1-1 30 16,-5 1 2-16,-4 3 15 15,-5 0 4-15,0 9 3 0,4 7 1 16,6 8 21 0,8 9-1-16,7 2 5 0,7 8 25 15,7-1-26-15,5 0-21 16,26 0-4-16,17-2-7 16,16 4 7-16,9 1-4 0,8 4 1 15,-2 5 1 1,0 5-5-16,-7 3 7 15,-11 3 0-15,-9 5-1 16,-13 3-2-16,-9 4 2 16,-7 0 1-16,-5 1-3 15,-6 13-3-15,0 8 3 0,2 9 3 0,1 7 2 32,2 6 3-32,4 10 4 15,2 7 20-15,4 5-20 16,4 7-1-16,2 2 10 15,1 0-11-15,2 2 4 16,-2-3-4-16,-1-4-5 0,-3-8 1 0,-9-5 4 16,-9-4 6-1,-12-7 0-15,-5-2 2 16,-30-4 7-16,-18-8 15 0,-24-4-9 16,-20-4-11-1,-14-7-6-15,-7-5-9 0,2-7-2 0,7-5 0 31,9 0-5-31,3-2-73 16,-1-14-304-16</inkml:trace>
  <inkml:trace contextRef="#ctx0" brushRef="#br0" timeOffset="42609.62">17064 11693 935 0,'0'0'0'0,"0"0"-4"15,0 0 4-15,109-17 63 16,-68 17 36-16,5 0-34 16,9 11-20-16,8 5-11 15,7 4-28-15,3 1-6 16,3 0-3-16,5 3-109 15,-7-4-223-15</inkml:trace>
  <inkml:trace contextRef="#ctx0" brushRef="#br0" timeOffset="43201.82">19058 12171 686 0,'0'0'31'0,"0"0"29"0,0 0 68 0,0 0 1 0,0 0-13 0,0 0-71 15,0 0-43-15,-76 43 85 0,87 7-11 16,4 8 19-1,5 9-13-15,-4 2-2 16,2 0-25-16,-4 1-22 0,0-1-18 16,-1 0-15-1,0-7 1-15,-3-8-2 0,-2-9-50 16,-4-8-122 0,-4-11-86-16,0-8-106 15,-7-14-427-15</inkml:trace>
  <inkml:trace contextRef="#ctx0" brushRef="#br0" timeOffset="43463.24">18935 12811 1239 0,'0'0'9'0,"0"0"0"0,32 92-9 16,-19-34 50-16,3 7 33 15,3 5 2-15,3-2-44 0,2-10-20 16,-1-15-6-1,2-17-3-15,0-15-2 16,5-11 34-16,4-5 5 16,7-31 7-16,8-17-17 15,4-19-25-15,4-11-10 0,-4-9-4 16,0-5-2-16,-4-2-14 16,1 6-55-1,3 12-66-15,1 21-122 16,-4 20-142-16</inkml:trace>
  <inkml:trace contextRef="#ctx0" brushRef="#br0" timeOffset="44056.03">22077 11298 1008 0,'0'0'50'0,"0"0"-49"0,0 0-1 0,-92-33 41 0,80 32 51 0,8 1 52 16,4 8-84-16,0 32-51 15,0 17 104-15,11 21 15 0,3 12-47 16,2 1-26-1,-4 0-20-15,0-7-21 16,-2-3-14-16,-1-6-1 16,1-9-2-16,0-10-56 0,-1-15-93 15,-2-11-68-15,-2-14-58 16,-5-15-72 0,0-1-93-16</inkml:trace>
  <inkml:trace contextRef="#ctx0" brushRef="#br0" timeOffset="44282.08">21901 11980 1056 0,'0'0'158'0,"0"0"-106"16,0 0-52-16,0 0 0 15,12 91 108-15,6-31-7 0,1 3-33 16,0 2-26-16,3-8-8 0,0-9-11 0,5-13-9 31,3-12 3-31,4-13 17 16,8-10 10-16,10-6-22 15,8-25-11-15,8-16-1 16,3-12-10-16,-3-8-1 16,-6-2-78-16,-12 5-81 0,-20 9-137 0,-19 14-272 0</inkml:trace>
  <inkml:trace contextRef="#ctx0" brushRef="#br0" timeOffset="45211.51">21082 16821 986 0,'0'0'94'0,"0"0"-92"0,0 0 1 0,0 0 35 0,0 0 86 16,0 0-50-16,-98-58-43 0,62 84 8 16,-1 12-6-16,-2 14 13 15,0 7 13-15,3 9 6 0,7 3-17 32,7 1 2-32,12-7-14 0,10-6-1 15,0-14-16 1,16-11 14-16,14-10-27 15,6-10 20-15,9-8-10 16,10-6-5-16,6-3-2 16,8-21-4-16,1-3-2 0,-4-4-3 15,-10 0 2-15,-9 0-2 16,-11 0-19-16,-10 3-77 16,-6-3-98-16,-14-2-73 15,-6-1-252-15</inkml:trace>
  <inkml:trace contextRef="#ctx0" brushRef="#br0" timeOffset="45839.53">21502 16443 1183 0,'0'0'92'0,"0"0"-92"16,0 0 2-16,0 0-1 16,-120-38 33-16,55 48-31 15,-13 17 10-15,-13 7-13 16,-5 1 2-16,0 2 1 16,6-5 6-1,8-1 25-15,6-2 11 16,6-4 9-16,4 0-21 15,11 2-12-15,11-1 6 16,13 6 9-16,12 9-3 16,8 12-10-16,10 16 6 0,1 16 4 15,0 10-12-15,1 2 5 16,7-2-13 0,1-9-7-16,-1-14-3 0,3-10 1 15,1-13-2-15,3-10-1 16,0-7-1-16,4-11 0 0,3-5 0 15,13 1-1 1,10-1 1-16,15 4 2 16,12 0-2-16,14 0 0 15,13-3 0-15,7-5 0 16,9-9 0-16,0-3 1 16,-3-21 2-16,-2-20 1 15,-5-18 2-15,-8-14-1 16,-4-7 3-16,-9-10-2 0,-7-9 3 15,-15-2-7 1,-16-2 6-16,-20 4-7 0,-22 9 8 0,-4 3-6 0,-30 7 0 31,-19 3-1-31,-12 8 1 16,-6 6-3-16,-3 4-12 0,3 0-49 16,1 1-109-16,2-10-79 15,0-9-75 1</inkml:trace>
  <inkml:trace contextRef="#ctx0" brushRef="#br0" timeOffset="46582.84">19490 13301 318 0,'0'0'363'0,"-95"-26"-311"0,49 21 13 16,7 0 8-16,7 4 27 0,9 1-42 0,7 0 7 31,5 0-41-31,6 0-15 15,5 17-1-15,0 13 2 0,20 17 25 16,15 18-6 0,17 20 33-16,14 18-23 0,7 20-5 15,12 9-5 1,12 9 0-16,12 1-7 0,9-5 8 0,9-3-1 31,10-2-13-31,11-9-1 16,15 3 19-16,10 0 10 15,0-6-13-15,-3-6-9 16,-20-10-13-16,-17-11 3 0,-21-14-5 16,-19-11 0-16,-19-17-7 0,-14-11 0 15,-14-18 0 1,-12-11-2 0,-7-11-39-16,-6-16-51 0,-4-33-49 15,-8-30-184-15,-5-31-335 16</inkml:trace>
  <inkml:trace contextRef="#ctx0" brushRef="#br0" timeOffset="46995.14">21936 12194 1123 0,'0'0'21'0,"-30"74"-21"0,19-5 0 15,5 16 5-15,0 20 6 16,1 17 13-16,2 18 25 15,-2 18-14-15,-3 11-2 16,-1 10 21-16,-2 8-8 0,-3 4 7 16,1-3-12-1,1-8-6-15,4-10-17 0,0-22-18 0,3-18-1 32,2-23-1-32,3-24-2 15,0-26-27-15,6-23-35 16,18-24-62-16,7-13-12 15,11-41 40-15,4-31-268 16</inkml:trace>
  <inkml:trace contextRef="#ctx0" brushRef="#br0" timeOffset="47497.82">23404 11990 363 0,'0'0'740'0,"0"0"-740"31,0 0-125-31,0 0 125 15,-30 116 1-15,3-51 30 0,-9 17 30 16,-10 13-25 0,-6 21 2-16,-10 16 1 15,-3 11-7-15,-5 4 13 16,-2 4-4-16,-7-3-8 16,-2 3 2-16,-5-1 13 15,-3 5 12-15,-2 0-7 16,0 2-8-16,6-2-12 15,7-10-12-15,12-7 10 0,12-7 24 16,13-14-13 0,5-10-21-16,6-10-11 15,5-11-5-15,2-13-4 0,4-16 1 16,7-14-1-16,3-18-1 16,6-12-1-16,1-8-1 15,2-3-8-15,0-2-10 16,-2 0-24-16,0-13-53 15,-1-11-165-15,-1-3-48 16,-2 1-32-16</inkml:trace>
  <inkml:trace contextRef="#ctx0" brushRef="#br0" timeOffset="48314.93">22538 14583 1028 0,'0'0'67'0,"0"0"-67"0,0 0 0 16,9-74 6-16,-19 62 56 15,-14 5 28-15,-9 7-61 16,-17 0 51-16,-15 16-72 0,-14 15 18 15,-10 11 20 1,-7 3 10-16,-5 8-25 16,-2-3-1-16,4 2-2 15,7-8-20-15,8-1 7 16,16-7-4-16,11-7-2 0,12-4 1 0,11-1 6 31,14 4 3-31,9 7-9 0,8 18-2 16,3 12 22-16,0 15 15 15,11 5-9 1,3 2-12-16,-1-5 5 16,-2-6-12-16,-4-11-2 0,1-10-9 15,1-9-5-15,0-11 2 0,-2-11-2 0,6-10-1 32,1-9 0-32,10-4 2 15,10-1-2-15,11-1-1 16,13-10-9-16,14 0-2 15,14 4 11-15,16 1 0 16,10 2 0-16,10-4 0 0,3-4-3 16,3-7 4-16,-2-7-1 15,-10-9 1-15,-10-11 0 16,-16-7 2-16,-17-11-1 16,-18-9 3-16,-22-6 1 0,-21-7-3 15,-12-9 5 1,-17-8-1-16,-20 0 2 0,-12 1 13 15,-11 13-2 1,-7 11-15-16,-6 12-4 0,-5 10-5 16,-2 16-34-1,-2 9-157-15,-11 4-480 16</inkml:trace>
  <inkml:trace contextRef="#ctx0" brushRef="#br0" timeOffset="62330.82">23016 9799 667 0,'0'0'315'0,"0"0"-315"0,0 0-8 16,0 0 6 0,-106-12 2-16,60 13 2 15,-4 3 2-15,-8-2 7 16,-2 1 9-16,-2 0 27 0,-8 0-9 0,-9 1-9 16,-14 3-15-1,-13 5-7 1,-13 7-6-16,-17 5 1 0,-6 7 2 15,-10 6 0 1,-11 7-2-16,-5 5 4 16,-11 2-5-16,3 0-1 0,0-4 0 15,4-2 3 1,14-4-2-16,6 1-2 0,13-6 0 16,7 1 0-16,2-6 0 15,1-5 1-15,4-1 1 0,-3-1 1 16,-5-1 0-1,5 5-2-15,-2 3 0 16,1 0-2-16,4 2 0 16,-3 2 2-16,-2 2 1 0,-1 3-1 15,5-3 1 1,7-4 0-16,3-1-1 0,8-4 0 16,5 1 1-1,1 2-1-15,3 3-1 0,2-1-2 16,0 3 3-1,1-5 0-15,2 2 1 0,5-2 0 16,1-1-1-16,4-2 2 16,4-1-2-16,-1 2 1 15,-2 1-1-15,-4 1 2 0,5 1-2 0,2 2-2 32,3 1 2-32,3 1 1 15,4-2 0-15,6 2 8 16,8 3 3-16,10 1 15 15,7 3-5-15,11 5-18 0,10 5 3 16,6 11-6-16,5 15 19 16,2 7 6-16,-2 13-6 15,-3 4-2-15,-3 8 4 16,0 9-3-16,-2 15 2 16,1 17 8-16,0 13-14 15,2 14-4-15,-5 3 1 16,7 7 9-16,1 12-6 15,2 3-2-15,1 8-1 16,0 1-1-16,1-7-8 16,0-4 4-16,5-4 8 15,-1-4 4-15,1-3-13 0,0-11-2 16,0-14 3 0,0-10-2-16,4-13 14 15,20-4 9-15,11-1-7 16,10 1-4-16,11 3-5 15,5-5-8-15,5 0 2 0,-2-3-2 16,0-3-2-16,-1 2-2 16,-2-1 1-16,4-5 1 15,9-2 1-15,11-7 0 16,12-12-2-16,6-9-1 16,10-12-2-16,5-13 2 15,3-10 0-15,4-9 2 16,3-7 2-16,2-4-3 15,5-4 2-15,8-2 1 16,3-7 1-16,5-5-5 0,5-7 0 16,1-5 1-16,6 1-1 15,1-2 0-15,1-5 3 16,4-6-1-16,-1 0-1 0,1-4 1 16,6-14-2-16,-1-3-2 0,6-8 2 31,3-2-1-31,5-6 1 15,3-1 3-15,-2-5-3 16,-1-7-6-16,-6-3 0 16,-7-5 3-16,-10-3 1 15,-5 1 2-15,-6-5-1 16,-7-7-7-16,-5-6-8 16,-9-7 6-16,-8-9 3 0,-9-12 7 0,-6-8 1 15,-7-8 1-15,-8-3-1 31,-7 2 1-31,-4-7 3 16,-9 0-3-16,-6 1-2 0,-8 0 4 16,-14 3-3-16,-9 2-2 15,-12 4 0-15,-7-1 0 16,-10-2-1-16,-3-7-3 16,-1-4-7-16,-5-4 1 15,0-9 11-15,0-2 1 16,1-2 2-16,5 1 12 15,5 5 9-15,5 1-3 0,2 0 4 0,7-3-19 32,5-4-5-32,-2 4 3 15,1 4-4-15,-7 7 0 0,-8 12 0 16,-11 8 0-16,-3 2 0 16,-18 5-1-16,-21 1-1 15,-9-5-17-15,-9-5-6 0,-7-7 17 0,-6-5 3 16,-9-7 0-1,1-11 4 1,6-15-1-16,10-16 2 0,22-17 10 16,13-10-5-1,13 1 43-15,10 7-43 16,3 21 5-16,-4 27-10 16,-13 38-3-16,-37 39-85 15,-60 29-344-15</inkml:trace>
  <inkml:trace contextRef="#ctx0" brushRef="#br0" timeOffset="67747.55">14403 12199 754 0,'0'0'37'0,"0"0"-36"0,0 0-1 0,0 0 6 16,0 0 79-16,0 0-39 0,0 0 26 15,0 0-51 1,-105-75 46-16,74 63-41 16,-3 3 41-16,-4 0-56 15,-2 1-10-15,-6 0-1 0,-1-1 0 16,-5-1 8-16,-7 2-3 15,-9 1-4-15,-6-2 1 16,-5 2 0 0,-5-3 5-16,-5-1 12 0,-1 0-9 15,-2-3-7-15,-1-2 11 16,1 1-2-16,-5 1-7 16,3 0-4-16,-2 3 14 15,1 2-12-15,1-1 10 0,-3 1-8 16,3 1 4-1,0-2-9-15,-3 2 0 16,5-1 3-16,3 0-1 0,0 3-2 16,-2 3 1-16,-2 0 1 15,1 0-2-15,2 1-3 0,4 1 2 16,1 0 0 0,-3-1 0-16,6 2 1 15,0 0 0-15,3 0 0 16,1 0 0-16,-1 0 0 15,1 0 1-15,1 0 0 16,4 0-1-16,1 0 1 16,-2-1 1-16,3 1-1 15,9 0-1-15,-1 0-2 0,9 4 0 16,-1 7 2-16,1 3 0 0,-2 1-2 16,2-1 1-1,2-3-1-15,7 2 2 16,6-2 1-16,2 1 0 15,6 6-1-15,-2 5 0 16,0 4 1-16,-1 4-1 0,-1 0-2 16,4 0 2-16,4 0-1 15,5-1 1-15,5 2 0 0,4-3 1 32,7 2 1-32,5 1 1 0,1 4 1 15,0 3 5 1,14 4-5-16,6 2 12 15,11 6-6-15,2 0-1 0,9 6-4 16,1 2-1 0,8-2-4-16,5-3 1 0,7-7 0 0,9-4 1 31,4-4 3-31,9-2-3 0,9-5 1 16,19-5-3-16,8-9 5 15,13-8-5-15,11-8 0 16,9-2 1-16,4 0-1 15,3-14 0-15,3-4 2 16,3 2 0-16,5-2 1 16,4-4-1-16,9 2 0 15,-2-6 0-15,1-3 2 16,-2-2-4-16,0-1 3 0,-3-3 4 16,3-4-6-16,-5 1-1 15,-11 0 2-15,-6 1 3 16,-16 0 3-16,-8 4 1 0,-7-3 9 15,-10 1-5 1,-9-1-11 0,-16-5 0-16,-19-4 0 0,-18-6-2 15,-23-5 3-15,-19-5 2 16,-15-7 0-16,-32-2 16 16,-27-4 27-16,-25 7-20 15,-16 6-2-15,-16 16-8 16,-9 16-18-16,-15 19-3 15,-17 10-22-15,-27 24-157 0,-35 13-194 16</inkml:trace>
  <inkml:trace contextRef="#ctx0" brushRef="#br0" timeOffset="70169.6">14448 12580 706 0,'0'0'113'0,"0"0"-103"0,0 0-8 16,0 0 7-16,0 0 15 0,0 0 64 16,-42-65-16-1,13 57-8-15,-8 2-62 16,-11 2-1-16,-8 4-1 16,-13 0-9-16,-11 0 8 15,-14 0 1-15,-14 6 0 16,-10 3 3-16,-12-2-3 15,-8 1 3-15,-11-2 6 16,-11 5-2-16,-4 3 5 16,-12 0-5-16,-3 4 9 15,-8 1-3-15,-5 0-11 16,-8-1-1-16,0-4 8 16,3-2-8-16,-4-4 1 0,5-5-4 15,-4-3 2 1,2 0 0-16,-2-1 3 0,9-9 4 15,-3-2-5-15,3-2-2 0,-4-1-2 0,-1-2 2 32,0 0 6-32,4 1-5 15,4 3 0-15,-1-1-1 16,4 4 4-16,-6 2-1 16,-2 3-1-16,-2 1-1 0,7 0 2 15,3 3-6 1,3-2 3-16,10-1-1 0,1-3 2 15,5 0 4-15,1 1-3 16,8 0 1-16,6 4-3 0,3-1 0 16,5 3 0-1,-3 0-2-15,4 0 2 16,-1 0 0-16,7 0 0 16,-4 0 3-16,10 0-3 15,3 0 0-15,5-4-5 16,7-2 5-16,2 2-1 0,4-1 1 15,0 4 8 1,3 1 1-16,7 0-1 16,-5 4-2-16,4 11-2 15,-3 4-4-15,-4 6-1 16,5 4-4-16,-1 1 0 16,5-4-1-16,1 1-2 0,6-7 8 15,3-5 1-15,7-3 0 16,4-5 1-16,14-4-1 15,7-2 4-15,3-1-5 16,4 0 2-16,-3 0-2 16,-4 5 0-16,-5 1 0 15,0 4 0-15,4 3 0 0,5 1-3 16,10-1 2-16,11-3 1 16,7 0 4-1,8-4-2-15,7 0 2 16,3 0-4-16,0 2-1 15,0 4-3-15,-3 6 4 0,-3 5 0 16,-7 2 1-16,-1 4-1 16,-5 7 0-1,-5 3 4-15,-1 7 1 0,-2 1 5 16,0 0-9-16,5 1 1 16,1-4 2-16,2-1 5 0,1 1-8 15,-1 0 0 1,0 1 0-16,-3 0 0 15,-2 3 0-15,2 0-1 16,1-1 1-16,2-4 1 16,4 0-2-16,3-2 8 15,5-2 2-15,4 3-7 0,3 1 2 0,1-1 2 32,5 2-7-32,0-1 1 0,6 2 0 15,10 1-1 1,4 4 1-16,10 6 1 0,1 1-2 15,5 5 2-15,1 0 0 16,2-5-2-16,3-1 4 16,4-1-2-16,2-2-1 15,4-2 1-15,9-3-1 0,8-1 1 16,8-7-1 0,14-3 2-16,15 0 7 0,9-4 5 0,15 1-2 31,10-1-3-31,5-2-3 0,13-3-3 15,3-3 1-15,8-3 0 16,13-8 0-16,7-6-4 16,14-3-1-16,9-4 1 15,-6-1-1-15,6 0 1 0,3-6 0 16,9-9 4-16,7-3-5 16,3-1-3-16,-3-2 3 0,5 0 2 0,1-1 1 31,5 1-3-31,1 2-2 15,-7 2 2 1,-2 0 0-16,0 2 4 0,0 4-4 0,-1-4 0 31,-5 1-2-31,-5 1 2 16,-4 1 2-16,3-1-1 16,-1-1-1-16,-4 1-2 15,-12 1 2-15,-6 3 0 0,-2-1 0 0,-5-1 4 0,-1 1-4 31,-1 0-4-15,-7-2 4-16,-5 1 0 0,-5-3 0 16,-3-2 1-16,-2-2 2 15,-3-2-3-15,-3-2 0 16,-11-1-2-16,0 0 2 16,-11 0 0-16,-12 0 3 15,-1-2-2-15,-5-1 1 16,-4-1-2-16,3-2 0 15,-3-5 0-15,-8-3 0 16,-4-2-1-16,-9-4 1 0,-11 0 0 0,-11-3 0 31,-8-3 3-31,-8-6-3 0,-9-10 7 0,-9-8-1 16,-10-8 7 0,-9-3 20-16,-13-5 18 15,-7-5-33-15,-2-10-10 16,-12-9 8-16,-15-4 45 15,-9 1-20-15,-9 1 15 16,-10 11 20-16,-15 11-49 0,-18 16-27 16,-26 22-7-16,-38 16-132 15,-53 3-437-15</inkml:trace>
  <inkml:trace contextRef="#ctx0" brushRef="#br0" timeOffset="74092.91">17913 13871 784 0,'0'0'52'0,"0"0"-49"31,0 0 68-31,0 0 43 0,0 0-17 0,0 0-30 32,0 0-8-32,20-35-12 0,-20 31-11 15,0 0-27-15,-5 2 12 16,-10 2-5-16,-9 0-10 15,-10 2-5-15,-9 14-1 0,-8 2 0 32,-7 4 7-32,-2-1 13 15,-2 0-10-15,-1 0 16 16,3 0-7-16,2 1 7 0,1-1-3 0,4-2-18 31,3 1-1-31,1 0-2 0,7 0 7 16,2 1 1-16,3 1-1 0,4 1-3 15,5 1-3 1,5-2 1-16,2 1 8 16,4-2-8-16,3 2 4 0,-4-1-1 0,3 3 0 0,-4 4 11 31,-1 0 6-15,0 8 11-16,-1 1-12 15,1 2 1-15,2 1-1 16,3 1 4-16,4 0-8 0,5-1-3 15,1 1 8 1,5 1-2-16,0-2-16 0,0 1 5 0,3 1 0 16,9-2-2-1,0-3-5-15,1-1-1 0,4-7-3 16,-4-1 1 0,6-4 0-16,-2-5 1 0,2-2-2 15,-2-6 0 1,-1-6 0-16,2 1 1 0,-1-6-1 15,6-1 2-15,3 0 0 16,3 0-2 0,6-8 0-16,1-2 1 15,4 0-1-15,6-1 0 0,1 2-1 16,3-1 2-16,4 0-2 16,-2-1 1-16,8-3 0 15,3-7 0-15,6-2 1 16,3-2 0-16,0-2-1 15,-3 5 2-15,-4 1-2 0,-4 3 0 16,-5 2 0-16,-1 6 1 0,-2-1-1 31,-5 2-2-31,-5 2-8 0,-2 1 3 16,-4-1 1-16,2-2 0 16,0-3 2-16,-1 2 2 15,1-5-2-15,-2 5 1 16,-5-1-3-1,-7 1 1-15,-5 2 2 0,-6 1 3 16,-6-1-1-16,-2-2 2 0,2-5 2 0,-4-3-3 31,0-1 0-31,-2-1 3 16,-2-1 0-16,0-1-1 16,0-3-2-16,-9-5 1 0,-6-4 0 15,-4-5 1-15,-7-8-2 0,-2-8 0 31,-3-4 1-31,-2-5-1 16,-2 0 0-16,-3 1 4 16,-4 6-3-16,-4 4 1 0,1 9 3 15,-4 10 7 1,-2 7-4-16,2 10-8 0,-5 9 0 16,-1 8-5-16,-8 14-74 15,-12 19-212-15,-13 11-243 16</inkml:trace>
  <inkml:trace contextRef="#ctx0" brushRef="#br0" timeOffset="76311.89">21155 13243 1147 0,'0'0'8'0,"0"0"-8"15,0 0 25-15,-98 15 79 0,59-5-23 32,-7 6-29-32,-5 3-23 15,-3 3 0-15,-2-3-9 16,0 1 3-16,-2-1 14 0,2-2 3 15,6-3-9 1,7-1 1-16,13-1 8 16,12-2-10-16,5 1-14 0,5 7-8 0,2 9-1 31,5 9 8-31,1 10 1 0,0 6 12 0,0 2-12 16,0 6 7-1,3 6-6-15,3 0 4 16,-3-1 3-16,3-3-10 15,3-8-8-15,0-9 0 16,1-10-5-16,3-12-1 16,1-10-2-16,5-8 0 15,7-5 2-15,8 0 4 16,9-15-3-16,14-10-1 16,4-4 0-16,8 0-2 0,5-4 2 0,3 1-1 15,5-1-4 1,-2 3 5-1,-2-3 2-15,-5 6-2 0,-10 3-2 16,-11 4-5-16,-12 4-3 16,-8 2 5-16,-7-1-3 15,-4-4 5-15,-5-5 3 0,-1-6-1 16,-9-9 1-16,-6-6 1 16,0-6-1-1,-14-4 3-15,-14-4-2 16,-7 2-2-16,-3 2 2 15,1 10-1-15,1 5 0 16,2 7 1-16,2 6 0 0,2 3-1 16,5 6-6-16,3 2-20 15,5 6-52 1,4 7-169-16,2 3-124 0,1 0-551 16</inkml:trace>
  <inkml:trace contextRef="#ctx0" brushRef="#br0" timeOffset="80951.63">10697 4901 742 0,'0'0'176'15,"0"0"-165"1,0 0-8-16,0 0-3 0,0 0 39 16,0 0 10-16,0 0-9 15,3 2 1-15,10-2 44 16,4 1-16-16,4-1-2 0,2 0-24 0,3 0-25 31,3 0 6-15,7 0 5-16,6 0 15 0,9-9-3 15,4 0 1 1,-1 1-17-16,1 0-11 0,0 2-12 16,2 2 5-16,2 1 8 15,6 1 3-15,0 1-15 16,3-2 6-16,0-1-2 16,4-2 3-16,-2-1-2 0,2 1 3 15,0-4 1-15,-9 3-4 0,-9 2-8 31,-11 0 0-31,-15 2-3 16,-8-2 2-16,-11 5-1 0,-6 0-1 0,-2 0-5 16,-1 0-19-1,0 0-25-15,0 0-30 16,0 0-45-16,0 0-14 16,-11-7-90-16,-6-7-465 15</inkml:trace>
  <inkml:trace contextRef="#ctx0" brushRef="#br0" timeOffset="82041.75">11992 4221 1143 0,'0'0'87'0,"0"0"-74"0,0 0 13 15,0 0 94-15,0 0-52 16,0 0-63-16,-23 25 1 16,23 17 34-16,3 12-4 15,5 13 6-15,-1 10 18 0,1 7 2 0,-2 15-31 32,-2 7 0-32,-4 8 21 0,0 2-28 15,0-5-12 1,0-10 3-16,0-11-9 15,-1-17-4-15,-4-17 0 16,5-13-1-16,0-16-1 0,0-10 1 16,0-9-1-16,0-5 1 15,0-3 0 1,0-3 9-16,0-24 4 16,0-16-14-16,0-20-2 0,-1-12 1 0,-2-14-24 0,0-10-18 31,-2-6-13-31,-2-5-22 15,-1-1 1-15,0 2-7 16,0 6 8-16,2 12 41 16,0 8 34-16,3 12 1 15,1 8 0-15,-1 13 0 16,3 9 2-16,0 9 4 16,0 7 1-16,0 8 4 15,0 5-1-15,0 3-6 16,6 4-1-16,10 0-2 0,4 3-1 15,10 2 1-15,5 0 1 0,8 0 8 0,11 0-8 32,7-3 6-17,12-3-4-15,4-1 3 0,5-3-3 16,-2 5 9-16,-6 0-4 16,-10 4 3-16,-10 1-5 15,-14 0-5-15,-10 0 0 0,-6 0 0 16,-12 5-3-1,-6-3 2-15,-5 1-2 16,-1-3 3-16,0 1 6 0,0-1 6 16,0 5-2-16,0 6-4 15,-1 6 2-15,-10 13-3 16,0 9 11 0,0 10-8-16,2 3 5 0,4 3 0 0,2 0-10 15,3 2-3 1,0 2 2-16,0 4-1 15,11 3-2-15,4 7 3 16,3 6-3-16,0 3-1 16,-5-5 1-16,-1-6 4 15,0-8-4-15,-4 1 0 16,-4-5-1-16,-2-3 0 0,-2-11 0 16,0-6 0-16,0-7 1 15,0-6 3-15,-6-5 17 0,-5-3-4 0,-4-4-1 31,-1-1 3-31,-7-2-9 16,-3-4-4 0,-6-4 6-16,-4-1 4 0,-7-2-12 0,-5 0 5 15,-5-2-9 1,-4-7 4-16,-4 1-3 16,3-4 2-16,2 1-1 0,3 3 7 0,4 2 3 31,4 0-7-31,4 3-3 15,6 0-2-15,5 0 0 16,13 2-1-16,4 1-1 0,9-2-31 16,4 1-104-1,0-5-161-15,14-5-382 0</inkml:trace>
  <inkml:trace contextRef="#ctx0" brushRef="#br0" timeOffset="82744.23">13087 4722 765 0,'0'0'205'0,"0"0"-205"16,0 0 0-16,-88 12 27 15,76-10 59-15,0-2 17 16,8 0-32-16,2 0 7 0,2 0-19 0,0 0-40 0,11 0-17 31,23 0-2-15,17 0 45-16,17-1-9 16,16-6 4-16,10-3-8 15,11 1 18-15,9-4 4 0,8 3-4 16,5-1-8-16,4 1-15 15,2-4-6 1,5-2-10-16,2 1 1 16,-10-2-10-16,-8 0-2 0,-18 3 0 15,-20 3-3-15,-18 4 2 0,-25 7-1 16,-21 0-34-16,-12 0-75 0,-8 5-69 31,0 2 32-31,-3-3-60 16,-10-4-135-16</inkml:trace>
  <inkml:trace contextRef="#ctx0" brushRef="#br0" timeOffset="83622.45">14846 4138 1292 0,'0'0'82'0,"0"0"-82"16,0 0-9-1,0 0 9-15,-12 72 49 0,6-18 22 16,6 11 1 0,0 7 9-16,0 7-43 0,0 5 1 0,0 5-15 31,0 3 5-31,0-2 13 16,0-5-20-16,0-12-18 0,0-13 0 15,0-16-1-15,6-13-3 16,0-13 0-1,-5-10-3-15,2-8 3 16,-3 0 2-16,0-25 16 0,0-18-15 16,0-14-3-16,-4-12-5 15,-8-13-17-15,0-5-29 16,-3-8-28-16,0 1-21 16,2 1 38-16,-5-1-28 0,1 2 30 15,1 8 14-15,1 12 13 16,2 15 33-16,4 17 2 15,1 10 38 1,1 7-22-16,4 9 9 0,3 3 2 16,0 3 5-1,0-1-14-15,18 0-20 0,13 4 0 16,14 3 0-16,10 2 10 0,8 0 2 16,4 0-6-1,12 0 5-15,4 0-4 16,1-2 5-16,1-6-3 15,-3 1 1 1,-9-1-5-16,-7 0 0 0,-9 2-5 16,-15 3 0-16,-11 2-1 15,-15 1 1-15,-10 0-3 16,-6 0 1-16,0 0 2 0,0 8 1 0,-3 11 9 16,-8 7 15-16,0 6-7 0,-4 7-13 0,3 5 0 31,7 6 1-16,2 2-2-15,3 6-2 16,0 3 1 0,0 2-2-16,11 3 0 15,4 1 1-15,1 2 0 0,7 3 0 16,2 3 10-16,-3 0 12 16,0-2-17-16,-5-4 8 15,-6-6-6-15,-4-7 0 16,-7-5 2-16,0-4 0 15,-5-12-3-15,-15-1 0 16,-12-12 1-16,-11-4 3 16,-11-6 1-16,-13-10-1 0,-10-2-6 15,-8 0-3-15,-3-4-2 16,-3-9-1-16,4-1 1 16,9 0 3-1,11 2-3-15,9-1 0 0,13 1 4 16,10 0-5-16,12-2-1 15,11-1-57-15,12-4-101 16,9-7-82-16,28-10-188 0</inkml:trace>
  <inkml:trace contextRef="#ctx0" brushRef="#br0" timeOffset="84663.32">15778 4557 1262 0,'0'0'0'16,"0"0"-111"-16,0 0 111 0,0 0 73 16,0 0-33-1,0 0-24-15,108-28 45 0,-22 9-33 16,16-3-11-1,15-3-3-15,9 1 7 16,5-1 6-16,6-1-10 16,5 4 0-16,-2 1-3 0,-7 4-12 15,-12 2-2-15,-15 3-2 0,-15 0 1 0,-17 0-1 32,-12-4 0-32,-19-3-9 15,-10 0-29-15,-11-3-3 16,-10 0 35-16,-7 2 8 0,-5-1 0 15,0 6 7 1,-3 2 2-16,-6 6 24 16,3 5 24-16,1 2-15 0,4 0-29 0,-1 15-13 15,1 19 0 1,1 15 4 0,0 11 23-16,0 6 14 15,0 7-12-15,4 5 22 0,5-3-22 16,3-3-7-1,3-5-8-15,0-8-6 0,0-10-4 16,-5-13-4-16,1-19 1 16,-8-7 0-16,-2-10 0 15,-1-1 4-15,0-28 18 16,0-17-23-16,-8-17-3 0,-2-14-4 16,0-7-26-1,-8-5-1-15,-6-5-30 16,-3-2-10-16,-3 3 33 15,3 5 27-15,8 5 6 16,6 16 8-16,3 11 10 0,5 7 6 16,2 12 24-16,3 2-11 15,0 4-15 1,19 5-13-16,14 0-1 0,12 3-3 16,12 3-4-1,8 4 7-15,8 0-3 0,2 2 2 16,0-1 2-16,1 1 0 15,-3 1-1-15,-3-1 0 0,-10 6 0 16,-10 2 0 0,-15 3 0-16,-12 3-2 15,-9 0 0-15,-4 13-5 16,-8 12 6-16,-2 3 1 0,0 11 5 0,0 9-3 31,-6 7 4-31,-1 8 2 16,5 6 1-16,2 3 3 0,0 3-1 15,0-2-10-15,9 2 2 0,7-3 0 16,7 1-2 0,6-3 3-16,6 2 1 0,4-6 11 0,1-5 0 0,-3-7-3 31,-6-6-6-15,-9-2 11-16,-12-7 9 15,-10-3 1-15,-6-3-13 16,-34-8 9-16,-14-5 2 0,-22-2-3 0,-17-11-5 31,-13-4 5-31,-9-3-17 16,1 0-6-16,6-6-12 0,17-9-73 15,11-4-211-15,12-13-303 16</inkml:trace>
  <inkml:trace contextRef="#ctx0" brushRef="#br0" timeOffset="85617.59">12390 5467 1233 0,'0'0'6'0,"0"0"-1"0,0 0 39 16,0 0 95-16,0 0-63 15,0 0-48-15,0 0-18 0,0 0-10 16,7 31 0-1,2 16 85-15,5 14 28 16,-4 3-57-16,-1 2 21 16,-4 2-24-16,-5 0-25 15,0-1-5-15,0-2-1 0,0-8-17 16,0-8 1-16,0-8-6 16,0-10 0-1,-2-4-25-15,2-6-123 0,0-10-235 16,-3-8-447-16</inkml:trace>
  <inkml:trace contextRef="#ctx0" brushRef="#br0" timeOffset="87223.63">12354 6650 819 0,'0'0'233'0,"0"0"-229"15,0 0 114-15,0 0 64 16,0 0-53-16,0 0-84 15,3-8-38-15,9 34 53 0,0 11 85 0,-3 2-84 32,0 3 8-32,-3 0-14 15,0-5-35-15,-1-5-6 16,-1-5-12-16,-2-9 0 16,1-5-4-16,-3-7-1 0,0-6-86 15,0 0-122 1,0-12-76-16,-17-15-384 0</inkml:trace>
  <inkml:trace contextRef="#ctx0" brushRef="#br0" timeOffset="87401.48">12135 6638 1552 0,'0'0'0'0,"0"0"26"16,0 0-26-16,0 0 64 15,133-82-36-15,-70 55-28 0,-4 7-4 0,-10 14-123 32,-16 6-202-32,-21 19-85 0</inkml:trace>
  <inkml:trace contextRef="#ctx0" brushRef="#br0" timeOffset="87537.61">12223 7077 1115 0,'0'0'257'16,"0"0"-245"-16,0 0 15 0,0 0 66 0,112-5-26 31,-24-43-67-31,16-9-96 0,4-3-329 16</inkml:trace>
  <inkml:trace contextRef="#ctx0" brushRef="#br0" timeOffset="88191.45">15269 5228 1283 0,'0'0'38'0,"0"0"-32"0,0 0 73 15,0 0 9-15,0 0 81 16,0 123-17-16,0-61-88 15,0 6-1-15,0-1-13 16,2-1-18-16,4-3-15 16,3-5-11-16,4-8-6 15,-1-1 0-15,0-5 0 16,0 0-21-16,2 0-110 16,-1-9-255-16,-8-8-594 15</inkml:trace>
  <inkml:trace contextRef="#ctx0" brushRef="#br0" timeOffset="89171.78">15074 6800 1102 0,'0'0'15'0,"0"0"-12"0,0 0 62 0,0 0-2 0,0 0 22 0,0 0-7 32,0 0-16-32,95-18-5 15,-73-8-11 1,0-8-5-16,0-10 3 0,1-9-22 16,-5-9-2-16,-5-9-15 15,-6-4-4-15,-7-1 2 16,0 0-2-1,-8 2 1-15,-11 5-3 16,-3 6 3-16,6 17 0 16,2 17 7-16,5 13 10 0,6 15 47 0,3 1-35 31,0 24-31-31,0 24-4 0,0 22 4 16,0 10 33-16,2 0-5 0,5 1 11 15,2-8-3 1,6-7-9-16,2-11-18 15,4-13 1-15,-1-11-7 16,3-14-2-16,1-12 0 0,4-5-1 16,3-5-4-1,-1-20 4-15,-3-6-4 0,-5 0-14 0,-10 6-8 32,-6 8 16-32,-4 10 10 15,-2 4 0-15,0 3-1 16,0 6 1-16,0 14-6 15,0 5 6-15,0 1 9 0,0-6-7 16,13-3 2 0,4-9-3-16,4-4 1 0,4-4 1 15,0 0 0-15,-2-12 2 16,-4-8-3-16,-8 0 4 16,-10 1-3-16,-1 4 4 15,-3 3 3-15,-18 2-4 16,-10 6-1-16,-3 0-5 15,5 2-3-15,5 2-12 0,11-2-41 16,5-4-63 0,7-5-102-16,1-6-12 15,0-8-27-15,19-11-6 0,4-6-98 16</inkml:trace>
  <inkml:trace contextRef="#ctx0" brushRef="#br0" timeOffset="89533.18">15643 6245 176 0,'0'0'810'0,"0"0"-669"0,0 0-26 0,0 0 114 15,80 66-56-15,-69-31-32 0,-2-3-64 16,2-3-34 0,3-6-26-16,0-5 0 15,-1-7-9-15,-1-7-7 0,1-4 0 16,-4 0-1 0,0-19 4-16,0-11-4 0,-6-2-15 15,-3 1-2 1,0 10 13-16,0 8 4 15,0 9 5-15,0 4 5 0,0 0-7 16,1 0-3-16,11 7 0 16,8 3 7-1,9-4 4-15,7-6-9 0,8 0 0 16,5-18 1-16,-6-3-2 16,-4 3 1-16,-15 6 0 0,-9 4-1 15,-9 8 0 1,-3 0 0-16,1 6-1 15,8 11 4-15,2 3-3 16,8-2-1-16,9-7-2 16,14-8-56-16,15-3-150 0,10-18-206 0,1-16-591 31</inkml:trace>
  <inkml:trace contextRef="#ctx0" brushRef="#br0" timeOffset="89841.65">17761 4791 1552 0,'0'0'0'0,"0"0"0"0,0 126 79 16,0-66 76-16,0-1-67 0,1 2-40 15,9-1-37-15,-1 0-11 16,1 4 0-16,-1 0-45 16,0 0-107-1,-3-2-186-15,-2-5-274 16</inkml:trace>
  <inkml:trace contextRef="#ctx0" brushRef="#br0" timeOffset="90767.48">17815 5822 686 0,'0'0'649'0,"0"0"-642"31,28-75 1-31,-16 68 143 0,-1 7-49 0,8 5-69 0,2 16 27 0,7 4-6 31,1 0-18-15,0 0-7-16,6-7-15 16,-1-9-9-16,2-7-3 15,-7-2 1-15,-9-10 2 0,-7-14-5 0,-13-7-27 31,0 0-9-31,-5 3 34 16,-9 7 2-16,2 7 1 16,2 8 3-16,5 4 24 15,5 2-3-15,0 10-25 16,3 19-9-16,17 14 9 16,3 10 6-16,-1 14-5 15,-2 8-1-15,-9 4 0 16,-8-6 1-16,-3-13-1 15,0-16 0-15,-17-13 1 0,0-13 0 16,-2-11-1 0,5-7-1-16,5-6-3 15,2-25-5-15,7-14-19 0,4-12 20 16,21-4-14-16,9-2-19 16,2 6 14-16,0 7 23 15,0 6 3-15,-5 11 1 16,-4 9 0-16,-8 9 10 0,-10 8 29 0,-6 7 9 31,-1 0-23-31,1 4-20 0,7 12-4 16,5 6 9-1,6 0 1-15,6-4-7 16,4-2-3-16,2-8 0 16,-2-3 0-16,-6-5-1 15,-8 0-4-15,-9 0-6 16,-7-15 10-16,-1-5 2 0,0-8-2 15,-6 0 1 1,-6-5-1-16,1 1 0 0,4 1 0 16,6 5 0-16,1 6-2 0,0 6 2 15,0 7 0 1,0 4 0-16,4 3-3 16,3 0-6-16,3 11 3 15,3 14 6-15,3 8 7 16,4 2 1-16,-1 2 28 0,5-8-12 15,1-6-5-15,2-6-10 16,-3-10-5 0,2-7-1-16,-1-7 3 0,0-20 2 15,2-11-4-15,-3-7-4 16,-3-3-1-16,-3 2-3 0,-8 7 3 16,-4 12 1-1,-3 13 9-15,-1 10 26 0,-2 4 21 0,0 25-49 0,0 19-7 31,0 15 0-15,-12 8 0-16,-15-1-29 0,-12-7-609 16</inkml:trace>
  <inkml:trace contextRef="#ctx0" brushRef="#br0" timeOffset="92576.71">12766 7082 76 0,'0'0'1021'0,"0"0"-1021"16,0 0 3-16,0 0 14 15,0 0 56-15,0 0-34 0,0 0-14 16,-58 12 16-16,34 5-5 0,2 0 10 31,-2-3-5-31,1-2 0 0,1 0-4 16,0-4-6-1,4-1-2-15,1-3 16 0,4 0-12 16,3 0-17-16,5 0 0 0,4-2 0 31,1 2-10-31,0 4-5 16,0 10 1-16,0 6 23 0,0 2-1 16,0 6 12-16,3 9-19 15,0 2 10-15,-2 9 1 16,2 5-2-16,1-2-16 15,2-3 13-15,2-7-15 0,1-7-4 0,7-7-2 32,-1-5-1-32,3-8 0 15,4-6 0-15,7-11-2 16,3-1-24-16,9-14-47 16,5-19-137-16,6-10-103 15,-1-13-237-15</inkml:trace>
  <inkml:trace contextRef="#ctx0" brushRef="#br0" timeOffset="93531.11">13663 6860 670 0,'0'0'51'0,"0"0"-49"0,0 0 126 16,0 0 27-16,0 0-58 15,0 0-30-15,0 0-22 16,0 0-3-1,6 0-12-15,4-7-10 0,11-7 3 16,7-3 14 0,2-2-15-16,-2 2-17 0,-2 3-2 15,-4 1 1-15,-2 1 6 0,-8 6-6 16,-6 1-1 0,-2 4 1-16,-4 1 9 15,0 0 11-15,0 0-14 16,0 0-7-16,0 0-3 15,0 0-4-15,3 4-1 16,3 4 5-16,2 5 0 0,1 0 1 16,4 4-1-16,-1 3 1 15,3 2 0-15,1 5 0 16,2-4 9 0,2 4 2-16,0-2-4 15,4 2 18-15,-2 0-12 0,3 5-6 16,-2 5 9-16,1 0-6 15,-2 3 12-15,-3-2-12 16,-5-4-1-16,-5-2 2 16,-4-3 5-16,-5-1 4 15,0-1 2-15,-18-2 28 16,-6 0 0-16,-4-6-26 16,1-5 1-16,3-2-22 0,4-8-4 15,0-1 0 1,-7-3-39-16,-4 0-141 15,-11 0-113-15,-9-11-115 16</inkml:trace>
  <inkml:trace contextRef="#ctx0" brushRef="#br0" timeOffset="95377.72">15741 6957 889 0,'0'0'0'0,"0"0"8"0,0 0 11 16,0 0 94-16,0 0-42 0,0 0-26 15,0 0 13 1,0-15-23-16,0 15 8 16,-12 0 19-16,-6 0-26 0,-9 2-33 15,-4 7 1 1,-6-1 6-16,-1 2 9 0,1-3 11 15,0-1-4-15,6-4-3 16,5 0-4 0,5 1 5-16,7-2 8 0,3 0 16 15,3-1-11-15,2 0-19 16,5 1-10 0,-1 2-4-16,-2 3 2 0,0 7-2 15,-2 5 0-15,-1 7 6 16,3 1 8-16,1 6 6 15,1 4 1-15,2 2-6 0,0 4-6 16,0 3 12 0,0-2-4-16,5-4 8 0,6 0-12 15,5-5 1-15,-1-3-7 0,4-4 0 32,1-5-1-32,2-10-7 0,0-2-3 15,5-6-1-15,3-4 1 16,4 0-47-16,8-11-58 15,4-17-142-15,2-8-67 16,1-6-288-16</inkml:trace>
  <inkml:trace contextRef="#ctx0" brushRef="#br0" timeOffset="96158.82">16663 6707 659 0,'0'0'51'0,"0"0"31"16,0 0 85-16,0 0-48 16,0 0-54-16,0 0-42 0,3-3-15 15,16-9 1 1,7-2 4-16,2 0-5 16,1-2-5-16,1 0-1 15,-2 1 3-15,-3 3 2 0,-6 4 3 16,-10 3 7-16,-4 2-4 0,-5 3 20 31,0 0 3-31,1 0-15 0,1 0-16 16,4 0-5-16,1 0 0 15,5 9 9-15,4 2 11 16,3 8-5-16,1 5-10 16,1 4 26-16,0 3 3 15,0 2-23-15,-2 2-11 0,-1-3 6 0,-1 2-3 31,-2-6-2-31,1-1 1 16,-2-2 0-16,-3-1 1 0,-2 1 9 16,-4 0 2-1,-5 4 6-15,0-3-1 16,0 1 26-16,-16-2 1 16,-4-2-25-16,-2-3 0 15,-5-6 0-15,-1 0-4 0,-1-7-5 16,0-2-7-16,3-5-5 15,-1 0-3-15,0 0-58 16,-1 0-65-16,1-4-83 16,-1-3-60-16,1 1-240 15</inkml:trace>
  <inkml:trace contextRef="#ctx0" brushRef="#br0" timeOffset="97492.41">19047 6302 594 0,'0'0'65'0,"0"0"-44"0,0 0-13 16,0 0 104 0,-80 15-9-16,60-12-8 0,1 0-43 15,-2 2 1-15,2-3-1 16,0-1 15-16,0 2-18 0,4-3 7 15,-3 0-6 1,2 0-15-16,3 0-20 16,0 0 16-16,3 0 16 15,6 0-2-15,-1 0-7 16,4 0 6-16,-1 0-6 0,-1 0-24 16,-1 6-9-16,-3 8-4 0,-3 7 0 31,1 7 4-31,0 8 10 0,-1 0 1 15,1 4 10 1,5 4 8-16,0 1-7 16,4 1-7-16,0 2-2 0,0-3-3 0,11-4 0 31,5-12-3-31,2-3-8 0,3-6-1 16,3-7-1-16,0-3-2 15,8-7 0-15,3-3-20 0,10-3-60 16,5-20-102-16,5-13-85 15,-2-9-257-15</inkml:trace>
  <inkml:trace contextRef="#ctx0" brushRef="#br0" timeOffset="98000.13">20112 5872 1154 0,'0'0'66'0,"0"0"-66"16,0 0 0-16,0 0 57 0,0 0-34 0,0 0-23 16,81-58 2-16,-47 39-1 0,-2 5 0 15,-9 5 16-15,-9 1 6 16,-8 5-8-16,-4 3 0 16,-2 0 6-16,0 0 10 15,0 0-1-15,0 0-17 16,4 3-11-16,6 11-1 15,4 9 55-15,4 4-37 16,1 5-10-16,5 11 29 16,1 4-8-16,2 6 30 15,1 5-12-15,-1-1-28 0,0 0 34 16,-7-4-1 0,-6-4-36-16,-11-4-4 0,-3-3 5 15,-20-2 7 1,-25-2-3-16,-15 1-15 0,-22-3-7 15,-23-5-53 1,-32-12-357-16</inkml:trace>
  <inkml:trace contextRef="#ctx0" brushRef="#br0" timeOffset="101509.63">12941 6217 970 0,'0'0'0'0,"0"0"32"16,0 0-25-16,3-83 87 15,-3 63-10-15,0 2-15 16,0 2-25-16,-5 3 14 15,1 6-6-15,-2 3-3 0,0 3-12 16,0 1-4 0,-3 0-10-16,0 6-7 0,-4 19-10 15,2 6 4 1,3 5 18-16,4 3 1 16,4 0-5-16,0-1-2 15,0 0-11-15,4-5 6 0,6-6-7 16,0-5-8-16,3-7 1 0,-1-3-3 15,0-2 1 1,2-6 0-16,-7-2-1 16,0-2-1-16,-2 0 0 15,-2 0 1-15,6-19 0 16,0-5 0-16,3-5-12 0,-5-1-4 16,4 2 1-1,2 3-11-15,1 5 22 0,0 5 3 16,0 9-2-1,2 6-1-15,-2 0 4 0,2 4 0 16,-4 9 8-16,-1 1-4 16,-3 3 2-16,-3-1 3 15,-2-3-4-15,-3-4-4 16,0-3 1-16,0-4-1 16,0-2 0-16,0 0 0 15,0-2-1-15,2-13-4 16,2-7-41-16,2-2 5 15,3 2 33-15,0 5-10 0,-2 6 14 0,4 5 2 16,-1 6-1-16,1 0 0 31,-2 0 2-31,-2 11 5 16,-3 2 3-16,-2-4 2 0,1-2-5 16,-3-3-1-1,3-4-3-15,-3 0-1 0,2 0 1 16,-1 0 4-16,2-4 7 15,2-12-1-15,2-2-11 16,-1 1 0-16,1 3 0 16,1 4 1-16,2 5-1 0,-1 3-3 15,2 2-2 1,3 0 4-16,0 4 1 16,1 11 9-16,-2 0-2 15,1 0-2-15,-5 1-4 16,0-3-1-16,-3-1-29 15,-1-6-35-15,0 0-72 16,-2-4-75-16,-2-2-29 16,-1 0-186-16</inkml:trace>
  <inkml:trace contextRef="#ctx0" brushRef="#br0" timeOffset="102019.65">13364 5742 958 0,'0'0'402'0,"0"0"-402"0,0 0 0 16,0 0 49-16,0 0-17 0,0 0-29 16,27 49 53-1,-7-12-16-15,1 3-6 16,-2 3 33-16,-3 6-29 15,1-2-19-15,-7-4-7 0,-1-1-3 16,-2-9-5 0,-2-5-2-16,-5-10-1 15,3-10-1-15,-1-2 0 16,-2-6-2-16,0 0-2 16,0-3-1-16,0-16 3 0,3-6-19 15,3-6-21 1,2 0 35-16,4 2-3 0,-1 7 5 15,4 7 2-15,-2 8 2 16,0 7-1 0,0 0 2-16,-3 3 10 0,-1 13 1 15,-5 3 4-15,-4 5 1 0,0 3 7 32,-14-5-10-32,-5-1-7 0,2-5-6 15,5-6-14-15,2-4-123 16,3-6-101-16,6 0-55 0,1-4-409 15</inkml:trace>
  <inkml:trace contextRef="#ctx0" brushRef="#br0" timeOffset="102480.86">13733 6020 908 0,'0'0'125'0,"0"0"-112"15,0 0 72-15,3-77 46 16,-3 70 24-16,0 6-26 15,0 1-32-15,0 0-63 16,0 6-34-16,0 12-4 16,0 4 4-16,0 0 0 0,0-4-2 15,6-4 2 1,7-6-1-16,1-1 0 16,2-4 0-16,1-3-4 15,2 0 5-15,-1 0-1 0,0-6 0 16,-3 1 0-16,-2 1 0 15,-2 1-4-15,-1 0-8 16,-3 3 1-16,2-1 6 0,-1-3 6 16,4-1-2-1,-3 4 1 1,-2-3 0-16,5 3 1 0,-1-2-1 0,-1-3 1 16,2 2 1-1,-5-1-1-15,1-2 1 16,-2-3 1-16,4-3 5 15,-2-2-5-15,-1-3 0 16,1 0-1-16,0 2-1 16,0 5 0-16,-3 5 2 0,-1 2-1 15,-1 4 3 1,0 0 5-16,6 0-8 0,-2 1 5 16,4 9-6-16,-1 3 0 15,-5 3-52-15,-5 5-99 16,0 4-132-16,-21 6-172 15</inkml:trace>
  <inkml:trace contextRef="#ctx0" brushRef="#br0" timeOffset="102969.3">12974 6611 822 0,'0'0'253'0,"88"-17"-253"0,-23-2 0 16,10-3 51-16,5-3 19 15,11-4 4-15,5-3-9 16,8-6-15-16,-2-6-2 0,-2-1 14 16,-6-4-18-1,-9 0-4-15,-12-1 7 16,-13-1-12-16,-16-5-6 0,-14-6 0 15,-10-2-3 1,-15-5-12-16,-5-6-5 16,-7 0-9-16,-24 1-2 15,-13 3-2-15,-17 12 2 0,-18 16-2 16,-18 19 2 0,-22 24-4-16,-22 9 0 0,-14 41 4 15,-7 20 1-15,1 17 1 16,23 12 9-16,27 9 24 15,31 1-1-15,33-6 15 0,21-11-13 16,26-16-4 0,2-12-6-16,38-12-18 15,12-10-5-15,20-12 4 16,10-11-5-16,5-9 0 0,-6-6-38 16,-15 1-122-16,-22 0-157 15,-27 1-273-15</inkml:trace>
  <inkml:trace contextRef="#ctx0" brushRef="#br0" timeOffset="103961.12">12393 6297 1266 0,'0'0'0'0,"0"0"4"0,0 0 4 15,0 0 82-15,0 0-13 0,0 0-33 0,-3 1-9 16,-15 15 2-1,-12 4-6 1,-4-1-11-16,-8-1 17 16,-1 2-14-16,-3-4-4 0,1 1-9 0,-1-1-2 31,9-2 12-31,7-2 22 0,9-1-4 0,4 4-1 0,7 10-21 0,3 12-10 31,7 18 6-15,0 10 15-16,0 10 2 0,0 5-12 15,0-3-12 1,0-2 1-16,0-7 0 16,0-6-6-16,2-5 1 15,4-15-1-15,2-14 0 16,-1-16-1-16,5-10-1 0,2-2-6 16,9-19 4-16,12-15-5 15,8-14 1-15,11 0-11 16,6-1 10-16,5 5 7 15,4 6 1-15,8 5 0 16,-2 5 0-16,-4 5 1 16,-11 7 5-16,-10 5-5 15,-16 5-4-15,-4 0 4 16,-14 2 4-16,-2-2-4 0,-8-6 0 0,-6-4 4 31,0-9 4-31,-5-5-8 16,-13-4 6-16,-7-7-4 15,-7-2 5-15,-2-3 4 16,-3 0-7-16,-3 1-4 16,1 3 1-16,6 3 0 15,8 8-1-15,5 9 0 0,10 12-3 16,5 9-14-16,4 1-71 16,1 21-205-16,0 15-161 15,0 15-441 1</inkml:trace>
  <inkml:trace contextRef="#ctx0" brushRef="#br0" timeOffset="106595">13861 7433 943 0,'0'0'16'16,"0"0"6"-16,0 0 158 0,0 0-79 15,0 0 42-15,-43-76-56 16,43 72-20-16,0 4-6 15,0 0-32-15,3 7-23 0,15 17 14 16,12 9 87 0,1 7-60-16,-1 2 10 15,1-3-19-15,-1-2-22 16,-2-5-5-16,-1 0-9 16,-5-2-2-16,-3 3-11 0,-5 0-105 15,-5 4-137-15,-6-3-154 16,-3-6-667-1</inkml:trace>
  <inkml:trace contextRef="#ctx0" brushRef="#br0" timeOffset="106879.89">14054 7857 1499 0,'0'0'0'0,"0"0"-77"16,0 0 77-16,0 0 94 0,53 93-38 16,-29-67-33-16,1-1-1 15,2-4 8-15,-3-11 21 0,2-1-7 0,-4-9-13 32,6 0-10-32,2-16-2 15,1-15-2-15,2-9-9 16,-4-8-8-1,-10-4-2-15,-6 0-95 16,-13 0-157-16,0 8-234 0</inkml:trace>
  <inkml:trace contextRef="#ctx0" brushRef="#br0" timeOffset="108452.6">13181 7110 726 0,'0'0'328'0,"0"0"-326"16,0 0 97-16,0 0 62 0,0 0-65 15,0 0-39-15,0-4-24 16,0 4-1-16,0 0-5 15,-3 0 0-15,-12 0-7 16,-5 4 8-16,-2 3 3 0,-3 2-3 16,0-1 11-1,0 0 7-15,2 1-24 16,3-1-8-16,8-1-5 16,5-4-2-16,3 5-5 15,4 4-2-15,0 9 0 16,0 7 1-16,0 1 4 15,0 3 3-15,0-3-2 16,-5-1-2-16,4-2 0 0,-1-5-2 16,1-7-2-16,1-3 0 15,0-7 0-15,0-3-2 16,0-1-5-16,0 0 4 16,0 0-7-16,7-12 4 15,11-5 6-15,3-5 0 0,-2 4-2 0,5-2 2 31,1 5 0-31,2 1-1 16,1 4-1-16,-3 4 1 16,0 4-1-16,2 2 0 0,-5 0 1 15,3 11 0-15,-7 5 1 16,-6 4 0 0,-7 4 2-16,-5 0 1 15,0 1 0-15,-9 0 9 0,-12-1 2 16,-3-4 1-16,-4 0 8 15,-4-5-4-15,4-5-8 16,1-6 0-16,6-1-3 16,2-3-2-16,8 0-5 15,3 0-2-15,5 0-6 0,1 0-55 16,2-3-58 0,3-8-113-16,18-5-97 15,3-2-98-15</inkml:trace>
  <inkml:trace contextRef="#ctx0" brushRef="#br0" timeOffset="108680.75">13306 7138 1288 0,'0'0'76'0,"0"0"-46"15,0 0 142-15,0 0-52 16,0 0-76-16,0 0-33 15,35 43 105-15,-24-13-68 16,-2 3-25-16,-1 0-7 16,-2-4-14-16,4 0-2 15,-4-4-6-15,0-5-75 0,3-5-130 16,-2-6-134-16,1-9-160 0</inkml:trace>
  <inkml:trace contextRef="#ctx0" brushRef="#br0" timeOffset="108956.8">13490 7081 686 0,'0'0'577'0,"0"0"-575"16,0 0 96 0,0 0 35-16,0 0-24 15,83 12-24-15,-71 26-14 16,-7 8-9-16,-5-3-12 15,0-5-4-15,0-8-16 0,0-10-18 16,0-11-3 0,1-5 1-16,9-4-5 0,7-8-4 0,11-19 6 15,10-10-7 1,5-7-7-16,2-1-73 16,1 2-99-16,-7 8-165 15,-11 10-451-15</inkml:trace>
  <inkml:trace contextRef="#ctx0" brushRef="#br0" timeOffset="109758.05">15796 7017 1003 0,'0'0'202'0,"0"0"-200"0,0 0 120 0,0 0 32 0,0 0-60 32,0 0-9-17,-40 52-46-15,40-43-15 0,0-1 6 16,0 0-8-1,0 1-13-15,6-5 0 0,9 2 3 16,7 0 11-16,5-1-8 0,6 5 12 16,0 5-3-16,-2 3-4 0,-6 3 2 15,-8 2-12 1,-5 4 0 0,-9-2-3-16,-3-2 1 15,0-5-5-15,0-6-3 16,-9-4 0-16,-11-6-38 0,-5-2-64 0,-5 0-179 31,-3-15-76-31,-1-7-120 0</inkml:trace>
  <inkml:trace contextRef="#ctx0" brushRef="#br0" timeOffset="109931.68">15734 7089 1114 0,'0'0'5'15,"0"0"30"-15,106-61 89 0,-65 39-75 0,1 1-47 32,0 1-2-32,-1 4-103 15,-8 6-153-15,-7 5-323 16</inkml:trace>
  <inkml:trace contextRef="#ctx0" brushRef="#br0" timeOffset="110143.2">16113 6913 1329 0,'0'0'37'0,"0"0"-20"31,0 0 80-31,0 0-24 0,0 0 144 16,0 0-144 0,75 90-19-16,-59-59-9 15,0-4-29-15,-6 1-10 16,1-1-5-16,-2-1-1 15,-2-5-7-15,1-5-94 0,-1-4-162 16,2-12-146 0,-5 0-368-16</inkml:trace>
  <inkml:trace contextRef="#ctx0" brushRef="#br0" timeOffset="110421.88">16439 6959 230 0,'0'0'1144'0,"0"0"-1113"16,0 0-10-16,0 0 125 15,0 0-59-15,0 0-31 16,35-37-20-16,-22 56-8 0,-3 9 0 16,-8 5 8-16,-2 1 5 15,0-1-8-15,0-5-16 16,0-11 10-1,0-7-23-15,0-8 3 0,0-2-6 0,4 0 0 32,20-17 0-32,10-11-1 0,10-8 0 15,3-2-52-15,3 2-86 16,-2 3-163-16,-8 2-194 0</inkml:trace>
  <inkml:trace contextRef="#ctx0" brushRef="#br0" timeOffset="111492.13">19327 6302 1098 0,'0'0'20'0,"0"0"69"15,0 0 138-15,0 0-125 0,0 0-66 16,0 0-17-16,33-41-19 16,-13 28-2-1,1 1 2-15,-6 6 0 16,-3 1 0-16,-6 5-2 0,-5 0 1 16,-1 0-1-1,0 0 2-15,-6 0 11 0,-21 15-1 16,-12 4-7-16,-2-3-3 0,5 0 4 15,6-5 5 1,10-3 27 0,4-1-8-16,4 0-10 0,5-1 1 15,4 4-4-15,3 6-8 16,0 3-3-16,0 9 7 16,6-3-9-16,0-1 8 15,-2-4-6-15,-1-6-3 0,2-2 0 16,-2-4-1-1,3-5 1-15,-1-1-1 16,2-2 0-16,2 0 0 16,0-2 2-16,5-10-1 0,2-1 2 15,1 1-3-15,1 1 0 16,0 3 0-16,4 1-2 16,-2 3 1-16,4 2 1 15,-2 2-1-15,0 0 2 16,-3 6-2-16,-5 9 2 15,-5 2-1-15,-7 2 7 16,-2 1 13-16,-6 5 8 16,-20-3 13-16,-6-1-7 15,-3-3-5-15,-2-7-12 16,5-4-4-16,6-5-10 16,5-2-3-16,9 0 0 15,3 0 0-15,6-9-23 16,3-6-61-16,0-3-75 0,18-2-37 15,7-3-81-15,0-4-178 0</inkml:trace>
  <inkml:trace contextRef="#ctx0" brushRef="#br0" timeOffset="111721.27">19534 6261 1074 0,'0'0'200'0,"0"0"-196"15,0 0 78-15,0 0 124 0,0 0-39 16,34 75-71-16,-22-48-32 16,-3-2-47-16,-2-3-13 0,2 0-4 0,0-7-5 31,-3-2-89-31,5-5-129 0,-1-4-115 16,-1-4-280-1</inkml:trace>
  <inkml:trace contextRef="#ctx0" brushRef="#br0" timeOffset="111961.57">19707 6251 894 0,'0'0'270'0,"0"0"-265"0,0 0 69 16,0 0 58-16,0 0-49 15,79-65-10-15,-51 71-10 16,-6 24 24-16,-8 7-34 0,-13 4 12 31,-1 5-1-31,0-4-10 16,-5-7-7-16,0-12-23 15,5-12 1-15,0-9-18 0,15-2-5 16,21-25 2-16,17-14-4 16,8-10-24-1,0-5-143-15,-17 2-270 0</inkml:trace>
  <inkml:trace contextRef="#ctx0" brushRef="#br0" timeOffset="114447.32">13692 6922 521 0,'0'0'623'0,"0"0"-623"15,0 0-97-15,0 0 97 16,0 0 44-16,0 0-12 15,0 0-23-15,0 0 3 0,-31-42 33 16,19 28 4 0,-1 1 6-16,-6-1-44 15,-4 3 11-15,-2-4-17 16,-8 4-2-16,-7-3-2 16,-8 4 0-16,-6 1 1 15,-2 3 2-15,-3 6-2 16,0 0 11-16,-1 3 7 0,2 17-19 15,2 7 10-15,4 7 46 0,2 7-4 32,5 5-49-32,3 1-4 0,8-3-2 15,4-2 2 1,9 2 3-16,5 6-3 0,7 11 2 16,6 8 22-16,3 1 15 15,0 1 3-15,15-6 1 16,12-5-4-16,7-3-10 15,10-5-20-15,13-5 1 16,9-3 5-16,6-8 3 0,-1-5-7 0,2-9-9 31,2-12-2-31,1-9-1 0,2-1 1 16,0-14-1-16,-4-16 1 16,-6-9 0-16,-5-15-1 0,-9-13-1 15,-8-16 2 1,-10-8 1-16,-15-7-1 15,-10 3 2-15,-11 8 0 16,-6 10-2-16,-25 6 3 16,-16 8 0-16,-13 3-1 0,-10 4-2 15,-11 9-4 1,-4 14-5-16,4 25-80 16,1 10-61-16,-1 51-134 0,-13 26-546 0</inkml:trace>
  <inkml:trace contextRef="#ctx0" brushRef="#br0" timeOffset="117129.41">10133 6719 954 0,'0'0'164'0,"0"0"-161"0,0 0-1 15,0 0 92-15,0 0-17 0,0 0-52 16,3-6-25-1,19 10 1-15,8 20 33 0,6 7 38 16,1 7-13 0,-4 1-8-16,-6-2-11 0,-3-9 13 15,-8-8-27-15,-1-9-18 0,-7-7-5 32,-4-2-3-32,-2-2 4 15,-2 0-4-15,0 0 9 16,0-2-4-16,0-13 5 0,-2-9-8 15,-10-4-1-15,1-1-1 16,0 5 0 0,3 6-2-16,4 3 2 0,4 3-3 15,0 6-5 1,23-2 2-16,7 5 1 0,5 3 5 16,-4 0 0-16,-7 0 0 15,-3 0-1-15,-5 0 0 16,-7 0 1-16,-4 0 0 0,-2 0 0 0,-3 0 2 31,0 0 9-31,0-6 3 16,-5-6 7-16,-7-5-13 0,-4 0-5 15,-2 2 2 1,-3 1-4-16,2 2 3 0,1 2-4 16,4 5 0-1,7 0-11-15,7 5-5 0,0 0-7 16,0 0-5-16,0 0-31 0,0-1 4 0,3 1 41 31,3-1 12-31,6-1 2 16,-8 2-1-16,4 0-1 15,4 0 0-15,1 2 2 16,5 7 1-16,0 4 7 16,0-1 5-16,-3-4-6 15,2-4-5-15,0-4 1 0,-4 0 1 16,-1 0 2-1,-4-8-1-15,-2-6 5 0,-2-2-2 16,-4 3-3-16,0-2-2 16,-4 5 0-1,-11 2-2-15,-4 5-1 0,-4 3-6 16,-4 0 3-16,2 0-6 16,4 3 9-16,7 0 0 0,3 2 6 15,5-4-2 1,1-1 0-16,1 0 0 15,1 0 3-15,-3-1-7 0,-6-12-1 16,0-5-2 0,-4-1-2-16,-1 4 4 0,-4 0-6 15,-1 7-7-15,1 0 14 16,3 3-1-16,7 1 1 16,8 4 1-16,3 0 19 15,0 0-20-15,0 0-1 16,3 0-12-16,16 0 8 15,4 0 5-15,4 0 5 16,0-4-4-16,-2-8 2 16,-5-8 1-16,-5-2-4 15,-5-5-5-15,-5-1-15 0,-5 5 6 0,0-1 5 32,0 3 3-32,-11-1 5 15,1 5 1-15,-2 8 2 0,7 2 17 0,4 7 36 31,1 0 2-31,6 7-56 0,22 16 11 16,8 10 11-16,4 0 7 0,-4-4-15 16,3-5-4-1,-6-6-3-15,-2-5-5 16,-6-7-3-16,-7-5 0 16,-9-1-2-16,-4 0 2 0,-4 0 2 0,-1 0-1 31,0 0-1-31,-1 0 0 0,-17 0-13 15,0 5-27-15,2 1 22 16,5 1 9 0,8-2 0-16,3-3 6 15,0 3-5-15,0-2-8 0,6-1-42 0,5-2-14 16,0 0-23 0,-2-8-22-16,-1-8 2 15,1-4 11-15,-6-3 10 16,-3 3 34-16,0 1 50 15,0 1 10-15,0 6 31 16,-2 5 73-16,2 4 19 16,0 3-6-16,0 0-45 15,0 0-49-15,8 4-12 16,7 7 85-16,4 1-54 16,0-3-25-16,-4-2 7 0,0-4-21 15,-3-3-2-15,0 0 0 0,1 0-1 31,-2-12-10-31,-2-12-50 16,0-2-64-16,-6-5-39 0,-3-2-23 16,0 1 40-16,0-2 63 15,-12 5 41-15,3 3 42 16,3 8 14-16,3 9 102 0,3 8 51 16,0 1-43-16,8 6-71 15,11 13 105 1,2 0-81-16,3-2-42 15,-2-4-5-15,-3-5-21 16,-2-4-2-16,-4-1-6 16,-2-3 0-16,-4 0 2 15,-2-1 0-15,-4-13-3 16,-1-2-20-16,0 1-5 16,0-1-4-16,-3 4 17 0,-4 4 9 15,4 2 2-15,0 5 1 16,3 1 6-16,0 0 10 0,0 0-8 15,15 0 15 1,4 0 8-16,-1-3-26 16,1-5 4-16,-1-9 14 15,0-5-6-15,0-6-11 0,-3 0 0 16,-3 6-6 0,-5 8 0-16,-5 8-29 15,-1 6-36-15,-1 6-60 16,0 28-134-16,0 13-96 15</inkml:trace>
  <inkml:trace contextRef="#ctx0" brushRef="#br0" timeOffset="118760.04">10810 7161 138 0,'0'0'65'0,"0"0"-5"0,0 0 20 15,0 0-2-15,0 0-18 0,0 0 40 16,0 0-1 0,-22-33-27-16,20 31-33 15,1 0 1-15,-1 2 31 0,1 0 1 16,1 0-1-1,0-2-5-15,0 2-6 0,0-2 8 16,0 1-3 0,-2-2-2-16,1 0-17 15,-1 0-14-15,1 2 9 0,1-1-3 16,0 2-14 0,0 0 2-16,-2 0 0 0,2 0-9 0,0 0-5 31,0 0-8-31,0 0-4 0,0 0-4 15,0 3-10-15,8 7 12 16,5 4 2-16,4 1 2 16,-5-1-2-16,1 0 3 15,2 0-3-15,0 0 3 16,0 5-2-16,0-1 3 0,-5 0 3 16,2 0-1-1,-5-4-6-15,-2-2 1 0,1-5 0 16,-4-2-1-16,-2-5 2 15,0 0-2-15,0 0 5 16,0 0-1 0,0 0-2-16,0 0-2 0,-2-1-6 0,-7-8-28 0,-4 2 22 31,2 0 2-31,-1 4-26 16,-1-1 8-16,1 0-17 15,-1-5-4-15,-1-2-37 16,5-3-40-16,-4 2 9 0,4-1-22 15,0 2-30-15,-3 5 9 16,6 0-49-16</inkml:trace>
  <inkml:trace contextRef="#ctx0" brushRef="#br0" timeOffset="119247.51">10713 7116 687 0,'0'0'82'0,"0"0"-1"0,0 0 73 0,0 0-51 15,0 0-60-15,0 0-31 0,-4-61 2 16,17 37 23 0,6 0 0-16,0 1 4 0,1 4-4 15,0 7-5 1,-4 3-25-16,0 9-3 0,0 0 1 15,-2 7 6 1,-3 14 38-16,-2 9-9 0,-6 2-3 16,-3 1-9-16,0-3-12 15,0-8-15-15,0-7 0 16,0-7-1-16,0-3-1 16,0-3-2-16,6-2-12 15,1 0-10-15,4 0 17 16,5 0 7-16,-1 0 0 15,4 0 0-15,-2 0 1 16,-1 0 3-16,-2 5-3 0,-4 10 1 16,-7 4 11-1,0 3 12-15,-3 1-9 0,0-2-2 16,0 3-10-16,-3-1-3 0,-10 0-4 16,-1-4-43-1,2-6-40-15,-3-8-35 16,0-5-95-16,-4-1-319 15</inkml:trace>
  <inkml:trace contextRef="#ctx0" brushRef="#br0" timeOffset="119579.17">11001 7063 926 0,'0'0'191'0,"0"0"-191"0,0 0 0 15,0 0 3-15,0 0 50 16,0 0 4-16,61 51-35 16,-59-51-7-16,-2 0 1 0,0 0-4 15,0 0 2-15,-2-7 5 16,-13-8-18 0,-7-2-1-16,1 1-1 15,-1-2 1-15,-4 1 0 16,4-3-1-16,7 4 1 0,3-3 0 0,9 1 0 0,3-2 2 31,0-2 1-31,0-1 1 0,9-2 3 31,3 3-7-31,0 0-3 0,-4 3-91 16,0 7-70-16,0 6-101 16,-4 6-91-16</inkml:trace>
  <inkml:trace contextRef="#ctx0" brushRef="#br0" timeOffset="119782.77">11022 7077 1054 0,'0'0'0'0,"0"0"-24"15,0 0 24-15,0 0 29 16,0 0-21-16,0 0-8 16,43-77-40-16,-41 77-12 15,5 0 30-15,2 9 12 16,2 10 10-16,0 3 10 15,3-5 20 1,-3-5-5-16,-1-10-20 0,0-2-5 16,-4-14-46-16,-1-18-150 15</inkml:trace>
  <inkml:trace contextRef="#ctx0" brushRef="#br0" timeOffset="120166.66">11191 6738 905 0,'0'0'493'0,"0"0"-493"0,0 0 0 0,49 81 12 32,-42-52 26-32,1-7-18 15,1-6-11-15,-5-6-3 0,1-6-6 0,-4-4 0 0,-1 0-1 32,0-3-19-32,-3-14-26 15,-9-4-20-15,-4-7 26 16,1-3 7-16,-3-3-13 15,0-3 7-15,8 5 33 16,5 5 5-16,5 11 1 16,0 10 34-16,6 6-21 15,7 2 14-15,-2 12 13 16,-2 3-7-16,-3-1-12 16,0-2-13-16,-3-6-4 0,-2-2-2 15,2-4-2 1,0 0 0-16,5 4 1 15,7-2 12-15,0 0 20 0,2-4-26 16,0 0-7-16,-2-1-3 16,-3-14-100-16,-6-8-78 15,3-3-165-15,-9-5-386 0</inkml:trace>
  <inkml:trace contextRef="#ctx0" brushRef="#br0" timeOffset="120328.94">11367 6511 1316 0,'0'0'0'0,"0"0"-29"0,0 0 29 16,0 0 4-16,0 0 1 15,88 56-3 1,-79-56-2-16,-5 0-13 0,-4 0-114 16,0 2-156-16,-6 13-406 15</inkml:trace>
  <inkml:trace contextRef="#ctx0" brushRef="#br0" timeOffset="120964.58">11011 7257 1065 0,'0'0'61'0,"0"0"-61"15,90-27 0-15,-47 7 20 16,5-5 51-16,7-4 0 0,4-7-17 0,3 0-20 31,-2-4-12-31,-2-2-12 16,-3-1 7-16,-7-7-1 0,-8 0-9 15,-7-5-7-15,-10-2 3 0,-7-4 1 0,-4-6 1 0,-9-4 12 47,-3-2 20-47,0-5 9 16,-12-5-11-16,-16-3-2 0,-8-6-8 15,-6 5-6-15,-10 6-7 16,-8 7-9-16,-9 11-3 16,-13 4-1-16,-9 12 0 15,-7 17 1-15,-5 16-6 0,-9 14 3 16,7 14-2 0,0 30 5-16,2 21 0 15,4 25-3-15,11 27 1 16,15 23-8-16,28 19 3 15,29 13 7-15,16 6 6 16,42 1 26-16,26-8 4 16,20-18 21-16,11-31 0 0,4-37-27 15,4-42-17-15,4-41-7 16,4-18-2-16,-7-42-4 16,-8-20-39-16,-13-7-114 15,-23 0-152-15,-25 8-513 16</inkml:trace>
  <inkml:trace contextRef="#ctx0" brushRef="#br0" timeOffset="132384.51">13907 6715 324 0,'0'0'276'16,"0"0"-270"-16,0 0 41 15,0 0 33-15,0 0-17 0,0 0 46 16,0 0-44 0,-31-23 18-16,31 23 2 0,-3 0-28 15,-3 0-4-15,-6 0-20 0,-7 0-25 32,-6 0-8-32,-7 6 1 15,-4 3-1-15,-1-3 3 0,-3 2 0 16,-5-1 0-1,-1-1 9-15,-3-2-6 0,-8 1-2 16,3-1 9-16,-3-2-6 16,-1-1-6-16,-3 2-1 15,-6 3 8-15,-9 4-6 16,-3 1-2-16,1 5-3 16,6 1 2-16,10-2 1 15,5 4 4-15,7-3-2 16,3 1 0-16,4 0 1 15,3-1-1-15,4-1 0 0,1 1 2 16,1 1 9-16,-4 8 4 16,-1 2-5-16,0-2 9 0,0 4-16 15,5-3 7 1,1-2-4-16,6 0-1 16,2-2-2-16,4-1 0 15,4-2 4-15,3 3 6 16,3-1-2-16,5 5-4 15,2 1 11-15,2 2-13 16,2 0-3-16,0 5 11 16,0 4-7-16,-1 3 5 15,-4 0 8-15,1-2 22 16,1-1-26-16,1-2-10 16,2 1 4-16,0-1 5 0,2 1-7 15,8-2-1-15,3-4-1 16,1-2 0-16,2-5-2 15,1-3-2-15,1-4 0 16,0-3 2-16,3-4-3 16,-1-5-1-16,6 0 4 15,1-4-1-15,4-1-2 0,5 0 1 0,-2 0-3 32,3 0 0-32,1 0 0 0,2 0 4 15,5 0-4 1,0 0 2-16,1 0 0 0,0-2 0 15,2-7-2 1,0-3 1-16,5-3 2 0,5-2-2 16,8-1 1-16,7-1 0 15,-4 3-2-15,-7 2 0 16,-7 4 0-16,-7 7-3 16,0 0 1-16,-2-2 2 0,3 3-1 0,4-4 1 31,-1-1-1-31,3-1 0 0,2-3 1 15,1-3-1 1,-1-1 1-16,-3 1 0 16,-1 2 3-16,-5 6-6 15,-8 0 6-15,-4 5-5 16,-6 1 2-16,-5-2 0 16,0 1 0-16,-3-2 0 15,0 0 1-15,0-1 0 16,0-1-1-16,1-2 0 0,1 0 1 15,-2 1 0-15,-4-1 0 16,-6 5-1-16,-9 0-1 16,2 1 1-16,-4-1 0 15,2 0 1-15,2-3 0 16,-1-4 3-16,2-2-1 0,0-3-1 16,1 0 0-1,-1-3 1-15,-1-2-2 0,2-2 0 16,-4-4 1-1,-3-1-2-15,0 2 1 16,0-5 0-16,-1 2 2 16,-13-2-2-16,-1-3-1 0,-5-4 0 15,-4-3 1-15,-3-5-1 16,-4-6 0-16,-2-6-3 16,-2 0 2-16,0 0 1 15,-1 7 0-15,1 7 0 0,4 4 0 16,1 6 1-1,3 11 1-15,1 7-2 0,-6 14-16 0,-23 0-326 32</inkml:trace>
  <inkml:trace contextRef="#ctx0" brushRef="#br0" timeOffset="137197.26">13706 7305 243 0,'0'0'0'16</inkml:trace>
  <inkml:trace contextRef="#ctx0" brushRef="#br0" timeOffset="138589.17">16390 6288 424 0,'0'0'437'0,"0"0"-372"15,-66-91-38-15,41 61 40 16,-5-3-44-16,-6-5-10 0,-6-3 1 0,-11-4 15 16,-13-2 9-1,-16 4 14-15,-12 4-27 0,-16 11-22 16,-17 11 16-16,-6 13 0 31,-11 4-18-31,-3 32 0 16,-2 21 1-16,-6 20 0 15,0 16 16-15,6 14-12 0,16 9 18 0,18 8 8 16,28 1 14 0,26-4-15-16,27-8-3 15,29-5 13-15,13-8-25 16,45-16 2-16,34-12-7 16,31-20 9-16,30-23-8 15,20-21-7-15,13-8-1 0,0-38-1 0,-3-21 1 31,-2-18-2-31,-7-11 7 0,0-3-9 16,-13-4-1-16,-21 3 1 16,-30 7 0-16,-37 12 0 15,-39 15 3-15,-29 12 3 16,-12 11-3-16,-23 7-3 16,-3 11-14-16,10 8-27 15,14 6-109-15,14 7-57 16,35 0-164-16,32 0-187 15</inkml:trace>
  <inkml:trace contextRef="#ctx0" brushRef="#br0" timeOffset="139017.72">19109 5524 942 0,'0'0'28'0,"-33"-88"-13"0,-27 62-11 16,-28 11 1-16,-32 15 53 0,-33 9-19 15,-25 34 7-15,-17 23-6 0,0 20 8 32,14 18 15-32,24 16 11 0,32 9-29 15,32 3-18-15,34-3 7 16,35-12-20-16,24-13-8 15,34-16 4-15,42-22-4 16,36-20 6-16,33-23 24 16,29-23 4-16,18-10-21 15,13-38-10-15,-4-16-8 16,-16-21 0-16,-22-12-1 16,-28-9 8-16,-30-5-4 0,-36-3 7 15,-38 7-6 1,-31 9 5-16,-56 20-10 15,-49 25-9-15,-45 26-32 16,-47 25-38-16,-32 11-78 0,-26 31-133 16,-21 15-485-16</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1-04T06:10:10.752"/>
    </inkml:context>
    <inkml:brush xml:id="br0">
      <inkml:brushProperty name="width" value="0.05292" units="cm"/>
      <inkml:brushProperty name="height" value="0.05292" units="cm"/>
      <inkml:brushProperty name="color" value="#FF0000"/>
    </inkml:brush>
  </inkml:definitions>
  <inkml:trace contextRef="#ctx0" brushRef="#br0">27293 1880 493 0,'0'0'373'0,"0"0"-365"0,0 0-4 16,0 0 121-16,0 0-13 15,0 0-60-15,0 0-22 16,-16 3 5-16,13-1 1 16,1-2-9-16,2 0-1 15,0 0 18-15,0 0 0 16,0 0 14-16,0 0 13 16,0-20-11-16,9-11-34 15,13-12-22-15,13-10-4 16,7-5 14-1,5-1 4-15,4 0 10 0,0 2 4 0,-6 8-19 16,-4 7-4 0,-8 10-9-16,-5 6 1 0,-3 8-1 15,-2 0-4-15,0 7-52 16,-1-2-76-16,-4 6-79 16,-6 4-58-16,-12 3-142 15</inkml:trace>
  <inkml:trace contextRef="#ctx0" brushRef="#br0" timeOffset="263.23">27596 1267 765 0,'0'0'80'0,"0"0"-80"16,-6-102 63-16,28 64 54 16,11-3 14-1,12 1-23-15,10 6-3 0,3 5-16 16,0 15-31-16,-3 10-30 15,-6 4-12-15,-2 17 8 16,-5 18 7-16,-6 13 24 16,-12 10-11-16,-17 6-12 15,-7-1-16-15,-3 2-15 16,-21 2-1-16,-4-3-37 16,-5 7-143-16,2-8-114 0,0-12-134 15</inkml:trace>
  <inkml:trace contextRef="#ctx0" brushRef="#br0" timeOffset="2874.82">29425 483 840 0,'0'0'59'0,"0"0"32"16,0 0 25-16,0 0-11 16,0 0-31-16,-94-37-22 15,70 49-23-15,0 15 3 16,2 14 11-16,4 13 8 0,6 12-4 16,5 7 14-16,5 2-2 15,2-5-3-15,0-8-20 16,5-12-18-16,14-13-6 15,2-11-8-15,9-10 2 16,0-8-3-16,4-8-2 16,3 0 6-16,-4-18-6 15,0-7 3-15,-8-1-2 0,-7-2-2 16,-5 3 1-16,-7 5-1 16,-2 9 0-1,-3 3 0-15,-1 8 0 0,5 0-2 16,4 4-10-1,5 13 0-15,5 4 8 16,3 4 5-16,0-5-1 0,2 1 1 16,-1-3 1-16,0-7 0 15,1-4-2-15,-3-5 2 16,-3-2 3-16,1-2-4 16,-2-12 5-16,-1-10 1 15,-5-8-1-15,-4-3-5 16,-4-6 1-16,-3-4-2 15,-3-5 0-15,-18-2 0 16,-7 4 0-16,-2 7-1 16,-1 15-3-16,4 13 1 15,-2 11 0-15,4 2 0 16,0 16-1-16,2 15 3 16,5 8 1-16,6 1 3 15,4-1 3-15,8-6-6 0,0-8 1 16,0-4-1-16,4-8 0 15,8-4-1-15,3-6 1 16,4-3 0-16,5 0 4 16,6-21 0-16,1-5-4 15,7-5-2-15,1 0 1 16,3 1 1-16,0 4-1 16,-1 8-2-16,-4 5 2 15,-4 12 1-15,-8 1-3 16,-2 6-1-16,-6 14-1 15,-6-2 3-15,-7 4 2 16,0-9 0-16,-4-1 0 0,0-4 1 16,0-6-1-16,0 0 2 15,0-2-2-15,1 0 6 16,1-10 11-16,2-12-17 16,2-5-12-16,0-1 10 15,3-1-20-15,1 5 8 0,1 8 5 0,-1 5 0 31,3 11 4-31,1 0-4 16,2 11 2-16,-1 11 3 16,1 2 0-16,1-3 4 15,1-3 4-15,0-6-3 16,1 0-2-16,0-7 2 0,-3-3 2 16,-3-2-3-1,-3 0 6-15,1-16-2 16,-1-11 4-16,-2-4-4 15,-4-7-1-15,-2-5-1 0,-1-2-2 16,-1-7 0-16,0-8-1 16,-7 1-2-16,-5 0 1 15,3 14-1-15,1 14 1 0,2 16 2 16,5 8 1-16,1 5 1 16,-2 2-1-1,2 0-1-15,-1 5-4 0,-1 15-11 16,0 13 13-1,2 8 2-15,0 9 1 16,0 3 2-16,0 0 5 16,8 0 14-16,1-6-1 0,4-3-6 15,1-11-5-15,1-4 0 16,5-10 0-16,-1-6-6 16,1-7 3-16,0-6-3 15,4 0 2-15,1-13-2 16,3-9 2-16,0-7-3 15,0-4-1-15,-3-6 0 16,-4 0-1-16,-6 4 0 16,-5 3 0-16,-7 8-2 15,-3 11 2-15,0 7-1 16,-7 6 1-16,-8 4-1 16,-2 20 0-16,-2 8 0 15,5 6 7-15,5 2 3 0,7-3-3 16,2-6 2-16,0-8-8 15,3-5 1-15,8-3-1 16,2-10 0-16,1-3-1 16,5-2 2-16,3-10 1 15,1-11 0-15,3-4-3 16,3-3 0-16,-1 10-3 16,-3 4 3-16,-4 8-2 15,-7 6-2-15,-7 0 1 16,-1 12-1-16,-2 6 3 0,-2-2 1 15,-2-2 2 1,0-1 2-16,0-6-4 16,0-2 0-16,0-5-3 15,0 0 3-15,1 0 1 0,3-14-1 16,0-2-6 0,1-2 2-16,1 7 3 0,-5 4 0 15,-1 5 1-15,2 2 0 0,-1 0-4 0,6 0 0 0,1 0 4 31,4 7 2-15,4-5-1-16,1-2 1 16,4 0 1-16,1-2 0 15,-2-15-2-15,-1-2 0 16,-7-4-1-16,-4-4 5 16,-3 3-5-16,-3 2 0 15,-1 8 0-15,-1 7 1 16,0 7 0-16,5 0 2 0,5 13 0 15,6 5 7-15,4 2 29 0,2 0-25 32,2-2-8-32,0-3-5 0,-3-1 4 15,-5-4-5-15,-5-6-44 16,-6-2-59-16,-5-2-125 16,0 0-94-16,-17-8-300 15</inkml:trace>
  <inkml:trace contextRef="#ctx0" brushRef="#br0" timeOffset="2981.79">31114 488 1353 0,'0'0'137'0,"0"0"-134"16,0 0-3-16,85-99 7 15,-66 65-7-15,-13 7-15 16,-6 1-226-16,-39 3-505 16</inkml:trace>
  <inkml:trace contextRef="#ctx0" brushRef="#br0" timeOffset="3158.24">30168 448 1581 0,'0'0'0'0,"97"-94"-78"16,-24 38 78 0,12-3 18-16,5 14-9 15,-2 9-9-15,-12 16-40 0,-16 15-349 16,-13 5-346-1</inkml:trace>
  <inkml:trace contextRef="#ctx0" brushRef="#br0" timeOffset="3599.84">31190 39 1098 0,'0'0'295'15,"0"0"-290"-15,-127-33 16 16,20 33 76-16,-39 0-64 0,-29 0-10 16,-29 0-8-16,-26 0-1 15,-23 0-12-15,-23 0-1 16,2 9 13-16,16 50 68 16,33 43-31-16,38 39-22 0,38 17-10 31,45 5-12-31,42-7-1 0,48-11-1 15,34-9 0-15,63-16-5 0,46-16-1 16,43-15 1 0,41-22 2-16,40-21 3 0,33-26 1 15,18-20-6 1,5-35 2-16,-9-32-2 0,-21-27 4 16,-24-19 0-1,-33-17-4-15,-37-25 0 0,-37-19 1 16,-46-15 3-16,-47-1 6 15,-55 26 8-15,-46 48-14 0,-81 51-4 16,-70 42-22 0,-81 23-74-16,-62 0-89 15,-57 0-141-15</inkml:trace>
  <inkml:trace contextRef="#ctx0" brushRef="#br0" timeOffset="-10758.86">28248 14858 800 0,'0'0'0'0,"0"0"-75"0,0 0 75 32,0 0 44-32,0 0 58 0,0 0 40 0,0 0-89 31,25-69-25-31,-48 52 0 15,-9-1-15-15,-8 0-13 16,-4-2 0-16,-5-1 15 0,-1 0-1 0,-4 1-11 31,-7 2 4-31,-11 0 5 16,-7 5 27-16,-6-1-6 0,-7 6 2 16,-6-2-11-16,-6 3 0 15,0 2-9-15,-5-1 5 16,-3 3 0-16,-3 3-8 15,-4 0 76-15,3 1-88 0,2 15 7 0,2 4-4 32,7 3 6-32,10 1 5 0,13 1 16 0,13 3 4 15,10 5-14-15,8 1-9 32,6 6 5-32,2 5-11 15,4 7 1-15,-1 9 5 16,0-3-3-16,2 1 1 15,1-3 14-15,0 0-3 0,2-2-10 16,5-1-5 0,7 0 1-16,5-5-2 0,9-5 0 15,7 2 8-15,2-1-5 0,2-5 1 16,16 4 8-16,6-2-11 16,6-4-1-16,11-2 1 15,6-2 0-15,6-7-3 16,8-1-2-1,8-6 3-15,10 1-2 16,7-2 1-16,8 0-2 16,2 1 1-16,2-3-1 15,3 1 1-15,3-3 1 16,3-3 0-16,10-3-2 16,5-1 5-16,6-3-5 0,5-4-3 15,0 0 2-15,-2 0-1 16,-2-2 2-16,-4-8 1 15,-6-3 0-15,-7-1 1 16,-6-3 0-16,-7-2-1 16,-5-6-1-16,-8-5 0 15,-9-5-7-15,-8-8 5 0,-5-11-5 16,-4-8 3-16,-6-8-4 0,-12-8-3 31,-13-10-12-31,-13-3-15 16,-16-4 14-16,-8 2 23 0,-34 0 1 15,-25 10 2-15,-26 7 4 16,-25 8-1-16,-29 15-3 16,-24 19-2-16,-31 14-55 0,-29 14-199 15,-23 6-487-15</inkml:trace>
  <inkml:trace contextRef="#ctx0" brushRef="#br0" timeOffset="-8620.36">25768 12676 286 0,'0'0'448'0,"0"0"-448"0,0 0 2 16,0 0 29-16,0 0 91 31,0 0-39-31,0 0-71 0,-3-7 6 0,-11-3-1 32,-5 3 24-32,-7-4 13 15,-6 3-43-15,-2-2 10 0,-3 2-4 16,0 0 9-16,-1-2-6 15,-2 7-8-15,-5-1 3 16,-3 0-12-16,-2 1 6 16,-1 0 0-16,2 1 2 15,0 2 10-15,-2 0 13 16,1 0-18-16,-6 0-5 16,-2 0-4-16,-2 6 1 15,-1 1 1-15,0-1-1 0,4 0-1 16,-3 5-1-16,2 0-1 15,-2 1 1-15,-4 1-2 0,3 1 2 16,-3-4 5 0,6 3-1-16,1 2-1 15,3-2-8-15,4 5 15 0,3-4 1 16,3 5 14 0,5 1-18-16,0 3-6 15,0 7 3-15,6-3 5 0,5 4-2 16,6 3-4-16,2 4-6 15,7 7 16-15,-2 0 11 16,3 1-4-16,3-4-20 16,2 0-5-16,2-1 10 15,4 0-2-15,1 0 0 16,0-3-5 0,1 1 1-16,15 1 2 15,3 3 4-15,3 0-1 16,2 0 3-16,4-3-6 0,0-1 0 15,2-4 0-15,6-1-1 16,4-1-2-16,8-3 14 16,3-2-5-16,4-3 0 0,3-6-7 0,0-3-3 31,7-1 2-31,-1-3-1 16,-3-5-2-16,-5 1-2 0,-2-4 0 15,-6-1-3 1,1-3 3-16,2 0 0 15,3 0 0-15,1 0-1 16,1 0 1-16,3-11 0 16,2-3 1-16,3-5 0 15,-1-3 0-15,1-2 0 0,-8-2 1 0,-6 2-1 16,-7 1 1 0,-9-4 0-16,-2 1-1 15,-1-2 0-15,2-3 0 0,3-2-1 16,1-3 2-16,2-2-2 15,-2-2 1 1,2 1 1-16,0-4-2 0,-1 0-1 0,-5 2 1 0,-6 0 0 31,-9-2 0-31,-9 0 0 16,-3-1 0 0,-5-6 0-16,-1 0 0 0,0-4 1 0,0 1-1 0,-3-1 0 31,-7 2 0-31,-4 1 0 15,-2 4 1-15,-2 8-1 16,-6 4 0-16,-6 6 4 16,-5 4-4-16,-7 7-2 15,2 5-5-15,2 6 1 16,2 5-19-16,2 2-98 0,-3 6-95 16,0 13-144-1,-1 4-573-15</inkml:trace>
  <inkml:trace contextRef="#ctx0" brushRef="#br0" timeOffset="-5836.11">27348 12825 214 0,'0'0'505'15,"0"0"-500"-15,0 0 15 16,0 0 45-16,0 0 42 0,0 0-34 0,0 0-29 16,-62-70 10-16,54 60-12 15,-2-2-32-15,-1 4 19 0,-1-1 29 31,-5 2-7-31,-3 1-35 16,-2 0-10-16,-4 0 26 0,0 4 0 16,-3 2-24-16,-1 0 7 31,-1 0 18-31,-5 1-8 0,-4 12-6 16,-2 3 10-16,3 0-8 15,5 1 0-15,6 3-5 16,7-3 13-16,6 2-17 15,6-2 3-15,2 5 3 0,2 2-8 16,2 2 3 0,2 4 32-16,1 2-17 0,0 0-6 15,0-1-4-15,0-5 15 0,0-3-21 0,1-1-12 32,7 3 3-32,2-2-2 15,2 1 6-15,0-2 3 16,3-4-7-16,-3-1 0 15,2-3 3-15,2-2-6 16,3 1 10-16,3-3-7 0,-1 0 0 16,5-2 1-16,-4-3-4 0,0-2 1 31,-1 1 0-31,2-3 1 16,-1-1 0-16,1 0-1 15,2 0 1-15,2-5 1 16,-2-9-1-16,-1-8 0 0,2-3-2 15,-1-4 1 1,-2-1 2-16,-5 0-3 0,-7-1 2 16,-8-2 1-16,-3-6-1 0,0-1-2 15,-2 2-1-15,-10 3 1 16,-3 1 1 0,2 2 0-16,-2 6 0 0,0 2-1 15,-1 9 7-15,-1 4 9 16,-1 3 1-16,0 2-2 15,-1-1 3-15,3 5-11 0,4 1 1 0,6 1-7 32,3 0 3-17,1 0-4-15,1 0 0 16,1 0-2-16,0 0 1 0,0 0-14 16,0 0-34-16,0 0-32 15,0 0-68-15,0-4-47 0,0-6-56 16,0-2-185-1</inkml:trace>
  <inkml:trace contextRef="#ctx0" brushRef="#br0" timeOffset="-5041.54">27171 12829 611 0,'0'0'231'0,"0"0"-229"0,0 0 18 16,0 0 126-16,0 0-77 15,0 0 1-15,3-15 0 0,-1 9-11 16,2-5-11 0,0-3-2-16,2-1-5 0,2-4-18 15,-1-1-1 1,0-2 6-16,-1-2 12 16,-1 0-12-16,-2 0-19 0,-1 1 28 0,-2 1-6 15,0-2-13-15,0 2 9 0,0 1-14 0,0 5 12 31,0 0-11-31,-5 0 0 0,3 2 27 32,-1 0-25-32,-1 0-16 0,1 0 0 15,-1 1 4 1,1 3-4-16,1 3 1 16,2 1 1-16,0 1 0 0,0 2-1 15,0 0 5-15,0 2-4 16,-1 1-1-16,1-2 1 15,0 2-2-15,0 0-2 16,0 0 0 0,0 0-3-16,0 9 2 0,0 9 1 15,0 7 1-15,0 2 0 0,0 3 1 16,-3-1 1 0,0-4-1-16,3-1 0 15,-2-6 1-15,2 2 0 16,0-7-1-16,-1-4 1 15,-1-2 0-15,2-3-1 0,0-3 0 16,0-1 3 0,0 0 5-16,-3-10 0 15,-3-11-7-15,-1-4 1 16,-1-1-2-16,1-4 0 16,1 1 0-16,-1 0-3 15,1 3 3-15,0 3 3 16,-1 3-3-16,4 4-1 0,0 5-4 15,2 6 2-15,1 4-32 16,-2 1-90-16,2 6-105 16,-4 15-46-16,0 5-134 15</inkml:trace>
  <inkml:trace contextRef="#ctx0" brushRef="#br0" timeOffset="-4220.07">27256 12878 729 0,'0'0'47'0,"0"0"-45"0,0 0-1 0,0 0 40 16,-14-81 97-16,6 66-82 15,-1 1 2-15,-4 1-2 0,-3 1-26 16,-3 2 4-16,-2 2 41 16,-4 4-40-16,-5 4-4 15,0 0-5-15,-1 0 12 0,-1 2-5 0,2 11-3 32,-1 2-1-32,3-1-10 15,5 3-2-15,5-1 2 16,5 1 12-16,3 3 12 0,0 2-4 0,3-1-6 31,3 3 2-31,-1 1-23 16,5 1 5-1,0 0-10-15,0 5 1 0,0 0-2 16,0 1-2 0,3 4 5-16,2-4-7 0,2 1 7 15,2-4-1-15,0-4-7 0,6 0-1 16,1-6 6-16,1 0-6 15,-2-7 4 1,1-3 0-16,-1-2-2 0,6-3-2 16,4-2 3-1,6-2 1-15,2 0-2 16,3-7 1-16,2-9-3 16,2-5 2-16,3-7-1 0,0-3 0 15,-1-6-1-15,-8-4 2 0,-8-1 1 16,-14-5-2-1,-6 0 2-15,-6-2 0 0,0 6-3 0,-9 8 0 0,-12 3 2 32,-3 8 7-32,-2 7-9 15,-2 0 0-15,1 10 0 0,4 6-1 32,-3 1 0-32,0 0-28 15,-7 20-91-15,-2 8-78 0,-2 2-178 16,-1 0-618-16</inkml:trace>
  <inkml:trace contextRef="#ctx0" brushRef="#br0" timeOffset="-2082.14">28206 16520 975 0,'0'0'26'0,"0"0"-25"16,0 0 10-16,0 0 105 0,0 0-19 16,0 0-44-16,-9-40-18 15,-10 39-14 1,-9 1-3-16,-4 0 11 0,-7 0-22 16,-4 2 0-1,-2 9-5-15,-8-3 4 0,-5 0-2 16,-8 1 4-16,-1-1-1 0,-7-2 11 15,-1 0-4-15,-3 0-3 16,-6-1 0-16,-5 1 4 0,-2 1-1 0,-5-1-9 31,-2-1 10-31,1 2-5 0,0-2-4 32,6 4-6-32,6 2 1 15,3-1 4-15,3 3 1 0,7 0 1 16,10 1 11-16,6-1 4 15,11 0-6-15,7 3-3 16,6-2-2 0,4 5-2-16,4 1 3 0,3 6-2 15,5 3 0-15,1 3-2 16,3 3 2-16,-1 6 2 0,-2 1 0 16,-2 3 0-16,1 0 0 15,-2 6 9 1,4 2-5-16,1 3-3 15,1 3-1-15,3-2-1 0,-1-4-9 16,1-3 2-16,3-12-2 16,0-4 1-1,-1-9-3-15,4-3 4 0,1-9-4 16,2-3 0-16,0-4 0 16,5-3 0-16,15-3 0 0,15 0 0 15,11 0 2 1,12-6 0-16,14-8 1 0,10-2-2 0,13-2-2 0,10 0 3 31,6 2-1-15,5 3 0-16,0 2 0 15,0 4 1-15,-4 1 2 16,-3 2-4-16,-2 1-4 16,-4 1 2-16,2 0 1 0,-1 0 1 0,-1-1 0 0,0-3-1 31,-2 2 2-31,-7-2-1 15,-3-1 1-15,-6 1-1 0,-5 0 2 0,-10-2 0 32,-12 4-2-17,-13-5-6-15,-14 2 5 0,-11-4-6 16,-4-7 2-16,-7-11 4 0,-1-11 1 16,-4-14 0-1,-4-8 0-15,0-7 0 16,0-5 0-16,-14-2 0 15,-1 1 1-15,-4 4-1 16,-3 6 1-16,-1 6 0 16,-2 8 4-16,4 6 2 15,2 5 0-15,7 9 3 0,3 3-5 16,4 4-5-16,2 7 0 16,3 7-2-16,0 6-35 15,0 4-91-15,8 0-95 0,13 8-30 16,7 6-133-1</inkml:trace>
  <inkml:trace contextRef="#ctx0" brushRef="#br0" timeOffset="-1652.02">29498 16562 1112 0,'0'0'75'0,"0"0"-69"0,0 0-6 0,0 0 154 16,0 0-26-16,0 0-52 15,0-44-47 1,0 56-26-16,0 16 21 0,5 12 102 0,4 5-63 0,-3 8-14 0,1-2 6 31,-1 1-11-31,-1-6-31 16,-1-4-10-16,2-7-1 15,0-9-2-15,-3-7-3 16,-2-9-55 0,-1-8-92-16,0-2-138 15,-16-12-47-15,-14-15-520 16</inkml:trace>
  <inkml:trace contextRef="#ctx0" brushRef="#br0" timeOffset="-1492.34">29182 16673 544 0,'0'0'817'0,"0"0"-801"16,0 0-12-16,30-80 23 15,13 52 83-15,20-2-59 0,17 1-49 0,4 3-2 32,-2 5-36-32,-16 8-119 15,-16 8-264-15</inkml:trace>
  <inkml:trace contextRef="#ctx0" brushRef="#br0" timeOffset="-654.47">29918 16704 850 0,'0'0'108'15,"0"0"-106"-15,30-92-2 0,-23 60 106 16,-7 6-19-1,0 3-54-15,0 9 40 16,-12 5 14-16,-6 9 4 16,-3 0-11-16,-4 21-31 0,1 11 13 15,6 5 3-15,3 5 13 16,9 1-44-16,6-2-7 0,0-6-8 16,6-3-9-16,12-11-10 15,1-4-1-15,2-4 0 16,2-12 1-16,0-1-1 0,3 0-14 0,2-17-33 31,2-8-4-15,4-3 0-16,-1-2 12 0,0 4-3 15,-2 8 16 1,-1 6 22-16,-7 10 5 16,-6 2 3-16,-8 0 2 15,-7 17 7-15,-2 5 26 0,-5 2 2 0,-13 1-20 31,-4-5-7-31,4-4-4 16,8-7-7-16,4-3-2 16,4-6 0-16,2 0-1 0,0 0 1 15,0-8-11 1,8-15-44-16,8-7-25 0,4 1 60 16,-4 4-10-16,-6 8-26 0,-2 8 56 31,-7 6 6-31,-1 3 35 15,0 0-18-15,0 5-3 0,2 8 50 16,4 1-7-16,0-4-44 16,4-2-5-16,6-5-3 15,4-3-3-15,5 0-2 0,4-7 1 16,-1-13-6-16,-3-7-2 0,-2-6-2 31,-4-7-21-31,-3-4-8 0,-6-6 14 0,-4 0 12 31,-5 5-3-31,-1 8 7 0,0 9 2 16,0 15 2-16,0 5 30 16,0 8 42-16,0 0-41 15,0 23-32-15,0 7 53 0,0 11-8 16,9-1-15 0,7 1 2-16,1 0-18 15,1-7-6-15,2 1-5 16,-4-8-2-16,-3-2-2 15,-3-6-5-15,-7-4-55 0,-3-7-91 16,0-2-111 0,-22-6-70-16,-11 0-240 15</inkml:trace>
  <inkml:trace contextRef="#ctx0" brushRef="#br0" timeOffset="-546.99">30361 16626 1246 0,'0'0'28'0,"0"0"-28"0,84-64-30 0,-36 37 28 0,3-2-31 0,0 2-213 0,4-1-629 32</inkml:trace>
  <inkml:trace contextRef="#ctx0" brushRef="#br0" timeOffset="159.73">31257 16004 1315 0,'0'0'22'0,"0"0"-17"16,0 0 100-16,0 0 59 16,0 0-74-1,0 0-90-15,0 14 1 0,3 33 60 0,5 11-7 0,-4 3-13 32,0 3-18-32,-2-6 18 15,-2-2-23-15,0-7-7 16,1-6-9-16,2-10 0 0,2-10-2 0,0-8 0 31,-1-9 0-15,-1-2 0-16,-3-4 0 0,0-1 0 15,0-16-7-15,-4-7-51 16,-12 2 33-16,-4 2 20 0,-6 5-8 16,-3 8 9-16,0 7 4 0,3 0 3 0,6 0 17 31,5 8 4-31,9 4-11 15,6 1-9-15,0 1-1 0,6 0-3 32,19-3 0-32,8-4 0 15,5-3-4-15,5-4-20 16,-6 0-18-16,-6 0 3 16,-8 0-15-16,-11 0 26 15,-8 0 24-15,-2 0 4 16,-2 0 5-16,0 0 1 0,0 0 8 15,0 3-7-15,0 2-6 16,7 2 5-16,5-3 1 16,7-4-7-16,9 0 5 0,5 0-5 15,3-7-5-15,-3-9-28 16,-1-2-12-16,-7-4-17 16,-5-4 32-1,-3-1 22-15,-3 2 6 0,-4 3 1 16,-2 9 1-16,-4 4 4 15,-2 6 29 1,2 3 26-16,4 0-33 0,6 16 7 16,7 6 50-16,-1 3-45 0,5 0-22 15,2-1-1-15,1-3-7 32,-3-4-1-32,-8 0-7 0,-7-2-3 0,-10 1-80 0,-11 1-140 31,-25-1-114-31,-18 2-466 0</inkml:trace>
  <inkml:trace contextRef="#ctx0" brushRef="#br0" timeOffset="793.48">29231 17355 888 0,'0'0'423'0,"0"0"-423"0,102 0-5 16,-19-1 5-1,24-5 67-15,22 1 66 16,17 3-64-16,12-2-27 0,9 1 22 15,6-4 9-15,4-2-26 16,0-3-16-16,-2-4-9 0,-1-6-17 0,-10-11-5 31,-10-7 2-31,-15-3 1 16,-17-12 2-16,-12-6-3 16,-16-8 1-16,-10-13 2 0,-12-11-3 0,-16-10 1 31,-18-7-3-31,-19-1-5 15,-19 2-8-15,-16-1 9 16,-32 9-1-16,-25 7-3 0,-17 11 4 16,-17 11-2-16,-17 10 1 0,-16 11 0 31,-17 8-3-31,-12 16-12 16,-16 17-7-16,-14 10 10 0,-10 18 14 15,-10 29 0-15,-2 16 3 16,9 26 12-16,16 18 29 15,25 13 0-15,33 7-8 16,27 0-20-16,31-4 7 16,28-7 4-16,28-4 18 15,24-11-9-15,33-11-13 16,40-10-3-16,32-13-17 0,22-12 0 16,14-19 0-1,7-18 0-15,-9-18-12 0,-12-4-56 16,-23-26-103-1,-31-9-213-15,-33-11-447 0</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1-04T06:10:44.403"/>
    </inkml:context>
    <inkml:brush xml:id="br0">
      <inkml:brushProperty name="width" value="0.05292" units="cm"/>
      <inkml:brushProperty name="height" value="0.05292" units="cm"/>
      <inkml:brushProperty name="color" value="#FF0000"/>
    </inkml:brush>
  </inkml:definitions>
  <inkml:trace contextRef="#ctx0" brushRef="#br0">6239 16958 1073 0,'0'0'59'16,"0"0"-45"-16,0 0-14 16,0 0 0-16,0 0 1 15,0 0-1-15,0 0-7 0,0-2 7 16,10 27 5-16,7 9 49 16,7 7-26-1,4 5-11-15,8 8 7 0,10 5 12 16,5 3 6-1,6 2-4-15,7-1-19 16,13-5 5-16,8-2-13 0,15-3 6 16,9-7-13-16,11-5-4 15,9-6 4-15,7-9-2 16,12-8-1-16,1-5 1 16,6-7-1-16,9-3 0 15,12-3 5-15,11 0-4 16,8-3-1-16,6-9-1 15,6-3 1-15,9-5 1 0,10-5 1 16,4-5-3 0,6-2-1-16,-3-3-2 15,4 3 3-15,-3 6 0 0,-1-3 0 16,1 8 0-16,-7 5-4 16,-6 7 4-16,1 7 2 15,-4 2 0-15,0 0-2 16,-2 9-1-1,-3 6 1-15,-8 5 1 0,2 8 0 16,-4 6 2-16,-9 10-3 0,-6 5 0 16,-14 5 0-16,-12 7 0 0,-19 2 2 31,-15 5 0-31,-13 1 3 0,-12 0 1 16,-12-4-3-1,-15-4-3-15,-16-6 0 0,-14-9 0 16,-12-3-1-16,-8-11 1 15,-13-11 0 1,-5-6 1-16,-5-11-1 0,-3-4 4 16,0-3 15-16,-11-19 17 15,-11-8-36-15,1-7 0 16,-3-3 0-16,5-3 0 16,5 0 0-16,7-5 1 0,7-1-1 15,0 1 0 1,13-2 0-16,16 3 0 15,6 3-1-15,14 4 0 16,10 6 1-16,12 5-2 0,11 5 1 16,8 7 1-16,11 5 0 15,4 8 0 1,5 4 1-16,5 0 1 0,10 4 2 16,1 6 7-16,3 0-1 15,3-4 4-15,-4-1 5 16,-1-5 5-16,-4 0-2 15,-9-15 6-15,-8-13 9 16,-9-7-4-16,-15-11 6 16,-6-4-12-16,-12-6 2 15,-13-1-7-15,-14-5-10 0,-14-2-9 16,-10-4-3-16,-10-1-14 16,-3-4-152-1,-16-15-293-15</inkml:trace>
  <inkml:trace contextRef="#ctx0" brushRef="#br0" timeOffset="4387.47">7747 7401 686 0,'0'0'231'0,"0"0"-231"15,0 0-8-15,0 0 7 16,59-80 1-16,-48 58 0 16,-2-2 0-16,-1-1 1 15,-1-1-1-15,-7-3 0 16,0 0 0-16,-16-1 0 15,-17 0-4-15,-9-5-7 16,-15-1 11-16,-7-3 0 16,-10 2 33-16,-7 0-11 15,-8 7 23-15,-7 1-6 16,-5 4 22-16,-2 0-28 16,-5 4-10-16,-8 1-15 15,1 4 3-15,-10 4-10 16,-5 3-1-16,-12 5-2 15,-11 4 0-15,-10 0 1 16,-10 0-1-16,0 5 2 0,0 6 2 16,7 1-2-16,8 1 2 15,4 1 5-15,2 2 3 0,6 0-2 16,3 2-2-16,5 5 7 16,3 4-4-1,2 6-5-15,6 7-3 16,3 1-1-16,8 1-3 15,8-2 3-15,7-3 3 0,13 3-2 0,9 0 4 32,10 3 1-32,1 9-2 15,11 3 1-15,2 7 0 0,4 6-5 16,8 3 2-16,1 4 2 16,3 4 0-16,2 0 0 15,6 4 1-15,5-2 3 16,13 1 2-16,6 0 9 15,7 3-5-15,0-1 13 16,8 2-9-16,9 2 5 16,4 4-3-16,7-1 0 15,6 1-9-15,10-3-3 16,6-2 0-16,7-2-7 16,9-5 0-16,4-1 0 15,10-4-1-15,11-2 2 16,8-3 0-16,4-7 0 15,7-5 0-15,-2-3-1 0,2-1 4 0,6-4-1 32,10 0 1-32,2-7 0 0,8-7-1 15,13-4-4-15,-1-6-1 16,4-3 1-16,0-1 1 16,-1-5 1-16,2-1 0 15,1-4 2-15,0 1-4 16,1-3 0-16,-3-3-3 15,3-2 3-15,-1-3 0 16,-5-2 2-16,3 0 1 16,6 0 0-16,-1-16-3 0,7-4 0 0,-7-5-2 0,-2-3 1 31,-7-3 1-15,-10-6 1-16,-8-2 1 0,-3-8-1 15,-2-5 0-15,-5-4 1 16,-3-7-2-16,-6-5-1 15,-4-8 1-15,-7-6 0 16,-9 1 2-16,-10-2-2 16,-13 1 2-16,-9 0 0 15,-10-1-2-15,-7-2 2 16,-10-2 0-16,-9 0-1 0,-5-1 0 16,-9-3-1-16,-6-5 1 15,-3-5-1 1,0-6 0-16,-6-5 0 15,-11-4 0-15,-10 0 0 16,-7-1 0-16,-12-2 0 0,-12 1 1 16,-9 1-1-16,-8-1 2 15,-10 7-1-15,-9 9 11 16,-9 15 7-16,-15 24-4 16,-17 22-12-16,-12 21-3 15,-7 20-5-15,-5 16-52 16,7 30-81-16,10 17-117 15,12 8-380-15</inkml:trace>
  <inkml:trace contextRef="#ctx0" brushRef="#br0" timeOffset="6186.35">15683 7360 969 0,'0'0'40'0,"-112"-16"-40"0,57 10 1 0,3-4-1 0,-4-1 3 0,-3 0-2 31,-5-1-1-15,-10-4 0-16,-3-1 0 15,-7-4 0-15,-4-3 3 0,-4-6 2 16,-2-5-2-16,-2-3 14 16,1-4 12-1,-5-5 2-15,-2 1 2 16,-1-4-13-16,-2 6-1 0,-2 1 12 16,-3 5-24-1,-6 4 13-15,-2 1-14 0,-3 4-6 16,-1 2 4-16,-1 1-2 15,-1 4-1-15,4 1 2 16,0 4 28-16,3 1-26 16,2 4 2-16,-2 2 30 15,-4 2-21-15,-4 6-11 16,1 2 0-16,-4 0-2 0,-3 2-2 16,1 14 2-1,-5 4-1-15,1 3 0 16,0 5-1-16,-6 4 2 15,1 2-3-15,0 1 0 0,2 1 1 16,4 1 0-16,5 2 5 0,7 5-2 16,6 2 11-1,11 7-2-15,7 0 10 16,1 6-10-16,10-2 8 16,-2 5-10-16,7 1-3 15,-1 8-3-15,3 4 1 16,5 1-5-16,6-3 0 15,10 0-1-15,8-4 2 0,5 2-1 16,7 2 0 0,7-1-1-16,4 9 1 0,6 7 5 15,3 4 9-15,2 6-2 0,7-2-5 16,4 2-6 0,5 0 6-16,0-4-3 15,5-1 0-15,15-3 0 16,5-3 0-16,9-2-3 15,9-2 7-15,5 2-4 16,9-2-1-16,4-1 2 16,9-4-2-16,11-8-2 15,7-1 1-15,7-4 0 16,8-3-1-16,9-5 3 16,7-7-2-16,5-4 2 15,12-6 5-15,4-3-5 16,8-6-2-16,8-4-2 15,0-4-2-15,2-3 1 0,0-3 0 16,-3-2 1-16,0-4 1 16,2-4 1-16,1-6-2 15,8-1-1-15,-4 0-3 16,4-4 3-16,-2-8 1 16,-3-2 1-16,-3-2 2 15,-1-3 0-15,-8 1-4 16,-1-2-2-16,-11-2 0 15,-4-3 2-15,-8-1 0 16,-8-3 0-16,-10-4 3 16,-2-2-1-16,-7-7 1 15,0-8 0-15,-2-6-3 16,-8-7 2-16,-9-4-4 16,-9-8 3-16,-8-6-1 0,-7-6 0 15,-8-3 1-15,-8-1 2 16,-6-2-1-16,-5 1 0 15,-6-8-1-15,1-9-2 0,2-10 2 16,4-7-1 0,-1-6 0-16,-6-6 0 15,-8 1 0-15,-11 5 0 16,-3 4 0-16,-8 8 1 16,-20 4 1-16,-11 8 7 15,-11 8-2-15,-13 9-2 16,-9 13-2-16,-8 11-3 15,0 13-3-15,3 16-2 0,1 16-21 16,7 11-38-16,9 11-18 16,13 3-54-16,16 17-105 15,18-5-182-15</inkml:trace>
  <inkml:trace contextRef="#ctx0" brushRef="#br0" timeOffset="7673.15">22538 7424 852 0,'0'0'112'0,"0"0"-112"0,-104-72-23 0,71 44 22 16,-1-2 1 0,-2-3 0-16,-3 1 0 15,-5-4 0-15,-4 0-1 16,-4-2 0-16,-8-4 1 16,-10-1 1-16,-12-6 3 15,-8 2 1-15,-8 3-1 0,-7 3 3 16,-8 5-6-1,-13 1 3-15,-3 0 6 0,-11 1-3 16,-3 5 13-16,-9 1 4 16,-6 7-2-16,-9 3-2 15,-9 10-11-15,2 0-9 16,-7 5 0-16,4 3 2 16,-2 0 0-16,-2 0-1 15,3 11-1-15,2 2 0 16,9 1 0-16,2 4 0 0,8 2 0 15,0 3 1 1,-1 2-1-16,8 6 4 16,-3 0-3-16,4 8 10 0,9 7 0 15,-2 4 5 1,6 6-8-16,12 0-1 0,4 5 4 16,8 0 2-1,6 2-1-15,5 3 3 0,11 2-10 16,8 4 6-16,6 3 14 15,7 0 4-15,8 0 3 16,7 2-10-16,11 2-3 16,7 4 3-16,9 7-12 15,10 6-1-15,6 0-4 16,8 5-1-16,3-5 7 16,0 0-8-16,14-1 1 15,5-2-3-15,3-2 0 16,2-2 3-16,3-1-3 0,3-2 2 15,1-1-1 1,4 3 4-16,0-1 4 16,4 3-2-16,4-5 19 0,8-1-11 15,6-2-3-15,7-2 3 16,9-2 2-16,9-5-1 16,3-7-8-16,6-4-9 15,1-5 1-15,8-3-1 16,8-6 1-16,10-8 0 15,9-3 1-15,7-7-1 16,3-6 2-16,9-6-1 16,3-4 1-16,5-5-3 15,3-2-1-15,-2-7 0 16,5 0 0-16,-2 0 1 16,2-1 1-16,-1-14 0 15,2-8 1-15,-1-5-2 0,-2-10-4 16,-3-7 2-16,0-9 2 15,-5-9 0-15,-1-9 2 0,1-9 0 16,-3-12 3-16,-1-9 3 16,-1-9 12-1,-6-14-7-15,-4-11-4 16,-5-7-5-16,-8-9-1 16,-16 1-1-16,-13-6 0 15,-23-8 1-15,-25-13 1 16,-26-9-4-16,-19-3 1 0,-28-2-1 15,-40 9-3-15,-39 9 2 0,-46 11-17 16,-56 14-104 0,-72 15-209-16</inkml:trace>
  <inkml:trace contextRef="#ctx0" brushRef="#br0" timeOffset="10849.01">5302 7543 781 0,'0'0'41'0,"0"0"3"16,0 0 70-16,0 0-16 16,0 0 18-16,0 0-41 15,0 0-21-15,-36-49 16 16,27 49-8-16,-1 0-18 16,-2 0-15-16,-4 12-14 15,-4 6 12-15,2 7 11 16,0 1-13-16,3-1 19 15,6-1-6-15,5-4-17 16,2-7-7-16,2-1-6 16,0-5-8-16,11-4 0 0,16-3 6 15,7 0 7 1,8-7 5-16,1-8-5 0,3 5-2 16,-4 2 2-1,-9 8 1-15,-9 0-6 0,-3 5-5 16,-11 12 6-16,-10 7 8 15,0 5 13-15,-15 2 2 16,-15 3-8-16,-4-2-7 16,6-5-16-16,1-5 1 15,9-7-2-15,0-7-1 16,6-5-13-16,-3-3-50 16,3-12-54-16,-1-24-164 15,-1-14-196-15</inkml:trace>
  <inkml:trace contextRef="#ctx0" brushRef="#br0" timeOffset="11020.39">5168 7529 1377 0,'0'0'38'0,"0"0"-5"0,0 0-24 16,100-73 87-16,-50 38-7 15,1 2-34-15,0 8-50 16,-8 8-5-16,-1 9-100 15,-3 3-86-15,-5 4-182 16,-1 1-442-16</inkml:trace>
  <inkml:trace contextRef="#ctx0" brushRef="#br0" timeOffset="11231.63">5771 7235 1282 0,'0'0'120'15,"0"0"-112"-15,0 0 91 0,-26 109 92 16,16-62-59 0,5-3-101-16,2 1-25 0,3-4-5 15,0-3-1 1,3-7-15-16,9-5-114 16,6-10-87-16,-3-9-139 0,-3-7-381 15</inkml:trace>
  <inkml:trace contextRef="#ctx0" brushRef="#br0" timeOffset="11556.67">6051 7401 1138 0,'0'0'58'16,"0"0"-48"-16,-3-77-7 15,24 52 92-15,4 8 7 0,3 7-61 16,2 10 12 0,-6 9-7-16,-6 25-20 0,-12 17 68 15,-6 11-14-15,-12 6-7 16,-13-3-26-16,0-10 1 0,6-18-13 31,9-16-16-31,9-14-12 0,1-7 0 16,14-10-1-16,24-23 9 15,17-15-13-15,14-9-2 16,1-2-7-16,6 2-59 16,-6 8-55-16,-3 6-138 15,-7 3-182-15</inkml:trace>
  <inkml:trace contextRef="#ctx0" brushRef="#br0" timeOffset="12834.74">11553 7329 1044 0,'0'0'11'0,"0"0"5"16,0 0-5-16,0 0 58 15,115-77-5-15,-75 53-23 16,2 2-9-16,-6 5-15 16,-9 5 3-16,-11 6-14 0,-7 3 6 15,-7 3-11 1,-2 0 1-16,0 0 10 0,-5 0 22 15,-16 6-1-15,-10 5-18 16,-5 3-1-16,2-3 15 0,3 1-14 0,1-2 10 31,0-2 11-15,7-2-12-16,1 1 13 0,4-2-9 16,5 1-10-16,-2-1 5 15,9 5-11-15,-2 5-8 0,-2 6 0 16,-2 6 11-1,0 5-3-15,4 1 3 16,0-1-8-16,3-2-1 16,2-7-4-16,2-4 0 15,1-5-2-15,0-4-1 16,0-4-2-16,0-4-1 0,4-2 4 16,5 0 2-16,9 0 5 15,3-11-1 1,4-5-3-16,-2 0-2 0,2 2 0 15,3 2-1-15,2 4 1 16,0 3 0-16,1 5-1 16,-2 2 0-16,-9 16 0 15,-6 8 10-15,-5 0-5 0,-9 4 9 16,0 1 2 0,-7-3 3-16,-20 1 4 15,-9-2-3-15,-6-2 1 0,-3-3-5 16,5-6 0-1,10-4-3-15,8-8-8 16,5-4-2-16,6 0 0 0,5 0-6 16,6-12-9-16,0-9-75 15,17-7-88-15,15-9-78 16,2-6-46-16,5-6-258 16</inkml:trace>
  <inkml:trace contextRef="#ctx0" brushRef="#br0" timeOffset="13027.83">11992 7272 776 0,'0'0'471'0,"0"0"-466"0,0 0 11 15,0 0 127-15,0 0 28 16,0 0 40-16,6 100-142 16,-20-61-49-16,4 2-5 15,2-3-15-15,6-4-2 16,2-3-7-16,5-7-103 0,15-9-152 15,5-12-191-15</inkml:trace>
  <inkml:trace contextRef="#ctx0" brushRef="#br0" timeOffset="13298.98">12392 7292 1062 0,'0'0'235'0,"0"0"-234"0,0 0 5 16,0 0 154-16,0 0-22 16,0 0-103-16,41-34-3 15,-24 65 8-15,-4 11 18 0,-8 7-10 16,-5-1-6-16,0-2-10 16,0-9-7-16,0-12-19 15,7-8 0 1,11-14 5-16,9-3 2 15,15-15 2-15,11-19-7 16,8-9-8-16,5 0-8 16,-2 0-52-16,-3 6-87 15,-7 1-137-15,-12 3-333 16</inkml:trace>
  <inkml:trace contextRef="#ctx0" brushRef="#br0" timeOffset="14525.16">18412 7163 1066 0,'0'0'56'16,"0"0"-55"-16,0 0 92 15,0 0-20-15,0 0-53 16,0 0-11-16,107-64 0 15,-61 49-3-15,-4 2 3 16,-7 5 7-16,-10 4-11 0,-11 0-1 16,-9 3-3-16,-5 1-1 15,0 0 11-15,-15 0 60 16,-16 0-12-16,-12 5-59 16,-6 8 0-16,0 3 1 15,8-1 9 1,7-2 18-16,5 1 3 0,8-2 8 15,3 6-15-15,5 0 1 16,3 4-12-16,4 6 7 16,1 1-17-16,5 0 1 15,-1 1 2-15,1-3-3 16,0-3-1-16,0-5 0 16,0-2 0-16,0-7-2 15,0-4 1-15,0-4-1 0,0-2-1 16,0 0 1-16,9 0 7 15,8-8 3 1,5-8-7-16,4 0-2 16,6 1 0-16,2 1-2 0,6 0 1 15,0 4-1-15,1 3 1 16,-1 7 0-16,-9 0-1 16,-4 3-5-16,-10 14 6 15,-8 2 4-15,-9 5 3 16,0 3-6-16,-11 0 13 15,-17-1 15-15,-10 0-7 0,-6-3 11 16,-4-1-5 0,-3-4-16-16,8-8-5 15,8-3-1-15,7-5 0 16,12-2-6-16,5 0-1 0,7-3-1 0,4-10-36 0,0-5-93 31,24-4-98-31,8-8-15 16,9-2-175-16</inkml:trace>
  <inkml:trace contextRef="#ctx0" brushRef="#br0" timeOffset="14708.16">18908 7103 1202 0,'0'0'43'0,"0"0"22"0,0 0 95 16,0 0-52-1,0 0-61-15,0 0 107 0,5 102-94 16,-5-63-46-16,0-1-6 16,-5 1-3-16,1-7-5 15,1-4-6-15,1-4-97 16,2-10-183-16,0-11-175 16</inkml:trace>
  <inkml:trace contextRef="#ctx0" brushRef="#br0" timeOffset="15019.09">19162 7093 1037 0,'0'0'35'16,"0"0"-1"-16,0 0 94 0,0 0-18 15,0 0-49-15,0 0-24 16,49-53-4-1,-29 87 7-15,-2 16 23 16,-12 7 20-16,-6 4-28 0,0-4 11 16,-5-7-20-16,-2-8-1 0,7-14-27 0,0-11 10 31,10-15-8-15,26-2 6-16,24-28 4 0,23-18-20 15,20-12-10-15,13-8-17 16,-1-11-107-16,-21-8-338 15</inkml:trace>
  <inkml:trace contextRef="#ctx0" brushRef="#br0" timeOffset="19692.18">21803 12279 655 0,'0'0'0'0,"0"0"-2"16,0 0-2-16,0 0 4 16,-93-28 24-16,79 24 89 15,3 1-6-15,3 0-22 16,2 2-39-16,3 0-11 0,-1-1-4 16,3 2 1-1,1 0 0-15,0 0-1 16,0 0-8-16,0 0-12 0,0 0 4 15,0 0-3-15,0 0 2 16,5 0-3-16,14 0 13 16,12 0 49-16,15 0-16 0,15 0-14 31,15-9-12-31,15-5-4 0,9-4 11 16,14-1-22-16,5-5-4 15,0 5-4-15,4 1-5 0,-6 4-2 16,-7 2 1-1,-3 0-1-15,-12 5 1 0,-5 1-1 16,-12 3 1 0,-13 2-2-16,-10 1-1 0,-16 0-5 15,-10 0 6 1,-7 0 0-16,-6 4-1 16,1-1-1-16,-8 0 1 0,1-2-16 15,-4 2-51-15,-3-3 4 16,0 0 5-16,0 0 12 15,-1 0-3-15,-1 0 18 16,-1 0-15-16,0 0 6 16,0 0-20-16,0-4-92 15,0-3-90-15,0-2-457 16</inkml:trace>
  <inkml:trace contextRef="#ctx0" brushRef="#br0" timeOffset="20798.57">23328 11748 662 0,'0'0'130'0,"0"0"-116"15,0 0 27-15,0 0 91 0,0 0-6 0,0-73-26 16,0 73-2-16,0 4-91 0,0 22 0 0,0 16-6 31,2 18 63-31,0 13-38 16,-2 12 21-16,0 3 2 0,0 3 0 16,0-2-15-1,-7-2-11-15,5-8 6 16,2-8-7-16,0-13-3 0,0-15-11 15,7-17-7 1,-1-9 7-16,-3-12-6 0,-1-5 0 16,-1-16 22-16,2-19 25 15,1-18-49-15,-3-12-3 16,-1-8-7-16,0-4-27 16,0-5-11-16,-5-3-16 15,-7-4 13-15,-2-2 16 16,-1 4-4-16,1 5 22 15,4 12 15-15,5 7-1 0,5 12 3 0,0 12 0 32,5 4 1-32,19 10-1 15,10 5-1-15,14-2 1 16,19 4 0-16,15-3-1 16,17-1 0-16,12 0 0 15,7 1 1-15,4-2 2 0,-1 0-1 16,-7 4 5-1,-11-1-1-15,-20 6 4 0,-13 3-7 16,-19 3 0-16,-9 2-1 16,-14 1 2-16,-11 2-3 15,-10 3 0-15,-4 0 0 16,-3 0-3-16,0 3 0 0,0 18 3 16,0 10 9-1,-4 10-4-15,-2 9 5 16,1 9 2-16,5 7-3 15,0 8 4-15,5 2-8 16,9 3-3-16,3 1 6 0,2 4-7 16,-2 1 1-1,-1-1 3-15,-2-1-2 0,-1-8 9 16,-5-4 6-16,-4-8-10 16,-4-9-4-16,0-9 3 15,-1-9-5-15,-13-8 3 16,-10-7-1-16,-7-3 5 15,-15-4 0-15,-18-6-6 16,-16-3 5-16,-12-5-8 0,-11 0 0 16,-2 0-2-1,1-6 1-15,-2 1 0 0,8 3 0 16,7-1 2 0,6 3-1-16,11-3 1 0,9-1 0 0,10-2 3 31,7 1 0-31,11-2-3 0,7-1-1 15,9 3 0-15,9 0-7 16,9 2-64-16,3 2-66 0,0-1-123 16,9 1-275-1</inkml:trace>
  <inkml:trace contextRef="#ctx0" brushRef="#br0" timeOffset="21122.54">23918 12615 1113 0,'0'0'202'0,"0"0"-189"0,0 0-11 0,0 0 1 15,0 0 18 1,0 0 7-16,20 67 79 15,-4 3 17-15,-1 17-86 0,-3 13 9 16,-3 9 9-16,-1 4-6 16,-2 0-27-16,1-6-3 15,0-8-17-15,2-10-2 0,5-11-1 32,-1-9-1-32,3-10-16 0,4-14-93 0,2-16-102 31,4-17-51-31,0-12-190 0</inkml:trace>
  <inkml:trace contextRef="#ctx0" brushRef="#br0" timeOffset="21838.58">24769 12008 1143 0,'0'0'29'16,"0"0"-29"-16,0 0 1 0,104-49 0 16,-51 33 25-1,11 2 68-15,16 0-24 0,14 2-24 16,16 3-15-1,11-4-8-15,15-2 0 16,9-1 3-16,0-2-5 16,-5 1-17-16,-22 3-4 15,-20 3 0-15,-21 4-4 16,-19 4-69-16,-12 3-75 16,-10-5-82-16,-10-2-142 15</inkml:trace>
  <inkml:trace contextRef="#ctx0" brushRef="#br0" timeOffset="22735.91">26315 11461 1304 0,'0'0'0'16,"0"0"-8"-1,0 0-11-15,0 97 19 0,2-39 7 16,1 11 64-16,-3 11-1 15,0 8-9-15,0 2-16 0,0-2-27 0,0-11-2 0,0-13-9 47,0-14 4-47,0-10-5 16,0-15-1-16,0-9 3 0,0-10-6 16,0-6 0-16,0-10 13 15,0-21-3-15,0-19-12 16,0-15-2-16,0-10-9 15,0-12-33-15,0-4 17 16,-3-4 12-16,-13-2-39 0,1-3 19 16,-3 2 17-1,4 2 18-15,3 10-1 16,6 9 2-16,5 12-1 16,0 12 0-16,8 11 3 0,14 8-3 0,8 9-1 31,7 5-2-31,5 7 2 0,10 3 1 15,10 6 0-15,12 1 0 16,7 2 6-16,10-2-4 0,7 0-1 16,2 0 1-1,-3 2-1-15,-5-2-1 16,-5-3-4-16,-6-5 4 16,-7 3 0-16,-10-3-1 0,-14 5 1 15,-10 0 0 1,-10 2 0-16,-11 2 0 0,-7 2 0 15,-8 0-1-15,-2 0-1 16,-2 14-4 0,0 12 6-16,0 9 8 0,0 9 2 15,0 7-2-15,5 8-3 16,5 5 3-16,5 7-6 16,3 12 5-16,6 7 2 15,3 3 9-15,-1 0-8 16,1-2 3-16,-3-8 7 15,-3-5-11-15,-6-7-7 16,-8-6 2-16,-7-8-1 16,0-8-1-16,-16-8 1 15,-11-7 3-15,-4-7-4 16,-9-7 5-16,-7-5-4 16,-14-6 3-16,-15-8-1 0,-13-1-4 15,-10 0-1-15,-6-7 1 16,-3-5 0-16,3 0 1 15,5 1 2-15,9 1-4 16,6 2-2-16,8 4 2 16,7-2 0-16,5 1 0 15,13-1 0-15,12 0 0 16,12 2-1-16,11-2-29 16,14-3-62-16,3-2-21 15,23-6-139-15,17-9-158 16</inkml:trace>
  <inkml:trace contextRef="#ctx0" brushRef="#br0" timeOffset="23081.63">27695 11708 1217 0,'0'0'58'0,"0"0"-56"0,0 0-1 16,0 0 8-16,0 0-2 15,0 0 8-15,123-92 31 0,-36 69-9 16,22-2-15 0,14 0 2-16,12 0 6 15,12 0 1-15,6 3-12 16,-3 1-8-16,1 4-1 15,-14 2-6-15,-19 5 0 16,-24 6 0-16,-27 4-4 16,-25 0-1-16,-18 0-4 0,-12 2-87 15,-12 6-82 1,0-4-21-16,-6-2-126 0,-12-2-442 0</inkml:trace>
  <inkml:trace contextRef="#ctx0" brushRef="#br0" timeOffset="23935.51">29250 11068 1206 0,'0'0'51'0,"0"0"-51"16,0 0-3-16,0 0 3 15,0 0 60-15,14 85 63 0,-2-20-30 0,1 13-72 16,0 18 21-1,-6 13 73 1,-6 8-55-16,-1 1-27 16,0-4 9-16,-1-9-35 15,-1-13-6-15,2-14 0 16,0-19-1-16,2-19 0 16,4-14 1-16,-3-15-1 15,-2-11 3-15,4-3 0 0,-1-33 15 16,5-21-18-16,-3-25-17 15,-5-17 4-15,-1-14-34 16,-3-15-37-16,-11-6 7 16,-3 0-8-16,1 5 44 15,1 18-11-15,-1 16 49 16,2 15 3-16,1 14 2 16,4 8 6-16,6 11-5 15,3 8 2-15,0 11 0 16,20 7 17-16,12 7-20 15,10 6-1-15,16 3-1 0,15-1 3 0,15-1-1 16,11-1-2-16,11-1 0 16,5 1 0-1,0-2-1-15,3 2 1 0,-10 0 1 16,-11-1 0 0,-17 5 1-16,-22 1 0 0,-18 3-1 15,-19 0 1 1,-8 0-2-16,-8 5 1 0,-5 9-1 15,0 5 3 1,0 10 4-16,-8 10 3 16,-5 10 6-16,1 8 2 15,2 9-12-15,4 10 3 0,6 9-3 16,0 5 19-16,0 8-16 16,1 5 2-16,8 3 7 15,-6 0 6-15,-3 0-10 0,0-11-1 16,-9-6 7-1,-11-11-18-15,-6-13 2 16,-9-14 1-16,-8-9 1 16,-8-10 2-16,-13-8 0 15,-12-9 2-15,-13-9 0 16,-14-6-3-16,-6 0 3 16,3-9 0-16,6-9 9 15,12-5 1-15,12-2-13 16,15-4-3-16,19 0-4 15,18-2-4-15,20-7-26 0,4-8-124 16,31-14-49 0,23-11-178-16</inkml:trace>
  <inkml:trace contextRef="#ctx0" brushRef="#br0" timeOffset="24216.62">30523 11371 1607 0,'0'0'0'15,"0"0"-184"-15,106-39 181 0,-39 19 3 16,17-2 106-16,23 2-36 16,22 1-41-16,18 1-24 15,13 0 2-15,3 1 5 16,-10 5 0-16,-7 2 4 15,-16 6-12-15,-15 4-4 16,-22 0 0-16,-28 4-4 16,-26 9-37-16,-20 1-80 0,-19 5-87 15,-9-1-87-15,-37 2-357 16</inkml:trace>
  <inkml:trace contextRef="#ctx0" brushRef="#br0" timeOffset="24776.67">29852 12122 892 0,'0'0'0'0,"0"0"-19"0,0 0 14 0,0 0 5 0,0 0 39 16,0 0 13-16,86-28-17 16,-75 59 56-16,2 13 37 15,-4 13 20-15,-3 12-44 16,0 8-5-16,-6 5 4 16,0 7-4-16,-3 1-76 15,-6-1-16-15,0-3-7 16,-1-12-2-16,-5-9-63 15,-2-13-114-15,-7-14-136 16,-5-17-300-16</inkml:trace>
  <inkml:trace contextRef="#ctx0" brushRef="#br0" timeOffset="25289.05">26987 12330 1072 0,'0'0'214'0,"0"0"-214"0,0 0 0 15,70 98 10-15,-59-35 112 0,-4 20 77 16,-4 13-89-1,0 10-92-15,-3 8-15 16,0 0-3-16,0-10-151 16,-1-15-339-16</inkml:trace>
  <inkml:trace contextRef="#ctx0" brushRef="#br0" timeOffset="28656.98">26277 9974 582 0,'0'0'416'0,"0"0"-406"16,0 0 7-16,0 0 11 15,0 0 44-15,0 0 30 16,0 0-69-16,-28-17-30 16,28 50 24-16,3 14 76 15,3 3-49-15,-3 1 0 16,-3-1-9-16,0-2-23 15,0-6 11-15,-2-5 9 16,-7-10-14-16,3-6-15 16,0-10-9-16,3-5-2 15,0-4 3-15,-3-2 9 16,-4-8 7-16,-2-22-12 16,-1-13-9-16,8-8-7 0,5-10 2 0,0-3-4 31,19 0-6-31,7 6-5 15,4 6 15-15,4 9 4 0,3 9-1 16,-1 9 1-16,-7 14-1 16,-10 10 2-16,-7 1-9 15,-8 14 5-15,-4 16 4 16,0 7 6-16,-12 2 0 16,-16 1-1-16,-8-1 0 15,2-8-2-15,1-5-2 16,6-7 0-16,5-6 0 15,8-6 0-15,6-5 0 0,5 0 1 16,3-2-2 0,0 1 0-16,0 6-7 15,14 3 2-15,13 5 5 16,7 1 27-16,4-2-10 0,-1-2-6 0,-1-4-9 31,-3-1-2-31,-3-1 1 0,-3-2-2 16,-2 0 0-16,-1-1-71 15,-5-3-55-15,-1 0-81 16,-4-1-67-16,-1-22-262 0</inkml:trace>
  <inkml:trace contextRef="#ctx0" brushRef="#br0" timeOffset="29109.97">26702 10056 1309 0,'0'0'101'0,"0"0"-101"15,0 0 0-15,3 84 11 16,-3-66 56-16,-4-5 12 0,1-3-19 16,0-3-31-1,1-6-18-15,1 1-6 0,-1-2 0 16,-1 0 8-16,-2-15-4 16,-1-10-9-16,-2-6-14 15,3-6-43 1,2 3 45-16,3 4 10 0,0 3-14 15,0 9 5 1,5 6 11-16,6 7 0 16,5 5-4-16,2 0-1 15,7 10 5-15,4 5 14 0,-1 2-12 16,-1-2 1-16,-1 0 4 16,1-4 1-16,-3-4-1 15,-1-3-1-15,-6-4-2 16,-7 0-1-16,-6 0 6 15,-4 0 35-15,0-11 46 16,0-9-40-16,-6-4-47 16,-13 0 11-16,-8 2-3 15,3 0-11-15,0 8-4 16,5 3 2-16,7 5-3 16,6 5-88-16,6-1-101 0,0 2-74 15,0 0-103 1,13 0-147-16</inkml:trace>
  <inkml:trace contextRef="#ctx0" brushRef="#br0" timeOffset="29576.65">27104 9921 1067 0,'0'0'133'0,"0"0"-127"16,0 0 36-16,28 75 12 15,-28-65 21-15,0-3 19 16,0-2-46-16,0-3-33 15,0-2-8-15,0 0-3 0,0 0 0 16,0 0 3 0,0-10-7-16,0-11-3 0,-5-6-26 15,4-4-3-15,1-3-30 16,0 2 42-16,0 4 12 16,1 8 6-16,6 9 2 15,0 6 0-15,5 5 3 16,3 0-2-16,7 11 9 15,3 2 30-15,5 5-13 16,3-5 1-16,0-1-16 16,1-4 28-16,-2-3-16 15,-6-5-12-15,-2 0-8 16,-7 0 2-16,-4-7 0 0,-7-11 5 0,-6-3 7 16,0-4-7-1,0-3 24-15,-16 1-5 16,-4-3-26-1,-1 6 3-15,5 5-6 0,4 7-1 16,6 6-1-16,5 5-7 16,1 1-127-16,0 0-99 15,13 6-89-15,11 1 58 16</inkml:trace>
  <inkml:trace contextRef="#ctx0" brushRef="#br0" timeOffset="29879.72">27844 9554 1089 0,'0'0'92'0,"0"0"-75"0,0 0 78 16,0 0 52-16,0 0 8 16,0 0-97-16,1-22-56 15,-7 60 3-15,-4 10 62 0,-4 5-44 16,5 0 2-1,5-7-10-15,2-4 8 16,2-8-16-16,0-6 13 0,0-9 7 0,12-6-25 31,9-7 2-31,6-6 0 16,6 0 3-16,3-6-5 16,3-8 1-16,-4-2-3 15,0-1 0-15,-2 1-47 16,2-5-127-16,2-1-91 0,-1-6-124 15</inkml:trace>
  <inkml:trace contextRef="#ctx0" brushRef="#br0" timeOffset="30191.36">28484 9447 1082 0,'0'0'152'0,"0"0"-141"16,-90-3 11-1,47 19 125-15,1-1-15 0,12-1-46 16,15 1-46-16,12-3-40 16,3 3 6-16,15 4-6 15,18 1 5-15,15 3 16 16,3-1-5-16,1 0-9 16,-6 4 7-16,-13-5-10 15,-14 2-2-15,-11-5 1 16,-8-4 6-16,-12-2-2 15,-13-1-1-15,-5-4-6 16,4-4-33-16,7-3-97 16,8 0-38-16,7-17-71 15,4-12-88-15,6-9-218 16</inkml:trace>
  <inkml:trace contextRef="#ctx0" brushRef="#br0" timeOffset="30373.11">28676 9496 1086 0,'0'0'181'0,"0"0"-175"16,0 0 61-16,24 82 60 16,-19-53-5-16,-4 4 20 15,1 1-98-15,1-5-35 16,-2-3-8-16,1-2-2 16,-2-3-5-16,0-5-87 15,0-2-105-15,-12-8-162 16,-8-6-305-16</inkml:trace>
  <inkml:trace contextRef="#ctx0" brushRef="#br0" timeOffset="30497.38">28611 9590 1133 0,'0'0'165'0,"0"0"-165"16,104-75-5-16,-55 49 2 16,-4 1-23-1,-2 4-113-15,-7 2-272 16</inkml:trace>
  <inkml:trace contextRef="#ctx0" brushRef="#br0" timeOffset="30974.39">29010 9464 1104 0,'0'0'106'0,"0"0"-103"15,3 78 58-15,2-57 87 16,1-2-29-16,3-2-83 15,-3-5 9-15,-2-2-18 16,-2-6-20-16,-2-3-5 16,0-1-1-16,0 0 3 15,0-8-4-15,0-15-5 16,0-9-71-16,0-6 1 16,0-5 1-16,0 3 36 15,0 5 8-15,1 11 14 16,1 10 16-16,-1 8 25 15,1 4 37-15,-2 2-36 16,3 0-26-16,2 8 1 0,3 5 10 16,3 0 8-16,3-5-17 15,3-2 7 1,4-6 1-16,-2 0-1 0,4-2-8 16,-4-10 2-1,-1-1 0-15,-5 5 1 0,-2 2-2 16,-1 6 4-16,-4 6 18 15,0 20 15-15,0 14 44 16,-3 2-37-16,0 2 15 16,-1 1-41-16,-1-4-17 15,5-2-3-15,-2-3 0 0,2-5-3 16,2-9-98 0,4-3-113-16,-2-12-144 15,4-7-406-15</inkml:trace>
  <inkml:trace contextRef="#ctx0" brushRef="#br0" timeOffset="31476.89">29861 9213 1213 0,'0'0'74'0,"0"0"-55"15,0 0 66-15,0 0-6 16,-84 21-39-16,57 20-6 16,4 8-6-16,4 9 16 15,5 2 10-15,6-7-23 16,8-6 23-16,0-7-41 16,2-4-9-16,13-5-2 15,6-6 0-15,4-11 1 0,5-5 0 0,3-9 1 31,1 0-2-31,2-18 2 16,0-11-2-16,-2-2-2 16,0-4-1-16,-3 2-7 15,-4 6 1-15,-7 4 5 16,-7 11 1-16,-7 7 1 16,-3 3 2-16,-3 2-2 0,0 9-1 15,0 18 1 1,0 8 36-16,0 7-11 0,0 5 5 15,0-5-5-15,-3-1-8 16,0-9-4-16,3-7-13 16,0-7-1-16,0-6 1 15,0-9-8-15,0-3-42 16,0 0-64-16,9-14-94 16,9-19-119-16,1-16-283 15</inkml:trace>
  <inkml:trace contextRef="#ctx0" brushRef="#br0" timeOffset="31937.09">30285 9462 1157 0,'0'0'220'0,"0"0"-216"0,0 87-4 16,0-61 25-16,-3 0 123 16,-3 1-75-16,3-8-47 0,0-4-22 15,1-8-2 1,0-2-2-16,1-5 2 15,-1 0 3-15,-1-4 12 16,-1-19-17-16,4-9-5 16,0-9-47-16,4-7 28 15,15-3-52-15,3-5 32 16,5 0 30-16,4 5-38 0,3 10 30 16,1 15 19-16,-7 13 3 15,-6 13 2-15,-7 0 14 16,-8 17 21-1,-7 13 1-15,-11 10 23 0,-25 4-16 16,-7 2-18-16,1-5 9 16,3-9-14-16,14-8-4 0,13-8-3 15,6-6-9 1,6 0-5-16,0 2 12 16,13-1 9-16,16 0 11 0,7 0-9 15,-1-4-8 1,3-2-7-16,-4-4-9 15,-5-1-1-15,-4 0-26 0,-4-1-151 16,-3-16-61-16,1-5-135 16,-1-6-582-16</inkml:trace>
  <inkml:trace contextRef="#ctx0" brushRef="#br0" timeOffset="32191.43">30719 9279 1246 0,'0'0'27'0,"0"0"-17"0,-20 84 11 0,16-48 99 16,4 3-6-16,3-6-54 15,20-3-38-15,3-7 27 16,4-10-29-16,0-7 22 16,-3-6 0-16,-2 0-17 0,-3-12-3 15,-5-13-4-15,-6-3 7 16,-4-4-8-16,-7-2-12 15,0 1 3-15,-7 3-4 16,-12 2-4-16,-9 10-5 16,-8 8-94-16,-14 10-126 15,-13 0-128-15,-7 10-415 0</inkml:trace>
  <inkml:trace contextRef="#ctx0" brushRef="#br0" timeOffset="33548.96">31211 8782 1015 0,'0'0'39'0,"0"0"-38"0,0 0 2 0,0 0 23 16,-115-29 11-16,67 26-7 0,2 3-18 15,-8 0 1-15,-5 0-1 16,-10 0-7-16,-16 0-3 16,-10 0 2-1,-14 6-4-15,-12 1-6 0,-10-2-2 16,-18 2-25 0,-10-1 6-16,-8-2 13 0,-13 0 6 15,-5 0 8-15,-2-2 2 0,-3 2 0 0,7-4-2 31,6 0 2-31,7 0 0 16,5 0 1-16,7 0-2 16,3 0 0-16,1 2-1 15,7 9 0-15,-2 2 1 16,4 0 8-16,3 6 1 16,6-1-9-16,8 2 6 15,13 0-1-15,11 0 0 16,7 1-1-16,6 3 0 0,0 4 3 15,-5 7 10-15,1 1 5 16,1 4 9-16,4 7-17 16,7 5 4-16,5 4-7 15,8 4 11-15,9 5-8 16,7 0-2-16,9 7 14 16,4 5 6-16,3 4-13 15,1 5 9-15,-2 0-18 16,5-5-6-16,4-2 16 15,9-6-16-15,6-4-5 16,9 1 4-16,6 3 0 0,0-3 4 16,6-5-3-16,23-8-2 15,11-11-2 1,11-13 7-16,8-3-2 0,2-8-5 16,5-3-1-16,1 0 0 15,6-3 0-15,11-4-1 16,13-5 1-16,16-7-4 15,17 0 4-15,18-11 0 16,20-10 2-16,16-7 1 0,14-4 0 16,12-1-3-1,5 0 0-15,3-3 3 16,3 3 8-16,0-2 3 16,1 1-6-16,0-1-7 0,-8-3-2 15,-8 4 2-15,-2 2 0 16,-7 3 1-1,-3 1-2-15,-3 6-3 0,-14 0-3 16,-9 7 2-16,-18 2 4 16,-15 4 4-16,-11 5-3 15,-11 0 0-15,-15 4-1 16,-10 0-15-16,-10 0 1 16,-16 0 4-16,-6 0 5 15,-6 0-5-15,-6 0 9 16,-1-2 1-16,-1-3 2 15,1-2 1-15,-1-2-1 0,0 1-1 0,-2-2-1 0,-8 0 0 32,-7-3 0-17,-5-3 2-15,-9-10 4 0,-4-7 2 16,-7-9-3 0,0-11 12-16,0-15 2 0,-11-13-6 15,-5-13-2-15,-3-8-3 16,1-5-3-16,-4 1 6 15,-7 7 3-15,-11 7-14 16,-15 11-6-16,-25 18-75 16,-27 10-161-16,-28 14-577 0</inkml:trace>
  <inkml:trace contextRef="#ctx0" brushRef="#br0" timeOffset="37316.51">27381 9694 821 0,'0'0'0'0,"0"0"-2"15,0 0-9-15,0-81 11 16,-15 55 0-16,-4-4 11 16,-3-2 15-16,-5-4-19 15,-6 0 1-15,-11 3 29 16,-14 2 7-16,-13 5-14 0,-16 9 20 15,-8 3-29-15,-5 8-1 16,-9 6 8-16,-3 0-1 16,-5 14-9-1,-2 9 12-15,6 10 11 0,10 3 12 16,13 10-14 0,11 7-8-16,11 7-11 15,7 9 3-15,1 8-5 16,5 5-7-16,7 9 17 0,12 0-18 15,14 3 7-15,13-1-15 16,9 0 3-16,4-4-3 16,23-6-1-16,10-5 1 0,14-9-2 15,15-4 8 1,11-4-7-16,13-8 0 16,5-8-1-16,5-7 1 15,5-11-1-15,1-10 3 16,4-9-3-16,2-8 3 0,4-13 2 15,5-19 0 1,-1-13-1-16,-1-11 1 16,-7-12-4-16,-9-11-1 0,-9-14-2 15,-11-11 1-15,-13-8 1 16,-16-4 0-16,-21 7 0 0,-23 6-1 16,-10 9-4-1,-13 12 0-15,-21 9 3 16,-7 12 2-16,-2 8 0 15,-3 8-3-15,4 13 3 0,11 10-1 16,11 11-30-16,14 7-20 16,6 4-102-1,8 5-194-15,19 8 94 16</inkml:trace>
  <inkml:trace contextRef="#ctx0" brushRef="#br0" timeOffset="37974.61">29252 9070 831 0,'0'0'2'0,"0"0"35"0,-83-76-11 0,32 58 28 15,-18 6-3-15,-13 5 10 16,-19 7-38 0,-11 0-9-16,-5 9 8 15,-3 13 4-15,3 12 8 16,7 14 2-16,5 11-16 15,17 11 4-15,15 3-6 16,20 4 6-16,12 2 17 16,14 8-17-16,12 5 9 15,10 5-20-15,5 2 20 16,1-3-25-16,23-5 5 16,9-6 2-16,11-10-7 15,14-12-5-15,17-8 8 16,15-14 3-16,10-12 3 0,10-11-10 15,9-18-3-15,8-5 3 16,6-25-2-16,3-11 0 16,-4-7 2-16,-9-3-1 15,-12-8-2-15,-10-7 0 16,-10-14-2-16,-14-12-2 16,-12-5-1-16,-24-9-2 15,-23 0 3-15,-18 2 0 16,-23 7-2-16,-29 6 0 0,-22 14 2 15,-5 16 0-15,-8 13 0 16,2 19-1 0,6 10-3-16,0 13 1 0,7 6-1 15,10 6-20-15,11 17-34 16,14 12-51-16,12 9-60 16,8 2-55-16,13-5-106 15</inkml:trace>
  <inkml:trace contextRef="#ctx0" brushRef="#br0" timeOffset="38850.12">30856 9114 840 0,'0'0'32'0,"0"0"-32"0,-77-77-11 0,41 48 11 0,-8 0 16 16,-2 1 26-16,1 5 53 15,-5 2-26-15,-12 5-50 0,-14 5-17 16,-15 6 1 0,-9 5 1-16,-7 0-2 15,2 24 6-15,4 9-3 16,10 11 3-16,12 12 2 16,7 13-5-16,5 13 20 15,2 10 6-15,3 5-19 16,10 6 12-16,9 2 20 15,18-1-36-15,16 0-5 16,9-2 2-16,9-3 7 0,29-7 8 16,18-8 1-16,20-7-2 15,16-14-13-15,19-14 23 16,13-19-21-16,16-20 2 16,13-10 5-16,7-26-6 15,0-20-5-15,0-14 5 16,-13-13-3-16,-15-13 0 15,-12-14-3-15,-22-9 3 16,-17-10 6-16,-23-6 13 0,-26 1 4 16,-32 3-15-16,-27 6-5 15,-51 18-4 1,-40 20-5-16,-40 26-6 16,-40 29-97-16,-25 20-196 15,-7 2-411-15</inkml:trace>
  <inkml:trace contextRef="#ctx0" brushRef="#br0" timeOffset="48678.37">25237 15280 763 0,'0'0'372'0,"0"0"-371"15,0 0 0-15,0 0 109 16,0 0 36-16,0 0-38 15,0 0-39-15,3-31-21 16,-31 31-36-16,-14 0 1 0,-12 12 25 16,-10 13-5-1,-3 7-8-15,-1 2-1 0,3 3-6 16,10 0 1 0,10-1-6-1,15-1-4-15,17-5-9 0,13 1-2 16,9-3 0-16,31-2 2 15,15 1 1-15,14-1-1 16,3-3 0-16,-2 4 1 0,-12 1 1 16,-18 2-2-1,-19-1-1-15,-15-1-3 16,-6-3 4-16,-21-3 8 16,-18 0-1-16,-13-3-1 0,-7 0 2 0,-6-5 8 0,4-4-2 31,11-6-6-31,12-4-8 15,13 0 0-15,10 0-2 16,10-16-81-16,5-4-156 16,17-7-172-16,22-4-387 15</inkml:trace>
  <inkml:trace contextRef="#ctx0" brushRef="#br0" timeOffset="49025.73">25371 15731 1158 0,'0'0'47'0,"0"0"-47"0,0 0 0 16,0 0 100-16,90-71-16 15,-57 41-50 1,1-1-23-16,-4 0-7 16,-6 2 4-16,-11 6 0 15,-10 4 2-15,-3 5-5 16,0 6 22-16,-19 8 7 15,-7 0-1-15,-3 16-11 0,-6 16 22 16,7 4 23 0,9 3-21-16,7-2-6 0,12-4-17 15,0-3-10 1,6-7 2-16,14-5-1 0,6-5-7 16,11-6 3-16,2-4-5 15,3-2-5-15,1-1-3 16,-4 0-29-16,-5 0-67 15,-1-4-62-15,-5-6-32 0,1-3-70 16,-3-2-134 0</inkml:trace>
  <inkml:trace contextRef="#ctx0" brushRef="#br0" timeOffset="50881.65">26244 15384 1048 0,'0'0'178'0,"0"0"-162"16,-35-75 78-1,8 65 87-15,-6 10-23 16,-5 0-77-16,0 30-29 16,-4 10-6-16,8 7-2 0,7 1-6 15,15-4-17 1,7-3-13-16,5-6-6 15,3-8 4-15,12-7-6 16,5-6-4-16,3-9 4 16,7-5-5-16,2 0-10 0,0-19-16 15,0-10-4-15,-5-7 13 16,-6-3-2-16,-5 2 13 16,-7 7-2-16,-4 10 13 15,-4 10 0-15,1 7 1 16,-1 3-1-16,3 10-10 15,-1 19 10-15,2 12 17 16,-1 4 2-16,1 4-9 16,1-2-1-16,1-2 4 15,1-3-8-15,-1-6-4 0,1-9 0 16,0-9-1 0,-2-5 0-16,-1-11-1 15,0 0 0-15,-4-2 1 16,4 0 5-16,6-12-2 0,6-16 4 15,8-13-6-15,0-7-1 16,2-6 0-16,-4-5-8 16,-1-5-12-16,-1-5 7 0,-6 0-10 15,-2 7 4 1,-7 10 19-16,-4 10-2 16,-2 11 1-16,0 12 2 15,0 7 2-15,-3 7 0 16,1 4-1-16,1 1-2 15,1 0-3-15,0 18-19 0,0 15 21 0,1 10 1 0,10 8 8 32,4 1 0-32,-3-2 12 15,4-7 0 1,1-5-9-16,0-7-6 0,4-6-1 16,0-8-1-16,1-4-3 15,2-9 6-15,-1-4-4 16,1 0 0-16,-1-15 1 15,0-9-3-15,-7-7 0 16,-1-5-6-16,-7-5-6 16,-2 0-4-16,-5 4-1 15,-1 1 14-15,0 7 1 16,0 5 2-16,-1 4 0 16,-5 8 1-16,0 1 0 15,-2 3-1-15,5 4 0 16,0 2 0-16,2 2 0 15,1 0 0-15,0 0-1 16,0 0-1-16,0 0-2 0,0 0 0 0,0 0-3 16,0 0 2-1,0 0-1-15,0 0-1 16,0 0 7-16,0 0-1 16,0 0 2-16,0 0-1 15,0 0 0-15,0 0 0 0,0 0 1 0,0 0-1 31,0 0 1-31,0 0 6 16,0 0-5-16,0 0 3 0,0 0-5 16,0 0 0-16,0 0 1 15,0 0-1-15,0 2-5 16,0 8-3 0,0 6 2-16,0 7 6 0,0 7-1 15,0 4 4-15,0 4-1 16,13-1 4-16,2-3 1 0,4-5-2 15,3-4 2 1,3-10-3-16,3-5-1 16,2-4 3-16,1-6-3 15,5 0 0-15,-1-13 1 16,0-8-6-16,-4-5 2 16,-5-5 0-16,-5-1-3 15,-6-1-2-15,-6 2-7 16,-9 7 8-16,0 5-8 0,0 11 12 15,-8 4 3 1,-7 4-2-16,-1 7 4 0,-3 16 1 16,2 2 12-16,8 0-10 0,5 1 3 15,4-3-7 1,0-4-2-16,4-5-1 16,12-5 0-16,3-5 0 15,3-4 0-15,2 0-1 16,-3-8-3-16,-2-6-5 15,-4 0-4-15,-8 7 0 16,-2 1 11-16,-4 5 1 16,1 1 0-16,2 0-6 15,4 0-10-15,7 7 16 0,1 3 2 16,5-4 1-16,0 0-3 16,0-5 2-16,4-1 1 15,2 0-3-15,3-16 4 16,-2-9-1-16,-1-6 0 0,-5-9 0 15,-1-9 0 1,0-12-3-16,-2-10 0 16,-2-15-6-16,-5-11-14 15,-8-2 9-15,-4 1-13 16,0 18-19-16,-13 25 21 0,-4 20 22 16,0 23 5-16,-4 14 22 15,1 35-23-15,1 24 18 16,4 20 31-16,6 13-15 0,9-1 0 15,0-3-11 1,24-13-9-16,4-14 3 0,5-11-10 16,0-15-5-1,1-13-4-15,-1-15-2 16,1-9 2-16,1-10 2 16,-4-18-4-16,-4-6-15 15,-6 0-1-15,-6 7 3 16,-9 8 5-16,-2 12 8 15,-4 4 5-15,2 3-5 16,5 6-3-16,5 13 3 16,5 10 32-16,3 7-9 0,0-2-22 15,-1-2 1 1,0-5-1-16,-3-4-1 16,-2-8-3-16,-6-5-44 15,-7-5-65-15,-1-5-95 0,-16-5-97 0,-26-20-573 0</inkml:trace>
  <inkml:trace contextRef="#ctx0" brushRef="#br0" timeOffset="50977.76">27681 15073 1394 0,'0'0'0'0,"0"0"-237"0,100-83 99 0,-54 49 46 0,-4 5-158 0</inkml:trace>
  <inkml:trace contextRef="#ctx0" brushRef="#br0" timeOffset="51101.54">28023 14951 911 0,'0'0'240'15,"0"0"-240"-15,0 0-131 16,0 0-93-16,0 0-214 16</inkml:trace>
  <inkml:trace contextRef="#ctx0" brushRef="#br0" timeOffset="51471.28">28311 15052 1404 0,'0'0'64'0,"0"0"-58"16,0 0 128-16,-84 20 22 16,68-15-108-16,8 2-48 15,7 2-4-15,1 2 3 16,3-4-1-16,15 3-1 15,7 0-21-15,0-4 7 16,-1 2 17-16,-2-1 1 16,-6-4-1-16,-3-1 0 0,2-2 0 15,-1 0 5 1,0-20 0-16,3-6-3 0,-1-8-2 0,-2-6-2 31,-1-1 2-31,-4 6 3 16,-1 10-3-16,0 14 0 15,0 11 0-15,-1 16 1 0,2 20-1 16,3 14 20-16,-3 5-8 16,-1 0-9-16,2 6-1 15,-3-4-2-15,-2-2-2 16,-5-1-44-16,0-6-109 16,-14-6-120-16,-17-9-176 15</inkml:trace>
  <inkml:trace contextRef="#ctx0" brushRef="#br0" timeOffset="52163.68">24685 16323 1080 0,'0'0'522'0,"0"0"-522"0,0 0-265 0,0 0 168 0,109 43 94 16,-6-39 3-16,37 0 72 0,33 2-9 15,38 0-26 1,31-4 19-16,28-2 20 15,22 0-16-15,9-9 8 16,10-10-30-16,2-4-9 0,-4-1-9 16,-17-2-5-1,-13-7 5-15,-23-9 6 0,-24-12-15 0,-22-15-9 0,-23-16-1 32,-29-15 0-32,-28-14 1 15,-26-6 4-15,-29-7-2 16,-32-5-1-16,-33-2 0 15,-20-3-3-15,-48-7-8 16,-30 2-2-16,-25-1 3 16,-25 9 1-16,-27 10 4 0,-22 12 0 15,-26 12-7 1,-20 14-17-16,-22 22 19 0,-22 26-7 0,-24 32 0 0,-30 20 14 31,-34 50-4-31,-33 36 4 16,-26 36 0-16,-19 36 6 15,1 42 4-15,26 27 12 16,47 12 13-16,71-1-4 16,85-14 3-16,84-20-6 15,83-21-10-15,52-24-1 16,74-24-8-16,52-27-3 16,47-26 1-16,45-30 1 15,46-31-2-15,44-35 0 0,44-16-6 16,34-43-4-1,25-19-34-15,8-22-83 0,-7-23-186 16,-21-34-436-16</inkml:trace>
  <inkml:trace contextRef="#ctx0" brushRef="#br0" timeOffset="62186.31">29382 15266 945 0,'0'0'146'0,"0"0"-140"0,0 0-6 0,0 0 139 16,0 0-37 0,0 0-36-16,0 0 7 0,-15-5-1 0,12 5-13 0,-1 0-1 31,-1 0-17-31,-2 0-11 16,-6 0-16-16,-1 0-14 15,0 0 5 1,4 0-2-16,4 1-1 0,4 0-2 15,2-1 0 1,0 0-1-16,0 0-1 0,0 0 1 16,0 0-4-16,0 0 2 15,0 2 3-15,0-2 1 16,6 3 2 0,18-3 2-16,20 0 38 0,18 0-6 15,13-2-15 1,7-10-12-16,-5 1-9 0,-3 1-1 0,-6 1 0 0,-14 3-2 31,-9 2-20-31,-16 2-92 16,-10-2-116-16,-11-6-124 15,-8-8-372-15</inkml:trace>
  <inkml:trace contextRef="#ctx0" brushRef="#br0" timeOffset="62476.51">29731 14987 1253 0,'0'0'69'0,"0"0"-69"0,0 0-1 15,94-60 1-15,-33 49 78 16,12 7-20-16,8 4-23 0,2 4-17 16,-4 21-1-1,-10 6-3-15,-21 9 0 16,-21 9-8-16,-27 2 8 0,-8 5 62 15,-34-2 31-15,-14-3-35 16,-4-4-24 0,2-9-25-16,10-7-8 0,8-11-13 0,16-8-2 31,12-9-8-31,12-3-73 16,0-6-99-16,27-21-165 0,13-15-642 15</inkml:trace>
  <inkml:trace contextRef="#ctx0" brushRef="#br0" timeOffset="62820.67">30974 14737 1347 0,'0'0'185'0,"-93"0"-180"16,40 17-5-16,4 5 71 15,10 4 38-15,10 8-33 16,19 4-56-16,10 4-14 16,10 3-3-16,25-4-3 0,11 4-1 15,7-5 1-15,-2 0 0 16,-3-4 0 0,-15-1-2-16,-18-7 2 15,-15-5 0-15,-6-1 7 16,-29-6 28-16,-18-1 7 15,-13-7-21-15,-4-6-4 0,6-2-13 16,12 0-4 0,17-4-6-16,19-15-54 15,15-9-117-15,6-9-233 16,34-7-316-16</inkml:trace>
  <inkml:trace contextRef="#ctx0" brushRef="#br0" timeOffset="63175.32">31163 15061 1268 0,'0'0'44'15,"0"0"-21"-15,0 0 6 16,0 0 87-16,0 0-42 16,69-90-51-16,-39 58-13 15,4 2-9-15,-4 3 2 0,-6 4-2 16,-9 8 0-1,-8 8 4-15,-6 4 15 16,-1 3 57-16,-10 0-22 16,-21 22-44-16,-9 15 0 15,-4 8 38-15,6 1-4 0,15 1-7 16,10-10-22-16,13-1 9 16,0-6-10-16,7-6-5 15,19-5-9-15,12-10 6 16,9-5-6-16,9-4 0 15,2 0-1-15,-4-7-23 16,-12-5-74-16,-9-1-103 16,-8-2-64-16,-8-4-119 15,-7 1-361-15</inkml:trace>
  <inkml:trace contextRef="#ctx0" brushRef="#br0" timeOffset="64460.88">31830 14780 941 0,'0'0'166'15,"0"0"-159"1,0 0 167-16,0 0 23 0,0 0-79 16,0 0-59-1,-97 10 1-15,69 25 17 0,4 4-16 16,5 2-31-16,6-1 1 15,6-3-18-15,7-8-11 16,0-6 3-16,0-10-1 16,9-3-4-16,6-9 0 15,6-1 0-15,4-4 0 16,2-21-15-16,0-2-10 16,-3-7-5-16,-3-1 17 0,-5 6-3 0,-5 8-4 31,-4 8 20-31,-5 9 1 15,-2 4 0-15,0 0-1 16,0 20-11-16,0 15 11 0,0 6 19 16,-5 5-4-1,-3-3-4-15,4-4 8 0,-2-4-1 16,5-5 1 0,1-5-15-16,0-7-3 0,0-6 0 15,0-6-1-15,3-6 1 16,4 0 0-16,5 0 2 0,6-7 2 15,6-12-1 1,4-8-3-16,4-5-1 16,-6-9-6-16,3-6-5 0,-2-9-12 0,-4-2-4 0,-1 3-8 31,-5 6 5-15,-8 13 6-16,-2 5 1 0,-2 12 22 0,-3 7 2 31,-1 6 5-31,-1 3-2 0,0 3-3 15,0 0 7-15,0 0-8 16,0 6 0-16,0 16-21 16,0 11 21-16,0 6 32 0,0-1-26 15,0-1 12 1,3-1 1-16,5-9-4 16,1-6-10-16,2-7-2 15,1-8 0-15,6-6-1 16,6 0 3-16,3-7 1 15,9-15-5-15,-5-5-1 16,-5-5-3-16,-4-1-9 16,-6 3 0-16,-4 2 9 0,-4 6-13 0,-5 9 10 15,-3 7 6-15,0 6 5 32,0 0 2-32,-6 9-7 15,-9 16 0-15,-5 5 10 0,5 5-1 16,7-2-3-16,6-3 6 15,2-3-8-15,0-6-3 16,13-6-1-16,7-6 1 16,5-6-2-16,2-3-1 15,1-3-20-15,-5-12-6 16,-7-1-4-16,-6 4 1 0,-3 5 21 16,-6 4 10-1,1 3 4-15,-2 0-2 16,0 0-2-16,1 10 2 15,1 5 0-15,4 1 31 0,0-1-25 16,4-4-4-16,2-7-4 16,4-2 4-16,5-2 4 15,5-4-6-15,2-14-2 16,2-3-20-16,0 1-9 16,-4 3 5-16,-3 4 21 15,-10 8-1-15,-5 3 4 16,-4 2 1-16,-1 0-1 0,3 0 3 15,0 0-5 1,5 0 4-16,5 0 2 16,4-2 0-16,3-12 1 15,1-5-5-15,0-5 5 16,-4 2-5-16,-6 1 3 0,-5 7 0 16,-7 4 4-16,-2 7 23 15,0 3 38-15,0 0-26 16,-3 5-30-16,-5 15-11 15,1 9 17-15,3 1-5 16,4-3-6-16,5 1-3 16,13-3-2-16,5-1 3 15,2-3-5-15,-1 1-56 16,-9-3-105-16,-12 0-323 16</inkml:trace>
  <inkml:trace contextRef="#ctx0" brushRef="#br0" timeOffset="65433.5">29591 16206 252 0,'0'0'985'0,"0"0"-970"15,0 0-14-15,0 0 141 16,0 0-21-16,0 0-85 0,-13 21-21 16,-4 11 88-1,-4 2-30-15,7 3-5 0,4 3-24 16,7-2-4 0,3-1-16-16,0-6-6 15,15-3-6-15,3-7 1 0,7-5-4 16,4-8-8-1,2-8 4-15,0 0-4 0,-2-8-2 0,-4-15 1 0,-8-5-11 32,-7-6-15-17,-10-3-4-15,0 1 21 16,-25 2 0-16,-11 8 9 16,-6 2-2-16,2 9 2 0,5 1 5 15,10 3 2-15,11 2 1 16,11-2 2-16,3-4-8 0,3-4-2 15,19-7-9 1,6-9-11-16,2-5-8 16,-6-6-15-16,-11 0-18 15,-13 5 18-15,0 6 21 0,-21 10 22 0,-13 10 7 32,-8 9 25-32,-1 6 12 15,2 0 14-15,8 10-9 16,10 1-22-16,10-1-10 15,11 0-8-15,2-1-8 16,12-1-1-16,20-4 4 0,18-4 0 16,10 0-3-16,5-3-1 15,-1-3-16-15,-5 3 10 16,-4 3 6-16,-9 9-5 16,-9 19 5-16,-10 5 0 15,-7 6 0-15,-7 4 0 16,-6-4 0-16,1 0 0 15,-2-7 0-15,1-5 0 16,1-8-59-16,1-8-96 16,4-10-69-16,7-1-71 15,5-23-281-15</inkml:trace>
  <inkml:trace contextRef="#ctx0" brushRef="#br0" timeOffset="66139.3">30302 15649 1446 0,'0'0'106'0,"0"0"-106"16,0 0 0-16,26 72 59 15,-20-20 80-15,0 12-41 16,-6 5-55-16,0 5 6 0,0 1-18 16,0-6-12-16,3-12-13 0,0-16-4 15,0-13-2 1,1-16 0-16,-4-6-1 15,0-6 1-15,0 0-1 16,0-18-1-16,0-11-30 16,-15-8-24-16,0 1 51 15,-6 10-11-15,-4 8-5 16,-3 10 15-16,-5 8 6 16,3 3 16-16,2 16 7 15,4 9 6-15,7 1 0 16,7 2-13-16,4 2-1 0,6-5-6 15,2-2-9 1,20-4 7-16,9-6-5 0,7-4-1 16,3-7 0-16,1-5-1 15,0 0 0-15,0-17-4 16,-4-6-10-16,0-6 1 16,-2-4 1-16,-6-1 5 0,-5 3 5 15,-7 6 2 1,-8 11 0-16,-8 6 3 15,-2 7 5-15,0 1 16 16,0 0-17-16,0 0-7 16,0 13 2-16,-5 5 0 15,1 2 0-15,2-3-2 16,2-7-2-16,2-4 2 16,13-4 0-16,5-2-6 15,9 0-5-15,2-4 0 0,2-5 1 16,-5 7 10-16,-4 2 0 15,-6 0-1 1,-5 8 1-16,-1 10 20 0,0 3 2 16,-1-1-6-16,1-1-8 15,3-4-6-15,-2-3 3 16,0-6-5-16,2-6-1 16,2 0-4-16,-4-17-53 15,2-10-98-15,-4-16-202 16,-7-8-269-16</inkml:trace>
  <inkml:trace contextRef="#ctx0" brushRef="#br0" timeOffset="66322.24">31113 15800 1484 0,'0'0'7'0,"108"71"11"0,-55-18 221 15,-12 12-74 1,-12 5-95-16,-17 5-59 15,-12-3-10-15,-14-1-1 16,-32-2-3-16,-18-6-50 0,-15-4-86 16,-11-7-157-16,-9-11-87 0,-11-9-502 15</inkml:trace>
  <inkml:trace contextRef="#ctx0" brushRef="#br0" timeOffset="66578.07">29015 15959 1598 0,'0'0'79'0,"-136"152"-72"15,63-30-7-15,10 7 121 0,23 7 13 16,29-7-66-16,22-8-41 16,56-17-22-1,45-18-4-15,30-18-1 0,23-31-61 16,7-31-368-16</inkml:trace>
  <inkml:trace contextRef="#ctx0" brushRef="#br0" timeOffset="93495.5">25867 9878 1194 0,'0'0'41'0,"-78"-78"11"15,65 65-17-15,10 11 84 0,4 2-95 16,41 12-1-16,34 22-21 15,36 18 65 1,30 16 5-16,18 15-2 16,5 9-26-16,-8 11-43 15,-14 5 3-15,-14-12-4 16,-16-10-32-16,-19-19-58 16,-15-28-6-16,-15-21-61 15,-18-18-131-15,-16-47-355 16</inkml:trace>
  <inkml:trace contextRef="#ctx0" brushRef="#br0" timeOffset="93635.11">27053 9755 1693 0,'-75'137'31'0,"-38"67"-28"15,-53 50-3-15,-52 22-1 16,-47 4-36-16,-31-10-71 15,3-28-144-15,42-44-337 16</inkml:trace>
  <inkml:trace contextRef="#ctx0" brushRef="#br0" timeOffset="94706.05">28112 9432 1216 0,'0'0'0'0,"0"0"1"16,0 0 3-16,0 0-3 15,0 0-1-15,0 0 2 16,109-65 4-16,-15 91 30 16,21 30 46-16,10 27-15 15,4 22-31-15,-7 8 10 16,-9 0 2-16,-9-11-40 15,-10-16-4-15,-10-11-4 16,-3-12 1-16,-11-9-1 0,-9-12-3 16,-10-10-64-1,-15-12-48-15,-11-11-70 16,-16-9-85-16,-9-18-59 16</inkml:trace>
  <inkml:trace contextRef="#ctx0" brushRef="#br0" timeOffset="94845.75">29280 9426 1568 0,'-83'145'82'0,"-53"74"-39"16,-70 60-43-16,-76 22-89 15,-63-3-574-15</inkml:trace>
  <inkml:trace contextRef="#ctx0" brushRef="#br0" timeOffset="96158.6">29783 9299 1003 0,'0'0'120'0,"0"0"-120"0,0 0-70 16,94 14 48-16,-16 22 22 15,17 8 0 1,14 9 9-16,12 14 34 16,1 15-10-16,-8 7-24 15,-13 1-7-15,-13-10-2 16,-14-16-18-16,-13-14-65 15,-15-15-31-15,-13-14-76 16,-10-14 9-16,-8-7-200 0</inkml:trace>
  <inkml:trace contextRef="#ctx0" brushRef="#br0" timeOffset="96302.38">30799 9440 1380 0,'-80'81'35'0,"-26"45"-17"0,-36 30 9 0,-24 9-27 32,-14-1-61-32,0-11-238 15,24-20-144-15</inkml:trace>
  <inkml:trace contextRef="#ctx0" brushRef="#br0" timeOffset="97989.17">31055 8785 984 0,'0'0'45'0,"0"0"-45"16,0 0 0-16,0 0-11 15,0 0 11-15,0 0 0 16,-78-17 2-16,35 17 4 16,-4 3-1-16,-12 10-3 15,-13 2 2-15,-13-1-1 16,-11 2-2-16,-15 1-2 15,-15 0 1-15,-14-2 0 16,-18-2 0-16,-5-1 0 16,-7-4 2-16,-1 0-2 15,5-1 1-15,-1 2-1 0,7-3 0 16,-4 2 2-16,-7-1 0 16,-7 3-1-16,-7 3 1 15,-1 0 1-15,-4 1 10 0,2-1-1 16,5 0-5-1,11 0 6-15,14-2 1 16,14 2-8-16,10 0-3 16,8 5-1-16,3-2-2 15,4-1-1-15,5 3 1 16,4-1 0-16,10 2 5 16,6-1 4-16,9-1-5 0,10 0 1 15,11 1-5 1,7-1 1-16,5 0 0 15,3 0 0-15,1-3 0 0,-1 2 0 16,4-1-1 0,2 1 0-16,9-2 1 0,7-2 4 15,10 2-3-15,8-2-2 16,6 1 0-16,3 6 0 16,0 8-3-16,3 11 3 15,10 14 3-15,-1 9 2 0,-2 11-4 16,-3 9 12-1,-5 5-1-15,-2 3 6 16,0 1 9-16,0 1-21 16,7 5-2-16,10 4 8 15,-1-1 7-15,5-3-10 0,-3-7-1 16,-2-13-4-16,1-9-3 16,-5-10-1-16,2-11 0 15,2-9 1-15,0-10 3 16,2-2 11-16,3-9-14 15,5-3-1-15,9-4 19 16,11-9-16-16,18 0-1 16,18-10 0-16,15-13-2 15,14-3 3-15,2 1-3 0,1 5 1 16,-6 4-1 0,-6 4 0-16,-4 4 2 15,-1 1-2-15,6-3-4 0,9-2 2 16,14-9-11-16,18-4 2 15,16-4-2-15,14-2 3 0,8-1 9 0,3 3 1 32,-3 2 2-32,-3 2 0 15,-8 3-2-15,-10-3-4 16,-3 2 4-16,-2-2 0 16,1-1 2-16,6-1-1 15,6-6-1-15,5-1 0 16,5 0 0-16,-2 1-3 15,-5 3 3-15,-5 7 0 0,-13 2-1 16,-18 6-8 0,-20 5-17-16,-18 0-1 15,-16 3 10-15,-11 1 8 16,-6 0-1-16,-7 2 4 0,-4 0-11 16,-6-2 11-16,-2 2-2 15,-4 1 0-15,-5-1 7 16,-2 1 1-16,-5 0 0 15,-5-2 0-15,-4 2 0 16,-6-1 2-16,-5-2 1 16,-4 0 5-16,-2-2 2 15,1-3 2-15,1-3 7 16,-2-4-10-16,-1-1-4 16,-1-6 2-16,-2-2 6 15,0-6-13-15,0-1 13 0,0-7-11 0,0-2 3 31,0-5 4-31,-3-4 6 0,-7-6-10 16,-1-6 1-16,-5-1 0 16,-2-2 1-16,-5-1 16 0,0-3-15 15,-4 5 1 1,-2 5-6-16,-1 9 50 16,-5 10-51-16,-4 7-4 15,-8 7-27-15,-17 10-183 16,-16 11-178-16</inkml:trace>
  <inkml:trace contextRef="#ctx0" brushRef="#br0" timeOffset="103490.32">19833 14421 991 0,'0'0'129'0,"0"0"-109"15,-17-72-20 1,14 50 57-16,1 0 102 16,1 6-61-16,1 4 8 15,-2 7-15-15,2 4-1 0,0 1-34 16,0 0-30-16,0 0-18 16,0 13-8-16,8 21 0 15,9 16 44-15,1 10-10 16,-1 9-16-16,-7 3 23 15,-3 2-18-15,-3-2-5 16,-3-6-8-16,-1-3-2 16,2-8-6-16,-1-9-2 15,1-12 0-15,-1-11-8 0,1-13-37 16,-1-6-49 0,1-4-39-16,1-23-34 0,4-21-117 15,2-17-293-15</inkml:trace>
  <inkml:trace contextRef="#ctx0" brushRef="#br0" timeOffset="103709.27">20053 14205 1365 0,'0'0'190'0,"0"0"-190"16,0 0 0-16,0 0 59 15,0 0 35-15,0 0-22 0,94 61 20 16,-63-2-52-1,-1 6-10-15,-8 3-17 16,0-2 2-16,-6 1-14 0,-6-3-1 16,-4-5-2-16,-6-7-43 0,-6-7-110 0,-16-10-80 31,-10-7-94-31,-6-15-147 16</inkml:trace>
  <inkml:trace contextRef="#ctx0" brushRef="#br0" timeOffset="104148.31">19898 14727 1565 0,'0'0'0'0,"0"0"-132"0,86-80 132 16,-31 44 44-16,9-3-2 16,7 1-36-16,0 3-3 15,-6 7-2-15,-15 4-1 16,-15 13 0-16,-15 3-2 15,-11 6 0-15,-7 2 2 16,-2 5-7-16,0 21 7 16,0 6 84-16,0 6 2 15,0 1-22-15,0 0-46 16,0-4 50-16,6-3-38 16,9-7-13-16,1-4-15 0,3-7 7 15,5-7-3 1,1-7-3-16,5 0 3 15,-1-17-5-15,-4-12 3 16,-7-4-4-16,-10-5-1 16,-8-1-6-16,-9-3 5 0,-17 4-2 15,-7 3 4-15,-2 7 0 16,2 9-6-16,1 6 5 16,9 7 0-16,3 4-3 15,10 2-2-15,2 0-41 16,7 0-70-16,1 6-63 15,0 4-28-15,15 1-4 16,9-5-207-16</inkml:trace>
  <inkml:trace contextRef="#ctx0" brushRef="#br0" timeOffset="104626.23">20811 14222 1332 0,'0'0'54'0,"0"0"-32"15,0 0 17-15,-4 80 195 16,-4-41-89-16,5 3-94 0,3-3-22 0,0-4-23 31,16-7 9-31,2-5-15 16,3-9 0-16,3-6 0 0,1-5-11 16,1-3-51-1,2-6-10-15,-1-13-20 16,-2-4 9-16,-3 0 54 0,-3 8 9 15,-8 5 20 1,-3 7 10-16,-2 3 20 16,1 0 21-16,8 5 37 0,4 3-12 0,4 2-40 31,5-3-10-31,4-6-3 0,5-1-9 0,3-3-12 16,2-16 0-1,-2-6 1-15,-4-6-2 16,-10-1-1-16,-10-5-8 15,-10 2 8-15,-6-3 1 0,-5 1 1 16,-17 5 0 0,-5 2 2-16,1 11-3 15,1 4 29-15,6 6-17 16,7 7-13-16,3 2 0 16,6 0-5-16,3 0-65 0,0 0-114 15,0 1-97 1,9 5-71-16,8-6-300 0</inkml:trace>
  <inkml:trace contextRef="#ctx0" brushRef="#br0" timeOffset="104888.01">21743 13536 744 0,'0'0'692'0,"0"0"-669"0,0 0-19 0,0 0 49 0,0 0 128 0,36 101-16 0,-20-41-99 16,-2 12-29-16,-1 2-11 15,1-1-6-15,-2 0-11 16,-1-10-9-16,-3-8 0 0,-7-7-1 16,-1-10-43-1,0-10-38-15,-1-8-81 16,-17-12-99-16,-3-8-41 15,-7-3-91-15</inkml:trace>
  <inkml:trace contextRef="#ctx0" brushRef="#br0" timeOffset="105176.18">21687 14091 396 0,'0'0'611'0,"0"0"-450"15,-7-94-25 1,20 61-59-16,13-3 32 16,10 3-46-16,7 4-36 15,2 7-2-15,1 10-4 16,-2 12-4-16,-7 0 10 15,-6 33 12-15,-8 16 8 16,-7 7 32-16,-6 6-26 16,0-7-12-16,3-5-3 15,3-5-31-15,7-12 0 16,5-9-7-16,3-16 3 16,7-8-1-16,6-23 2 15,1-19-2-15,-3-13 7 16,-14-2 13-16,-16-5 2 15,-12-2-24-15,-24 1 0 16,-26 1 0-16,-21 11 0 16,-18 17-49-16,-16 16-350 0,-14 16-978 15</inkml:trace>
  <inkml:trace contextRef="#ctx0" brushRef="#br0" timeOffset="106914.53">18820 14575 540 0,'0'0'534'0,"0"0"-513"16,0 0 9-16,0 0 49 0,0 0-9 15,-31-73-60 1,-5 57 1-16,-13 1 1 0,-15-1-12 16,-15 0 0-16,-22-3 0 15,-20-1 2-15,-20-3 0 16,-20-1 5-16,-21 1 13 15,-16-5-1 1,-18 2-6-16,-19-3-1 0,-18 1 0 16,-15-1 5-1,-21-1-6-15,-14 0-2 0,-21 2-5 16,-16 3-2-16,-11 1-2 16,-14 1 0-16,-8 2 0 15,-7 1 0-15,-7 1-3 16,-2 1 3-16,0-1 2 15,0 7 4-15,8-1-4 16,2 2 23-16,6 5-13 16,1 4-5-16,5 2 6 15,6 0-13-15,9 0-1 0,19-3 1 16,17 0 4-16,16-5-4 16,23-3-2-1,11-1 2-15,17-1 4 0,16-2-4 16,14 0-4-16,16-4 4 15,15 7 2-15,18 0-1 16,15 10-1-16,22 2 8 16,14 11 8-16,19 22 19 15,12 14-23-15,10 16 3 16,8 13 1-16,9 16-7 0,5 15-5 16,1 12 13-16,6 15 4 0,1 9 28 15,2 20-6 1,7 14-6-16,3 10-7 15,5 7-5-15,9-3-2 16,7-6-16-16,6 1 2 16,9-6-4-16,0-3 2 15,25-7-2-15,17-14-5 16,18-9 2-16,19-13-1 16,19-9-1-16,20-6 1 15,23-15 2-15,24-11-1 16,23-12 1-16,27-16 0 15,23-9-3-15,22-6-1 16,19-11-1-16,18-3 2 0,18-6 4 16,16-9-4-1,18-2-5-15,18-8 5 0,15-5 1 16,20-4-1-16,9-2 0 16,14 0-1-16,9-6-3 15,5-2 4-15,6-7 3 0,5 5-1 16,2-4-2-1,1 0 0-15,0 1-3 16,-3-2-5-16,-2-2-6 16,-8 4-5-16,-9-7 9 15,-14 3 1-15,-16-2-11 16,-12-3 2-16,-13-3-5 16,-9-6 2-16,-11-3 15 15,-12-5 4-15,-14-7-4 0,-21-4 4 0,-22-10-8 16,-27-6-11-16,-27-6-8 15,-31-8 28 1,-30-8 1-16,-23-9 5 16,-32-16 2-16,-24-11 1 15,-27-16 0-15,-31-15 3 16,-29-13 4-16,-15-7-11 16,-54-6 11-16,-35-1 8 15,-32 3 1-15,-36 4 2 16,-30 6-4-16,-30 21-20 15,-37 26-2-15,-32 28-104 16,-33 28-289-16,-33 14-946 0</inkml:trace>
  <inkml:trace contextRef="#ctx0" brushRef="#br0" timeOffset="107739.82">7119 15189 831 0,'0'0'14'0,"96"-99"9"0,-47 31 1 0,-4-13 43 0,-4-10-2 16,-14-3 4-16,-18 3-16 16,-9 9 20-16,-36 5-20 15,-25 12-38-15,-22 17 2 0,-17 23-7 16,-18 25-8-16,-11 28 10 16,-11 51 3-1,-10 42 16-15,-4 51 11 0,-1 40 9 16,10 32 2-16,32 25-11 15,44 14 26 1,53 3-4-16,38-11-14 0,63-24-15 16,36-40 0-16,28-42-5 15,24-35-3-15,24-38-16 16,20-39-1-16,14-45 2 16,10-37-12-16,-6-59 4 15,-6-47 1-15,-6-40 3 0,-13-34 0 16,-14-29-8-1,-25-19 0-15,-34 0 0 16,-41 12 4-16,-47 21-3 16,-46 17 2-16,-24 18-3 0,-44 28-7 15,-25 32-13 1,-13 36-40-16,3 34 18 16,6 25 1-16,18 29-26 15,21 14-76-15,29 41-74 0,22 21-152 16</inkml:trace>
  <inkml:trace contextRef="#ctx0" brushRef="#br0" timeOffset="108398.48">13563 15159 560 0,'0'0'132'0,"0"0"-57"0,-96-2 31 15,58-21 19-15,-4-9-39 16,-6-8 15-16,-7-8-30 16,-6-1-28-16,-12 0-9 0,-14 12 11 31,-10 17-18-31,-18 20-16 16,-16 24 9-16,-18 39 26 0,-16 32-24 15,-3 32-9 1,8 28 25-16,18 26 22 0,29 20 39 15,33 18-13-15,36 9-26 16,38-3-43-16,15-6-11 0,54-19 7 16,30-15-6-1,26-18 1-15,27-22-8 0,14-22 0 0,17-33 0 0,13-28 0 32,10-35 4-17,7-27 1-15,3-47-1 0,1-52 0 16,-7-46-4-1,-10-44 0-15,-22-34 1 16,-26-28 5-16,-31-20-1 16,-36-7-3-16,-35 0-2 15,-38 12-7-15,-23 24 7 0,-47 27-1 16,-29 39 0-16,-25 44-18 0,-18 38-5 16,-14 45-1-1,-5 36-6-15,5 18-48 16,16 50-35-16,18 29-9 0,28 24-102 15,36 7-93 1,46 2-70-16</inkml:trace>
  <inkml:trace contextRef="#ctx0" brushRef="#br0" timeOffset="108959.57">18303 15623 1478 0,'0'0'24'0,"-78"-104"-24"0,26 69-115 0,-12 5 31 16,-15 5 36-1,-17 9 41-15,-20 12 7 16,-20 4 0-16,-11 12 13 16,-4 17 40-16,1 16-1 15,7 19-20-15,16 18 15 16,26 25 3-16,26 24 4 15,29 16 14-15,27 14 9 16,19 12-7-16,7-2-24 16,45 4-27-16,30-2-3 15,29-10 19-15,29-17-6 0,17-19-15 16,12-25-10-16,6-29 4 16,-2-27-5-16,1-34 6 15,-1-27-3-15,-3-56-1 0,6-46-2 16,-8-42-2-1,-13-36-1-15,-17-31 5 16,-27-14-1-16,-31-8 1 16,-37 8 10-16,-43 19 8 15,-51 32-21-15,-71 37-2 16,-72 42-25-16,-92 50-69 16,-90 45-311-16</inkml:trace>
  <inkml:trace contextRef="#ctx0" brushRef="#br0" timeOffset="110408.18">9644 14652 560 0,'0'0'483'0,"0"0"-443"16,-5-73 9-16,5 59 80 15,0 4 27-15,0 7-23 16,0 3-79-16,0 0-54 16,9 16 3-16,18 18 52 15,6 16 23-15,0 12 27 16,-2 10-61-16,-4 10 4 16,-2 5-22-16,-3-5-12 15,-2-7 4-15,-1-18-14 16,-7-14-4-16,0-14-1 0,-9-15 1 15,0-7 2-15,-3-7-2 16,0 0 8-16,-3-15 2 16,-15-20-10-16,-10-11-19 0,-3-9 11 15,-2-5 6 1,-2-7-1-16,-2-2-9 16,6 1-10-16,4 2 3 0,8 3 11 0,11 5 2 31,8 3-7-31,6 5 9 15,24 11 1-15,10 8 0 16,8 8-6-16,1 12 8 16,-1 11 0-16,-5 0-4 15,-13 26 5-15,-14 9-1 16,-11 10 1-16,-5 6 1 16,-15-1 12-16,-15-3-6 0,2-6-4 15,1-10-2-15,10-9-1 16,6-7-2-16,8-8-66 15,3-7-137-15,6 0-6 16,22-24-39-16,8-12-260 0</inkml:trace>
  <inkml:trace contextRef="#ctx0" brushRef="#br0" timeOffset="110720.74">10164 14571 1275 0,'0'0'45'0,"0"0"-32"0,0 0 2 15,-15 90 148-15,11-54-41 16,4 3-40-16,0-5-43 0,22-5-21 16,5-9-9-1,3-6-4-15,7-13-1 16,5-1 6-16,-2-15-5 16,-4-11-1-16,-8-3 2 15,-14-2 3-15,-11 3-5 16,-3 2 4-16,-18 2-4 15,-15 6 4-15,-1 7 10 16,-6 6-9-16,1 5-9 16,7 0-1-16,12 0-3 15,6 0-11-15,14 0-57 0,0 0-67 0,12-3-90 16,21-11-12 0,13-9 23-16,5-6-308 15</inkml:trace>
  <inkml:trace contextRef="#ctx0" brushRef="#br0" timeOffset="110958.56">10509 14424 1048 0,'0'0'225'16,"0"0"-180"-16,0 0 89 0,0 0 22 0,-79 27-30 15,79-9-72-15,0 3-41 16,18 5 16 0,18 1-1-1,16 3-19-15,6 2 15 16,3 2-6-16,-7 1 1 0,-14-2-19 15,-10-1 0-15,-18-5 0 0,-3-4-4 32,-9-5-31-32,-5-7-43 0,-16-6-57 15,-4-5-51-15,-2-9-78 16,0-21-96-16,6-10-180 16</inkml:trace>
  <inkml:trace contextRef="#ctx0" brushRef="#br0" timeOffset="111148.59">10601 14486 987 0,'0'0'233'16,"0"0"-140"-16,0 0-21 0,0 0 112 16,0 0-4-16,-43 111-73 15,24-61-36-15,-5 0-43 16,7-6-5-16,3-2-23 0,5-9 2 0,4-6-2 31,5-7-7-31,0-7-60 16,5-12-73-16,18-1-82 15,6-25-74-15,5-20-304 16</inkml:trace>
  <inkml:trace contextRef="#ctx0" brushRef="#br0" timeOffset="111311.86">10861 14503 1235 0,'0'0'248'0,"0"0"-238"15,0 0-10 1,28 88 76-16,-26-55 45 0,-2 4-43 15,0-1-66-15,0-1-11 16,0-7-1-16,0-7-8 16,0-6-152-16,0-15-141 15,-6 0-210-15</inkml:trace>
  <inkml:trace contextRef="#ctx0" brushRef="#br0" timeOffset="111455.57">10798 14430 1232 0,'0'0'154'0,"0"0"-154"16,0 0-102-16,0 0 52 16,0 0-39-1,-46-77-217-15</inkml:trace>
  <inkml:trace contextRef="#ctx0" brushRef="#br0" timeOffset="111809.53">10964 13990 1184 0,'0'0'130'16,"0"0"-130"0,0 0 0-16,0 0 147 15,24 101-11-15,-11-43 23 0,5 5-72 16,3 1-60-16,3-6 15 16,3-8-16-1,3-8-10-15,-2-10-8 0,-1-7-8 16,-2-9 0-16,-4-10 0 15,1-6 0-15,-2-3 0 16,-4-22-2-16,0-5-14 16,-5-1-7-16,-3 4 10 15,-4 9 6-15,-4 9 7 0,0 6 4 16,0 3-4 0,3 2-1-16,3 17 1 15,0 9 31-15,1 5-4 0,2 1-13 0,0-1-8 31,-1-4 0-31,-2-2-5 16,-2-5-1-16,-2-2-6 16,-2-4-92-16,-5-5-141 15,-23-11-148-15,-12 0-678 16</inkml:trace>
  <inkml:trace contextRef="#ctx0" brushRef="#br0" timeOffset="112067.86">10953 14379 1464 0,'0'0'0'0,"0"0"-146"16,39-111-88-1,2 61 222-15,6 4 11 16,1 9-53-16,1 13-141 16,-8 12 5-16,-13 9 190 15,-10 3 37-15,-12 0 129 16,-6 0-6-16,0 0-20 0,-5 3 11 15,-8 5-44 1,4-1-107-16,4-2-10 0,5-1-201 16,0-4-296-16</inkml:trace>
  <inkml:trace contextRef="#ctx0" brushRef="#br0" timeOffset="112660.66">11514 14140 1236 0,'0'0'181'15,"0"0"-151"-15,0 0-30 0,0 0 178 16,0 0 20 0,-10 74-142-16,10-47-47 0,0 4 4 15,1-1 11-15,14-5-23 16,6-7 4-16,-1-5-5 16,2-6 6-16,-1-7-6 15,-3 0 0-15,0-4 1 16,-5-18-1-16,-3-12 0 15,-5-7-21-15,-5-8-11 16,0 0 18-16,-3-2-33 16,-19 5-1-16,-8 9 25 15,-11 12 6-15,-6 13 12 0,-4 12 4 16,2 4 1 0,8 19 29-16,10 2 0 15,9 0-2-15,7 0-2 16,11-6-6-16,4-2-15 0,0-5 0 15,23-5-1-15,12-7-2 16,9 0 0-16,7-6-2 16,4-11-5-16,-6 3-10 0,-4 6 4 15,-7 4 11-15,-5 4-2 16,-7 6 3 0,-3 18 2-16,-10 3 12 0,-6 3 12 15,-2-1-10 1,-5-7-8-16,0-5-5 0,0-9-3 0,3-6-2 0,2-2 1 31,4 0-4-31,8-15-11 16,7-4 14-1,3-1-2-15,0 3 1 16,-2 7 3-16,4 6 0 0,-4 4 6 16,0 0 4-16,-8 15-6 15,-2 6-4-15,-5 5-1 0,-8 1 1 16,-2 3-24-1,0-5-105-15,0-3-97 16,-11-7-98-16,-5-7-65 16</inkml:trace>
  <inkml:trace contextRef="#ctx0" brushRef="#br0" timeOffset="113216.45">11662 13498 1147 0,'0'0'105'0,"-131"-58"-86"16,53 43 15-16,-17 9 69 15,-19 6-21-15,-14 14-48 0,-15 19-27 16,-14 13-3 0,-4 11 3-16,0 13-1 15,3 12 6-15,10 13 16 16,21 5 0-16,11 5 6 15,19-3 13-15,13 0-10 0,20 1-4 16,17-1 12-16,21 0-6 16,17 2-10-16,9 1-7 15,9 4 0 1,11-5-16-16,5-9-5 16,0-9 4-16,2-13-4 0,1-10 0 15,4-11-2 1,2-7 0-16,9-6 1 0,6-6 3 15,5-2-2-15,16-4-1 0,15-7 0 0,17-9 5 32,20-10-3-32,19-1-1 15,12-12 2-15,14-15-2 16,5-9-1-16,-2-6-3 16,-1-6-1-16,-10-5 1 15,-13-1 1-15,-9-6 2 0,-17-11 1 16,-17-17-1-16,-17-18 0 0,-20-19 0 31,-12-13 4-31,-17-5-1 0,-20-5 1 16,-17 8 1-16,-25 6-1 15,-34 9-4-15,-28 19-1 16,-26 23-24-16,-29 28-151 16,-29 21-591-16</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1-04T06:13:15.064"/>
    </inkml:context>
    <inkml:brush xml:id="br0">
      <inkml:brushProperty name="width" value="0.05292" units="cm"/>
      <inkml:brushProperty name="height" value="0.05292" units="cm"/>
      <inkml:brushProperty name="color" value="#FF0000"/>
    </inkml:brush>
  </inkml:definitions>
  <inkml:trace contextRef="#ctx0" brushRef="#br0">8305 4884 772 0,'0'0'0'0,"-33"-87"-1"16,17 35 1-16,-5-4-3 0,-6-5 3 15,-5 3 0-15,-10 5 1 16,-10 4 10-16,-8 8 31 15,-7 8 4 1,-8 10-33-16,-5 12-8 0,-14 11 0 16,-8 0-5-16,-11 11 0 0,-8 13 0 15,0 13 0 1,-4 7 2-16,-1 11-1 16,4 11 10-16,10 16 11 15,11 10 29-15,14 10-27 16,14 10 16-16,18 4-13 15,22 6 7-15,24 2-9 16,15-7-18-16,37-8 7 16,29-7-6-16,23-9-1 0,29-9-3 15,25-14-1 1,23-16 2-16,17-23-1 0,1-22 0 16,1-9-2-1,-5-38 5-15,-4-26-3 0,-9-16 3 16,-10-15-3-16,-21-8-2 15,-18-5 0-15,-26-7 6 0,-26-9-4 16,-27-5 1-16,-25 1 9 16,-20 0-11-16,-20 12 16 0,-30 12-6 31,-23 12-9-31,-17 23 3 16,-18 19-3-16,-18 18-4 15,-10 20-1-15,-1 12 0 16,9 14-4-16,16 23-21 0,20 10-56 15,23 10-29 1,24 10-74-16,21 4-35 0,18-1-123 16</inkml:trace>
  <inkml:trace contextRef="#ctx0" brushRef="#br0" timeOffset="1483.39">5567 8963 432 0,'0'0'234'15,"0"0"-234"-15,0 0 1 16,57-85 12-16,-51 57 24 0,-4-3 1 15,-2 0 72-15,0-1-15 16,-5 2-68-16,-14 5-6 16,-11 9-16-16,-9 10 14 15,-10 6-1-15,-9 6-17 0,2 18 12 32,1 7-6-32,0 7-5 0,5 5 7 0,8 4-4 15,7 3 11 1,13 4-12-16,10 2 3 15,9 4 0-15,3 1-5 16,9 10 1-16,18 3-2 16,1 8 2-16,3 4 3 15,1-1-3-15,-7 1 2 0,-1 0-4 16,-6-1 4-16,1-5 1 16,-7-7 0-16,-1-4-1 15,-4-5 2-15,-4-7-4 16,-3-9 5-1,0-6-8-15,-15-5 4 0,-11-4 2 16,-10 0-3-16,-9-5 4 16,-7-5-5-16,-2-11 0 15,6-12-1-15,8 0 2 16,7-22-2-16,12-8 0 16,9-4 5-16,8-2-2 15,4 5-4-15,6 5-1 16,18 3-2-16,4 10 1 15,5 4 0-15,1 9-1 16,-1 0-1-16,-2 8 4 16,-4 11-3-16,-3 9 3 0,-2 9-1 15,-4 10 2-15,-3 11-1 0,-6 12 0 16,-7 6 2 0,-2 8 0-1,-2 6 0-15,-17 4 1 0,-1 5 6 16,-5-1 0-16,-5 4 2 15,-1 1-1-15,-2 3 4 16,0 10 8-16,3 3 3 0,5-1 5 16,11 2-2-1,7-5 1-15,7-8-7 16,0-6-9-16,15-11-5 0,15-10-5 16,7-11 2-1,14-13-4-15,13-17 0 16,12-15-1-16,17-20-42 0,15-7-116 0,5-39-114 31</inkml:trace>
  <inkml:trace contextRef="#ctx0" brushRef="#br0" timeOffset="6114.3">10512 9000 400 0,'0'0'3'0,"0"0"-3"0,0 0 0 15,25-74 25 1,-25 48 72-16,0-3-32 16,-4 0 24-16,-10-2-51 0,-1 5 20 15,-1 5-22 1,-5 4 5-16,-4 5-11 0,-4 3 23 15,-5 5-52 1,-3 4 8-16,-6 0-8 0,-4 10 4 16,-3 11 15-1,0 7 5-15,-2 6-5 0,6 2-5 16,4 4 5-16,8 2 3 0,7 5-14 16,6 2 3-1,6 8-4-15,7 8-4 16,5 9 4-16,3 5-1 15,0 4 1-15,3-1-2 16,13 2 1-16,3 5-3 16,-4 4-1-16,4 3-1 15,-2-1 0-15,-1 5-2 16,-4 0 1-16,1 8 0 16,-2 1 0-16,4-6-1 0,-2-4 1 15,-1-9 1-15,-5-7-2 16,-5-8 0-16,-2-9 1 15,-5-9 1 1,-15-11-1-16,-7-9 4 0,-6-10 3 16,-3-7 6-16,-3-9-6 15,-1-8 0-15,4-3-5 0,2-10 4 16,9-15-4 0,1-9 3-16,10-7-6 15,8-2-1-15,5 0 1 16,1 5 0-16,4 6-1 15,13 9 1-15,5 11-5 16,-1 12 2-16,4 0 0 16,-2 19-3-16,1 13 6 0,-2 11-1 15,-4 7 1-15,-2 6 0 16,-5 4 1-16,-4 6-1 16,-2 5 0-16,-5 4 3 15,0 6 1-15,-5 4 6 16,-5 10-5-16,-4 2 0 15,-2 8 5-15,4-2-3 16,4 1 10-16,8-2 11 16,0-7 1-16,8-9 25 0,17-11-42 15,7-12-6-15,5-8-5 0,11-11 0 32,7-11 0-32,8-9-1 15,1-8-15-15,7-7-139 0,-7-5-136 16,-11-4-477-16</inkml:trace>
  <inkml:trace contextRef="#ctx0" brushRef="#br0" timeOffset="7404.64">13988 13991 830 0,'0'0'48'0,"0"0"-48"15,0 0 0-15,0 0 2 0,0 0 1 16,0 0 22-1,-34-44 56-15,25 31-40 16,-8-3-29-16,-4-3-8 0,-10-2 2 16,-11-3-4-1,-4-4-1-15,-11-3 3 16,-7-2-2-16,-9 2 4 16,-6 4 3-16,-9 6-7 15,-9 6-2-15,-9 6 1 0,-6 8-1 0,-1 1 11 16,1 3-10-1,3 13 9 1,0 7 8-16,2 7-2 0,-2 6 5 16,1 8 0-16,8 4-1 15,5 5-1-15,8-2 13 16,10 5 1 0,8 2-5-16,11 1-17 0,15 4 5 15,11 3-2-15,10 1 2 16,16 4-13-16,1 2 3 15,4 4 1-15,1 0-2 16,0 3 3-16,6 4-1 16,21 5-3-16,12-3 5 15,13-2 8-15,10-5-8 16,10-6 0-16,6-4-6 0,13-4 0 16,12-6 0-16,7-10 7 15,11-8-5-15,6-9 9 16,5-8-3-1,0-8 5-15,2-9-4 0,0-7 7 16,1 0 2-16,1-25 5 16,-4-8-12-16,-5-14 1 15,-8-10-7-15,-10-17 3 16,-13-15-8-16,-8-15 0 16,-14-19-1-16,-14-7-1 15,-18-4 1-15,-15 5-2 16,-24 5-2-16,-3 9-1 15,-35 9 2-15,-18 14-4 0,-16 17 2 16,-22 19-23-16,-18 18-36 16,-21 18-71-1,-22 16-92-15,-17 4-423 16</inkml:trace>
  <inkml:trace contextRef="#ctx0" brushRef="#br0" timeOffset="10221.09">14929 8804 500 0,'0'0'21'0,"0"0"-2"0,0 0 15 15,0 0 43-15,-61-80-58 0,34 57 19 16,-4 4 16 0,-5 4-19-16,-8 10 20 15,-10 5-18-15,-8 7-7 16,-9 23-27-16,-4 3 6 0,-1 6 7 0,9 2 5 15,11 4-7 1,12 3 24 0,14 6-23-16,10 5 4 15,6 5-2-15,14 11 1 0,0 8-10 16,11 3-5-16,15 14 1 16,6 3 6-1,-1 3-2-15,-1 2-8 0,-3-8 3 16,-5-12-2-1,-7-12 0-15,-4-12 0 0,-11-13-1 16,0-8 0-16,-11-7 1 16,-17-3 2-16,-7-5 1 15,-2-9-1-15,6-6 2 16,1-8-2-16,9-5-2 16,6-8 6-16,5-15-2 0,7-9-4 15,3-5-1 1,3 0 0-16,21 0-3 15,8 5 1-15,10 13 0 16,1 13 0-16,2 6 0 16,1 11-2-16,-5 22 3 0,-5 6 1 15,-8 11-1-15,-7 11-4 16,-9 14 5-16,-8 14-1 16,-4 7 2-16,0 6 4 15,-13 2 3-15,-1 8 4 16,-1 6 0-16,2 8 3 0,-2 2 10 15,3 11-5 1,3 6 0-16,3 2 14 16,2 7 9-16,2-5-11 15,1-2-2-15,-1-7-18 16,2-14-6-16,6-8-5 16,23-9 1-16,17-17-1 15,16-11-1-15,19-19 0 16,22-22-32-16,19-26-95 0,19-16-150 15</inkml:trace>
  <inkml:trace contextRef="#ctx0" brushRef="#br0" timeOffset="11343.35">19350 8943 775 0,'0'0'0'16,"0"0"0"-16,-24-79-3 15,2 58 0-15,-7 2 5 16,-3 2-2-16,-6 5 14 15,-5 10 92-15,-10 2-66 0,-6 6-5 0,-8 17 2 32,0 9-25-32,1 7 8 0,7 7-1 15,5 8-1-15,6 6-7 16,4 13-5 0,8 11 0-16,9 6 6 0,12 6 8 15,12 3-8-15,3 1-4 0,12 5-3 16,16 5-2-1,3 1-2-15,-1 2 3 16,-7 2-4-16,-13 1 0 16,-8 0 2-16,-2-7-2 15,-11-12 1-15,-11-16-2 16,-3-17 2-16,-2-14 1 0,-3-16 0 16,1-14 3-1,1-10 4-15,1-10-4 0,5 0-1 16,8-20 6-16,7-13-10 15,7-11-4-15,12-8-24 16,21-1 21 0,15 3 1-16,7 7 4 0,3 16 0 15,-3 15-1 1,-6 12 0-16,-6 19 1 0,-5 22-3 16,-10 15 3-16,-7 16 2 15,-11 15 0-15,-8 15 2 16,-2 8 6-16,-5 8 11 15,-18 4 11-15,-7 12 20 16,-2 5-20-16,4 0 11 16,4 7 3-16,9-6-29 15,6-2 21-15,6-3-13 16,3-11-19-16,0-10-3 16,18-4 2-16,12-12-3 15,12-9-4-15,13-15-52 16,14-16-47-16,13-25-41 0,13-27-183 0</inkml:trace>
  <inkml:trace contextRef="#ctx0" brushRef="#br0" timeOffset="12418.4">23705 8917 739 0,'0'0'99'0,"0"0"-99"0,-61-73-28 0,4 67 9 0,-13 6 19 15,-15 0 1-15,-11 16 52 16,-8 17 22-16,7 6-20 15,6 11-14-15,21 5-24 0,15 11-9 16,13 12-5 0,20 8 1-16,14 10 12 15,8 7 1-15,21 5 1 16,13 6-1-16,7 7 23 16,-2 2-27-16,-7 1-4 0,-6 4-5 0,-12-2-3 0,-8-9 1 31,-6-10 0-31,0-17-2 15,-7-18 0-15,-9-15 3 0,-4-15-1 16,1-17 2-16,-8-11 7 16,0-10 7-1,0-4-4-15,4-18-7 0,7-17 4 0,10-7-11 16,6-8-1 0,2-2-5-16,21 5-8 15,8 10 2 1,7 17 3-16,6 13 2 15,3 7 4-15,1 31 3 0,-2 21 0 16,-7 22 4-16,-10 16 9 0,-10 18 3 16,-18 14 31-1,-1 8-1-15,-19 8 31 16,-9 7-12-16,1-6-28 16,9 4 1-16,9-5-9 0,9-8-8 15,13-10-13-15,20-10-6 16,9-9-2-1,6-15 0-15,1-11-4 16,2-10-79-16,5-18-65 16,7-12-54-16,4-20-171 15</inkml:trace>
  <inkml:trace contextRef="#ctx0" brushRef="#br0" timeOffset="13467.41">28452 8738 803 0,'0'0'11'0,"0"0"-9"0,0 0-4 0,-107-62-3 16,40 61 5-16,-11 1 2 16,-5 4 43-16,-2 20 12 15,4 15 0-15,5 7-5 16,4 15-24-16,8 8-9 16,12 10-10-16,15 10-2 15,13 8-1-15,16 3 7 16,8 5-11-16,9 3 6 15,23 1 13-15,10 4 6 16,7 1-21-16,-2 3 6 16,-5-4-3-16,-9 0-3 15,-11 0-6-15,-11-5 3 16,-11-11-3-16,-3-12 0 16,-25-14 0-16,-7-13 0 15,-5-14 1-15,-3-13 7 0,2-13-2 16,5-14-5-16,10-4 0 15,6-14 4 1,13-19-5-16,7-12-15 0,0-10-24 16,24-2-14-16,12 8 29 0,5 11 20 15,4 18 2 1,1 19 2-16,0 6-3 16,-7 36 3-16,-4 22 23 15,-15 23 21-15,-12 14 9 0,-8 16-28 16,-18 9 18-1,-16 6-1-15,-5 2 0 16,3 5 3-16,8 1 32 16,13 0-16-16,12-4-9 15,3-13-36-15,25-9-14 0,17-16 1 16,9-15 2-16,9-14-5 16,5-15-2-16,5-17-25 0,-3-19-126 15,-6-17-120 1,-11-29-203-16</inkml:trace>
  <inkml:trace contextRef="#ctx0" brushRef="#br0" timeOffset="17644.38">11705 16468 757 0,'0'0'6'0,"0"0"-6"16,0 0 1-16,0 0 2 15,0 0 90-15,0 0-28 16,0 0-28-16,-16-50-1 0,16 50 8 15,0 0-26-15,0 0-10 16,0 0-4-16,0 19-2 16,6 20 26-16,4 14 57 15,-2 6-2-15,1 9-19 0,-5-1-20 16,-4-3-14-16,0-3-6 16,0-7-6-16,0-12-8 15,2-9-7-15,2-13-3 0,1-11 0 31,-2-6 0-31,0-1-1 16,0-2-2-16,-2 0-1 16,6-5 2-16,4-18-13 15,5-10-40-15,5-6-2 16,6 5 49-16,3 8-3 16,-3 8 5-16,0 11 5 15,-4 7-4-15,-1 0-1 0,1 16 3 16,-2 0 3-16,-1 1 0 15,-1 0 3-15,-1-4-2 16,-5-3 2-16,-4-5 0 16,2-2-1-16,-5-3 1 15,-2 0 9-15,1-10 11 16,-1-16 17-16,1-7-40 16,-1-3 3-16,-4-1 11 15,0 3-3-15,0 3-8 16,-3 2-3-16,-3 10 2 15,2 5-4-15,2 6-1 16,2 5-2-16,-1 1-36 0,1 2-8 16,0 0-28-16,0 0-21 15,1 0 29-15,11 0 64 0,3 0-10 0,6 0 3 32,-2 2 11-32,1 4 1 15,3 4 1-15,-1 8 9 16,0 5 23-16,-3 4 19 15,-5 2 10-15,-1 1-24 16,-4-5-16-16,2-3 19 16,0-4-15-16,-3-8-18 15,-1-4-7-15,-2-5 0 16,-2-1 0-16,0 0 6 16,-3-3 13-16,4-18 15 0,-4-8-31 15,0-11-2 1,-12 2-3-16,-10 5 1 0,-1 0 0 15,0 5 2-15,2 2-1 16,4 5 0-16,4 5-1 16,4 4 0-16,3 2 3 15,3 1-3-15,-2 2 0 16,1 0 0-16,3 2 0 16,-1 0 0-16,2 3-2 15,0-1 0-15,0 0 2 16,0-2-3-16,9 1-3 0,9 1 1 15,6 2-1 1,4 1 2-16,5 0 2 0,3 7 0 16,1 11 1-16,3 2 1 15,-5 2 3-15,-1-3 0 16,-6-3-2-16,-4-1 2 16,-6-2 1-16,-3 0-4 15,-3-2 0-15,-4 0-1 0,-2 1 1 0,-1 3 0 31,-3-5 0-31,-2 0-19 16,1-4-62-16,1-6-30 16,2 0 6-16,4-23-10 15,5-17-206-15</inkml:trace>
  <inkml:trace contextRef="#ctx0" brushRef="#br0" timeOffset="18003.2">12853 16134 1152 0,'0'0'0'0,"0"0"-3"16,7 105 3-16,-7-46 40 0,0 5 58 15,1 3 18 1,4-4-65-16,3-8-30 0,1-10-8 16,4-14-5-1,-1-11-4-15,0-7-3 16,-5-8-1-16,-2-4 0 0,-2-1 1 15,-3 0-1-15,0-8 0 16,-6-9-24 0,-11 1-23-16,-2 9 45 15,-2 7 0-15,-3 0 2 0,-1 23 7 0,8 7 24 16,3 2 12 0,9 0-5-16,5-1-17 15,0-4-7-15,15-4-10 16,9-4-3-16,6-8-1 0,8-5-8 0,4-6-96 31,6 0-74-31,-3-10-34 16,-6-10-170-16</inkml:trace>
  <inkml:trace contextRef="#ctx0" brushRef="#br0" timeOffset="18923.43">15790 15705 916 0,'0'0'0'16,"-89"16"-96"-16,53-3 48 0,6-4 36 15,9-1 12-15,12-5 12 16,5-3 21-16,4 1 18 0,0 0-23 16,18 4-24-16,15 2 34 31,14-1-6-31,11 1-11 0,16 0-11 15,14-4-3 1,15-1 6-16,13-2-8 0,8 0-2 16,7 0 2-16,3 0-5 15,8 0 6-15,12-5-6 16,11-6 3-16,26-8-2 0,22-10 26 16,19-6 52-1,26 0-39-15,9 3-32 16,11 2-8-16,11-1 1 15,7 4-1-15,8 1 3 16,11 0-3-16,8-1 0 16,13-1 0-16,7-3 0 0,9-2 2 15,11-1 0-15,4-1-2 16,7-1 6-16,5 3 6 16,5 1 0-16,6-3 2 15,-1 2-11-15,6-3-3 0,2-3 1 16,-2-5 1-1,0 1 2-15,-4-6-4 0,3 2 0 16,-2 2-1 0,1 1 1-16,0 1 13 15,-7 2-3-15,-4 2-7 0,-4 0 8 16,-13 1-4 0,-9 2-2-16,-13 1-5 0,-16 2 0 15,-17 1 0-15,-17-1-2 16,-18 1 2-1,-21 2 3-15,-22 2-2 0,-27 2-1 16,-26 5 5-16,-35 5 3 16,-26 1-7-16,-29 8-1 15,-32 2-1-15,-26 5-48 16,-31 0-134-16,-31 0-334 16</inkml:trace>
  <inkml:trace contextRef="#ctx0" brushRef="#br0" timeOffset="21390.7">15649 15729 567 0,'0'0'21'0,"0"0"-9"0,0 0-11 0,0 0 28 15,0 0 49 1,0 0-39-16,22-50 3 0,-22 47 79 16,0 0-29-16,0 0-78 15,-12-1-13-15,-4 3-1 16,-11 1 2-16,-8 0-2 16,-11 1-3-16,0 9 3 15,-5-2 0-15,2-1 0 0,1-2 0 16,3-2 0-16,5 0 1 15,4-3 0 1,7 0-1-16,3 0 23 0,8 0-7 16,2 0 26-1,7 0-28-15,3 0 13 16,3 0-19-16,0 0 7 16,3 0-2-16,0 0-11 15,0 0-2-15,0 0-2 16,-2 0-1-16,-3 21 3 0,-3 5 22 15,-1 2 2-15,-3 1-18 16,2 5-5-16,-1-1 11 16,0 5 4-16,1 7 3 15,3 8 15-15,2 7 6 16,2 8-13-16,3 0-9 16,0 1-8-16,0-1 2 0,0-1-6 15,0 1 1 1,0-2 3-16,0-3 0 15,0 0 20-15,0-3 2 16,0-3-10-16,0 0-6 16,0-5-7-16,0-5-4 0,-4-6-2 0,3-9 2 15,1-4-4 1,0-5 0-16,0-3-1 16,0-4 2-16,0-1-2 15,5-3 0-15,1 1 0 16,5 0 1-16,4-1 0 15,7-2-1-15,11-3 4 16,10-3-2-16,12-4 0 16,12 0 0-16,7 0 2 15,11-1-3-15,6-3 0 16,7-2 0-16,9-1-1 16,6-1-1-16,9-2-8 0,13-7-1 15,14-6 8 1,14-1 1-16,12 0 2 0,14 2-1 15,5-1 3-15,8 2-3 16,7-3-2-16,0 1-2 0,2 1 4 0,7 1 2 31,6 0 1-31,6-1-3 16,4 2-2-16,0-1 0 16,9 1 2-16,3-3 4 15,4 1-3-15,6 0-1 16,-3-3-5-16,3 2 5 15,1 1 4-15,1-2-4 16,6-1 0-16,-4-1-3 16,1-3 3-16,1 0 3 15,2-4-3-15,3 0-3 0,-1-2 3 16,2 1 1-16,5 1 0 16,2 0-1-16,-2 1-5 15,-1 2 2-15,-4 1-3 16,1 0-1-16,-1 0-6 15,-7-1-7-15,0-2 1 16,-3-3-1-16,-2 0 3 0,2 0 0 16,-9 3 11-1,-2 1 6-15,-5 0 3 16,-6 1-3-16,-2-1-4 0,-8 0 4 16,-6 2 0-16,0-2 1 15,-4-1-1-15,-1-1 0 16,-3 1-1-16,-6-1 1 15,-4 4 1-15,-5 1 2 0,-7 0 0 16,-4 2-3 0,-8 1 1-16,-9 4-2 15,-7-1 2-15,-11 3 0 0,-6-1 1 0,-4 2-1 32,-8 0-1-32,-6 2 0 15,-11 3-2-15,-9 3 2 16,-5 2 0-16,-8 1-1 15,-6 3 1-15,-10 1 0 16,-5 1 0-16,-11 2 0 16,-11-1 0-16,-6 1-1 0,-8 0 1 15,-2-1-1-15,-2 1-1 16,-1-2 2-16,1 0-1 0,3-4 0 16,-1 2 0-16,-2 0 0 0,-3-2-2 31,-5-1-9-31,-3 3 1 15,-6 0 4-15,-4-2-2 16,0 2 0-16,-3-4 6 0,3-2 2 16,4 3-1-16,-2 0-3 15,-1 2 3-15,-3 2 1 16,-2 0-1-16,0 2 2 16,-1-1 0-16,-1 1 0 0,-2-1 0 15,1 1 1 1,-1-2-1-16,1-1 0 15,2-2 1-15,-2 2 0 0,-1-3 0 0,-2-1 0 0,-2 0 0 32,0-4 4-32,0-5-1 15,0-2-3 1,-8-4 2-16,-2-3-1 16,1-5-2-16,0-9 3 15,3-3-3-15,-3 0 0 16,1 1 0-16,4 4 7 15,-1 3-2-15,2 0 0 0,-1 0 0 16,-2-1 5-16,3-1 11 16,-1-4-21-16,1 0 0 15,-2-1 0-15,1 0 2 16,-1-1-2-16,-1 1 3 16,0-1 2-16,2-3-4 15,-1-1-1-15,1 4 0 16,-1 4 1-16,-2 9-1 15,-4 10 11-15,-4 9-5 16,-13 11-4-16,-16 0-2 0,-27 24-64 16,-21 9-121-1,-26 5-231-15</inkml:trace>
  <inkml:trace contextRef="#ctx0" brushRef="#br0" timeOffset="22400.26">16094 15672 122 0,'0'0'651'0,"0"0"-593"0,0 0-41 15,0 0-17-15,0 0 0 16,0 0 23-16,0 0 72 16,2 100-46-16,-20-32 37 15,-6 16-35-15,-2 21 21 16,-4 12-25-16,-1 7-5 16,5 2 9-1,2-10-29-15,6-5-2 0,9-14-14 16,8-12 0-16,1-11-6 0,0-13 0 15,15-10 0-15,7-11 0 0,5-9-45 32,9-12-48-32,7-10-59 0,8-9-84 15,7-14-42 1</inkml:trace>
  <inkml:trace contextRef="#ctx0" brushRef="#br0" timeOffset="22743.17">17301 15723 740 0,'0'0'146'0,"0"0"-146"0,0 0-4 16,0 0 4-16,-77 79 0 15,70-36 37-15,2 11 33 16,5 16-15-16,0 16 2 16,0 11-22-16,5 7-5 0,2 6 4 15,2-4-5 1,-2-6-4-16,2-7-11 16,2-10-9-16,1-8-5 15,-2-11 0-15,3-7 0 16,-2-14 0-16,3-12-22 15,6-15-57-15,9-14-50 16,5-5-71-16,5-33-68 16</inkml:trace>
  <inkml:trace contextRef="#ctx0" brushRef="#br0" timeOffset="23043.24">18392 15648 1024 0,'0'0'59'0,"0"0"-59"15,0 0-195-15,0 0 195 0,0 77 6 16,0-16 91-16,0 15-19 16,-1 17-7-1,1 17 14-15,0 6-53 16,4 4-6-16,16-6-7 15,6-9-10-15,9-9-7 16,5-13-1-16,8-11-1 0,1-14-3 16,3-14-21-16,6-15-98 15,4-18-30-15,2-11-138 16,1-26-433-16</inkml:trace>
  <inkml:trace contextRef="#ctx0" brushRef="#br0" timeOffset="23327.31">19824 15715 1024 0,'0'0'0'16,"0"0"-172"-16,8 122 172 0,-8-53 50 31,0 17 45-31,0 11 21 15,-8 6-60-15,1 2-18 16,3-5-21-16,-1-7-16 16,5-7 0-16,0-8 0 0,0-14-1 15,0-9 0 1,8-12 0-16,5-15-21 0,1-11-52 16,2-13-30-16,2-4-99 15,1-23 29 1,2-26-378-16</inkml:trace>
  <inkml:trace contextRef="#ctx0" brushRef="#br0" timeOffset="23597.06">20457 15615 1178 0,'0'0'0'16,"0"0"-67"-16,0 0 44 0,-27 91 23 15,20-29 28 1,-1 10 66-16,4 11-38 0,4 9 7 16,0 5-19-16,0 2-23 15,4-2-10 1,8-8-7-16,6-9-3 16,4-10 0-16,1-13-1 0,5-14-30 15,5-15-40-15,10-14-73 16,7-14-19-16,3-16-170 15</inkml:trace>
  <inkml:trace contextRef="#ctx0" brushRef="#br0" timeOffset="23805.63">21706 15502 1238 0,'0'0'0'0,"0"0"-26"0,62 86-25 16,-33-15 51-16,-4 11 11 16,-7 14 77-16,-6 15-8 0,-12 8-46 15,0 1-34 1,-16-3-16-16,-17-12-131 16,-9-16-148-16,-9-16-145 15</inkml:trace>
  <inkml:trace contextRef="#ctx0" brushRef="#br0" timeOffset="25642.27">8726 8599 623 0,'0'0'1'0,"0"0"0"0,0 0 13 16,-69-99-10-1,35 70 37-15,-6-3-13 16,-14 3 8-16,-10 1-8 0,-8 1-19 0,-7 1 9 15,0 1 7-15,-2 3-9 16,3 0-13-16,3 5 27 0,2 3-11 31,6 9-17-31,-5 5 1 16,-1 0 2-16,-5 19-1 16,2 4 4-16,-1 8 24 15,0 5-13-15,-3 10-8 16,-3 7-4-16,-1 9-5 15,-4 7 7-15,-3 4-1 16,-3 3-6-16,3 0 12 16,7 4 5-16,11-2-4 15,13 4 3-15,5 9 10 0,9 8 2 16,7 7-1 0,5 12-12-16,3 3 1 0,-1 6 13 15,1 4-12-15,-5 2-5 16,-1 0-7-16,-6 9 5 15,1 5-4-15,0 5 8 16,5 7-8-16,9-7 2 16,8 3-2-16,5 0-2 15,11 8 0-15,4 8-1 16,0 10-1-16,1 9-2 16,10 1 1-16,2-3 0 0,2 1 8 15,7-5 2 1,11-9-13-16,16-9 1 15,12-16 0-15,14-17-1 16,10-13 0-16,9-17 0 0,6-17 0 16,3-11 1-16,-3-15 0 15,0-7-1-15,-12-9-6 16,-5-9 3-16,-3-8 2 16,0-12-1-16,5-9-4 15,-1-6 5-15,7-15-2 16,6-18-5-16,12-14-4 15,7-15 7-15,20-14 5 16,10-16 1-16,11-8-1 16,1-4-3-16,-15-2 3 15,-12 2-2-15,-19 3-3 16,-18-7-10-16,-13-2 6 0,-11-6 9 16,-9-6-1-16,-7-8 1 15,-2-9 1 1,-1-17-1-16,-2-18-2 0,-4-21 2 0,-5-16 0 15,-1-7 0 1,-6-8 0-16,-3-2-1 16,-10-4 0-16,-9-2 0 15,-4 7 0-15,-7 8 0 16,0 15 0-16,-15 7 1 16,-10 8 0-16,-12 20 0 15,-10 18 3-15,-6 25-3 16,-7 22 0-16,6 13-1 0,-1 13-1 15,3 11 1 1,-2 8 0-16,-1 16-2 0,-8 11-68 16,-17 5-183-16</inkml:trace>
  <inkml:trace contextRef="#ctx0" brushRef="#br0" timeOffset="35999.01">12113 4586 1134 0,'0'0'0'0,"-106"-29"-17"0,35 29-3 0,-12 0 20 15,-8 7 0 1,-3 21 19-16,9 12 11 0,9 23 0 16,9 17 8-16,11 18 26 15,12 20 1-15,11 6-39 16,16 4 1 0,13-4 6-16,7-10-10 15,34-16-4-15,24-17-15 16,26-24 19-16,19-22-5 15,21-28-9-15,17-13 12 0,15-42-6 16,8-23 0 0,4-25 1-16,-8-13 1 0,-14-10-9 15,-22-11 4-15,-23-8 1 16,-29-6-5-16,-33 5 1 16,-29 12-6-16,-20 12 18 15,-47 29-11-15,-29 15 13 16,-27 26 11-16,-21 23-34 0,-21 22-16 15,-6 16 9 1,3 34-47-16,11 22-139 16,18 10-148-16</inkml:trace>
  <inkml:trace contextRef="#ctx0" brushRef="#br0" timeOffset="37234.5">30549 4653 819 0,'0'0'241'15,"-74"-93"-240"-15,34 56-1 16,-3 0 0-16,-12-1 0 16,-8 4 3-16,-7 4-2 15,-6 9 24-15,-6 6 13 0,-9 13-26 0,-9 2 20 32,-3 8-30-32,0 16 2 15,3 9 2-15,13 9 15 16,7 14 0-16,16 14-1 15,13 20 14-15,12 12-16 16,12 9 10-16,11 4-10 0,10-7-10 16,6-6 33-16,21-11-17 15,26-13-10 1,24-13 13-16,18-10 10 0,16-15-21 16,11-9-6-16,6-10-1 15,2-20 0-15,5-1-3 16,-1-29 18-16,-4-15 3 15,-9-11-4-15,-14-8 28 0,-20-4-18 16,-28-10-3 0,-28-5 12-16,-25-6-17 15,-17-8-14-15,-32-1-4 16,-15 1-7-16,-11 8-3 0,-10 16 2 16,-6 16-1-16,-5 18-14 15,-4 14-55-15,-7 18-98 16,-2 6-44-1,-4 27-74-15,-7 17-237 16</inkml:trace>
  <inkml:trace contextRef="#ctx0" brushRef="#br0" timeOffset="39167.1">13006 8819 437 0,'0'0'18'16,"0"0"-7"-16,0 0 15 15,0 0 57-15,0 0 30 0,0 0-10 16,0 0-82-16,-86-45 38 16,77 37 24-16,4-1-57 15,1-1-19-15,2-1 4 0,2-1-3 16,0-6-8 0,5-1 4-16,17-5-4 0,-1 1 0 15,5 1 2 1,0 1-2-16,0 7 0 15,-1 5-2-15,0 3 2 16,-7 6 0-16,6 0-1 16,-3 10-4-16,-3 12 5 15,-3 10 0-15,-9 7 2 16,-6 3 14-16,0 3-3 16,0 1-5-16,-8-1 0 15,-5 5 16-15,-4 2 7 0,0 5-4 16,-7 7 6-16,3 7-12 15,2 4-5 1,-1 8 1-16,7-1-5 0,1-1 2 16,3-2 4-16,4-5-5 15,5-5-1-15,0-5-6 16,0-7 0-16,15-9-1 16,6-7-2-16,12-12-2 0,6-5 4 0,4-11-2 31,5-7 4-31,-5-6-5 15,-3 0 4-15,-5-6-6 0,-10-9 3 16,-6-4 3 0,-8-1-2-16,-8 2-3 0,-3 0 5 15,0 3-5 1,-15 7 1-16,-15 8-2 0,-4 0 0 16,-11 7-1-1,-3 19 0-15,-5 6 0 0,-1 11 1 0,4 6-1 16,3 4 1-1,11 7-3-15,6 3 3 16,9 8 0-16,11 2 0 16,8 4 0-16,2-1 0 15,0-4 0-15,8-1 0 16,10 0 3-16,7-3-1 16,2 1 0-16,1 2-2 0,2-3 0 15,-3 2 1 1,0-2 0-16,-2 1-1 15,-4 0 0-15,-1-2 1 16,-3 4-1-16,-3 5 0 0,1 4 0 16,-8 1 1-16,-1-2-1 15,-1 0 1-15,-5-1 2 16,0-5 0-16,0-1 10 16,0-7 6-16,-14-4 7 15,-10-4-13-15,-7-1 9 16,-6-5-4-16,-11 1-3 0,-3-6-1 15,-7-4-6-15,-3-8-5 16,-6-2-1 0,-8-2-1-16,0-7-2 0,-2-3-17 15,7-10-99-15,4-10-120 0,6-9-291 32</inkml:trace>
  <inkml:trace contextRef="#ctx0" brushRef="#br0" timeOffset="41181.3">31097 8870 570 0,'0'0'116'0,"0"0"-80"16,0 0-18-16,0 0 69 16,0 0 5-16,0 0 13 15,0 0-58-15,-52-44 45 0,51 33-63 16,-1-3-25 0,1 0-1-16,1-4 14 15,0-1-6-15,4-1 14 16,13 2-25-16,4 5-4 15,3 1 4-15,2 3 0 0,1 3-4 16,3 2 4 0,-2 4-1-16,-1 0 1 0,-3 0-1 0,-4 3-1 15,-1 8-4 1,-1 6 6-16,0 0 0 16,-5 5 1-16,0 6-3 15,-6 5 1-15,-7 6 1 16,0 4 2-16,-4 5-2 15,-16 3 4-15,-4 0-3 16,-1-2 0-16,0-1 2 0,2 3-2 16,0 5 6-1,7 9 10-15,0 4-7 0,7 5 3 16,2 5 12-16,7-1-3 16,0 1 15-16,2-1-22 15,15-4-1-15,6-6 16 16,1-6-11-16,1-4-5 15,3-9 4-15,2-5-11 16,5-7 0-16,-1-10-1 16,1-7-2-16,-4-5 2 15,-3-7-6-15,-6-3 0 0,-6-4 0 16,-7-1 2 0,-5 0-2-16,-4 0 3 15,0-4-3-15,-6-8-8 16,-12-1 5-16,-7 0 0 0,-6 5-1 15,-4 2 3-15,-2 6-2 16,4 0 2-16,8 2 0 16,1 16-1-16,2 11-1 15,-1 3-1-15,1 11 4 16,4 8-1-16,6 12 0 0,6 6 1 0,6 6-1 31,0 3 0-31,10 0 1 16,4 4 0-16,-1 1 0 15,1 2 1-15,0-3-1 16,0-3 2-16,2 1 0 16,-2 2 1-16,4 2 8 0,-5 7-6 15,2 4-2 1,-3 1 6-16,-1-2-5 0,-4-8 3 16,0-4 1-1,-2-1-3-15,-2-1-2 0,-2-4 5 16,-1-3 11-16,0-4-12 15,0-2 17-15,0-3 16 16,-1-4 13-16,-18-4-10 0,-8-6-18 16,-12-7-16-1,-8-8 0-15,-17-8-5 16,-15-10-4-16,-15-8-61 16,-25-9-170-16,-30-39-501 15</inkml:trace>
  <inkml:trace contextRef="#ctx0" brushRef="#br0" timeOffset="55679.05">10859 3110 754 0,'0'0'110'0,"0"0"-47"16,0 0 25-16,0 0-19 15,-7-79-19-15,6 73 16 16,-1 4-10-16,1 0-14 16,1 2-14-16,-2 0-19 0,2 0-9 15,0 6-2 1,0 16 2-16,2 15 15 15,8 12 32-15,0 8 10 16,1 3-10-16,-1 5 5 0,-2-5-27 16,-4 3-5-16,1-5 1 15,-2-4-7 1,0-1-3-16,0-10-5 0,-2-3-3 16,-1-11-2-16,0-5-1 15,0-8 2-15,0-4-1 0,0-10 5 16,0-2-1-1,-1 0 10-15,-4 0 3 16,1-17-15-16,1-10-3 16,3-8-3-16,0-5-20 15,0-3-10-15,13 5 22 16,5 1-8-16,4 4 8 16,2 5 9-16,-3 9-3 15,0 6 2-15,3 6-1 0,-6 7 0 0,1 0-1 16,3 0 0-1,1 16 3-15,1 5 2 16,-2 6 0-16,-7 2 4 16,-5 6 0-16,-7-1 5 15,-3 4-6-15,0-2 6 16,-17-1-1-16,-7-3 3 16,-2-5-2-16,-4-3 3 15,-1-9-3-15,1-4 2 0,0-4 4 16,1-5 0-1,-3-2-8-15,4 0-3 16,4-3-3-16,5-8 4 16,8 0-5-16,4 1-29 0,5-1-48 15,2 3-51-15,0-1-46 16,17 1-71-16,11-1-60 16,7 0-136-16</inkml:trace>
  <inkml:trace contextRef="#ctx0" brushRef="#br0" timeOffset="56730.2">11495 3413 835 0,'0'0'25'0,"0"0"-13"0,0 0 85 0,-24-90-13 15,11 74-14 1,-5 4-16-16,1 5-11 16,-2 3-10-16,-1 4-12 15,-2 0-8-15,0 11 6 16,2 14-2-16,-2 9 14 0,4 8 1 16,6 3 0-1,3 3 24-15,2-1-27 16,7-4-6-16,0-3-11 15,0-8-5-15,10-7-3 16,4-9 0-16,0-4 0 0,2-3 1 16,1-8-4-16,1-1 2 0,6-7 4 15,-2-18 1 1,0-5-7-16,-3-5-1 0,-3 2-9 16,-7 1 3-16,-3 0-5 15,-1 5 1-15,-1 5-10 0,-1 5 18 31,1 7-1-31,-1 5 2 16,-3 5 1-16,5 0-1 16,4 0-20-16,4 9 4 15,4 11 17-15,1 4 5 16,-5 1-2-16,-4 0-3 16,1-4 3-16,-2-2-2 0,0-9-1 15,0-1 0-15,0-8 0 16,-2-1 0-16,4-4 4 15,5-17 3-15,2-8-7 16,2-3-4-16,-1 3-2 16,-5 3 3-16,-2 8 0 15,1 9 2-15,-8 4 1 16,1 5 0-16,-4 0-8 16,1 1 5-16,1 10 3 0,0 0 3 15,-2 3-2 1,1-4-2-16,-2-4 3 15,0-3-2-15,0-1 0 0,1-2 2 16,2 0 6-16,0-10 12 16,1-11-20-16,1-9-16 15,6-1 15 1,3 5 0-16,-2 3 0 0,-1 11-8 16,2 5 7-16,-2 7-1 15,3 0-12-15,5 7 15 16,0 4 3-16,-4 1-3 15,6 0 0-15,-5-4 1 0,1-4 0 16,0-3 2 0,0-1 1-16,-1-3 8 0,-2-15-3 0,-3-8 0 31,-6-5-5-31,-2-4-3 16,-3-2-1-16,0-3-2 15,0 1 1-15,-3 7 1 16,-3 7 0-16,2 12 0 15,4 7 6-15,0 6 12 0,0 11-18 16,5 15 0-16,6 13 30 16,1 8 11-16,-2 2-7 15,-1 3 20-15,0-5-31 16,0-4-11-16,2-4-8 16,-1-9-4-16,2-9 0 15,0-6-2-15,3-9-51 16,-2-6-73-16,7-7-25 0,2-24-20 15,4-16-138-15,-3-9-217 16</inkml:trace>
  <inkml:trace contextRef="#ctx0" brushRef="#br0" timeOffset="56952.96">12348 3049 1051 0,'0'0'244'0,"0"0"-241"0,0 0-1 0,-86 72 75 0,45-36 24 16,10-5-42-1,12-5-40-15,13-5-12 16,6-2-6-16,9-2 4 16,22 0 1-16,17-1 21 0,10-1-1 15,2-7-8-15,-1-1-14 16,-6-3-2 0,-7-4-2-16,-12 0-62 0,-12 0-84 15,-17-11-88 1,-5-9-159-16</inkml:trace>
  <inkml:trace contextRef="#ctx0" brushRef="#br0" timeOffset="57766.43">11199 2746 1031 0,'0'0'63'0,"0"0"-63"0,0 0-8 32,0 0 8-32,0 0 25 15,0 0 31-15,20 33 5 16,-1-33-25-16,2 0-10 15,0-3 2-15,0-15 7 0,-2-4-19 16,-4-7-9 0,-4-8-2-16,-4-7-2 15,-7-8-1-15,0-5-2 16,-22 3-3-16,-8 7-1 16,-4 11 3-16,-2 13-3 15,-3 8 0-15,0 12 3 16,2 3 1-16,-2 7-1 15,6 14 1-15,8 1 1 0,10-3 4 16,14 0-4-16,1-5-1 16,16-4-1-16,14-6 1 15,9-4 2-15,10 0 3 16,3-17-4-16,5-7 1 16,-2-4-2-16,0-1-1 15,-5 3-6-15,-4 2 4 16,-9 7-4-16,-9 7 7 15,-8 10-1-15,-13 0-3 16,-2 21 2-16,-4 13 2 16,1 5 15-16,-1 6-2 15,5-3 1-15,4-5-5 0,3-8-3 16,1-4-3-16,4-8 1 16,3-11-1-16,3-6-2 15,2-1 5-15,2-25-2 0,-3-5-4 0,-1-4 0 31,-3-2-3-31,-9 5-9 16,-3 8 9-16,-3 6 3 16,0 11 2-16,-6 7 24 15,3 0-5-15,-3 7-15 16,3 18-6-16,6 5 86 0,5 1-46 0,3 2 2 16,1-2-29-1,0-1-2 1,-2-7-9-16,-1-5-1 15,-2-6-2-15,-3-3 1 16,-4-3-44-16,-3-6-92 0,-2-11-31 16,-1-16-78-16,0-22-672 15</inkml:trace>
  <inkml:trace contextRef="#ctx0" brushRef="#br0" timeOffset="57907.36">11798 2188 1217 0,'0'0'15'0,"0"0"-15"0,0 0-3 16,0 0 3-16,0 0-23 15,0 0-87-15,-17 31-122 16,32-23-197-16</inkml:trace>
  <inkml:trace contextRef="#ctx0" brushRef="#br0" timeOffset="58687.04">12032 2145 991 0,'0'0'122'16,"0"0"-96"-16,0 0 16 0,0 0 22 16,0 0-48-16,0 0 8 15,33 54 64-15,-17-18-55 16,5 2-3-16,0 2 2 15,3-2-13-15,3-3-6 16,-2-1-5-16,-1-9-3 16,-3-7-4-16,-6-4 0 0,-6-6 0 15,0-7 3-15,-3-1 4 16,1-17 11 0,1-14-9-16,0-8-10 15,-3-3 1-15,-5 1-1 16,0 1 1-16,0 3-1 15,0 5 0-15,-9 7-1 0,2 6 1 16,-1 12 0 0,2 6-1-16,-1 1-2 0,1 11-9 15,0 12 7-15,4 7 5 16,2-1 0-16,0-1 1 0,6 2 1 0,12-4-1 31,3-5 0-31,3-1 3 16,3-9-2-16,1-5-1 15,1-6 2-15,0 0 3 16,-2-8-2-16,-5-11-1 16,-3-5 1-16,-8 1-4 15,-6-2 3-15,-5 3 0 16,0 2-2-16,-2 6 0 16,-6 6 3-16,2 6-3 15,3 1 2-15,1 1-3 0,2 0-3 16,0 0-11-16,0 3 8 15,6 9 6-15,9-5 0 16,3-5 1-16,10-1 0 16,1-1 1-16,2 0-1 15,-4 0-1-15,-2 0 2 16,-3 0-2-16,-4 14-2 16,-4 17 2-16,-10 8 9 15,-4 11 15-15,0-1 6 16,0-4 2-16,0-6-3 15,0-11-7-15,5-9-7 0,5-13-11 16,8-6 4-16,9-8 7 16,7-25 14-16,8-10-17 15,6-5-10-15,-2 1-2 16,2 8-37-16,-5 5-107 16,-7 3-63-16,-8 3-267 15</inkml:trace>
  <inkml:trace contextRef="#ctx0" brushRef="#br0" timeOffset="61199.24">28813 2974 256 0,'0'0'244'0,"0"0"-243"0,0 0 0 16,0 0 52-1,0 0 17-15,0 0 60 0,0 0-88 16,-16-80 43 0,15 65 5-16,-4 0-24 15,-1 0 21-15,-4 1 2 16,1 2-36-16,-2 4 10 15,-1 1 16-15,0 1-42 0,2 3-8 0,-2 2-18 0,1 1 2 32,2 5-8-17,-2 17-5-15,2 11 3 16,4 13 17-16,2 6 6 16,2 5 9-16,1 1 11 15,0 3-20-15,0-4 42 16,0-2-45-16,3-4 9 0,6-6-17 15,-3-4-7-15,1-6-2 16,0-5-4-16,-5-8-2 0,-1-1 0 0,-1-8-1 31,0-2-22-31,-3-5-59 16,-16-5-38-16,-8-1-30 16,-8 0-77-16,-6-1 30 15,-3-11-71-15,2 0 30 16,6-1 41-16,7 2 172 15,13 1 25-15,10-3 280 16,6 3-92-16,3-5-44 0,18 1-32 16,12-1 11-16,10-4-19 15,11-1-42 1,3 0-8-16,-2 4-33 0,-7 1-21 16,-5 5 0-16,-9 1-56 15,-6-1-105-15,-6 0-171 16</inkml:trace>
  <inkml:trace contextRef="#ctx0" brushRef="#br0" timeOffset="61439.5">28942 3142 992 0,'0'0'201'0,"0"0"-188"0,0 0-13 16,0 0 106-16,39 86 35 0,-30-50-43 15,-1-2-42 1,0 0-34-16,-4-3-13 0,-1-7-9 0,-1-4-4 31,-2-7 3-31,0-3-28 16,0-6-65-16,-5-4-61 16,-7-2-88-16,-4-27-289 15</inkml:trace>
  <inkml:trace contextRef="#ctx0" brushRef="#br0" timeOffset="61543.32">28884 3053 1079 0,'0'0'39'0,"0"0"-39"16,0 0-123-16,0 0-89 0,0 0-104 0</inkml:trace>
  <inkml:trace contextRef="#ctx0" brushRef="#br0" timeOffset="62023.19">29091 3155 603 0,'0'0'487'0,"0"0"-481"16,0 0 26 0,0 0 117-16,0 0-8 0,0 0-39 15,57-67-73 1,-39 77-28-16,2 15 9 0,0 9 5 15,-4 1 3 1,-4 0-2-16,-6-3-12 0,-2-5 1 16,-2-7-4-16,-1-6 3 15,-1-7-4-15,0-6 1 16,0-1-1-16,0-7 19 16,0-16-19-16,2-10-1 0,6-8-13 0,4 1 8 31,4-3-16-31,1 2 14 15,2 7 4-15,3 6 4 0,2 9 1 16,-2 8-1 0,2 8 8-16,-3 3 7 0,0 5-8 15,-2 14 3 1,-2 9 16-16,-2 1-3 0,-3 4 13 16,1-4-27-16,-2 0-9 15,0 0 0-15,-2-6-1 16,0 0 0-16,-1-4-12 0,-1 1-83 15,-1-5-12 1,0-4-61-16,-1-2-62 16,1-7-75-16,1-2-139 15</inkml:trace>
  <inkml:trace contextRef="#ctx0" brushRef="#br0" timeOffset="62488.51">29819 3013 852 0,'0'0'298'0,"0"0"-265"15,0 0 72-15,0 0-11 0,-106 39 16 16,82-7-28-16,7 1-16 16,6-5-24-16,8-3-23 15,3-3-7-15,0-8-9 16,7-3-4-1,8-5 1-15,-1-5-2 16,3-1-5-16,0-5-31 0,4-16 0 16,-2-1-9-1,-7-1 24-15,-1 1-3 0,-7 4 21 0,-1 5 5 16,-3 7-1 0,1 6 1-16,2 0 0 15,2 4-18-15,6 14 18 16,5-1 18-1,0 2-11-15,4-2 3 0,-2-9-1 16,1 0 0-16,-1-4 2 16,-5-4-6-16,-2 0 0 15,-2 0 2-15,-5-5 1 16,1-3-2-16,-4 2 5 0,2 1-4 16,0-1-6-1,0 2-1-15,-1 1 0 16,-1 2-9-16,-1 1-56 0,0-2-132 15,0-2-84-15,-13-4-648 16</inkml:trace>
  <inkml:trace contextRef="#ctx0" brushRef="#br0" timeOffset="63080.53">29089 1642 898 0,'0'0'80'0,"0"0"-77"0,0 0-3 0,0 119 57 0,0-63 22 16,0 4-4-16,0-1 11 0,5-3-49 31,1-4-17-31,-3-8-3 0,-2-7 6 16,-1-7-5-16,2-9-15 0,1-9 3 15,-2-8-5 1,4-4 1-1,7 0 4-15,3-15 6 0,9-6-5 16,2 0-5 0,3 5-2-16,-3 6 0 0,4 9 2 15,0 1 11-15,1 11 5 16,1 14-3-16,-5 4-3 16,-9 5-7-16,-5 1 1 15,-10 1 7-15,-3-3 11 16,-2-2-12-16,-17-6-4 15,-8-2 15-15,-2-3-6 16,-7-6-6-16,1-5-6 0,4-7-4 16,3-2 0-16,5-3 0 15,8-12-1-15,5-2-25 16,7 0-60-16,3 1-54 16,0 2-125-16,13 0-28 15,4 2-171-15</inkml:trace>
  <inkml:trace contextRef="#ctx0" brushRef="#br0" timeOffset="63822.97">29798 2054 905 0,'0'0'12'0,"0"0"20"16,0 0 84-16,-10-72-21 15,1 66 12-15,-3 4 18 16,-3 2-79-16,-3 11-30 16,0 17 24-16,-1 3 7 15,4 5-16-15,3-3-4 16,6-2-9-16,4-5-12 15,2-2-4-15,0-5-2 0,0-5 0 16,10-8 0 0,4-4 0-16,3-2-22 0,4-10-12 15,1-11 6-15,0-3 2 16,-4 0 2-16,-2 4 9 16,-6 5 14-16,-6 7 1 15,-1 6 2-15,-1 2-2 16,1 0-6-16,5 2-11 15,3 11 17-15,3 2 5 16,2-4-1-16,-3-1-3 0,5-2-1 0,-2-2 1 31,-1-2 0-31,3-2 0 16,-1 4 0-16,0-5 0 16,0 2 1-16,1-1 1 15,0-1 7-15,1-1-2 0,0 0-1 16,4 0 6-1,-1-7-5-15,2-8-4 0,0-3 2 16,-1-4-1-16,-3-4-2 16,-2-4-1-16,-7-3 0 15,-7-2-1-15,-4 0-1 16,0-1 2-16,0 1-2 16,-3 7 1-16,-1 7 1 15,1 11 6-15,3 8 28 16,0 2-10-16,0 13-26 0,0 14 0 0,0 10 45 0,0 1-17 31,7 1-8-31,2 0-10 16,1-8-8-16,1-3-2 15,5-9-2-15,-1-6-43 16,8-12-77-16,2-1-88 16,1-14-18-16,2-21-105 15,-3-4-315-15</inkml:trace>
  <inkml:trace contextRef="#ctx0" brushRef="#br0" timeOffset="63995.28">30490 1869 359 0,'0'0'635'0,"0"0"-395"0,0 0-26 16,0 0-51-16,0 0-63 15,0 0-60-15,-53 12 24 0,33 20-16 0,12-1-38 0,8-2-6 32,11 0 1-17,20-2-2-15,13-2 0 16,11-2 0-16,8-4-3 0,1 1-34 15,-7 5-128-15,-14 0-129 16,-21 0-178-16</inkml:trace>
  <inkml:trace contextRef="#ctx0" brushRef="#br0" timeOffset="64948.92">30652 3190 1241 0,'0'0'92'0,"0"0"-92"0,0 0 0 0,17-100 24 16,-30 67 31-16,-18-3-6 15,-14-2-34-15,-13 0-15 16,-17-2-1-16,-18 5 0 15,-21 1 0-15,-21 7 0 16,-22 10-1-16,-18 12 2 16,-20 5-2-16,-6 11 1 15,-1 20 1-15,3 7 0 0,8 9 2 16,7 6 8 0,15 5-7-16,18 5 13 15,27-2 5-15,29 4 5 16,30 2-6-16,31 2-14 15,25 2 1-15,15 7-6 0,46 1 12 16,42 5-3-16,36-5 27 16,42-9-13-16,37-6-7 15,28-16-3-15,30-12-4 16,13-19 2-16,5-17 5 16,-7-13-3-16,-20-29-2 15,-16-12 11-15,-26-10 9 16,-28-12 2-16,-34-9-6 15,-44-5 1-15,-41-1-13 16,-43-5-10-16,-26 0-1 16,-40 2-1-16,-40 3-2 15,-35 12-2-15,-32 13-7 16,-20 15-25-16,-13 17-42 0,-10 18-91 16,-2 14-89-16,-2 2-123 15,-9 13-426-15</inkml:trace>
  <inkml:trace contextRef="#ctx0" brushRef="#br0" timeOffset="86975.05">11343 12762 722 0,'0'0'76'0,"0"0"-76"0,0 0-1 15,0 0 1-15,0 0 15 16,0 0 53-16,0 0-1 0,0-15-44 16,3 15-19-1,1 0-3-15,2 6 2 16,2 13 24-16,-1 7-12 16,-1 9-2-16,-2 7 41 15,-4 5-20-15,0 6-10 0,-7 4 1 0,-6 0-10 31,-2-3-2-31,1 0 2 16,-2-1-3-16,4-1 7 16,1-1-9-16,-2-1-6 0,3 3 6 15,-1-4 0-15,-4-1 10 16,2-3-14 0,0 1 16-16,-1-6-13 15,4 3-3-15,1-1 2 0,0-1-4 16,1-2 5-16,1-2 4 15,1-4 16-15,1-5-14 16,2-4-4-16,2-5-7 0,-1-4-1 16,2-4-3-1,0-5 1-15,0-1 0 16,0-5-1-16,0 0 2 16,0 0-1-16,0 0 4 15,0 0-5-15,0 0 0 0,0-3-68 16,0-6-128-16,-1-3-121 15,-1 3-60-15</inkml:trace>
  <inkml:trace contextRef="#ctx0" brushRef="#br0" timeOffset="88004.97">10600 13706 767 0,'0'0'39'0,"0"0"-36"0,0 0-3 15,0 0 17-15,0 0 81 16,0 0-42-16,-9-65-15 15,-9 65 11-15,-2 0-34 0,-3 0-2 16,-3 0 9 0,3 6-1-16,0 2-6 15,4-1 11-15,1-1-3 16,7-2-11-16,5 1 13 16,2-3-5-16,2 2-8 15,2 9-6-15,-1 11-6 16,-1 15 11-16,-3 14 28 15,-6 9 4-15,3 4 5 0,-2 1-11 16,-2 3 6-16,3-1-7 16,-1-3-8-1,10-6-6-15,0-7-10 0,0-10-9 16,13-9-4-16,5-8 1 16,8-7-2-16,5-9 5 15,9-9-6-15,9-1-106 16,14-15-60-16,11-14-86 0,0-8-60 15,-4-7-197 1</inkml:trace>
  <inkml:trace contextRef="#ctx0" brushRef="#br0" timeOffset="88255.05">11440 13693 1033 0,'0'0'6'0,"0"0"-5"0,91-38-2 15,-56 35 2-15,0 3 23 0,-1 3 37 0,-1 21 2 0,4 11-24 0,-5 6 23 16,-4 10-21 0,-9 2-6-16,-11 6-3 15,-8-3 10-15,-8 0-3 16,-22 1-26-16,-8-5-4 15,2-4-8-15,2-7-1 0,1-5-4 16,5-9-121 0,2-6-104-16,7-12-219 15</inkml:trace>
  <inkml:trace contextRef="#ctx0" brushRef="#br0" timeOffset="89395.14">29500 12803 1080 0,'0'0'29'0,"0"0"-29"16,0 0-4-16,0 0 4 15,0 0 4-15,0 0 22 16,0 0 55-16,34 88 28 16,-25-38-26-16,3 3-16 15,-5 3-21-15,-1-4-41 16,0 0 9-16,-2-1-2 0,-3-4-12 0,-1-4 1 15,0-1-2-15,-1-3-22 32,-12-1-139-32,-6-5-115 15,-4-3-239-15</inkml:trace>
  <inkml:trace contextRef="#ctx0" brushRef="#br0" timeOffset="89893.47">29076 13597 1040 0,'0'0'1'0,"0"0"-1"15,0 0-24-15,-88-28 24 16,45 25 57-16,-3 3-6 16,1 0-6-16,0 0 4 0,6 0-29 15,2 0-5 1,6 0 16-16,4 0 6 16,8 0-5-16,5 0-4 15,8 0 3-15,1 0 0 16,5 0-9-16,0 0-11 15,-1 2-7-15,-1 13 1 0,2 12 15 16,-1 6 0-16,1 6-7 16,0 6 7-1,-3 3-8-15,2 4 33 0,-2 0-10 16,1-1-9 0,2-3 26-16,0-4-10 15,2-2-41-15,14-5 3 0,6-3-3 16,4-7 1-16,5-9-2 0,9-8 0 15,10-9-90 1,11-1-50-16,12-19-80 16,4-17-77-16,2-14-365 15</inkml:trace>
  <inkml:trace contextRef="#ctx0" brushRef="#br0" timeOffset="90271.19">30074 13329 980 0,'0'0'41'0,"0"0"-41"0,0 0 0 16,0 0 0-16,0 0 19 0,0 0-5 0,73-27 2 0,-35 27-10 31,-3 0 5-31,-2 6-9 16,-3 15 3-1,-2 6 20-15,1 6 19 16,-2 6-10-16,-4 8 3 0,-7 6 17 16,-6 3 27-16,-10 5 19 15,0 0-71 1,-15-1-1-16,-12-4 28 0,-4-6 10 15,-5-10-16-15,0-12-35 16,-3-8-5-16,-7-8-5 0,-7-4-5 16,-12-7-126-1,-8-1-229-15</inkml:trace>
  <inkml:trace contextRef="#ctx0" brushRef="#br0" timeOffset="97407.71">11608 13564 806 0,'0'0'160'0,"0"0"-143"0,0 0-15 15,0 0 2-15,0 0 16 16,0 0 62-16,0 0-25 15,8-86-56-15,-2 72 4 16,-6-4 10-16,0 2 22 16,0-3-11-16,-18-1-16 0,-12-1 37 0,-9 3-45 31,-15 0 12-31,-14 6-4 16,-14 2-9-16,-11 6 6 15,-10 4-3-15,-4 0-3 16,-1 3 13-16,0 13-5 15,-4 7 4-15,3 5-3 16,-3 6 2-16,3 4-2 0,0 6 1 16,3 3 14-16,0 5-9 15,6 6-6-15,11 5-1 16,11 1 0-16,14 1-7 16,13-3 7-16,17-5 1 15,9 0 1-15,4 2-5 16,12 3 0-16,4 3 1 15,5 1-4-15,0-4 1 16,14-4 0-16,19-3 1 16,11-8-3-16,10-3 4 15,12-6 1-15,5-5-1 16,10-5-1-16,6-4-2 16,5-5 3-16,6-1 4 0,1-4 4 15,2-1 10 1,1 0 1-16,1-3-11 0,0-3-4 15,0-7-4-15,1 0 2 0,2-13 2 16,3-12-5 0,-3-10 9-16,0-9-6 15,-5-7-5-15,-5-8 0 16,-7-10 7-16,-5-12-3 16,-14-10-2-16,-14-9-1 15,-18-5 4-15,-26-8-6 16,-12 0 2-16,-37-1-3 15,-20 4 0-15,-15 13-1 16,-17 10-6-16,-14 16 4 0,-15 18-6 16,-11 21-1-1,-11 24-14-15,-5 8-104 0,-7 22-191 16,-3 3-568-16</inkml:trace>
  <inkml:trace contextRef="#ctx0" brushRef="#br0" timeOffset="99415.04">30549 13486 505 0,'0'0'117'0,"0"0"-117"15,0 0 2-15,0 0 76 16,0 0 31-16,0 0-18 0,0 0-11 0,35-18-37 31,-30 16 13-31,-3 2-30 16,-2 0-7-16,0 0-10 0,0 0 3 16,0 0 8-1,0-2 11-15,0-4 10 0,-14-5 5 16,-5-3-44-1,-7-4-4-15,-5-3 2 0,-6-3-1 16,-11-3-3 0,-11 0 3-16,-5 1-1 0,-12 0 2 15,-3 3 0 1,-7 5 0-16,-8 3 0 0,-5 4 8 16,-4 3-5-16,-4 6 8 15,-8 2-3-15,-3 0 4 16,1 2 0-16,-3 10 4 15,8 3-1-15,0 2 1 16,6 3 4-16,8 1 4 16,7 2 9-16,7 5-5 0,10 1-4 15,5 7 3-15,6 3-2 0,2 4 3 32,6 6-13-32,7-1-2 15,11 4 10-15,7 0-19 16,11 5-4-16,8 2 0 15,7-4-1-15,4 2 1 16,0-3 0-16,1 6 0 16,13 1 2-16,5 2 2 0,2 0-4 15,6-1-4-15,4-5 4 16,8-4-2-16,3-5 0 16,6-5 1-16,4-6 1 15,9-5 0-15,9-4 1 16,14-4 0-16,11-4-1 15,18-4 1-15,19-9 2 16,14-7 2-16,18 0 2 16,4-11 4-16,-3-10 1 15,-7-1-9-15,-18-1-3 16,-13-2-1-16,-11-2-2 0,-10-5 3 16,-10-6 1-16,-7-12 3 0,-8-14-2 31,-2-18-1-31,-2-17-1 0,-6-14 4 15,-16-7-1-15,-27 1-1 16,-28 5 3-16,-18 11-2 0,-47 15-2 16,-28 15-1-1,-34 18-3-15,-26 20-30 16,-34 15-108-16,-28 8-377 0</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1-04T06:15:46.740"/>
    </inkml:context>
    <inkml:brush xml:id="br0">
      <inkml:brushProperty name="width" value="0.05292" units="cm"/>
      <inkml:brushProperty name="height" value="0.05292" units="cm"/>
      <inkml:brushProperty name="color" value="#FF0000"/>
    </inkml:brush>
  </inkml:definitions>
  <inkml:trace contextRef="#ctx0" brushRef="#br0">21676 3438 204 0,'0'0'762'16,"0"0"-758"-16,0 0 1 15,0 0 13-15,0 0 1 16,0 0 2-16,-84-34 16 0,52 34 15 0,-4 0-38 31,-9 0-8-31,-4 0-4 16,-9 3 1-16,-4 4-3 0,-2 2 6 15,0 0 1-15,1-1 3 16,1 2 11-16,-4-1-3 16,-2 0-8-16,-1 0 3 15,-1 2 2-15,-5-3 4 16,2 1-4-16,3-1-5 15,7 0-6-15,10 3-1 0,5-1 3 0,8 2 6 32,2 4-6-32,1 2-3 0,2 3-3 15,0 4 4 1,5 3-3-16,4 2 15 16,6 5 0-16,4 1-11 0,5 1 0 15,0 2 1-15,0 4-2 16,-4 2 6-16,-3 6-5 15,1 1 2-15,-2 5-3 16,1 2 3-16,-3 0-2 0,0 0 1 0,3-2-2 0,-1 0 8 31,1 0-2-31,3-1 4 16,-1 2 1-16,2 2 6 16,1 1-2-16,-2 7-14 15,1 3 0 1,1 4 3-16,3 0 7 15,0 0 4-15,0 2 1 0,4 6-7 0,2 2-3 32,1 1 4-32,3-2-8 0,0-3 1 15,0-1-5-15,0-1 3 16,1 0-2-16,4 6-2 16,-2 0 1-16,-3 2-1 15,0-2-1-15,1-4 1 16,2 1-2-16,2 1 2 0,0-3-1 15,-2 3 1 1,2-5-2-16,0-2 1 16,-1-2 0-16,1-2 1 0,-1-1-1 15,2 0 0-15,-5 3 0 16,1 2 0-16,-2 1 0 0,0-2 0 0,0 0 0 31,-3 0 0-31,-3-2 0 16,-1 1 1-16,1-2-1 15,0-2-2-15,-1-4 2 16,-1-3 0-16,0-1 0 16,1-1-1-16,1-4 2 15,0 2-2-15,6-5 2 0,0-2-2 16,0-2 1 0,9-1-1-16,4-5-1 0,0-2 1 15,1-7 0 1,0-5-1-16,0-1-5 0,0-2 3 15,2-2-10 1,-2 0 7-16,-1 0-2 0,-1 1-3 16,1 0 8-1,-1-3 4-15,1-1-2 16,3-4-5-16,0-1 6 0,5-3-6 16,4-1 5-16,5-4 1 15,5 1-3-15,5-3 4 16,5 2 0-16,0 3 0 15,1 1-1-15,0 2 0 16,0 1 0-16,1-2 0 0,3 2 0 16,0-3-5-1,3 3 1-15,1-1 5 0,1 1-6 16,1-2 5 0,0-1 1-16,1-4-2 15,2-1 1-15,4-3-16 0,1-2-19 0,0 1 21 16,-1-1 12-16,-3 3 1 31,-2 0-1-31,-2 0 1 0,-2 2-1 0,-4 0 3 16,-1-2 0-16,0-2 0 15,-1-3 0 1,-2-1 0-16,-1 0-4 0,-1 0 3 16,-3-2 0-16,-1-5 1 15,-4-1-1 1,-2 0 1-16,-4 0-2 15,-5-4 1-15,1 0-1 0,-7 1 1 16,-2-4 1-16,-1-3-3 16,-4-4-2-16,1-2 1 0,-2-4 3 15,-1-3-1-15,3-2-1 16,-2-8 1 0,0-5 0-16,2-5 1 0,-6-4 0 0,-1-1-2 31,-3-2 1-31,-3-1-1 15,0-4 3-15,0-4 0 16,0-2-1-16,-4 0 2 16,1-1 0-16,-2 0 2 15,1 2-3-15,-1-1-2 16,-3 1 2-16,-2 3 2 16,-3 1-2-16,-2-2 0 15,2 0 2-15,-1 0-1 0,1 2-1 16,4 4 1-1,-3 3 0-15,4 1 6 0,4-4-2 16,-2-2-5-16,6-4 0 16,0 6-1-16,0 0 1 0,0 2-1 15,0 2 0-15,0 1-1 16,0 3-10-16,0 3 12 0,0-1-4 0,0 1 3 31,-6-1 1-15,2-2 0-16,-2-2 0 0,0-2 0 15,-4-1-9-15,-4-2-3 16,0 1 2-16,-2-4 3 0,1-4-3 16,3 1 5-1,2 3-14 1,4 6 16-16,1 0 3 0,-2 3-1 16,4-2 0-16,-2-2 0 0,1 0 1 15,4-4-1 1,0-1-4-16,0-3-1 15,0 0 1-15,3 0 3 16,3 1 0-16,-2 0 4 16,-4 2-4-16,0 0 2 15,0-1-1-15,0 2 1 16,0-2-1-16,2 4 1 0,-1 3-1 16,3 0 1-1,3 1-1-15,-1 6 1 0,3 2-7 16,1 7 7-16,-3 3 0 0,-1 4 1 15,-4-3-1-15,-2 1-1 16,0-2 1-16,0-3 0 16,0 1 0-1,0-6 0-15,-2 1 0 16,-4-3 0-16,-1 2 0 0,-3 0 0 0,1 1 1 31,-2 2-1-31,1 4 0 0,2 7 2 16,-4 5-2-1,-2 5 9-15,-5 4-8 0,-3 0 2 16,-3 2-3-16,1 3 4 0,0 1-4 0,-5 5-3 31,-6 6 1-31,-8 0-97 16,-14 10-181-16,-10 10-374 0</inkml:trace>
  <inkml:trace contextRef="#ctx0" brushRef="#br0" timeOffset="1801.04">20658 2344 669 0,'0'0'96'16,"0"0"-82"-16,0 0 58 0,0 0 57 31,0 0-48-31,0 0-16 0,0 0-27 15,0 0-2 1,0 0-6-16,0 0-6 16,0-2-1-16,5-8-3 15,-1-3-4-15,0-4-3 16,-1 3-6-16,-3-5-1 16,0 3-3-16,0 1 8 0,-10 1-9 0,-2 3 11 15,1 3-9-15,-3 5-1 16,-2 3 3-16,-2 0 2 0,-6 5-8 0,3 12-2 31,6 5 2-31,2 6 0 16,8 6 3-16,4 2 2 0,1 0 13 0,0 0-15 31,0-3 14-31,6 0-2 0,7-2-11 0,1-2-3 31,2 0-1-15,4-4 4-16,-1-5-3 0,0-4 0 15,-2-8-2-15,-1-4 1 0,-1-4 0 0,1 0 0 32,-1-9 1-32,0-7 1 15,-4-8-2-15,-1-6-3 16,0-6 0-16,-1 5-6 16,1-1-2-16,1 4 6 15,0 10-3-15,2 4 5 16,2 4 0-16,-1 10 2 15,2 0-2-15,1 0 2 0,0 6 1 16,-3 8 1 0,1 2 9-16,-6-3-1 0,-3 0-6 15,-1-2-2-15,-2-1 1 16,-1-4 0-16,-2-2-1 16,0-4-1-16,1 0 1 0,1 0 5 0,-1-7 3 31,4-10-9-31,1-3-5 15,4 3-2-15,-1 5 4 0,0 3 1 16,0 4 2-16,2 2-1 16,-1 3-1-16,-1 0 0 15,1 0 2-15,-2 0 2 16,-2 0-2 0,-3 0 0-16,-1 0 1 0,1-3 1 15,2 1 4-15,3-4-1 16,2-2-1-16,2 1-4 15,0 0 0-15,0 4-1 0,3 3 1 16,0 0 1 0,3 0 3-16,0 0-1 15,-2 0-2 1,-1 0-1-16,0 0 0 0,-1 0 0 0,-3 0-1 16,-3 0-28-1,-2-11-70-15,-5-4-46 0,-1-8-62 16,0-5-84-16,-4-6-84 0</inkml:trace>
  <inkml:trace contextRef="#ctx0" brushRef="#br0" timeOffset="2170.52">21151 2038 377 0,'0'0'265'0,"-38"-94"-195"15,30 57 56 1,3 13 49-16,5 12-34 16,0 11 4-16,0 1-79 15,19 7-57-15,5 21 65 16,3 8-19-16,-1 6-18 15,-4 4-5-15,-4-1-1 0,-6-4-17 16,-2-4-6-16,0-7-4 16,-2-5-4-16,0-7 0 15,-4-6 1-15,2-8-1 0,1-4-5 32,4 0 1-32,7-12 3 15,3-6-2-15,4 1-7 0,-1 5 4 16,-3 4 0-16,-5 8 3 15,-4 0-1-15,-4 4-2 0,-7 12 6 0,-1 5 4 32,-12 2 9-32,-10 1-1 15,-7-2 0-15,4-5-1 16,4-5-11-16,8-6 0 0,0-6-8 16,2 0-97-16,5 0-61 15,4-17-76-15,2-3-237 16</inkml:trace>
  <inkml:trace contextRef="#ctx0" brushRef="#br0" timeOffset="2902.4">21557 2167 984 0,'0'0'12'0,"0"0"-11"15,40-72 108-15,-30 47 11 0,-4 1-45 0,-4 5-7 16,-2 7-19-1,0 6-13-15,0 6 7 0,0 0 18 0,-6 10-37 32,-3 11-23-32,3 6-1 15,6 0 11-15,0-2-6 0,13-6-5 0,11-6 5 16,8-8 0-16,8-5-2 31,3 0 0-31,6-11-2 16,-1-9 1-16,0-4-2 15,-8-1-8-15,-8-2-26 16,-10 3-8-16,-10 2 13 16,-9 4 10-16,-3 7 16 0,0 4 1 15,-18 7 1-15,-8 0-2 16,1 9 3-16,0 7 15 0,7 5 1 16,2-2 0-16,6-1-9 15,7-4-6 1,3-2 1-16,2-6-2 0,19-6 0 0,4 0 0 0,8-11 4 0,0-11-4 31,-2-8-1-15,-4-7 1-16,-1-7 0 15,-7-6 0-15,-4-8-6 0,-5-1 3 32,-8 4 1-32,-2 2 2 0,0 9 0 15,-9 13-1-15,0 12 1 16,1 14 6-16,1 5 16 0,0 13-13 15,1 16-7 1,2 2 2-16,4-2 3 0,0-1 0 16,20-5-6-16,2-3-1 15,7-6 1-15,4-2-1 0,7-10 1 16,1-2 3-16,5 0-3 0,3 4 0 31,1 2 0-31,-2 4 4 16,-2 3 34-16,-7-1 4 15,-8 1-14-15,-7-1-19 0,-7-1-9 16,-6 0 0 0,-3-3-1-16,-6 1-13 15,-2-1-94-15,0 4-29 16,-11-1-156-16,-13-2-209 16</inkml:trace>
  <inkml:trace contextRef="#ctx0" brushRef="#br0" timeOffset="3510.8">21251 2595 788 0,'0'0'0'0,"0"0"-58"0,0 0 58 0,0 0 1 15,0 0 164-15,98 15-68 16,-25-33-58-16,11-5-16 16,17-8 3-16,14-11-2 0,16-8 33 15,11-4 76-15,6-11-62 16,-2 0-8-16,-8-8-3 15,-12-3-15-15,-9-5-13 0,-20-5-7 16,-17-6-14-16,-22 1-6 16,-22-6-3-1,-21-2-2-15,-15-1 0 16,-12 3-3-16,-31 3 1 16,-20 9-8-16,-20 11 1 0,-22 8 0 0,-16 11 4 31,-20 7 1-31,-18 13-2 0,-18 14 0 15,-8 13-14-15,-11 8-15 0,-6 30-2 32,-6 22 19-32,-6 24 6 15,-10 22 2-15,0 29 4 0,1 25 4 16,16 18 2-16,33 12 0 16,42-2 19-16,57-4 26 0,49-3-13 15,26-10-12-15,43-23-12 16,23-20 17-16,20-30 7 15,26-26 12-15,22-20 23 16,29-20-40-16,21-21-19 0,14-3-8 0,0-27-12 31,-11-10-139-31,-22-8-155 16,-27-9-517 0</inkml:trace>
  <inkml:trace contextRef="#ctx0" brushRef="#br0" timeOffset="14233.51">13303 7699 85 0,'0'0'385'0,"0"0"-368"15,0 0 8-15,0 0 39 0,0 0-47 16,0 0 50 0,0 0-18-16,0 0-17 15,3-2 14-15,-1 2 20 0,-2 0 6 16,0 0-11 0,0-1-4-16,0-2-21 15,0-2 0-15,0 0 12 16,0 0-11-16,-8-2-22 0,-1-1-2 15,-7-1 2-15,-3-1-10 16,-4 0-3 0,-4 0-1-16,-6-1-1 0,-3 1 0 0,-5-1 0 0,-1-1 1 0,-1 6-1 31,1-2-4-31,0 2 4 0,-4 3 3 31,-3 2-3-31,-8 1 2 16,0 0 6-16,-7 0-2 0,0 7 0 15,3 2-2 1,1 1-3-16,5 0 3 0,3 2-2 16,7 1-2-1,-1 1 1-15,6 2 8 0,1-2-7 16,3 4-2-16,3-3 1 16,5 2 2-1,2 0 6-15,4-2 0 0,0 2-4 16,1 0 0-16,0-2 3 15,0 2-3-15,6-2 3 16,3-1-2-16,2-1 7 16,2-1 0-16,2 3-9 0,0 0 5 0,-1 1 13 0,4 1 1 31,3 0-14-31,0 1 9 16,0-1-6-1,3 2-6-15,4-3-5 0,-1 2 7 0,2-2-3 31,2 1 2-31,2-1 0 16,3-1-2-16,4 1 1 16,4 1 3-16,2-2 6 15,7-1-9-15,5-1 13 0,3-3-7 0,11-2 6 32,0-2-5-32,8-3-3 0,4-3 2 0,3 0-7 15,2 0 3-15,1-6 2 0,-2-3 3 0,0 1 6 31,-1-2 4-15,-4 2-7-16,3-4-6 0,-6 0 7 0,1-1-12 31,4 1 0-31,-1-2-3 16,-2-3-1-16,-4 1-2 16,-7 0 1-16,-9 1-1 15,-4 1 1-15,0 0 0 0,-7-2 0 16,0-2 3-16,-5 0 0 15,-1-3-3-15,-5-1 3 16,-5-1-2-16,-8-3 3 16,-4-1-2-16,-2-1 0 0,-7-3 2 0,-15 0-1 31,-11-1-2-31,-4 3-1 16,-2 3 0-16,-1 2 2 15,-3 6 8-15,1 3 3 0,0 4 9 16,-6 2-6-16,-4 5-6 15,-2 2-9-15,-3 2-1 16,2 0-2 0,5 2-18-16,2 11-98 0,3 4-62 15,6-1-52-15,2 0-266 16</inkml:trace>
  <inkml:trace contextRef="#ctx0" brushRef="#br0" timeOffset="18476.9">10936 8243 579 0,'0'0'199'16,"0"0"-199"-16,0 0 0 0,0 0 13 15,0 0 62 1,0 0 20-16,40-36-1 16,-40 36-16-16,0 0-4 0,0 0-8 0,-3 0-23 15,-6 0-34 1,-5 0-4-16,-2-1 1 0,-5-1-6 0,0-2 2 0,-3-2-2 31,-4 2 18-15,-2-2-9-16,-6 0-2 15,-3 2 15-15,-5 0 1 0,-1-2-17 16,-1-1 21-16,-1 0-21 16,0-1 7-16,2 1-9 15,-4 0-4-15,-3 1 0 16,-2 2-1-1,-7 1 1-15,-2 3 0 0,-1 0 0 16,-3 0 3-16,6 0 1 0,-3 0-1 16,-1 0-1-16,-2 0-2 15,0 0 2-15,-3 0-2 16,-3 4 0 0,-2-1 1-16,-2 0 1 15,-1-2-2-15,4 2 2 16,3 0-2-16,9 1-3 15,2 2 1-15,5 1 0 0,4 2 3 16,-1 3-2-16,4 2 2 16,2-2-2-16,-2-1 1 15,0 1 0-15,-2 1 0 16,-1 0 0 0,5 1-1-16,4 1 1 0,3-2 0 15,6 1 0 1,2 2-3-16,1 0 3 0,-1 2-1 0,7 2 1 15,0 0 2 1,2 1-2-16,1-1-2 16,6 3 1-16,3 0 2 0,0-1 0 15,6 2-1-15,1 1-3 16,4-2 1-16,1 4-1 16,0-2 3-16,0 1 0 15,3-2 0 1,12-2 0-16,3 1-4 15,0-2 4-15,7-1 2 0,5-2-1 16,6 1 1-16,7-5 2 16,5 0 1-16,1-1-1 15,6-2 1-15,-1-2 0 0,0 1-1 16,1-3-1-16,-2 0 0 31,0-1 1-31,4 0-2 0,-4 0-2 0,-2-1 1 16,-3 0 0-1,2 0 0-15,1-3 0 0,1 0-1 0,5 0 2 0,0-1-1 0,-1 1-1 32,-1-2-2-17,-5 0 1-15,0 1 0 0,0 0 0 0,-4 2 1 32,2 0 0-32,-2 0 0 0,-1-1 0 0,-2-2 0 31,2 0 0-31,-1 0 0 0,-2 0 0 0,-1-8 1 31,-4 1-1-31,-3 2 0 16,-1 1 0-16,-2-2 0 15,1 2 1-15,-3-2-1 16,0 0 0-16,1 0 0 16,-2-1 1-16,-1 0-1 0,3 0 0 15,-2 0 1-15,2-1-1 16,0 0 0-16,7-2 1 0,2 0-2 0,1-2 2 31,2 2 0-31,-5-1-1 16,-3 4-3-16,-2 0 3 15,-2-1 0-15,2 2-2 16,0-3 1-16,-1 1 1 16,2 0 0-16,0-2 0 0,3 0 0 15,-2 0 0 1,-1-2 1-16,-2 2 1 0,-4-1 0 15,-2 1 0 1,-4-3 1-16,-3 0 2 0,0-5 7 16,-6-4 5-16,-2-3 9 0,-5-3-3 0,-5-2 16 31,0-2-27-15,-10-2 13-16,-9 0-24 0,-3 2-1 0,-2 2 0 15,-1 5 11-15,-2 3 10 16,-3 3-11-1,-1 3-7-15,-1 3-3 0,-3 7-6 16,-2 6-104 0,-10 0-113-16,-16 0-470 15</inkml:trace>
  <inkml:trace contextRef="#ctx0" brushRef="#br0" timeOffset="21714.05">4551 9501 70 0,'0'0'182'0,"0"0"-159"0,0 0-15 32,0 0 68-32,0 0-2 0,0 0 13 15,0 0 25 1,8-43-23-16,-8 39 2 0,0 1 5 0,0 1-31 0,0 0-6 31,3 2 0-31,-3 0-22 16,0 0-17-16,0 0-11 15,0 0-6-15,6 0-3 16,3 0-2-16,6 0 2 0,7 4 14 16,3 7-6-1,7-1 3-15,-1 3-4 16,5 1-1-16,4 2 11 15,1-2 0-15,-1 0-7 16,0-3-6-16,2-2 1 16,1-2 5-16,2-3-4 15,1-2 3-15,2-2-6 16,3 0 8-16,-1 0-8 0,3 0 2 0,-3 0 1 16,1 0-4-1,0 0 0 1,-2 0-1-16,3 0-1 15,-4 5 0-15,1-2-4 16,-1 0 4-16,3-3 0 0,-1 0-2 16,3 0 0-16,3 0 2 15,1-5 2-15,3-3-2 0,-4-2 0 16,-3 2 0-16,-3 2 0 16,-2-2 0-16,0-1 1 0,1-2 1 0,-1-4 0 31,4 3-2-31,-3-4 1 15,-4 4 0 1,1 1 0-16,-4 4 0 0,-2 4-1 0,-1 3 0 31,3 0 0-31,-3 0 1 16,3 0 0-16,1 0-1 0,-3 3-3 16,3-2 3-16,2-1 0 15,1 0 0-15,-1 0-3 16,0 0 3-16,1 0 1 15,-4 0-1-15,-1 6 0 0,-3 0 0 16,-4 0 0 0,-1 1 0-16,0 0 0 0,-3 2 0 15,-2-1 0 1,0 2 0-16,-1 2 0 16,0-2 0-16,-3-1 1 0,0 1-1 0,0-2 0 15,-4 2 0 1,0-3 1-1,1 3-1-15,-2-2 0 0,-4 0 0 0,1-2 1 16,-8 0 0 0,1 0-1-16,-3-3 4 0,-3-1-2 15,1-1-1-15,1 0 0 0,-2-1-1 32,0 2-1-32,3-2 1 0,-3 0 0 0,3 1 1 15,1-1 1-15,-1 0 3 16,2 0-2-1,1-5 0-15,1-6 0 16,-1-1-3-16,7-2 1 16,-4-3 1-16,2 0-2 0,2-3 1 0,-1 0-1 31,0 0 1-31,3-2 0 16,3 0-1-16,0 2 3 15,1 1-3-15,1 5 0 16,0 5 1-16,3-2-3 15,-1 4 1-15,3 3 1 0,-2 2-1 16,8 2 1-16,0 0-1 16,2 0-3-16,0 0 4 15,0 5-1-15,0 5 1 16,1 1 0 0,-3 3-1-16,0-1 1 0,-1 0 0 15,3 1 0-15,-3-1 1 0,3-2 0 16,-3-2-1-1,-2-1 2-15,-1-3-2 0,0 0 2 16,0-5 5 0,-1 0 5-16,0 0 4 15,-4 0 3-15,2-1-3 16,-9-7 1-16,1-1-4 0,-4 0 5 16,0-4 0-16,0-1 1 15,3-2-8 1,-6-2-4-16,0 5 6 0,-3 2 7 15,-5 4-10-15,-2 0-8 16,-1 2-2 0,-1 0-4-16,0 1-114 0,-9 0-181 0</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1-04T06:16:49.468"/>
    </inkml:context>
    <inkml:brush xml:id="br0">
      <inkml:brushProperty name="width" value="0.05292" units="cm"/>
      <inkml:brushProperty name="height" value="0.05292" units="cm"/>
      <inkml:brushProperty name="color" value="#FF0000"/>
    </inkml:brush>
  </inkml:definitions>
  <inkml:trace contextRef="#ctx0" brushRef="#br0">3995 9241 954 0,'0'0'13'16,"0"0"-11"-16,-12-78-1 0,-3 46 0 0,-7-2 67 0,-5 3 46 31,-3-2-51-31,-9 6-22 16,-10 0-25 0,-8 4-1-16,-14 2-13 0,-10 3-2 15,-17 4 3-15,-8 4-4 16,-15 5 1-16,-12 5-2 15,1 0 2-15,-6 2 0 0,-3 15-2 16,0 11 0-16,-11 9 0 31,-8 8 1-31,-2 7-1 0,1 4 2 16,10 10 0 0,12 6 4-16,14 8-4 0,10 3 4 15,15 0-3-15,9-2 2 0,18-5 4 16,22-3-1-1,21-2 3-15,14-2-8 0,13-1 1 16,3 3 0 0,3-2-1-16,25 3 4 15,14 0 1-15,9-3-1 0,13 1-3 16,15-1 1 0,7-5 1-16,13-5-2 15,14-11 1-15,14-9 2 16,15-10 1-16,10 0-3 0,5-4-1 0,4 0 0 0,0-3-1 31,0-4 1-31,2-1 1 0,1-9 0 16,-6-8-3-1,3 0 0-15,-3-15-2 0,2-8 1 0,-3-4 0 32,-13 2-1-32,-15 1-4 0,-10-1-9 0,-12-3 0 0,-4-6 12 0,-6-5-11 46,-9-8-14-46,-6-12 8 0,-10-5 6 16,-6-10 2 0,-10-8 10-16,-9-9 2 0,-7-6 0 15,-12-10 2-15,-10-5 3 16,-15-4 0-16,-3 0 1 0,-28-2-1 0,-23 0 6 31,-25 9-9-31,-21 11 15 0,-19 14-3 16,-19 18-5-16,-6 16-8 15,5 15 0-15,6 13-1 16,12 12 0 0,5 10-2-16,4 3-4 15,0 25-174-15,3 8-119 16,5 7-372-16</inkml:trace>
  <inkml:trace contextRef="#ctx0" brushRef="#br0" timeOffset="2614.64">4929 11814 582 0,'0'0'31'0,"0"0"-31"15,0 0-2-15,0 0 2 16,0 0 33-16,0 0 33 16,-75-31-8-16,56 24-5 15,-3 2-34-15,-5-1 13 16,-3-1 1-16,-3 0 32 0,-1 0-45 15,-5-1-3-15,0-2-2 16,-4-1-3 0,-3-3 0-16,-8 2 6 15,-4 1-3-15,-11 0-3 16,-3 2-8-16,-5 2 0 16,-5 2-1-16,0 3-3 15,-5 1 1-15,-2 1-1 16,-4 0 2-16,-4 0 0 0,-3 0-2 15,1 5 2-15,3 3-2 0,5-2 3 16,6-1-1 0,3-1 0-16,3-1-2 15,9-1 0-15,1-2-1 16,2 0 0-16,-6 0 0 0,-5 0 1 0,-1 0-1 0,-2 0 1 31,-2 0 2-31,6 0-2 16,2 0 0-16,6 0 1 15,6-1-1-15,4 1 0 0,4 0 0 16,-2 0 0-16,-1 0 1 0,3 0 0 31,2 3-2-31,0 8 1 16,4 5-1-16,5 2-1 16,8 3 2-16,5 2 0 0,4 0 0 0,5 3-1 0,1-1 0 0,0 4-4 46,8 1 5-46,-1 3 1 16,2 0 4-16,2 9-2 16,-1 2 5-16,2 4 2 0,-4 3 2 0,4-2 0 15,-2 1-3 1,0 0-1-16,3 0-4 0,-1 3 12 31,2 2-4-31,4 8 4 0,-3 9-8 0,0 5 1 16,-2 8-4-1,-5 1-2-15,4 1 6 16,1-1-1-16,0-1-2 16,3-1 3-16,4-6-2 15,-1 0-3-15,2-2 4 0,0 0-2 16,0-1-1 0,0 2 1-16,0 0-3 15,3 0 2-15,0 3-1 0,-1-5 1 0,2-3 0 31,-3 3-2-31,2-2 1 0,2 1-1 16,-2-6 1-16,6-5-2 16,0-4 0-16,-2-6 0 15,1-1-1-15,-5-2 0 16,0-1-1-16,-3-4 2 0,0 0 0 16,0-4-2-16,3 0 0 15,-3 1 1 1,0-3-2-16,0 1 2 0,3-2-1 0,1-7 0 31,5-2 0-31,3-5 1 16,4-2-1-16,6-2 0 15,3-1 0-15,3 2 0 0,2-1 0 16,6 0 1-16,4-1 1 0,2-3-2 16,7 2 0-16,5-5 1 0,16-4 0 0,3-3 0 31,9-3-1-16,3-2-1-15,3 0 1 0,5-1-4 16,4 0 4 0,1 0 0-16,-3 0-1 0,-2 0 0 0,-2-5-4 31,-2-1 4-31,0-3-1 16,7-1-8-16,6-3-9 15,1-3 9-15,1-1 8 16,-8-1 2-16,-7 4-4 15,-5 0 3-15,-2 2-2 0,-2-1-2 16,0-1-9-16,-3-2 3 0,-1 2 7 16,-7 0 3-1,-5 1 1-15,-4 3 0 0,-8 2 1 16,3-3-1 0,-7 4 0-16,3 0 0 15,-2-4 0-15,-6-3-2 16,6-4 2-16,-2 0-1 15,0-1-6-15,-2 2-2 16,-3 2 3-16,-3 1 4 16,-5-2-3-16,2-1 4 0,0-1 0 15,-2-3 1-15,-1 0 0 16,-3-2 0-16,-5-1 1 16,-1-4-1-16,-2-3 1 15,-5-3 0-15,-3-3 0 16,-6 2 1-16,-5-3 1 15,-3-5 3-15,0-4-4 0,0-7-2 16,0-7 1 0,0-5 1-16,0-2 1 15,0 1 9-15,0 4 1 0,0-6-4 16,0-2-4-16,0-1-2 16,0-1-2-1,0 5-1-15,0 8-1 0,-6 2 1 0,0 1 1 16,-3-1 0-1,3 1-1-15,2-2 0 0,-1 2 0 16,4-1 0-16,1 2-1 16,0 1 1-1,0 0 0-15,0 1 0 16,3 0 0-16,1 5 0 16,1 0-1-16,-1-1 1 0,2-3 0 0,-3-1 0 0,-3 0 0 31,0-3 0-31,0 2 0 15,0-2 0 1,0-2 0-16,0-4 0 0,0 0-1 0,0 0 1 0,0 0 0 31,-10 3 0-31,-2 0 0 16,-2 0 0-16,-1 6 0 16,-4 4 0-16,-4 4 1 0,-2 8 1 0,-2 5 1 31,-1 3-2-31,3 5-1 15,2 5-1-15,4 8-2 16,7 10 0-16,0 2-49 0,6 11-119 16,1 16-75-16,1 3-153 15</inkml:trace>
  <inkml:trace contextRef="#ctx0" brushRef="#br0" timeOffset="3892.63">8460 11866 711 0,'0'0'73'0,"0"0"-72"0,0 0 0 15,0 0 14 1,0 0 77-16,0 0-49 16,-79-23-2-16,70 9-20 0,3 0 1 15,5-4-4-15,1-3 19 16,0-2-37-16,19-2-1 15,10 0 0-15,5 3 0 16,2 0 2-16,-2 7 10 16,-3 5-8-16,-5 4 1 15,1 6 1-15,-8 0 4 0,-2 9-7 16,-7 16 0 0,-4 9 1-16,-6 13 11 15,0 13 10-15,-11 9 6 0,-8 8-7 16,-2 5 2-1,8-1-12-15,5 1-1 0,8 2-2 0,0 0-4 32,2 1 2-32,14 5 2 0,5-2-8 15,9-5 8-15,4-5-2 16,7-13-5-16,3-8 1 16,-5-8-4-16,-2-12 1 15,-11-9-1-15,-10-10 0 0,-10-8-2 16,-6-5 0-1,0 1 2-15,-5 2 0 16,-21 6 5-16,-12 9-4 16,-6 5-1-16,-1 6 1 15,8 1 2-15,11 3 2 16,11 4-2-16,11 4-1 16,4 6 4-16,0 10 7 0,12 9 1 15,12 6-4 1,1 12 7-16,5 2-6 0,-3 0 8 15,-9-5-1-15,-7-7-1 16,-11-8-9-16,-3-4 0 16,-31-7-1-16,-12-8 0 15,-11-8-7-15,-5-12-2 16,-7-13-82-16,0-14-77 16,-7-9-148-16</inkml:trace>
  <inkml:trace contextRef="#ctx0" brushRef="#br0" timeOffset="5343.94">8420 9358 481 0,'0'0'126'15,"0"0"-94"-15,0 0 51 16,0 0 16 0,0 0 0-16,0 0-29 0,0 0 4 15,0-38 37-15,0 38-42 16,-1 0-32-16,-16 6-14 0,-7 19-1 16,-7 7-10-1,6 3 15-15,5-3-5 16,8-4-8-16,11-7-13 0,1-5 1 15,0-5-2-15,19-4 1 16,12-5-1-16,14-2 8 16,9 0-3-1,3 0 3-15,-8 0 7 0,-9 0 0 16,-13 8-2-16,-15 7-2 16,-6 7 9-16,-6 5 1 15,-12 5 2-15,-18 3-2 16,-9 1-16-16,-2-7-4 15,-1-8-1-15,6-7-27 0,5-12-108 16,4-2-113-16,3-31-249 16</inkml:trace>
  <inkml:trace contextRef="#ctx0" brushRef="#br0" timeOffset="5524.36">8396 9371 1297 0,'0'0'25'0,"102"-65"-25"31,-50 33 0-31,-10 2 1 16,-11 6-1-16,-3 5-11 15,-2 6-108-15,-8 3-120 16,-5 0-330 0</inkml:trace>
  <inkml:trace contextRef="#ctx0" brushRef="#br0" timeOffset="5689.18">8759 9057 1234 0,'0'0'64'16,"0"0"-57"-16,0 0-7 0,0 0 76 0,0 0 27 0,22 77-5 31,-19-39-31-15,2 4-63-16,2 4-3 0,2 0-2 0,5-1-7 15,2-6-107-15,2-9-54 31,4-12-89-31,-3-16-113 0</inkml:trace>
  <inkml:trace contextRef="#ctx0" brushRef="#br0" timeOffset="5984.21">9015 9253 583 0,'0'0'522'15,"0"0"-479"-15,0 0-42 16,0 0 5-16,0 0 99 0,0 0-32 0,39-56-58 31,-34 89-4-31,-2 19 53 16,-3 12 6-16,0 5-32 0,0-6 3 15,0-13-20 1,0-15-7-16,4-14-6 0,11-12-1 16,13-9 7-16,13-15 16 15,17-23 8-15,14-14-31 16,5-6-7-16,-5 3-8 15,-13 10-73-15,-13 15-86 0,-13 17-104 0,-18 13-248 32</inkml:trace>
  <inkml:trace contextRef="#ctx0" brushRef="#br0" timeOffset="6775.19">8399 13012 700 0,'0'0'112'16,"0"0"-86"-16,0 0 9 0,0 0 44 0,0 0 31 31,0 0-44-31,-64-54-26 16,57 67-12-16,4 10 3 15,3 5 22-15,3 3 9 16,25-1-22-16,15-4-16 0,10-1 11 16,6-1 19-16,-2-1-22 15,-8 1-10-15,-13-1-18 16,-11 1 2-16,-13-4 3 0,-7 1-9 15,-5-3 2-15,-8 0 2 16,-22 2 7-16,-10-5-6 16,-6-5-5-1,-4-7-94-15,-2-3-89 16,2-13-157-16,5-18-419 16</inkml:trace>
  <inkml:trace contextRef="#ctx0" brushRef="#br0" timeOffset="6895.91">8474 13065 1135 0,'0'0'32'16,"89"-51"-31"-16,-51 30 0 15,-8 1 3-15,-4 4-4 16,0 0-6-16,-1-1-148 0,-8 1-260 16</inkml:trace>
  <inkml:trace contextRef="#ctx0" brushRef="#br0" timeOffset="7109.15">8829 12765 1138 0,'0'0'87'16,"0"0"-64"-16,0 0-14 16,0 87 111-16,0-45-27 0,0 5 1 15,1 2-90 1,1 0-1-16,-1-5-3 0,4-5-4 15,1-6-80 1,0-7-89-16,4-16-147 0,-4-10-214 0</inkml:trace>
  <inkml:trace contextRef="#ctx0" brushRef="#br0" timeOffset="7330.17">9084 12914 1143 0,'0'0'151'15,"0"0"-147"-15,0 0-4 16,-25 110 76-16,-4-63 42 0,4-4-55 0,7-10-31 31,13-8-24-31,5-10-4 16,14-11-3-16,25-4 1 16,21-16 6-16,20-20-8 15,11-10-58-15,6-3-79 16,-9 7-36-16,-21 6-77 0,-26 13-277 15</inkml:trace>
  <inkml:trace contextRef="#ctx0" brushRef="#br0" timeOffset="9047.42">4644 15466 721 0,'0'0'67'16,"0"0"-60"-16,0 0-5 16,0 0 36-16,0 0 52 15,0 0-38-15,-103-22-9 16,76 15-32-16,-4 2-2 15,-8-3 22-15,-6 0-31 0,-13 4 12 0,-11 1 2 32,-11 3-7-32,-5 0-4 15,-7 0 4 1,-7 6 0-16,-7 3-3 0,-7 0 0 16,-5 1 3-16,-3 1 1 15,0 0-6-15,-1 3 1 16,1-2 2-16,7 1-3 15,7 1-2-15,7 1 0 0,5 0 0 16,-4 1 0-16,-2-1 0 16,2-4 0-16,4-4 0 15,5-3 0 1,8 0 1-16,8-1 0 16,5 1 4-16,-3 2-5 15,1-1 0-15,4-1 0 0,1 2-2 16,9 1 2-16,4 5 0 15,0 4-3-15,3 0 1 0,-1 4 2 0,0 0 0 32,8-1-1-32,9-3 1 15,7-2 1-15,6-3 3 16,3 3-2-16,3-2-2 16,-1 7 1-16,-1 4 0 0,-5 11-1 15,-5 9 9-15,-3 7 8 16,0 7-1-1,5 3 5-15,3 4-4 16,8 2 1-16,5-1 0 0,9 9-1 16,0 4 1-16,0 6 1 15,0 6 12-15,3-1-4 16,0 0-3-16,0-5-3 16,3-5 1-1,7-7-3-15,4-3-4 0,8-6-7 16,5 0 2-16,0-7-7 15,6-7 2-15,3-10-5 16,1-4 2-16,0-9 5 16,2-2-6-16,4-5 6 0,4 0-4 15,2-5 1-15,6-2 1 16,3 0-1-16,6-3 0 0,6 0-1 31,3-5 0-31,8-1 0 16,5-3-3-16,10 0 0 15,7 0 1-15,12 0 0 0,1-11-1 16,8-4 0-16,0-4 4 16,1-5-3-16,9-1 2 0,-7 1 1 15,3 3-4-15,-4 5-2 16,-15 3 1 0,-4 0 1-16,-5 2 0 0,-4-5-1 15,-7-1 0-15,-7-5 1 0,-7-3 1 31,-1-7-1-31,-4-4 4 16,7-3-2-16,-6 5 3 16,-13 4-5-16,-14 5-1 15,-13 5-2-15,-9-1 3 0,-5-5 3 0,-4-4-3 32,0-10 1-32,-6-8 0 0,-3-6 0 0,1-13 0 0,-5-8 1 0,-4-10-1 31,-1-13-1-31,0-8 3 0,0-9-3 31,-3 0 1-31,-13 1-1 0,-4 6 4 16,-7 11-1-16,-2 5-2 15,-6 10 3-15,-3 7 2 16,-3 10-6 0,-5 16 0-16,-3 19-2 15,-8 19-18-15,-16 7-300 16</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1-04T06:18:06.997"/>
    </inkml:context>
    <inkml:brush xml:id="br0">
      <inkml:brushProperty name="width" value="0.05292" units="cm"/>
      <inkml:brushProperty name="height" value="0.05292" units="cm"/>
      <inkml:brushProperty name="color" value="#FF0000"/>
    </inkml:brush>
  </inkml:definitions>
  <inkml:trace contextRef="#ctx0" brushRef="#br0">12494 3803 625 0,'0'0'33'0,"0"0"-9"0,20-74 80 15,-20 55-65-15,0 3 18 32,0-1 0-32,-9 2-2 0,-12 1-18 15,-4 1 10-15,-14 4-26 16,-12 4 19-16,-19 5-36 16,-17 0-4-16,-20 0-1 15,-15 11 1-15,-8 3 0 16,-10 2 1-16,-8-1-1 0,-10 2 0 15,-11-4 0 1,-10-3 3-16,-7 2-4 0,-5 0 2 16,-7-1-1-1,-9 0 0-15,-6-3 0 0,-6 1 26 16,-6-3-22-16,2-1 0 16,1-4-4-16,-5-1-9 15,1 0 4-15,-4 0 6 16,-1-4-1-16,2 0 3 15,0 2-1-15,0 2-2 16,1 0 0-16,-3 0 4 16,7 6-4-16,3 9 1 0,-1-1-1 15,6 3-1-15,1-2 0 16,7 1 1 0,11-3 3-16,12-2-3 15,8-2-3-15,13-3 3 16,1-3 0-16,15-3 0 0,12 0 1 0,4 0-1 15,17-5 1-15,6-1-2 16,15 2 2 0,14 1-2-16,12 0 1 0,10 2 0 15,13 1 1 1,8 0 2-16,7 0-1 16,9 11-2-16,1 16 0 15,-3 9-6-15,-4 12 4 16,-3 10 2-16,-4 7 0 15,-3 8 0-15,-5 2 0 0,3 10 3 0,0 6 4 32,-1 12 3-32,4 15 3 0,2 10-1 0,4 15 3 31,0 6-4-31,2 4-5 16,0 3 1-16,-2-1-3 15,-6 2 4-15,-6 5-6 0,-7 2 7 16,-9 3-3-16,3-9 4 15,4-8 7-15,6-4-11 16,14 1 3-16,7 2 8 16,9-2-6-16,9-3 2 15,6-12-4-15,3-8-7 16,19-8 3-16,11-7 1 0,9-8-4 16,16-5-1-1,11-6-1-15,10-7 0 0,9-3 0 16,12-8-3-16,13-9 1 0,17-13 4 15,9-6-2-15,7-7 0 16,9-6 2 0,11-5 1-16,13-4 0 15,16-5-3-15,10-4 0 16,5-6 1-16,17 1 1 16,7-4-1-1,12-3 3-15,11-1-4 0,5 0-2 16,7 0 2-16,1 0 1 0,6-5 0 0,7-3-1 31,-5-4-2-31,1 1 2 16,-2-1 2-16,1 2-2 15,-1-4-3-15,-1 4 3 0,-5-2 2 16,0-2-2 0,-4 0 1-16,-4-3-1 0,-1 2 2 15,-7-3 0-15,-4 2-2 16,-6 0-2-16,-11 0 0 15,-15 1 1-15,-7-1 1 16,-15 1 3-16,-9-3-3 16,-7 1 0-16,-10-3-2 15,-10-2 2-15,-9-1 1 16,-9-5 1-16,-10 2-1 0,-12-6-1 16,-13 1-1-16,-12-2 1 0,-19 1-4 31,-15 3 4-31,-13-2 4 0,-16-1-3 15,-10-1 1-15,-7-9 4 0,-4-5-1 16,-3-6-4-16,-5-5 4 16,-2-6-4-1,-2-3-1-15,0-8 3 16,0-5-3-16,-6-6 2 16,-7-3 0-16,-2-6 0 15,-8-7-4-15,0 1 2 0,-1-7 0 16,1 0 0-16,-1-1-2 15,2-5 2 1,-2-5-1-16,2-2-1 0,-4-5 2 16,1-6 0-16,-3-3 0 15,-5-2 1-15,-3-3-1 16,-7 4 0-16,-3-3 0 16,-5-8 0-1,1-11 0-15,1-13-2 0,1-3-2 16,-1 0 4-16,-3 6 0 15,0 10 2-15,-3 8 2 0,0 14-2 16,-2 18 14 0,0 28-6-16,3 30-2 15,1 36-8-15,-1 26-62 0,-6 43-159 0,-13 20-223 32</inkml:trace>
  <inkml:trace contextRef="#ctx0" brushRef="#br0" timeOffset="2568.19">12380 9347 1080 0,'0'0'63'16,"4"-73"-54"-1,2 44-8-15,-1 5 0 0,-3-3 3 0,-2 4-2 16,-7 1 11-1,-24 2-13-15,-16 4-1 16,-15 3-3-16,-19 6 0 16,-19 2 2-16,-14 5 0 15,-12 0 2-15,-8 0 0 0,-3 0-2 16,-1 2 2 0,-6 1 22-16,-5-3-7 0,-5 0 1 15,-10 3-13 1,-8 0 4-16,-7 2-2 0,-13 1-4 0,-7 0-1 15,-10-4 0 1,-4-1 1-16,0 1 5 16,-2-1 4-16,0 3-8 15,-6 1 3-15,0-1-1 0,-4 4-4 16,0-2 1 0,1 0-1-16,-1 1 0 15,-3 0-1-15,-1-1 1 16,2-3 0-16,8-3 2 0,10 0-2 15,8 0 0-15,8-12 0 0,4-3 1 0,7-1 0 32,7-1 0-32,11 0-1 0,4 2 0 0,8-2-1 31,5 1 1-15,2 1 0-16,6-2 0 0,7 3 0 15,2 1 0-15,9 1 1 16,12 0-1-16,6 2 0 15,12-1-1-15,6 1 1 16,3 2-1-16,3 1 1 16,7 2 0-16,0 3 0 15,1 2 0-15,1 0-1 0,0 0 1 16,2 9-1-16,3 3 1 0,2 0 0 31,6 2 1-31,5-2 0 0,7 4 1 0,7 0-2 0,5 4-3 0,6 1 3 47,6-1-2-47,0 1-1 0,2 1 1 16,-1 1 0-16,1 1 2 0,0 5 0 0,1-1-1 0,-3 1 1 31,4 2 6-31,0 0 1 16,-4 5-2-1,3 2-3-15,-6 6 14 0,2 6 5 16,-5 8 1-16,6 6-2 15,-6 5-10 1,6 4-6-16,-4 3-1 16,5 2-2-16,-2 1 1 0,1 2 0 0,0-2-1 31,3 2 4-31,3 3 1 0,2 1 10 0,4 3-4 31,6 1-1-31,0 1 20 0,1 4-9 16,2 0-5-16,0 5 2 15,0-1-7-15,0 0 3 16,3-1-7-16,5-2-3 16,1 2-2-16,1 3-1 15,1 1 0-15,-2-1 1 16,4-3 3-16,-1-7-2 16,4-5-3-16,4-3 0 15,5-7 1-15,4-8-2 0,5-2 2 16,5-9-2-16,7-4 1 15,2-2 0-15,10-2 1 0,6-6-2 16,9-3 3 0,8-1-1-16,7-3 1 0,9-2-3 15,10-6-1 1,6-1 0-16,10-3-1 16,8-6 2-16,8-3 1 15,4-6 1-15,8 1 0 16,7-3 0-16,6-4 1 0,9 1-3 15,3-3-1 1,6 0-2-16,3 0 3 0,6-2 2 16,5-4 0-1,3-3-1-15,8-3-1 0,-2-1-3 0,-2 0 2 0,-1 4 1 32,-4 3 3-32,-1 1-3 15,0 2 0-15,0-1-3 16,-5 4 3-16,-4 0 0 0,-1 0 1 15,-4 0 3 1,5 0-4-16,2 4-1 16,-2-4-3-16,1 0 3 0,-8 0 1 0,1 0 2 31,0 0 0-31,3-5-2 0,-3-1-2 16,-5 0 0-1,-2 4 2-15,-6-1 0 0,-1 0 2 0,-4-2-1 16,-1-1-1-1,-2-4 0-15,-6 0-3 16,-1-1 1-16,-6 1 2 16,-7-3 0-16,-3 3 0 15,-6-4 3-15,-5 2-3 16,-9 1 0-16,-12-1-1 16,-8 2-3-16,-7 0 3 15,-4-1-2-15,-5 1 0 0,-9 0 3 16,-6 2-7-1,-9-2-6-15,-7 2 2 0,-9-2 10 16,-9 0 1 0,-6 0 1-16,-8-1 0 0,-6 1 2 0,-5-5 0 0,-1-1 8 31,-2-4-3-15,-4-6-6-16,-1-3-2 0,2-2 2 15,-1-5-2-15,1-3-2 0,2-3 2 0,-1-3-1 31,2-2 1-31,-2-4 0 0,2-4 1 0,-3-3-1 32,-1-1-1-32,-1 0 1 0,0-2 0 0,0-3 1 31,0-3 0-31,0-4-1 16,0 0 1-16,0 1-1 0,0 1 2 0,0 0-2 0,0-2 0 0,5 2 0 31,-2-1 0-31,0 3 0 15,-1-2 0 1,-2-2 0-16,0-1-1 16,0 1-1-16,0 0 4 0,0 2-1 15,0-4 0 1,0 0-1-16,0-1 1 0,-2 2 1 0,-1 4-1 31,-2 1 4-31,1 4-1 16,1-3-1-16,-3 1-3 15,3-1 8-15,2 1-6 0,-1 0-2 16,-1 3 2-16,-1-1-1 16,-2 4 1-1,-3 3 0-15,1-1-1 0,-1 1-1 16,-1 1 5 0,-6 0 4-16,-4 6-4 0,-5 6 44 15,-15 8-15-15,-17 10-28 16,-21 10-6-16,-34 11-8 0,-40 4-3 15,-49 27-89-15,-59 5-196 16,-49-5-850 0</inkml:trace>
  <inkml:trace contextRef="#ctx0" brushRef="#br0" timeOffset="7129.48">20402 3707 516 0,'0'0'206'0,"0"0"-192"16,0 0-4-16,0 0-9 0,0 0-1 31,0 0 29-31,0 0 15 16,6-65 20-16,-9 61-22 15,-11-3-39-15,-1-1-2 16,-7 0 1-16,-2-2 6 0,-4-1 2 16,-5-1 11-16,-3-4 5 0,-11 0-8 31,-4 4 4-31,-10 0-18 0,-5 5 12 15,-4 4 10-15,0 2-2 16,0 1-5-16,-1 2-10 16,-2 16 13-16,0 7-1 15,-4 9 1-15,-3 4 5 16,-1 7 18-16,6 1 0 16,11 2-14-16,12 1 14 0,16-3-12 15,4 1-5 1,9 1-17-16,2 3 0 15,3 2 5-15,3 2-4 0,4 2-1 0,1-2 5 0,4-1-4 32,3 1-5-32,3-2 12 15,0 1-6-15,0-1-7 16,16 3-1-16,6-2 5 0,3 2-2 0,6 5-4 31,4-4 2-31,6-2 1 0,1-4 10 16,5-8-14-1,6-4 11 1,2-1-10-16,8-3 1 0,-1-5-3 0,3-3 3 16,2-7 0-16,4-1-4 0,2-8 3 31,6-5 1-31,2-6-2 0,0 0-1 0,3-16 5 31,4-12-5-31,6-11 3 0,2-11 0 0,6-3-2 16,-1-4 3-16,-7-5-3 15,-4 0-3-15,-11-2-1 16,-12-3-2-16,-6 4 2 16,-6-4 0-1,-8-5 1-15,-12-8 3 0,-12-3-2 0,-17-2 0 32,-6 0 3-32,-20-1-3 0,-20 1 1 15,-8 6 0 1,-6 7 0-16,-2 10-2 0,-1 11 2 15,3 12 0 1,-1 8-3-16,6 11 1 0,9 6-3 0,10 6 1 0,12 7-36 31,9 1-66-31,6 18-76 0,3 17-49 16,0 7 18-16,0 0-154 31</inkml:trace>
  <inkml:trace contextRef="#ctx0" brushRef="#br0" timeOffset="8769.73">25610 3995 117 0,'0'0'362'0,"0"0"-362"16,0 0-7-16,0 0 7 15,0 0 6-15,0 0 71 0,-34-16 2 16,31 0-18 0,-3-2-4-16,-2-1 61 15,-6 0-58-15,-3 1-9 16,-4-2 18-16,0 0-47 16,-6-1-6-16,-2-1 25 15,-7-2-31-15,-7-1 9 0,-7 3 3 0,-11 2-5 16,-12 5 3-16,-6 5 3 0,-12 5-12 31,-9 5-7-31,0 0 5 16,0 11 26-16,3 14 1 15,3 7 8-15,-1 6-21 0,1 12-6 0,3 7 3 32,3 8-3-32,7 7 1 15,6 3 6-15,13-1 16 0,11-1-24 16,14-4-4-16,13 0-3 15,13 0 8-15,8-2-12 16,3-1 3-16,9-3-5 0,18 5 0 0,12-3 4 31,12-3-3-31,10-4 6 0,6-10-1 0,8-10-5 32,13-5 6-32,9-11-10 15,13-9 6-15,9-7 15 16,7-6-11-16,5-3 0 15,1-19-9-15,0-4 4 0,-5-7-2 16,-9-5 2 0,-6-3-4-16,-6-5 1 0,-9-9-2 15,-5-5 1-15,-14-4-2 16,-15-5 0-16,-14 0-1 0,-18-8 0 31,-16-4-1-31,-12-3-7 16,-3-5-3-16,-23 1 13 0,-12 2-1 15,-13 9 2-15,-7 4 4 16,-11 13 4-16,-4 5-7 0,1 5 5 16,4 7-6-16,9 7-1 15,12 7-1-15,10 14-1 16,8 5-10-16,10 7-86 16,2 3-29-1,8 7-111-15,3 14-161 16,3 6-156-16</inkml:trace>
  <inkml:trace contextRef="#ctx0" brushRef="#br0" timeOffset="10839.77">30532 3784 279 0,'0'0'300'0,"0"0"-300"0,0 0-11 15,0 0 11 1,0 0 61-16,-65-79 75 0,48 68-2 15,-4 1-112-15,-9 3-6 16,-1 1 21-16,-6 5 2 16,-6-2 19-1,1 3-11-15,-2 0-30 0,-2 0 20 16,0 6 5-16,-5 3 4 0,-2 5-15 16,-1 7 5-1,-6 3 1-15,-1 4-2 0,1 3-8 16,5 1-1-16,8-1-12 0,8 1 5 0,9 1-7 31,4 2-7-31,10-2 5 0,1 5 2 0,6 3-1 31,3 2-3-15,0 3-2-16,4 0 11 0,2 3-6 16,0 1-4-16,11 1-4 15,11 0 11-15,7 1-9 16,2-2-5-16,5-4-3 15,3-1 2-15,3-1 1 0,7-3 1 0,3-2 1 32,3-2-1-32,7-1 0 15,3-9 3-15,2-7 4 16,2-7 0-16,1-7-3 0,4-6 2 16,-3 0-3-16,0-4 0 0,4-17 1 0,4-4 3 31,3-6-5-31,0-4 4 15,-6-2-7 1,-7-1 0-16,-6-2 0 16,-10-4 2-16,-5-3 7 15,-11-7-1-15,-9-5 10 0,-11-3-1 16,-12-3-6-16,-5-1 2 16,-19-6 5-16,-22 1 2 15,-12-1-16-15,-11 1-3 0,-7 4 1 16,-5 2 6-1,0 4-2-15,-1 10-3 0,3 6-3 16,1 13-7-16,3 11-14 16,-2 6-127-16,-4 4-75 15,1 2-122-15</inkml:trace>
  <inkml:trace contextRef="#ctx0" brushRef="#br0" timeOffset="12719.59">19654 2313 635 0,'0'0'90'0,"0"0"-61"15,0 0-25-15,0 0 85 16,0 0 21-16,0 0-51 0,0 0 10 15,-65-68-19-15,60 65-10 16,-1 2 0-16,-1 1 16 16,1 0-33-16,-3 10-22 15,-5 12 0-15,0 11 6 0,0 5 29 0,2 0-2 32,8 0-7-32,4 0-10 15,0-2 0 1,0 2 4-16,14-6-8 0,8-4-3 15,4-6 0-15,6-8-2 0,2-8 6 0,5-6 5 32,0-2 15-32,1-22-12 15,-3-7-1-15,-4-8 13 16,-7-3-16-16,-10-2-8 16,-12 0-3-16,-4-1 0 0,0 6 1 15,-17 3-8-15,-9 6 16 16,-5 10-12-1,-5 3 2-15,0 10-5 0,2 4-1 16,2 3 0-16,7 0-2 16,8 10-10-1,6 11-60-15,11 6-118 0,0 0-176 16</inkml:trace>
  <inkml:trace contextRef="#ctx0" brushRef="#br0" timeOffset="13456.03">24326 2156 991 0,'0'0'106'16,"0"0"-49"-16,0 0-23 15,-21-85 56-15,15 71 25 0,0 3-5 16,3 9-32-16,1 2 2 0,1 0-47 0,-5 0-33 31,-1 20 5-15,-3 11-3-16,-3 13 49 16,3 6-13-16,-1 5-5 15,1 1 7-15,4 1-19 16,1-6-6-16,4-1-13 0,1-1 0 15,0-1-1 1,13-1-1-16,7-4-9 16,3-3-125-16,1-9-176 15,3-15-312-15</inkml:trace>
  <inkml:trace contextRef="#ctx0" brushRef="#br0" timeOffset="14402.6">29805 2407 829 0,'0'0'31'0,"0"0"-30"16,0 0 32-1,0 0 93-15,0 0-66 0,0 0-11 16,-53-81 36 0,51 63-43-16,2 1-25 15,0 0 8-15,13 0-7 0,9 1-18 16,6 2 3 0,0 2 8-16,2 6 0 0,-1 5-8 0,-6 1 3 0,-6 6 1 31,-5 15-6-31,-8 6 3 0,-4 7 15 0,0 7-11 31,-19 2 6-15,-6 4 5-16,-7 2-3 0,-2 4 2 0,-3 3 5 15,-1-7-5-15,4-6 13 16,4-16-5 0,6-5-12-16,6-8 6 15,6-5-1-15,6-6 16 16,3-3-27-16,3 0-6 0,0 0 5 15,0-3 4 1,17-7 4-16,14-5 1 0,20-7 9 16,18-9-14-16,17-10-5 0,14-10-5 31,10-2 1-31,7-2 0 0,-1 3-2 0,-2 4-2 31,-16 9-13-31,-18 3-154 0,-23 0-186 16</inkml:trace>
  <inkml:trace contextRef="#ctx0" brushRef="#br0" timeOffset="19129.53">11666 5516 408 0,'0'0'0'15,"0"0"-298"-15</inkml:trace>
  <inkml:trace contextRef="#ctx0" brushRef="#br0" timeOffset="19210.09">11622 5351 218 0,'0'0'0'0,"0"0"-108"0</inkml:trace>
  <inkml:trace contextRef="#ctx0" brushRef="#br0" timeOffset="20169.3">11434 4741 609 0,'0'0'47'0,"0"0"-18"15,0 0-3-15,0 0 60 16,0 0-35-16,13-82 9 0,-23 68-47 16,-2 1 23-1,-2 3 9-15,-5-5-25 16,-3 0-1-16,-8 2-14 0,-6-2 7 0,-9 4-5 31,-10 0 3-31,-6 4-4 0,-12 6-5 16,-2 1 2-16,-1 0 3 15,0 0 16-15,4 5 4 0,7 5-3 16,0 4 6 0,6 2-4-16,2 3-8 0,8 6 2 15,7 1-3 1,5 5 3-16,7 3-1 16,0 6-4-16,0 4-10 15,3 0 12-15,2 0 12 16,3 0-9-16,8-1 7 15,1 1-5-15,6 3-1 0,2 0-7 16,5-1-7 0,0 0 7-16,9-7 3 0,10-2-16 15,5-6 13 1,7-3-2-16,5-6 7 16,9-3-9-16,9-6 9 0,7-3-13 15,9-8 10-15,5-2-8 16,-2 0 4-16,1 0-8 15,-4 0 1-15,1-8-4 16,-1-2 7-16,3-4-2 16,-3-2 1-16,-3-6 0 15,-1-5 1-15,-2-8-4 0,-4-5 0 16,-4-6 1 0,-8 2 3-16,-12 1-2 15,-12 1-2-15,-15 2 2 0,-8 1 3 16,-1 0-2-16,-3-2-5 15,-16 2 1-15,-5-2 1 16,-9 5-2-16,-1 5-2 0,4 6-8 0,-1 6 9 31,1 8 3-31,0 4-3 0,0 4-12 16,5 3 3 0,4 0 1-16,6 9-58 15,12 9-75-15,3 4-89 16,13 2 7-16,13-5-135 0</inkml:trace>
  <inkml:trace contextRef="#ctx0" brushRef="#br0" timeOffset="20600.46">11966 4739 855 0,'0'0'37'0,"0"0"14"0,0 0-1 31,0 0 27-31,0 0-19 0,0 0-58 0,-2 18 3 31,-1 13 4-31,0 5 27 0,3 3-1 0,0-4 17 16,0-3-17-16,4-2 35 0,9-8-51 31,1-3-7-31,2-5 2 16,1-7 1-16,-1-4 14 0,8-3 1 16,-3-6 6-1,6-18 30-15,-5-7-34 0,-1-4-13 0,-11-5 13 31,-10 2 8-31,0 3-31 16,-17 4 23-16,-15 7-27 16,-5 14-3-16,-11 10-15 15,-17 21-103-15,-22 10-222 16</inkml:trace>
  <inkml:trace contextRef="#ctx0" brushRef="#br0" timeOffset="23776.3">21742 5693 222 0,'0'0'332'0,"0"0"-330"15,0 0 45 1,0 0 28-16,0 0-4 16,0 0 10-16,0 0-9 0,-3-4-3 15,3 3-11-15,0 1 16 16,-2-2-4-16,1 0 0 15,-2 0-16-15,-1-1-21 0,0 3 0 32,0 0 12-32,-1 0-15 0,2 0-27 15,-4 0 3 1,2 0 5-16,-3 13-2 0,0 0-1 0,2 2-1 16,1 1 2-1,2 2-7-15,2 0 5 16,1-2-1-16,0 2 4 0,0-2-5 15,0 0-5-15,7-2 3 0,3 0 0 32,3-2 1-32,-1-5-3 0,0-2 3 15,4-1-2 1,-1-4 1-16,3 0-2 0,3-6 8 16,0-10-2-16,-2-4 1 15,-1-1 0-15,-8-1 5 0,-8 1 10 16,-2 1-4-1,0-1 11-15,-12 0 13 16,-6-2-36-16,-3 4-5 16,2 2-2-16,3 4 1 15,5 7 1-15,5 2-2 16,2 4-3-16,-1 0-13 16,1 2-95-16,-4 18-94 0,1 5-78 15,-5 3-134 1</inkml:trace>
  <inkml:trace contextRef="#ctx0" brushRef="#br0" timeOffset="24293.25">21748 6238 952 0,'0'0'129'0,"0"0"-114"0,0 0 111 16,0 0-6-16,0 0-56 15,0 0-34-15,-3 21-3 16,1 4 78-16,-1 0-64 0,0 2-10 16,2 0-22-16,-1 1-8 15,1 1-1-15,-1 1-18 16,-4 1-103-16,5-3-81 15,-1-2-147-15</inkml:trace>
  <inkml:trace contextRef="#ctx0" brushRef="#br0" timeOffset="24831.23">21642 6963 845 0,'0'0'163'0,"0"0"-163"15,0 0 0-15,0 0 65 0,0 0 38 16,0 0-67 0,51-71-4-16,-37 67-12 15,-5 4 18-15,-1 0-26 16,-3 8-10-16,-3 10 10 0,-2 7 19 15,0 7-10-15,-9 3 12 0,-6 1 7 0,-1 0-19 32,2-4 29-17,4-8-24-15,3-7 6 16,5-9-15-16,2-6-15 0,0-2-2 16,2 0 8-16,18 0 12 15,10-19 31 1,8-4-32-16,5-7-7 0,5 4-6 15,-2 1-6-15,-6 5-3 16,-4 6-44-16,-9 4-103 16,-11 10-41-16,-5 0-76 0,-11 8-251 0</inkml:trace>
  <inkml:trace contextRef="#ctx0" brushRef="#br0" timeOffset="25428.68">21736 7435 604 0,'0'0'248'0,"0"0"-239"15,0 0 69-15,0 0 52 0,0 0-30 16,0 0-14-16,-30 6-20 15,30-6-5-15,0 0-28 16,0 0-7-16,0 0-1 0,3 0-17 16,16 0-7-1,7 0 25-15,7-5-6 0,-1 4-3 16,1 1-2 0,-10 0-4-16,-7 0 25 0,-6 8-12 15,-7 5-12-15,-3-2 22 16,0 1 7-16,2-3-1 15,1 2-27-15,6-3-13 16,1 3 0 0,4 0 1-16,0 2 2 0,0 4 2 0,-5 0 2 15,-9 3 7 1,0 6 3-16,-32 1-4 16,-15 0-2-16,-5 0-4 15,2-8-7-15,9-6-7 16,12-5-53-16,7-6-117 0,3-2-72 15,2 0-223 1</inkml:trace>
  <inkml:trace contextRef="#ctx0" brushRef="#br0" timeOffset="26469.39">21599 8614 232 0,'0'0'358'15,"0"0"-279"-15,0 0 54 16,0 0 40 0,0 0-33-16,0 0-31 0,-3-18-1 15,1 18-20-15,-1 0-22 0,-2 1-26 32,-1 14-2-32,0-1 26 0,-1 7 0 15,7-5-33 1,0-1-4-16,0-2-4 0,7-3-2 0,7-4 2 31,4-1-11-31,4-4 3 0,5-1 5 16,1 0-9-16,-1 3 0 15,-3 3-1-15,-6 2 2 16,-5 2-8-16,-7 0 1 0,-4 2 2 0,-2-3-4 31,0 5-3-31,-16 2 4 0,-8 2-1 0,-6 0-3 31,-2-5-4-31,4-1-15 0,0-6-20 16,2 0-24-16,1-6-39 16,1 0-52-16,5-8-85 15,3-16-94-15,5-6-455 0</inkml:trace>
  <inkml:trace contextRef="#ctx0" brushRef="#br0" timeOffset="26614.64">21624 8566 1015 0,'0'0'74'16,"0"0"-73"-16,95-65 34 0,-66 49-13 15,-1 5-22 1,-3 2-13-16,2 3-106 0,-6 4-156 16</inkml:trace>
  <inkml:trace contextRef="#ctx0" brushRef="#br0" timeOffset="26920.04">21933 8488 977 0,'0'0'89'16,"0"0"-28"-16,0 0 122 15,0 0-71 1,0 0-74-16,0 0-38 16,0 0 43-1,0 69 5-15,0-33 22 16,0 3-35-16,0-4-8 16,6-3-24-16,1-1-1 0,-1-8-2 0,0-5-28 15,2-5-98 1,-1-8-49-16,0-5-53 15,-2 0-151-15</inkml:trace>
  <inkml:trace contextRef="#ctx0" brushRef="#br0" timeOffset="27162.48">22107 8449 1064 0,'0'0'165'0,"0"0"-148"15,0 0 136-15,0 0 33 16,41 73-78-16,-35-32-42 16,1 5-47-16,-3 3-19 15,-1 5-10-15,-3-4-187 0,0-11-303 0</inkml:trace>
  <inkml:trace contextRef="#ctx0" brushRef="#br0" timeOffset="32613.2">12163 5476 608 0,'0'0'84'0,"0"0"-58"0,0 0 68 15,0 0 19-15,0 0-33 16,0 0-11-16,0 0-14 16,-43 0 16-16,33 0-33 15,1 0-12-15,-6 0-3 16,4 0 19 0,-1 6-11-16,-2 0-15 0,0 2 3 15,-2 0 0-15,-1 4-8 0,1 0 3 16,1 1-3-1,-1 3 2-15,5 0 3 0,-2 3 2 16,1 2-4 0,1 0 1-16,-2 1-3 0,4-3 2 0,0 1-9 31,2 1 3-31,-1-1-3 16,2 0 1-16,0-2 5 0,1-1-5 0,1 1 9 15,4-5-5-15,0 4 6 31,0-2 0-31,0 1-9 0,0-2 3 16,0 0-9-16,0-1 5 16,7-1 1-16,-2 0-7 0,-2 0 3 15,0 1-2 1,0 0 2-16,-1 0-1 16,1 2-1-16,0-2 1 0,2-2-1 0,1 0-1 31,2 0-1-31,1-2 1 0,3-2 0 0,-2-1-1 0,6-2 2 31,0-1 1-31,4 0 0 16,3-3-1-16,-1 0 1 0,4 0-2 31,-3 0 1-31,3-4 0 0,-1-6 0 0,4-2 1 16,2 0-2-16,-1-2 1 0,1-4 0 31,-1 0-1-31,0-1 1 0,-5 1 0 15,-4 3 0 1,-6-3 0-16,0 0 4 0,-5-4 1 0,-1-2 20 31,-3-2-9-31,-3-7-4 0,-2-2 5 16,-1-5-11-16,0 2 3 16,-13 0-2-1,-5 2-5-15,-6 4 4 0,-1 7-1 16,-2 2-1-16,-1 8 9 15,4 3 11-15,-2 4-9 16,6 3-6-16,-1 0-6 16,9 5-4-16,-2 0-1 15,-2 0-44-15,1 14-114 16,-4 8-141-16,-2-2-308 0</inkml:trace>
  <inkml:trace contextRef="#ctx0" brushRef="#br0" timeOffset="33805.08">11158 6865 938 0,'0'0'185'0,"0"0"-183"16,0 0 11-16,0 0 105 16,0 0-20-16,0 0-25 15,0 0-42-15,-31-6-28 0,32 22 10 32,14 1 56-32,0 1-27 0,6-3 11 0,1-4-32 31,5 0-5-31,0-5 16 0,8-6-19 15,6 0-2-15,1-5 0 16,4-11-4-16,0 0-2 0,2 0 2 16,-6 2 3-1,-3 3-5-15,-4 5-1 0,-2 3-2 0,-2 3 0 32,1 0 0-32,-4 1-1 0,-2 12 3 15,-4 4-2-15,-6 4 3 16,-8 2-1-16,-8 3-1 15,0 0 5-15,-3-1-2 16,-12-3-1 0,3-7-4-16,4-7 3 0,4-8 0 0,-2 0 0 15,-1-6-1 1,-4-17-3-16,3-5-21 0,1-6 18 16,6-2-20-1,1 4 0-15,0 4 20 0,4 5 1 0,8 8 2 31,6 5 0-31,4 4-6 0,4 6 2 16,5 0 3-16,3 0 0 0,2 1-2 16,2 8 3-16,3-2 1 31,1 2-1-31,3-4 0 16,-5-3 0-16,2-2 1 0,-1 0 0 15,-6 0 4 1,-8-13-1-16,-8-2 3 0,-4-3 8 15,-6-5 8-15,-3-4 6 16,-4-3-5-16,-2 2-3 0,0 3 22 16,-2 1-18-1,-10 4-5-15,3 5 0 0,-1 5-9 16,4 2-10 0,1 6 1-16,2 0-2 0,3 2-1 15,0 0-17-15,-1 0-54 0,1 0-76 0,-2 12-134 31,-2 4-64-31,-5 4-545 16</inkml:trace>
  <inkml:trace contextRef="#ctx0" brushRef="#br0" timeOffset="34672.08">13065 6413 811 0,'0'0'263'0,"0"0"-256"0,0 0 82 16,0 0 81-16,0 0-61 16,0 0-47-16,-60-3 3 0,54 3-4 15,4 0-20-15,1 0-21 16,1 7-4-16,0 4-5 16,0 0 8-16,0-2 2 15,9 2-3-15,12-3 12 0,5-2-12 0,7 2 3 31,3-1 11-31,0 0 2 16,-6 4-19-16,-5 4-10 0,-7 0 7 16,-9 6 7-1,-9 3 2-15,0 2-11 0,-8 2 9 0,-15-2-9 32,-4-1-4-17,2-6-6-15,-2-7 2 0,4-7-2 0,-2-5-53 16,-2 0-78-1,6-21-177-15,-4-8-112 0</inkml:trace>
  <inkml:trace contextRef="#ctx0" brushRef="#br0" timeOffset="34839.92">12944 6511 967 0,'0'0'311'0,"0"0"-303"16,80-55 91-1,-33 25 24-15,-1 1-67 16,0 4-3-16,-7 3-53 0,-10 6-10 16,-4 2-132-16,-9 5-222 15</inkml:trace>
  <inkml:trace contextRef="#ctx0" brushRef="#br0" timeOffset="35079.83">13375 6273 745 0,'0'0'691'0,"0"0"-683"0,0 0-8 32,0 0 202-32,0 80-59 0,0-42-64 0,0 0-38 15,0-3-30 1,7 0-9-16,-2-3-2 0,-1-4-3 0,2-3-88 15,0-8-138-15,0-9-140 32,0-8-349-32</inkml:trace>
  <inkml:trace contextRef="#ctx0" brushRef="#br0" timeOffset="35387.31">13539 6306 1052 0,'0'0'50'0,"0"0"-47"16,0 0 87-16,0 0 38 16,82 4-34-16,-67 22-18 15,-6 10 0-15,-5 6 16 16,-4 4-4-16,0-3 3 15,0-7-30-15,-1-7-26 0,1-12-10 16,0-8-9-16,1-8-4 16,20-1 3-16,9-16 2 15,15-17-4-15,9-10-8 16,4-8-5-16,-5-1-5 16,-8 5-60-16,-16 4-222 15,-22 10-694-15</inkml:trace>
  <inkml:trace contextRef="#ctx0" brushRef="#br0" timeOffset="36889.43">9711 4421 1028 0,'0'0'4'0,"0"0"5"16,0 0-5-16,-99-25-4 16,53 54 20-16,-8 19 47 0,-1 14 7 15,-5 23-23 1,-2 23 14-16,4 18 0 0,4 19-11 16,17 15-8-1,11 13 24-15,14 23-10 0,12 22 17 16,11 24-45-1,42 21 3-15,29 5-4 16,21-5-19-16,18-27-12 16,5-34 0-16,-1-40-2 0,10-43 2 15,3-38-10-15,11-28-82 0,15-29-107 16,3-24-108-16,-4-27-191 31</inkml:trace>
  <inkml:trace contextRef="#ctx0" brushRef="#br0" timeOffset="37429.65">12578 4173 150 0,'0'0'968'0,"0"0"-964"0,118-13-1 0,-36 29 28 16,27 28 30 0,21 34 50-16,9 41 23 15,7 50-26-15,-16 42-9 16,-30 24-75-16,-34 11 1 0,-43-13 10 16,-23-2-16-16,-45-12-4 15,-32-2-15-15,-28-4 0 0,-23-13-37 31,-18-15-193-31,-14-23-406 0</inkml:trace>
  <inkml:trace contextRef="#ctx0" brushRef="#br0" timeOffset="59915.79">20117 9735 907 0,'0'0'32'0,"0"0"8"16,0 0 3-16,0 0 16 0,-96 21 0 15,81-1 34-15,2 11-19 16,6 7-6-16,5 3-7 0,2 3 27 16,0-3-30-1,14-6-30-15,5-7 4 16,5-8-23-16,4-9 14 16,2-5-13-16,3-6-5 0,3-4 6 0,-1-22 6 15,0-9-5-15,-7-4-4 31,-9-6 2-31,-13 1-3 0,-6 3-4 16,-9 1 4-16,-19 6-2 16,-9 4 10-16,-3 5 9 0,-1 8-20 0,-2 6 7 31,6 5-2-31,4 6-9 16,9 0-5-16,11 0-4 15,7 6-39-15,6 10-70 0,3 5-69 16,19 0-70-16,9-8-65 0</inkml:trace>
  <inkml:trace contextRef="#ctx0" brushRef="#br0" timeOffset="61027.9">24924 9808 831 0,'0'0'46'0,"0"0"-10"16,0 0 49-16,0 0 45 16,0 0-24-1,0 0-11-15,-34-65 12 16,32 62-25-16,1 3-19 16,1 0-16-16,0 0-6 15,0 3-33-15,0 17-8 0,1 10-8 0,8 8 8 31,1 2 65-31,-2-3-32 0,1-2 2 16,0-4-1-16,-3-6-27 0,-2-5 0 16,-1-3 0-1,0-6 11-15,0-2-13 0,-1-6 1 16,-1-1 2-16,-1-2-1 16,0 0 4-1,0-2 22-15,0-17 23 16,0-11-16-16,-10-11-34 15,-4-3-6-15,-4 0 0 0,-1-3 0 0,1 6 0 32,2 7 0-32,7 7 0 15,1 8 0-15,4 7 0 0,1 2 0 16,2 6-19-16,1 3-54 16,0-1-93-16,0 0-166 15,0 2-235-15</inkml:trace>
  <inkml:trace contextRef="#ctx0" brushRef="#br0" timeOffset="61849.52">29915 9691 1161 0,'0'0'9'0,"0"0"-3"0,0 0 35 16,0 0 27 0,-48-90-6-16,43 71-6 15,5 5 10-15,0 3-41 0,0 5 4 16,0 6-14-1,8 0-14-15,8 6 3 0,5 17-2 16,0 12 31-16,-8 10-12 16,-6 8 23-16,-7 0 11 15,0-2 1 1,0-11-23-16,0-9-12 0,0-9 21 16,0-14-27-16,0-5-8 15,0-3 0-15,5 0 5 0,25-17 12 0,19-13 16 31,26-13-17-31,10-6-18 16,5 0 0-16,-2 4-5 0,-13 7-4 0,-7 7-56 16,-22 7-228-16,-27 5-495 31</inkml:trace>
  <inkml:trace contextRef="#ctx0" brushRef="#br0" timeOffset="73753.57">20184 5586 512 0,'0'0'152'16,"0"0"-152"0,0 0 21-16,0 0 12 0,0 0 4 0,0 0-23 0,0 0-6 31,0 0 6-31,12-42 15 15,-11 40 25-15,-1 2 4 0,0 0-21 0,0 0-5 32,0 0-4-17,0 0 1-15,0 0-2 0,0 0-7 16,0 0 4-16,0 0 20 16,0 0 19-16,0-1 1 15,-7-5-6-15,-9-1-57 16,0-1 3-16,-4-1 6 0,-3 0 4 0,-2-1-1 31,-3-3 3-31,-3 1-7 16,-2 4 0-16,-2-2 10 15,-2 3-5-15,0 0 15 0,-2 3-6 0,-1 1-7 32,1 3 2-32,0 0-9 0,4 0-1 0,3 10-4 15,2 6 8-15,3 1 1 16,0 5-3-1,3 1-3 1,2 1 6-16,1 1 4 0,0 2-12 16,1 3-1-16,3 1 2 15,-1 0 6-15,8-6-4 16,-1-2 0 0,5-5-1-16,6-1 0 0,0 1 10 15,0-2-11-15,0 4 0 16,0 1 1-16,6 3 4 0,6 1-9 15,0-1 6 1,1-1 3-16,-1-2-5 0,2-2-3 16,-1-3-1-16,5 0-2 15,2-3 4-15,3 0 1 16,6-4-2-16,5-1-1 16,5-2 3-16,5-4-1 15,0 2-3-15,0-3-1 16,0-1 0-16,-2 0 4 15,4 0-3-15,0 0-1 16,3-10 0-16,3-1 3 0,-2-2-2 16,-2-2 0-1,-3 1 0-15,-3-5 0 0,-3-1 0 16,-3-2 2-16,-4-3-2 0,-6-1 2 31,-5-2-1-31,-6-3 3 16,-4-3-1-16,-7-1 3 15,-4-2 1-15,-3 0 1 0,-16 2 8 16,-11 4-12-16,-8 3-5 16,-6 3 0-16,-2 6-1 15,-5 4 0-15,0 10-30 16,2 5-99-16,0 7-195 16,2 16-337-16</inkml:trace>
  <inkml:trace contextRef="#ctx0" brushRef="#br0" timeOffset="75565.38">20745 5703 630 0,'0'0'210'0,"0"0"-190"16,0 0 87-16,0 0 30 15,0 0-26-15,0 0-27 16,0 0-33-16,0-5-15 15,9-7 0-15,0 1 21 0,0-3-30 16,0-1-6 0,-2-1 3-16,-1 0-11 0,-3 1 5 15,-1 2 1-15,-2 5-10 16,0 1 0 0,0 3 12-16,0 4 1 0,-2 0 1 15,-8 0-20 1,-5 11-3-16,1 13-2 0,2 5 2 0,2 1 6 0,7 1 7 31,3-4 2-31,0-4 7 16,0-2 12-16,13-6-3 0,1-5-12 15,5-4-12-15,2-5 2 16,5-1-6-16,-1 0-3 16,3-4 0-16,-1-8-1 15,-3 1-31 1,-4-3-44-16,-4-1-44 15,-6-4-20-15,-4-2-65 16,-4-1-95-16,-2-2-144 0,-2 0 73 0</inkml:trace>
  <inkml:trace contextRef="#ctx0" brushRef="#br0" timeOffset="75997.62">20928 5476 803 0,'0'0'209'0,"0"0"-202"0,0 0 36 15,0 0 59-15,0 0-10 0,0 0 20 0,68 41-49 16,-50-13 11-16,-4 0-40 16,-1-3-17-1,-3-4-3-15,-1-6-6 0,-2-3-2 32,-2-7-2-32,-2-3-2 0,0-2-2 0,-2 0 4 15,2-5 5-15,0-13 10 16,0-8-19-1,0 1-4-15,-1 5 3 16,-1 5 1-16,-1 6 2 16,0 8 0-16,2 1-2 15,2 0 0-15,4 0 0 16,5 7 17-16,4 3 13 16,3-2-24-16,4-6 23 15,0-2 12-15,3 0-7 0,1-8 0 16,1-13-14-16,-1-1-9 15,-4-3-5 1,-5-1-4-16,-7 1-2 0,-9 4-4 16,-3 6-69-16,-3 12-87 15,-21 3-148-15,-12 16-189 0</inkml:trace>
  <inkml:trace contextRef="#ctx0" brushRef="#br0" timeOffset="76999.3">20415 6289 891 0,'0'0'129'0,"0"0"-128"0,0 0 42 0,0 0 50 16,0 0 14-16,0 0-9 16,-33-64-38-16,20 50-40 15,1 0 42 1,-6-1-18-16,-1-1-28 0,-5 1 20 15,-4-2-13-15,-5-1-7 0,-6 0 14 0,-7 4-22 32,-4 2-1-32,-2 5 2 15,-4 3-6-15,-1 4-1 16,3 0 2-16,-3 12 1 0,-1 7 2 0,0 0-1 31,0 5-1-31,1 0 10 16,6 1 7-16,2 0-4 0,3 0 13 15,3 2-15-15,2 1-7 16,7-1-2-16,7-1-6 16,8-4 0-1,8-1 1-15,10 3 2 0,1 1 1 16,0 1 0-16,1 0 4 16,13 1-4-16,4 1 0 15,7-1-2-15,5 2 5 16,3 1-7-16,6-3 1 15,1-3-1-15,6-1-1 0,7-7 0 16,5-4-1 0,7-9 1-16,10-3 0 0,3-3-2 15,3-19 2 1,3-9 0-16,-2-10 5 0,3-8-4 0,-4-5 4 31,-8-5 2-31,-14 3 17 16,-17 2 3-16,-15 5-11 0,-17 4-8 15,-10 4 1-15,0-1-5 16,-17 5-2-16,-10 5-1 16,-3 5-1-16,-4 7-1 0,-1 7-7 15,-2 9-14-15,1 4-37 16,-2 2-47 0,-3 22-169-16,-2 6-179 0</inkml:trace>
  <inkml:trace contextRef="#ctx0" brushRef="#br0" timeOffset="83670.25">20391 8443 406 0,'0'0'263'0,"0"0"-263"0,0 0 2 16,0 0 36-16,0 0 31 16,0 0 51-1,-81 0-57-15,73-9-51 0,-1 1 37 16,0 4-2 0,-3-2-2-16,-3-2-21 0,-4 3-9 0,-3-1 16 15,-4 0 2-15,-4-3-16 16,-3 3 7-1,-7-1-3-15,0 3 4 0,-2-4-3 0,-4 2-21 0,-2 2 5 32,-3 0-1-32,-4 0 5 15,-1 2-7 1,0 2 8-16,-1 0 11 16,-2 0-9-16,-3 0 5 15,-9 4-8-15,2 4 4 0,2 0-3 0,3 1-9 16,9 1 11-16,4 2-8 0,6-1 4 31,5 0-5-31,0 1 4 16,6 3-5-16,-1-1 14 15,5 3 10-15,4 2-7 16,3 0-4-16,2 5-10 16,2-1 14-16,2 2-7 15,1-2-8-15,6 2-2 0,0 3 9 16,2-1-2-16,5-2 3 15,1 1-8 1,2-1-3-16,0 0 4 16,6 0-3-16,9 1 3 0,3-1-2 0,4-1 0 31,8-1-3-31,6 0 1 0,9-4-1 0,9-2 5 16,7 1-4-16,7-6 3 0,4 0-4 31,3-5 2-31,5-1-2 0,2-1 0 15,0-4-1-15,0-1 0 16,3 0-2 0,5-7 1-16,2-8 1 15,2-4 0-15,-3-1 1 16,-8 0-1-16,-9 2 2 16,-7-3-2-16,-10-2 5 15,-6-1-3-15,-7-5 1 16,-6-1 1-16,-9-6 3 0,-8-2-6 15,-13-4 8-15,-8-3-8 16,-3-2 9 0,-26-4-6-16,-8 3-1 15,-12 5-3-15,-11 7 0 0,-8 5-4 0,-4 12 1 16,-1 5 2-16,4 10-1 0,2 4-23 31,1 6-119-31,5 17-84 16,11 0-144-16,11 0-339 15</inkml:trace>
  <inkml:trace contextRef="#ctx0" brushRef="#br0" timeOffset="88081.02">20145 6422 150 0,'0'0'35'0,"0"0"-35"16,0 0-81-16,0 0 1 15,0 0 79-15,0 0 1 32,0 0 5-32,-3-3-5 0,3 3-2 0,0 0 2 15</inkml:trace>
  <inkml:trace contextRef="#ctx0" brushRef="#br0" timeOffset="91206.48">19404 7281 818 0,'0'0'118'0,"0"0"-85"0,0 0 30 32,0 0-11-32,0 0 30 0,0 0 21 0,-30-14-49 15,28 13-19 1,-1 1 8-16,2 0-4 15,-2 0 2-15,1 0-11 16,2 0-17-16,0 0-7 16,0 0-5-16,3 0-1 15,20 1 0-15,9 6 22 16,16-4 36-16,12-3-39 16,9 0 21-16,13-20-14 15,7-7-1-15,7-4 1 16,-4-1-19-16,-4 1-2 0,-11 4-3 15,-15 6-2-15,-10 7-10 16,-14 5-91-16,-8 9-50 0,-10 0-88 31,-14 13-132-31</inkml:trace>
  <inkml:trace contextRef="#ctx0" brushRef="#br0" timeOffset="92153.5">20462 7903 1021 0,'0'0'39'0,"0"0"-39"0,0 0 0 16,0 0 10-16,-87-40 53 0,51 23-25 15,-4 0 19-15,-8-3-23 0,-7 2 11 32,-8-1-16-32,-8 2 4 0,-8 2 12 0,-8 3-24 0,-7 6 21 31,-6 6-21-16,-7 0-3-15,-11 14-16 0,-4 11 1 0,3 6 0 0,5 3-3 32,14 3 2-32,13 0 4 15,13 1-2-15,14 0 0 16,12-1-1-16,11 4 5 16,7-1-1-16,11 2 15 15,11 0 5-15,8 1-21 16,5-1 0-16,25-1-5 0,15-2 7 15,16-4 3-15,15-6-7 16,10-5 0 0,6-4 0-16,12-6 0 0,12-7 2 15,9-7-2-15,11 0 10 16,4-23-10 0,-2-8 3-16,-4-12-4 0,-9-7 0 15,-13-5-1-15,-15-2 6 16,-18-3-2-16,-18 4 6 15,-19 2 12-15,-18 0 9 16,-22 1-4-16,-4 2-20 0,-29 2 7 0,-14 6 8 31,-12 7-24-31,-6 9 0 16,-7 7-2-16,-9 7-35 16,-1 9-75-16,-4 4-100 0,-4 0-186 15,2 1-596 1</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1-04T06:19:59.025"/>
    </inkml:context>
    <inkml:brush xml:id="br0">
      <inkml:brushProperty name="width" value="0.05292" units="cm"/>
      <inkml:brushProperty name="height" value="0.05292" units="cm"/>
      <inkml:brushProperty name="color" value="#FF0000"/>
    </inkml:brush>
  </inkml:definitions>
  <inkml:trace contextRef="#ctx0" brushRef="#br0">14280 15815 624 0,'0'0'78'0,"0"0"-66"15,0 0 93-15,0 0 44 16,0 0-74-16,0 0 8 0,0 0-18 0,-27-31 25 16,26 28-24-1,1 1-31 1,-2 0 38-16,1-2-19 0,-1 2-29 15,1-1 24-15,-3-2-20 0,1 3-14 16,0-1 7-16,0 1-14 31,1 1-7-31,2 1 4 0,0 0-3 0,0 0-1 16,-1 0-1 0,1 0-9-16,0 0 2 0,0 0-6 15,0 0 2 1,0 0-1-16,0 0 6 15,0 0-1-15,0 0 5 16,0 0 1-16,0 0 0 0,0 0 1 16,0 0 0-16,0 0 0 15,0 0 0-15,0 0-1 16,0 0 1 0,0 0 0-16,0 0 3 0,0 0-3 0,0 0 0 15,0 13 0-15,0 9 1 16,0 6 6-16,0 6-6 15,0 3 0 1,0 4 1-16,3 2 1 16,1 4 9-16,2-3-6 0,4-2 1 15,0-5-6 1,-1-6 0-16,-1-7-1 16,0-5-3-16,-5-7-60 15,3-2-51-15,-3 0-40 0,-3-5-89 16,0-5-89-16</inkml:trace>
  <inkml:trace contextRef="#ctx0" brushRef="#br0" timeOffset="890.84">14156 15734 305 0,'0'0'310'0,"0"0"-283"15,0 0 42-15,0 0 74 16,0 0-13-16,0 0-56 0,-17 0 7 15,17 0-14 1,0 0-10-16,13-3-27 0,13-10 7 16,11-6 8-1,3 0-11-15,12-3-14 16,-2-1-2-16,-1 3-15 16,-7 6-3-16,-11 4-12 0,-6 7-99 15,-6 3-55-15,-6 0-84 16,-9 3-122-1</inkml:trace>
  <inkml:trace contextRef="#ctx0" brushRef="#br0" timeOffset="1134.16">14276 15906 777 0,'0'0'91'0,"0"0"-86"15,0 0 80-15,0 0 33 16,0 0-47-16,0 0 6 16,58-4 52-16,-9-18-68 15,6-3-13-15,4-1-28 0,-5 1-16 16,-7 5-4-16,-9 7-4 0,-10 4-81 31,-7 8-45-31,-11 1-122 0,-10 0-90 0</inkml:trace>
  <inkml:trace contextRef="#ctx0" brushRef="#br0" timeOffset="1313.52">14341 16222 724 0,'0'0'43'16,"0"0"74"-16,0 0 11 0,108 7 3 15,-62-27-37 1,5-8-59-16,6-3-29 16,1-4-6-16,-3-1-67 0,-7-1-143 0,-10 1-262 15</inkml:trace>
  <inkml:trace contextRef="#ctx0" brushRef="#br0" timeOffset="2009.69">14889 15892 854 0,'0'0'98'15,"0"0"-98"-15,0 0 110 0,0 0 68 16,0 0-90-1,0 0-64-15,-1-34 3 0,1 17-8 16,5 1-3-16,8 2 6 0,0 3-10 0,8 4 6 31,3 4-3-31,1 3-4 16,2 0-2-16,-6 12-5 16,-2 7-2-16,-7 3 2 15,-3 0 2-15,-8-1 0 16,-1-3-2-16,0-2-2 15,-1-3 3-15,-8-5-1 0,2-6-3 16,1-2 5-16,0 0 1 16,-1-5-7-1,3-10-16-15,4-2 0 0,0 0-36 0,0 1 30 0,15 5-1 32,0 4 14-32,6 6 9 15,0 1-7-15,0 0 7 16,3 2 1-16,-5 5 14 15,-4 1-6-15,-2-2-3 16,-7-3-3-16,-3 0 2 0,-1-3-4 16,-2 0 3-1,0 0 11-15,0 0 10 16,3-9 7-16,1-10-31 0,4-6-1 0,1-1 0 16,1-1-9-1,1 4-8-15,4 4 6 0,1 3 0 31,2 11 8-31,1 3-1 0,-1 2 4 0,0 6 6 16,-3 13 2 0,-2 6 8-16,-1 1 0 0,-2 2-5 15,0-3-9 1,-3-1 2-16,-1-8-4 16,-1-3-1-16,-1-3-2 15,2-8-42-15,-5-2-54 0,4 0-40 16,-2-20 0-16,0-12-245 0</inkml:trace>
  <inkml:trace contextRef="#ctx0" brushRef="#br0" timeOffset="2446.61">15416 15343 949 0,'0'0'105'0,"0"0"-101"16,0 0 39-16,0 0 114 15,0 0-62-15,67 87-32 16,-46-47-19-16,-2 1-11 16,-7 0 17-16,0-3-26 0,-6-5-9 15,-3-7-9 1,-1-5-1-16,-2-8-4 16,0-6-1-16,0-4 0 0,0-3 1 15,0 0 8 1,3-9-9-16,5-9-10 15,3-5-26-15,6 1 22 0,5 2-4 16,3 5 6-16,3 5-10 16,1 5 18-16,2 4 4 0,-1 1 3 15,-2 0 7-15,-3 11 3 16,-8 5-7-16,-8 3 5 0,-7 4-1 31,-2 3 13-31,-11 2 7 0,-19 2-8 16,-6-2 5-1,-3-5-8-15,5-4-6 0,4-8-5 16,6-9-6-16,2-2-2 16,6 0-47-1,2-13-98-15,10-9-129 16,4-3-235-16</inkml:trace>
  <inkml:trace contextRef="#ctx0" brushRef="#br0" timeOffset="2754.38">16019 15623 294 0,'0'0'744'0,"0"0"-744"0,0 0 1 16,31-89 80-16,-30 66 10 0,-1 5-54 0,0 4 18 31,0 6 7-31,-6 8 8 0,-4 0 8 15,-3 10-61-15,0 13-7 0,4 3 19 0,5 3-2 32,4-2 24-32,0-4-28 15,10-3 9-15,10-9-11 16,5-3-2-16,5-6-8 0,3-2-3 0,3 0-8 31,-5-1-6-31,1-9-102 16,-6 0-86-16,-3 0-87 0,-4-1-187 15</inkml:trace>
  <inkml:trace contextRef="#ctx0" brushRef="#br0" timeOffset="4040.75">16539 15355 372 0,'0'0'701'0,"0"0"-690"16,0 0 87-16,-101-12 63 0,78 12-57 15,6 1-37-15,6 13-33 16,4 1-21 0,3 5-8-16,3 3 9 15,1 1-3-15,0-3-4 16,11-2 2-16,6-6-3 0,1-5 0 0,3-4 3 15,-3-4 0-15,-1 0-2 32,-4-7-1-32,3-14 2 0,-3-12 2 15,0-10-8-15,-4-10-2 16,-8-12-32-16,1-8-7 16,-2-3-29-16,0-3-12 15,0 1 61-15,-9 10 14 16,0 13-10-16,-3 19 15 15,4 15 5-15,1 13 20 16,-3 5 34-16,4 3-33 16,-3 0-11-16,-1 0-15 15,0 1-5-15,3 17-1 16,2 11 1-16,5 14-2 16,0 13 7-16,3 10 5 0,12 1 9 15,6-2 5-15,3-12 0 16,3-7-10-16,-1-13-3 15,1-10 1-15,-3-10-3 16,-3-8 4-16,0-5 5 16,-4-11 0-16,2-16 2 15,-4-10-6-15,1-9-9 16,-4-7 0-16,-3-5-12 16,-5-5-2-16,-4 3-8 0,0 4 2 15,-11 4-34 1,-4 12 30-16,0 5 14 0,4 13 7 15,5 10 2 1,3 7 1-16,2 5 0 0,1 0-1 16,-2 0-21-16,1 12 11 0,1 3 11 15,0 1-1 1,0-5 1-16,0-2 0 0,0-2-1 16,0-3 1-1,0-1 0-15,0 0 0 16,0-3 1-16,0 0 0 15,0 0 8-15,0 0 0 0,0 0 1 16,0 0 3-16,0 0 3 16,0 0-2-1,0 0 9-15,-3 0 1 16,-3 0-14-16,0-8-8 16,2 2-2-16,0 3 2 0,3 0 0 15,1 3 1-15,-2-1 1 16,2 1-1-16,0-2 0 15,-1 2 4-15,1 0 2 16,0 0-1-16,0 0-4 16,0 0-4-16,-2 0 0 15,2 0-3-15,0 0-10 16,0 13-7-16,0 9 20 0,0 11 2 16,0 3-1-1,0 5 5-15,6 6 2 16,1-4-1-16,0 1 22 0,3-3-26 15,1-2 5-15,-1-3 1 16,2-3-1-16,2-5-4 0,-4-5-4 16,2-3 0-1,-1-7 1-15,-5-4 2 16,1-5-1-16,-4-1-2 16,-3-3 1-16,1 0 5 0,-1 0 11 15,0-13 14 1,0-7-27-16,0-7-4 15,-10-5-1-15,-3-4-24 16,-5 4 1-16,1 5-25 16,-1 12 29-16,2 13 3 15,0 2 14-15,0 19-1 16,3 11 4-16,4 4 20 16,6 1 9-16,3-6 4 15,0-1-6-15,11-7-12 0,8-9-4 16,6-6-9-16,7-6 3 0,4 0-5 15,1-16-71 1,-1-4-96-16,-3-4-106 16,-10-2-173-16</inkml:trace>
  <inkml:trace contextRef="#ctx0" brushRef="#br0" timeOffset="4296.47">17006 15004 962 0,'0'0'103'0,"0"0"-96"0,0 0 113 0,0 0 52 15,0 0-57-15,42 84-58 16,-32-60 0-16,-1-1-34 16,-1 0 19-16,-1-4-32 15,-2-2-10-15,-4-5 0 16,1-4-18-16,-2-6-96 0,0-2-64 0,0 0 36 31,-5-20-164-31,-5-10-393 16</inkml:trace>
  <inkml:trace contextRef="#ctx0" brushRef="#br0" timeOffset="4760.78">17006 15004 534 0,'-30'-65'561'16,"26"61"-457"-16,1 4 8 15,3 0 4-15,0 0-88 16,0 0-28-16,11 10-6 15,12 4 6-15,4-2 0 0,3-4 2 16,0-5-4-16,-2-3 4 0,-3 0-5 0,-3-5 3 31,-2-6-28-15,-6-1 12-16,-4 3 10 16,-5 3 6-16,-4 5 3 0,-1 1 1 15,0 0 18 1,2 0-7-16,4 0-12 0,5-3 0 15,4-3 11-15,8-7 0 16,2-1-7 0,3 0-6-16,-2 2 0 0,1 4-2 15,-3 8 1 1,-1 0-3-16,1 22 3 0,-1 10 3 16,-1 12 16-16,0 6 4 15,-2 7 0-15,-1-3-15 16,-1-4-1-16,-1-7 12 15,-4-11-13-15,-6-11 6 16,-5-8 12-16,-2-8 1 16,0-5-1-16,0-5 82 15,-3-20-3-15,-6-18-95 16,5-14-8-16,4-17 0 16,0-9-30-16,1-2-6 15,8 6-52-15,1 11-68 0,-2 20-21 16,-8 21-91-16,-3 19-188 15</inkml:trace>
  <inkml:trace contextRef="#ctx0" brushRef="#br0" timeOffset="5282.7">16041 16811 977 0,'0'0'41'0,"0"0"50"0,0 0 13 16,0 0 25-16,128-95-22 16,-61 56-40-16,5 3-31 0,-10 5-5 15,-14 5-22-15,-13 13-9 16,-16 3-45-16,-10 5-105 0,-9 4-120 31,0 1-191-31</inkml:trace>
  <inkml:trace contextRef="#ctx0" brushRef="#br0" timeOffset="5472.44">16236 16480 1054 0,'0'0'57'0,"0"0"-2"16,0 0 102-16,0 0-101 15,0 0-3-15,0 0 72 16,76 91-58-16,-47-48-34 16,0 6-4-16,3 4-25 15,2-4-3-15,2 4-1 0,-2-2 0 16,-1 2-72-16,0-4-90 16,-6-7-90-16,-3-5-250 15</inkml:trace>
  <inkml:trace contextRef="#ctx0" brushRef="#br0" timeOffset="5968.04">16732 16980 1424 0,'0'0'29'16,"0"0"-21"-16,0 0 10 0,0 0-2 16,0 0-1-16,31 94 41 15,1-43-43-15,3 10-9 16,4 1 2-16,-3-6-2 16,-5-5-4-16,-4-10-2 15,-7-10 2-15,-6-7-4 16,-6-12-9-16,-8-7-37 15,0-5 34-15,-8-6-3 16,-19-18 12-16,-5-10-13 0,-7-9 20 16,-4-13-1-1,5-8 1-15,7-7-1 16,14 3 1-16,12 5 0 0,5 11 0 16,16 5 0-16,17 9 1 15,4 10 15-15,1 10 5 16,-12 13 4-16,-6 5-25 15,-14 7 11-15,-6 16-10 16,0 7 35-16,-21 2-3 16,-5-1-19-16,-2-6-11 15,9-6-3-15,8-8-10 16,11-9-98-16,0-2-107 16,12 0-28-16,16-19-135 0</inkml:trace>
  <inkml:trace contextRef="#ctx0" brushRef="#br0" timeOffset="6286.83">17148 16795 1299 0,'0'0'0'0,"0"0"0"16,0 0 73-16,0 0 62 16,-42 96-68-16,41-70-33 15,1-7-4-15,0-1-18 16,13-8 3-16,5-4-6 0,3-6 0 15,4 0 1 1,2-16 0-16,-6-7-1 16,-5-2-1-16,-13 0-2 15,-3 0-1-15,-6 7 3 16,-17 6-6-16,-3 4-2 16,0 8-4-16,3 0 4 0,5 0-5 15,6 0-2-15,7 0-19 16,5 0-80-16,0 3-95 15,22-3-57-15,7 0-116 16,7-10-350-16</inkml:trace>
  <inkml:trace contextRef="#ctx0" brushRef="#br0" timeOffset="6520.68">17452 16646 846 0,'0'0'397'0,"0"0"-374"0,0 0 70 16,0 0 74-16,0 0-102 15,0 0-35 1,-38 8-14-16,38 5-14 0,4 3-2 0,19 5 7 0,6-1-5 31,6 4 13-31,5 1-1 16,-4 1-3-16,-4 2-8 16,-5-1-3-16,-9 0 1 15,-6-3-3-15,-9-5 0 16,-3-5-45-16,0-6-47 15,0-6-85-15,-12-2-51 16,-1-14-137-16</inkml:trace>
  <inkml:trace contextRef="#ctx0" brushRef="#br0" timeOffset="6727.69">17603 16654 840 0,'0'0'445'16,"0"0"-442"-16,0 0 2 0,0 0 152 15,0 0-2-15,-93 93-50 16,68-59-42-16,3 3-17 16,4-7-22-16,6-4-18 15,6-3-6-15,4-7-1 16,2-3-2-16,0-8-96 16,17-5-104-16,10-1-29 15,3-23-105-15</inkml:trace>
  <inkml:trace contextRef="#ctx0" brushRef="#br0" timeOffset="6943.98">17712 16651 966 0,'0'0'269'16,"0"0"-258"-16,0 0-11 16,0 0 92-16,0 0 53 15,25 82-105-15,-14-57-15 16,0-2-13-16,2 4 0 15,-4-6-8-15,-1-2-4 16,0-6 0-16,-2-9-65 0,-3-4-106 16,0 0-97-1,-3-21-186-15</inkml:trace>
  <inkml:trace contextRef="#ctx0" brushRef="#br0" timeOffset="7070.57">17655 16506 1284 0,'0'0'123'15,"0"0"-120"-15,0 0-3 16,0 0 49-16,0 0-38 16,0 0-11-16,-68-18-93 15,90 16-141-15,5-8-113 0</inkml:trace>
  <inkml:trace contextRef="#ctx0" brushRef="#br0" timeOffset="7490.56">17821 16126 1151 0,'0'0'48'0,"0"0"-34"0,0 0 171 15,0 0-29-15,0 0-135 16,0 0-15-16,4 34-6 16,17 21 32-1,2 4-2-15,-3 3 12 16,1 0 20-16,0-5-31 0,3-7-15 15,1-12-11 1,1-9-1-16,-2-14-2 16,1-10 2-16,0-5 0 0,1-9-4 15,0-18-16 1,-2-5-17-16,-7 0-8 0,-8 1-3 0,-3 6 25 0,-5 12 19 31,-1 5 2-31,0 8 39 16,2 0-30-16,1 14 3 0,1 15-12 15,7 5 73 1,0 1-48-16,3 0 5 0,1-4-15 0,0-3-11 16,-3-3-6-1,1-6 0-15,-2-5-1 0,-5-6-18 32,-2-5-94-32,-4-3-115 0,-6 0-78 0,-22-19-484 31</inkml:trace>
  <inkml:trace contextRef="#ctx0" brushRef="#br0" timeOffset="7633.41">17880 16474 1271 0,'0'0'75'0,"0"0"-75"0,0 0-13 0,12-94 8 15,15 54 5 1,6-1-205-16,4 2-137 0</inkml:trace>
  <inkml:trace contextRef="#ctx0" brushRef="#br0" timeOffset="7738.65">18139 16173 922 0,'0'0'267'0,"0"0"-264"16,0 0 43 0,0 0 46-16,0 0-92 0,0 0-26 0,-65 38-200 15,76-38-273-15</inkml:trace>
  <inkml:trace contextRef="#ctx0" brushRef="#br0" timeOffset="8460.61">18457 16230 1164 0,'0'0'0'0,"0"0"0"0,0 0 135 15,0 0 27-15,0 0-93 0,-39 95-33 16,36-64-4-16,3 1-18 0,0-1-7 31,16-4-6-31,8-5 2 16,3-6 3-16,1-8-3 15,-1-6-2-15,0-2-1 0,-6-1-15 16,-2-18-11 0,-4-6-14-16,-9-7 12 0,-5-6-21 15,-1-4-18-15,-4-2 7 16,-15 0 19-16,-8 1-13 0,-1 7 23 0,-1 6 25 0,5 14 6 47,3 13 61-47,2 3-1 15,2 9 7-15,3 13 0 16,2 3-36-16,5 0-13 0,6-1-3 16,1-1-7-16,0-8-5 15,3-2-3-15,9-6 0 16,7-5 5-16,4-2-4 15,5-3-1-15,5-16-28 0,3-2-38 16,-2-3 5 0,0 3 21-16,1 4 11 0,-2 4 27 15,-4 7 2-15,-3 6 9 0,-8 0 13 0,-2 8 3 32,-8 7 5-32,-4 2-4 15,-2-1 2-15,-2-3 8 16,0-2-7-1,0-5-9-15,0-5-11 0,0-1-7 16,0 0 10-16,0 0 7 16,0-19 11-16,0-9-30 15,0-4-5-15,0-7 0 16,0-1-9-16,11 3 7 16,0 5-1-16,4 6 7 0,0 11 1 15,1 9 2 1,-1 6 18-16,0 0 5 0,-2 11 0 15,0 13 3-15,-3 6-3 16,-1 4-7 0,0 1-9-16,1-1-9 15,2-2 0-15,0-3-53 0,6-6-110 16,3-4-97-16,0-9-280 16</inkml:trace>
  <inkml:trace contextRef="#ctx0" brushRef="#br0" timeOffset="8946.27">19275 16027 1438 0,'0'0'7'0,"0"0"0"0,-95-1 115 0,73 5-68 16,8 3-50-16,7-1-4 15,5 0-8-15,2 1-8 0,0 1-38 16,0-1-46-16,14-3 3 16,1 0-26-16,2-4 75 0,0 0 39 15,-1 0 9 1,-1 0 1-16,2 0 12 16,-2-10 22-16,2-4 7 15,1-4-4-15,0-4-8 0,0-7-3 16,-3-3-12-1,-2-5 6-15,-7-6-16 16,-6-1-3-16,0-7-4 16,-9-1 6-16,-8 1-7 0,-6 2 6 15,4 6-2-15,-4 8 3 16,3 9 28-16,8 12 61 16,4 7-13-16,4 7 10 15,4 9-49-15,0 21-30 16,0 16 24-16,16 8 0 15,14 4-17-15,10 2 6 16,9-1-18-16,1-3-3 16,2 1-3-16,-6-2-27 15,-9-4-170-15,-10-7-215 16,-12-10-626-16</inkml:trace>
  <inkml:trace contextRef="#ctx0" brushRef="#br0" timeOffset="10501.33">20165 15636 211 0,'0'0'823'0,"0"0"-819"0,0 0 28 0,0 0 111 15,0 0-28-15,0 0-16 16,0 0-21-16,56-45-53 16,-50 22-1-16,-3-2-4 15,-3 0-11-15,0 0-1 16,0 6-5-16,-10 5 2 15,-2 6 5-15,0 4 15 16,-4 4 0-16,1 0-15 16,0 23-9-16,6 8 2 15,7 6 9-15,2 3-3 16,0 0-2-16,19-1 4 0,3-7-4 16,3-6 2-16,5-5-3 15,-2-9 1-15,-3-6-2 16,-1-6-3-16,-4 0-1 15,-2-10 7-15,-3-12-8 16,1-8-9-16,-2-5-30 16,-1 0 4-16,-4 0 16 15,0 6 4-15,1 7-12 16,-4 9 9-16,0 10 13 16,2 3-5-16,-1 0-5 0,8 15 14 0,-1 3 1 0,0 2 1 31,-2-3 3-31,-2-4-2 0,-2-5-1 15,-3-5-1 1,-2-2 0-16,-2-1 0 0,1 0 4 0,-1-7 2 0,4-11-6 31,2-5-35-15,-1-1 24-16,1 3-14 16,3 3 12-16,-2 6 7 0,1 4-1 15,-1 8 4-15,-1 0-6 16,8 0-1-1,-1 0 1-15,3 8 7 16,-1-2 1-16,-3 0 1 0,-3-3 0 16,-1-3 1-16,3 0 2 15,-4 0 5-15,-1-7-4 16,6-10 0-16,-2-5-1 16,4-6-3-16,-2-2 0 0,1-6-2 0,1 0 2 31,-3 0-4-31,-2 5 4 15,-6 6-4-15,-2 11 4 0,-2 4 3 16,0 8 4 0,0 2 31-16,0 0-18 15,0 0-2-15,0 12-14 0,-8 10 2 0,0 9 20 0,5 0-9 32,3-1 9-32,0-4 4 15,0-3-14 1,13-5 14-16,2-7-25 0,6-3 1 0,2-8 1 31,7 0-2-31,2-8 3 0,0-11-8 16,-3-5 0-16,-8-2-10 15,-6 3-16-15,-9 1 11 16,-6 4-3-16,0 9 10 16,0 3 8-16,0 6 10 15,0 0 1-15,-2 0-11 16,1 12-23-16,1 5 23 0,0 3 1 15,4-7 1 1,15-3-2-16,3-5 3 0,1-5 0 16,1 0 4-16,-4-7-6 0,-4-7 5 15,-8-1 1-15,-7-2 3 0,-1 1 3 32,-4 3 2-32,-19 2 11 15,-2 5-20-15,-5 4 5 16,3 1-10-16,8 1-1 0,8 0-3 0,10 0-14 31,1-3-94-31,0-7-89 16,12-7-144-16,9-9-431 0</inkml:trace>
  <inkml:trace contextRef="#ctx0" brushRef="#br0" timeOffset="11152.59">21320 14680 1203 0,'0'0'58'0,"0"0"-53"0,0 0 52 16,0 0-9-1,0 0 91-15,23 109-81 16,-9-61-28-16,1 6 59 16,-2 1-34-16,5-4-10 0,-4-7-24 15,0-6-15 1,0-11-5-16,-4-8 2 0,-2-9-3 15,-4-4 0 1,-2-6 0-16,-2 0 1 0,0 0 9 16,0-8-10-1,-3-9-15-15,-11 1-16 0,-4 4 28 16,-4 8-9-16,-2 4 3 16,0 4 5-16,3 16 4 0,6 3 4 15,7-2 5 1,8 0-1-16,0-5-5 15,0-3 0-15,16-5-3 16,5-6 2-16,6-2-2 16,6 0 1-16,2-21-1 15,-1-2-28-15,1-8-18 16,-7 2 13-16,-5 0-12 16,-6 5 17-16,-7 6 16 15,-6 6 12-15,-1 8 8 16,-3 4 42-16,0 0-16 15,3 0-34-15,3 0-4 16,6 0-9-16,4 0 13 0,2-2 0 16,1-3 0-16,1-4-9 0,-2 0-8 15,0-3-4 1,-3 0 12-16,-4 5 6 0,-3 3 3 16,-5 1 2-16,-2 0 11 0,3 2 25 31,0-2-17-31,5-2-8 15,0 2-3-15,3 1-8 0,4-3-2 16,5 2 1-16,3 3 1 16,0 0 4-16,3 0-6 15,-4 6 1 1,0 13 2-16,-4 0 13 0,-5 6-2 16,-4-5 3-16,-5-1-4 15,-5-3-6-15,0-5-5 16,-8-2-4-16,-16-3 1 15,-9-5-173-15,-4-1-184 16,0-13-465-16</inkml:trace>
  <inkml:trace contextRef="#ctx0" brushRef="#br0" timeOffset="11276">21712 14784 1439 0,'0'0'0'0,"0"0"-47"0,0 0 47 0,0 0 0 0,0 0-28 16,0 0-419-16</inkml:trace>
  <inkml:trace contextRef="#ctx0" brushRef="#br0" timeOffset="12780.96">21664 14235 956 0,'0'0'0'16,"0"0"-90"-16,-109 0 90 0,65 4 83 0,2 4-46 15,3 3 17-15,0-1 9 32,-3 2-10-32,0 2-14 15,-4 0 23-15,-2 0-24 16,-4 1-8-16,-3 0-11 0,-7 1-11 16,-1-1-3-16,-1 0-2 15,-1 1-2 1,1-4 4-16,0-1-3 0,-2-2 4 15,1-3-4-15,-5 0 5 16,-2 1 0-16,-4 0-3 16,-9 0 2-16,-8 1-4 15,-8 2-1-15,-12-1 3 16,-7 0-4-16,-5-2 1 16,-2-7-1-16,0 0 4 15,2 0-3-15,4-7-1 0,3-11 0 16,8-2 0-1,2-4 0-15,1-2 2 0,-2-4-2 16,-4-1 0-16,-2-1 0 0,0-2 0 16,-1 0 0-1,5-1 1 1,8 1 0-16,2 2-1 16,3 2 0-16,-4 4-1 0,-6 7 0 0,-10 5 0 15,-10 4 2-15,-13 8-2 16,-18 2 1-1,-6 0 0-15,-11 7 0 16,-8 11-1-16,-2 2-1 0,-5 8-1 16,-9 5 3-1,-2 8 0-15,3 4 5 0,3 7-5 16,4 8 0 0,4 5 3-16,3 8 4 0,0 10 21 15,4 7-4-15,8 8-14 0,10 9-2 0,11 3-1 31,12 4 4-31,10 2 10 0,12-2 0 32,14 0-14-32,14 0 1 0,14 1 5 0,20-2 2 31,17 4-2-31,15 8 2 0,17-3 1 16,7 6-6-16,11-5-7 0,24-2 3 15,7-2-5 1,11-1 5-16,7-1-4 0,7 3 3 15,8 5 13-15,7 0 13 16,4-2 0-16,5-1 3 16,8-8-10-16,7-4-10 0,6-3-8 15,7-8-3 1,9-4 2 0,7-9 0-16,9-7-5 0,10-1 0 15,6-3 0-15,13-6 0 16,7-10 2-16,16-10 2 0,12-12-3 15,12-17 1 1,12-10-2-16,4-10-5 16,12-6-7-16,3-18 12 0,10-9-1 0,3-11 0 31,3-11-2-31,10-7-5 0,2-4-3 16,3-1-6-16,7-3 7 15,-2 1 10-15,3-3 0 16,0-1 2-16,0 7-2 15,-8-4 4-15,0 4 9 16,-9 0-2-16,-3-2-4 16,-3-3-7-16,-12-4-4 15,-3-4 4-15,-8-7 0 16,-10-4-16-16,-14 0 1 0,-17 2 6 16,-23 6 7-1,-18 1 2-15,-20-1 0 0,-15-1 3 16,-12-5-3-16,-17-5-12 15,-13-3-8-15,-11-6-11 0,-21-6 6 32,-17 2 2-32,-19 6 9 15,-17 3 14-15,-17 9-1 16,-28 5 1-16,-18 0 0 0,-7 4 1 16,-4-2 3-16,0-2-4 15,7-2 12-15,1-2-9 16,4-2-1-16,-1 0 4 15,9 1 2-15,4 4-3 0,6 9 29 16,4 4-19-16,5 5-7 16,3 0-6-1,4-2-2-15,3-2 0 16,0-4-2-16,-1-2 2 16,-7 0 0-16,-7 3 1 0,-7 6-1 0,-15 9 0 31,-23 14 11-31,-35 16 11 0,-39 22-13 0,-58 15-9 15,-66 44-9 1,-77 25-201-16</inkml:trace>
  <inkml:trace contextRef="#ctx0" brushRef="#br0" timeOffset="15466.03">17849 9721 163 0,'0'0'182'0,"0"0"-155"31,0 0-21-15,0 0-6-16,0 0 4 0,0 0-4 16,0 0 0-16,-16 66 0 15,10-63-1-15,0 0-6 16,-4-2-137 0</inkml:trace>
  <inkml:trace contextRef="#ctx0" brushRef="#br0" timeOffset="18653.95">17637 9878 641 0,'0'0'83'16,"0"0"2"-16,0 0 81 15,0 0-102-15,0 0-25 16,0 0 28-16,-21 0-8 0,20 0-20 16,1 0-1-16,0 0 4 15,0 0-2-15,0 0-9 16,0 0-11-16,0 0-10 15,0 0-2-15,0 0-6 16,-2 0-1-16,2 0-1 16,0 0 1-16,0 0-1 15,0 0 1-15,0 0 1 0,0 0-1 16,0 0 3 0,0 0 5-16,0 0 2 0,0 0-3 0,0 0-2 31,0 0-1-31,0 0-2 15,0 0 1-15,0 0 1 16,0 0 0-16,0 0 4 16,0 0 1-16,9-2 2 0,5 0 14 15,-2 0-8-15,0-1-7 0,4 2-5 16,-1-2-3 0,6-1 7-16,3-1 1 15,1 0-5-15,0 0-5 16,0 3 4-16,-2 1-4 15,-2-1-1-15,-3 2-1 16,1 0 0-16,-1 0 2 16,0 0-1-16,1 0 0 0,0-2 0 15,0 0 1-15,2-3-1 16,-5 4 1-16,2-2 0 0,-4 1-1 16,-3 1 0-1,-2 0 0-15,-1-2 0 16,0 1 0-16,3 0 2 0,-2-1-1 15,6 1-1 1,-1-3 0-16,1 1 0 16,2-2 0-16,0 2-1 0,-4 1 2 0,-4 1 1 31,0 2 0-31,-3 0-1 0,-1 0 1 16,-1-1 3-16,-1 1 2 15,5-1-2-15,-1 0 2 16,0-2 15-16,2 3-6 0,-1-2-3 0,-2-2 5 31,-2 4 2-31,-1-1-4 16,-3 1-9-16,0 0 2 15,0 0 2-15,0-1 3 0,0 1-2 0,0 0 1 32,0 0-7-32,0 0-3 0,0 0-3 15,0 0-2 1,0 0 1-16,0 0-4 15,0 0 2-15,0 0 2 16,0 0-3-16,0 0 2 0,0 0 2 16,0 0-1-1,0 0 0-15,0 0 2 16,0 0-1-16,0 0 2 0,0 0 1 16,0 0 0-16,0 0-3 15,-9 0 0-15,-7 0-1 0,-2 0-5 16,-1 5 6-16,-2 1-1 15,-1-1 2 1,-1 1-2-16,-2 1 1 0,-2-2-3 16,0 1-5-16,0-1 0 15,2 1 1 1,-1 0 2-16,-2 1-11 16,-2-1 1-16,5-1 13 15,2 0 1-15,8-3 2 0,2-1-1 16,3-1 1-1,0 0 0-15,0 0 2 0,4 0-2 16,2 0-1-16,1 0 0 0,1 0 0 16,2 0-2-16,0 0 4 15,0 0 1-15,0 0-3 16,0 0-2 0,0 0-4-16,12 0 6 0,3 0 6 15,2 0-3-15,5 0 1 16,2 0 2-1,7 0 4-15,-3-1-1 0,4 0-6 0,-3 0-2 16,-3 1 2-16,0 0-3 31,-1-3-1-31,0 3 1 0,-3 0 0 0,0 0-1 32,-5 0-1-32,-6-2 1 15,0 2-1-15,-3 0 0 0,-2 0-3 0,0 0 3 16,-3 0-2-1,-1 0-21-15,-2 0-10 16,0 0-7-16,0 0-6 0,1 0 12 16,-1 0 14-16,3 0 5 0,-3 0 13 0,0 0 0 31,1 0 4-31,-1 0 1 16,0 0 0-16,0 0 2 15,0 0 6-15,0 0 4 16,0 0-2-1,0 0 4-15,0 0-7 0,0 0-5 16,0 0-1-16,0 0-2 16,2 0-3-16,1 0-1 15,0 0 4-15,1 5 3 16,1-3-2-16,0 3-1 16,2-3 1-16,0 1-1 0,2-1 4 15,2-1 0-15,4-1-1 16,-2 0-2-16,5 0 5 15,-1 0-6 1,-1 0 2-16,-1 0-2 16,3 0 1-16,-2 0 0 0,0 0-1 15,1-1 0-15,1-2 0 16,-2 0 1-16,-1 0-1 0,1-1 0 16,0 3 0-1,-2-2 0 1,0 3 0-16,-3 0 1 0,-1 0-2 0,0 0 1 15,2 0 0 1,-2 0 0-16,1 0 1 16,4-2-1-16,-2 2 0 0,2 0 0 15,-1-4 0-15,0 4 0 16,1-1 0-16,0 0 2 16,-3 1-2-16,0-2 0 15,1 2 0-15,-2-3-1 16,0 2 3-16,0-1-2 0,-2 1 0 31,-1 1 0-31,-2-2 0 16,-3 2 0-16,-2 0 0 0,-1 0 0 15,0 0 1-15,0 0 1 16,0 0 0-16,0 0 0 16,0 0-2-16,0 0 0 15,0 0 0-15,0 0-1 0,0 0 1 0,0 0-1 31,0 0 1-31,0 0 3 0,0 0 2 16,0 0-1-16,0 0 4 16,0-1-2-1,0-1-2-15,-8-1-4 0,-2 2-9 16,1 1 6-16,-1-1 0 16,1 1 2-16,0-2 1 0,1 2 0 0,1-1 4 31,4-1-3-31,0 1 3 15,3-2-1-15,-1 0 1 16,-2 1-2-16,0-1-1 16,0 0-1-16,0-1 2 0,0-2 1 0,0 2 6 31,-3-4 9-31,3 2-4 16,0 0-1-16,0-1-6 15,1 0 1-15,1-2-2 0,-1 0-5 16,2 0 2-16,-1-1 8 15,1 1-10-15,-2-2 2 16,2 0 2-16,0-1-1 16,0 2-1-16,0 0-3 15,0-2 3-15,0 3-3 16,0 0 4-16,0 0-2 16,0-1 0-16,0 3 1 0,0-2-1 15,0 0 0 1,0 1-1-16,0-2 0 0,0-1-1 15,0 0 0-15,0-2 0 16,0 2 0-16,0 0 1 16,0 3-1-16,0-2 2 15,0-1-2 1,0 0 0-16,0 1-1 16,2-4 2-16,1 0-1 15,0-5 0-15,2 2 0 0,1-1-1 16,-1 4 1-16,0 2 0 15,-2 0 0-15,0 4 0 16,0-1 0-16,-2 1 1 16,1-3-1-16,-1 3 0 15,2-4 0-15,-1 0 0 16,1 0 0-16,1 2 0 16,-1-3 0-16,0 0-1 0,2 4-1 15,-2-4 2-15,-3 2 1 16,0 2 0-16,0-2-1 0,0 0 1 31,0 3-1-31,0-3 0 16,0-1 0-16,0 4 0 0,0-2 0 15,0 3-1-15,0 3 1 0,0 0 0 16,0-1 0-16,0 2 0 16,0-4 0-1,0 1 0-15,0-3 0 16,1 3 0-16,2-1 0 0,2 0-2 0,-1 2 0 0,3-2-4 31,1 1 2-31,-1 2 0 16,4-1 0-1,-2-1 4-15,-2 2 0 0,1-1 0 16,2 1-2 0,2-1-1-16,0-1 2 0,6-1 1 0,0 0-1 0,1-1 0 31,2 3 1-31,0-1 0 15,-3 3 0-15,0 2-3 16,-3 1 3-16,1 0-2 16,-2 0-1-16,2 0 1 15,1 0 2-15,0 1 0 0,3-1 2 16,-2 0 0-16,-2 0-1 16,-4 0-1-16,-3 0-1 15,-3 0 1-15,-2 0-1 16,-2 0-44-16,-2 0-58 15,0 0-3 1,0 0-143-16,0 0-51 0</inkml:trace>
  <inkml:trace contextRef="#ctx0" brushRef="#br0" timeOffset="18881.86">19087 8911 1017 0,'0'0'239'0,"0"0"-233"16,0 0 44-16,0 0 83 0,108-26-43 16,-60 26 1-16,-5 0-11 0,-6 10-43 31,-7 8 3-31,-12 4 3 16,-10 5-36-16,-8 1-1 0,-13 6-2 15,-18 1-4-15,-8 3-79 16,-4 0-103-16,0-1-108 15,-2-5-255-15</inkml:trace>
  <inkml:trace contextRef="#ctx0" brushRef="#br0" timeOffset="19614.29">18849 9918 602 0,'0'0'161'0,"0"0"-161"0,0 0 59 31,0 0 28-31,0 0 14 0,0 0-7 15,-22-6-36 1,22 6-22-16,0 0 3 0,0 0 3 16,0 0 1-16,0 0-1 0,0 0-13 15,0 0-9 1,0 0-11-16,3 0-6 0,14 0 17 16,5-4 19-16,8-1-21 15,3-1-13 1,3 2 2-16,1-1 5 15,5 3-1-15,1-1 5 16,-1-1 8-16,0 0-8 0,-6-2-5 16,-5 0-4-1,-11 4-5-15,-7 0-2 16,-9 0-9-16,-2 2-20 0,-2 0-15 16,0 0-29-16,0-1-32 15,0 0-103-15,-15-3-230 0</inkml:trace>
  <inkml:trace contextRef="#ctx0" brushRef="#br0" timeOffset="19882.68">19116 9779 110 0,'0'0'925'0,"0"0"-898"31,0 0-20-16,0 0 159-15,98-53-51 0,-65 53-10 0,-6 0-34 32,-5 7-39-32,-8 13 3 0,-8 3 3 15,-6 4-27 1,0 1 0-16,-20 0-3 16,-4-1-8-16,-2-1-15 15,-4-1-91-15,1-5-79 16,0-3-120-16,0-4-270 0</inkml:trace>
  <inkml:trace contextRef="#ctx0" brushRef="#br0" timeOffset="20812.93">18774 10006 435 0,'0'0'473'0,"0"0"-465"0,0 0 49 31,0 0 67-31,0 0-24 0,0 0-43 31,0-30 1-31,0 30 15 0,0 0-7 16,0 0-18-16,0 0-8 0,0 0-10 16,0 0-13-16,0 0-5 15,0 0-12 1,0 11 2-16,0 3 20 0,0 4 17 15,0 1-7-15,0 0 21 16,0 2-27 0,0-2 4-16,3 2-17 0,0-1-9 15,2 4 1 1,-1 2-3-16,-1 2 5 0,0-1-1 16,2 0-2-16,-1-2-1 15,0-2 1-15,-1 1-2 16,0-2-1-16,0 0 1 15,2-1 7-15,0-2-9 16,2 1 0-16,0 2 1 16,1-2-1-16,-1 4 1 15,2-4-1-15,-3 1 0 16,0-2 1-16,-3-1-1 0,2 2 0 0,-2-5 1 16,-2-1-2-1,2-2 2 1,1-1-2-16,-1 1 2 15,0-3-2-15,2 1 1 0,-1 0 0 16,3 0 0-16,-1 1 1 16,1-3 1-16,-1 0-2 15,-2-1 1-15,2-1-1 16,-1-2 0-16,3 0 0 16,2-3 1-16,2-1-1 0,2 0 1 15,2 0 2-15,0 0-3 0,-1 0 1 16,1 0-1-16,-1 0 0 31,0 0 1-31,-1 0-1 0,-1 0 1 0,-1 0-2 31,0 0 1-31,3 0 0 16,-2 0 0-16,3-5 0 16,0 1 0-16,1 0 1 15,-3-1 0-15,1-1-1 0,-5 2-2 16,2-4-5-16,1 0-13 15,2-3-4-15,-3 1-25 16,-1 0-18-16,-4 1-32 16,-6 3 5-16,-1-3-70 15,0-1-130-15,0 2-153 0</inkml:trace>
  <inkml:trace contextRef="#ctx0" brushRef="#br0" timeOffset="21075.6">19250 10521 1072 0,'0'0'42'0,"0"0"-29"0,82-9 175 0,-48 9-27 15,-4 12-38-15,-9 13-23 0,-7 4-14 16,-13 5-23-1,-1 1-21 1,-15-4-37-16,-16-2 2 16,-8 1-7-16,-6-3-62 15,-1-4-236-15,1-4-304 0</inkml:trace>
  <inkml:trace contextRef="#ctx0" brushRef="#br0" timeOffset="26497.06">20663 8078 288 0,'0'0'101'15,"0"0"-66"-15,0 0-14 0,0 0 14 16,0 0-7-16,0 0-28 16,27-34-1-1,-26 33 1-15,-1 1 4 0,0 0 43 0,0 0 19 32,0 0-16-32,0 0-22 15,0 0-19-15,0 0-5 16,0 0 6-16,0 0 6 15,0 0-2-15,0-1 16 0,0 0 35 16,0-2-5-16,0 3-43 0,0-2 3 16,-4 1 14-1,1 1-18-15,-3-3-9 16,0 3-7-16,0-3 5 16,0 0-2-16,-3-1 14 15,-3 0-6-15,0-3-7 0,-4 5 5 16,-4-1 5-1,-1 2-7-15,-1 1 6 16,1 0 16-16,-1 0 0 0,-1 0-23 16,1 0-3-1,1 0 1-15,-1 0 0 0,-2 1-2 16,-1 2 0 0,-2-1 1-16,0 0-1 0,-2 1-1 0,1 2-1 0,4-2 1 31,4-1-1-31,4 0 3 15,0-1-2-15,0 1-1 16,-5-1 0-16,-3 2 0 16,-3-2 0-16,-3 1 0 15,-1 2 0-15,0-2 0 16,-4 3 0-16,3 0 0 0,2-2 0 0,4 0 0 16,7 0 1-16,6-3-1 31,5 0 0-31,2 0 0 0,1 0 3 15,-1 0-2 1,-2 0-2-16,0 1 1 0,-4 3-1 16,-3-4 1-16,-1 4-2 15,-5-1 2-15,-1 0 0 16,2 0 0-16,2-2 2 16,5 1-1-16,3-1 0 15,0-1 1-15,1 0 10 16,1 0-5-16,0 0-6 15,2 0 2-15,-1 0-2 16,-2 0 1-16,0 0 3 0,-3 0-5 16,-1 3 0-16,0 0-1 0,-1 3 0 31,2-2 0-31,-2 0 1 0,1 1 0 0,2-4 0 16,-2-1 0-1,5 0 1-15,1 2 3 16,1-2 15-1,1 0-4-15,4 0-1 0,-2 0 23 16,2 2-8-16,-4-2-22 0,1 0-5 16,-2 0-2-1,-2 0 0-15,-2 0 0 16,1 3 0-16,-2-2 0 0,1 2-2 0,2-1 2 31,2-1 0-31,0 0-1 0,0 1 1 16,2 2 0-16,0 0-2 15,-2 2 1-15,-2 3 1 16,2 0 0-16,-3 1 3 0,3 0-2 16,3 0 2-1,2 4-1-15,-1 3-1 16,2 5 1-16,-1 3 6 16,-1 0-6-16,1 1 6 0,1 0 3 15,-3 0 11-15,1-4-14 0,1-1 13 31,1-1-11-31,0-3-4 16,0 3-1-16,4 1 1 16,5 0-2-16,0 2 1 15,3 2-1-15,-4 2 9 0,-1 3 1 16,-2 1 0-16,-2-1-5 16,-1 2 0-16,3-1-6 15,-1-4 14-15,1-1-4 16,3-2-12-16,3-2-1 15,1 1 0-15,2 1 0 16,1 1 0-16,-5-3 0 16,0 0 0-16,-1 3 1 15,-3-3-1-15,-1 3 1 0,4-1-1 16,-5 1 1-16,2-4 1 0,0 1-2 16,0 4 0-16,3-1 0 15,-1 3 1 1,-2 2-1-16,3-3 0 15,1 4 0 1,-1 0-1-16,2-1 1 16,0-1 1-16,-2-2-1 15,-1 0 1-15,-1-1-2 0,-1 4 2 16,-3 0 0-16,0 1 1 0,-3-5-1 16,0 3-1-16,0-1-1 15,0-1 1 1,0 1 0-16,0-2 0 0,0 0 1 15,0-2-2 1,0 0 1-16,0-1 0 16,0-1 0-16,0 0 0 0,0-2 0 15,0-1 0 1,-1 0 0-16,-3 0 1 0,-1 1-1 16,0-2-1-16,1 0 1 15,1 2 0-15,-2-1 0 16,1 2 0-16,-1 1 0 15,-2 2 0-15,1-1 0 0,0-1 2 16,0 2-2 0,1-5-2-16,0 1 2 0,2 0 0 15,1-3 0 1,1 3-1-16,-1-2 1 16,-1 5 0-16,2-3 0 0,-4 3-1 0,-1 1-2 15,1 1 2 1,-2 1 1-16,1 0-2 0,3 3 2 0,-1-2-1 0,1 2 1 31,0-2 1-15,0 0-1-16,-3-1-5 15,2 1 4-15,-3 0 1 0,4-2-4 0,-1 2-2 0,-1 0 0 32,1 1 6-32,-2 2 0 15,3 1 0-15,0 1-2 0,-1 2 1 0,-1-2 2 31,0-1-2-15,-2 1 3-16,3-4-1 0,-2 0-1 16,-2-2-3-16,1-1 3 15,0-2 0-15,1-1-1 0,1 3 1 32,0-1-1-32,2 2-1 0,2-1 1 0,-2 1 1 15,3-2 0 1,0-2 0-16,0 2 1 0,0-4-1 15,0 2-1-15,0-3-1 16,0-4 0-16,0 1-4 16,0 0 4-16,0-2-4 15,0 0 6 1,4-2 0-16,1-2 0 0,1-1-4 16,3-1-2-16,0 0 1 0,-3 0 2 15,1-1 2-15,-2-1-1 16,2-1 0-16,1 0-2 15,-1-1 4-15,4 0-1 0,-3-1 1 0,1 0 0 32,1 1-1-17,-2-2 1-15,3 1 0 16,-2 0 0-16,1 1 0 16,-1 2 0-16,-1-2-1 0,1 0 1 15,2 2 0-15,1 0-1 16,-1 0 1-16,1-1 0 15,0 0 0 1,1-2 0-16,1-1 0 16,2-2 0-16,-3 2 0 15,2-1 1-15,-4 2-1 16,-2 4-2-16,1 0 2 0,-4-1 0 16,0 2 0-16,-1-1 0 15,-1-2-1-15,4 3 1 0,2-3 0 0,-1-3 0 31,6 2 1-31,-2-3 0 16,3 0-1-16,-2 3 0 16,0-2 0-16,-1 3-1 0,1-1 1 15,0 2 1-15,1-2-1 0,0 0 1 32,0 1-1-32,1-3 1 15,3 1-1-15,3 0 0 0,2-2 0 16,1 3 1-16,-2-1 0 0,0 0-1 31,0 3 0-31,-1-4-1 0,-1 2 1 16,4-4 0-16,4 0 0 0,0 0 1 31,3 0 0-31,4-2 0 0,0-2 0 16,2-1-1-16,-2 2 1 0,-2 1 0 0,-2-1-1 31,-3-1 0-31,1-1 0 15,0-1 0-15,3-6 0 16,3 1 2-16,1-5-1 0,3-1-1 16,-6 2-2-1,-2 0 1-15,-5 3 1 0,-6 2 0 16,-3 2 0-16,-3 2-2 16,-1-1 0-16,-1 1 2 0,0-4 1 15,-1 2-1-15,-2-2 0 16,2-2 2-16,-1 3-1 15,-1 2-1 1,-1 3 0-16,-6 2 0 16,0 1 0-16,-3-1 0 15,0 0 3-15,0-2 3 16,0-2-6-16,0-1-5 16,0-5 4-16,0-1 0 0,1-2 1 0,-1-1 0 31,0-3-2-31,0-1 2 15,0-1 0-15,0-3 0 16,0 0 0-16,0-2-1 0,0 4 1 16,0 0 1-1,0 0-1-15,-4 2 0 0,-9-2 0 16,2-2 0-16,1-3-15 0,-2 0 15 16,4 1-3-1,1-1 3-15,-1 1 2 0,1 0-1 16,1-1-1-16,0 0 1 15,1 0 1-15,1-2 5 16,1-4-1 0,-1-1-5-16,1 1-1 0,-2-1 0 15,2 6-1-15,0 0 0 16,-1 1 1-16,-3 4 2 16,-1-4 0-16,-1 2 0 15,0-1 1-15,-3-2 3 16,1-1-3-16,2-2 0 15,-1-1-2-15,6-1-1 0,1 1 0 16,3-1 1-16,0 1 0 0,0 1 1 31,0 0 9-31,0 0-8 16,0 0-2-16,-3-2 3 0,3 2-2 16,0-2 6-1,0 1-8-15,1 0 0 0,10-1-2 16,-1 2 2-16,-1 2 5 15,-4 1-2-15,-4-1-2 0,-1 4 6 0,0 1-5 32,0-1 4-32,0 2 3 0,-1-1-4 15,-7 2-5-15,3-4 0 16,1 1 2 0,2-2-2-16,2 2 0 15,0-2 0-15,0 4 1 0,0-1 1 16,0 0-1-16,0 2 2 0,2-3-3 31,1 0 0-31,3-3-1 0,2-1 1 16,3-1 0-16,1 0-1 15,0 5 0-15,2 0-1 16,-7 7 0 0,-1 4 4-16,-3 1-1 0,0-3 0 0,1-2 1 15,-1-3-2-15,-1 1 0 16,-1-1 1-16,1-1 1 0,-1 2-2 15,2-4 1-15,-1 3-1 32,1-1 0-32,-1 0 0 0,-1 5 0 0,2-2 1 31,-1-1 2-31,-1 0 2 16,3-5-5-16,1-1 1 0,-2 0 0 0,1 1-1 15,-1 1 2-15,0 1-1 16,0 3-1-1,-1 0 1 1,-2 4 3-16,0 3-3 0,0-3 1 0,0 2 4 16,0-1 3-1,0-5-2-15,0 2-7 0,0-2 0 0,0 0-1 0,0-3 1 0,-2 0 1 32,1-2-1-32,-2 3 0 0,-2-2 0 0,-1 1 3 31,0 2-3-31,1-4 0 0,2-2 0 0,1 0 0 47,2-4-2-47,0 2 1 0,0-1 0 0,0 5 0 31,0 2 1-31,-6 1 1 0,-2-2 0 16,-2 4-1-16,0-1 2 15,-2 3 0-15,-3 1-2 16,-5 0 0-16,-1 2-1 0,-2-1 0 15,0 1 1-15,1 1 2 16,-7 2-2 0,-2 1-4-16,-3 4-24 15,-1 2-13-15,5 3 23 0,7 2 3 0,2 0-46 32,4 0 5-32,-2 0-36 15,-8 2-137-15,-12 8-64 0,-14 0-367 16</inkml:trace>
  <inkml:trace contextRef="#ctx0" brushRef="#br0" timeOffset="35706.82">22268 8038 384 0,'0'0'349'15,"0"0"-317"-15,0 0 20 16,0 0 73-16,0 0-73 16,0 0-22-16,0 0 10 15,-6-27-15-15,2 23-9 16,-5 0 0-16,0 2-8 0,-5 0 1 16,0 0 3-16,-4 0-9 15,-2 2 1-15,0 0 7 16,-3 0-8-16,-2 0 0 0,-4 0 0 15,-5 0-3-15,-1 0 0 16,-6 6 0-16,-1-1 1 0,0 2 2 0,1 1 0 31,3-1 4-15,5 0 5-16,7-4 12 0,0 2-21 16,5-1 5-1,-1-1-6-15,1 1 3 16,3 0-5-16,-1-1 2 0,0 2 1 15,2-3 2-15,-2 2-5 16,2-1 1-16,-2 0-1 16,5 0 0-16,-2 0 3 0,1 1 0 15,-3 2 0-15,-3 1-3 16,2-1 3 0,-1 4-2-16,4-2 0 0,3 0-1 0,2 0 2 0,2-2-1 0,5-4-1 31,1 2 1-31,1 3 0 31,-1 5-1-31,-3 2 3 0,0 1 2 0,1 1 0 31,0-1-3-31,4 2 8 16,-2 2 12-16,1-1-11 0,0 0-2 16,2 2-1-16,-1 3-4 15,1 4 10-15,0 0 15 16,0 6-21-16,-2 2 4 15,1 3-5-15,1 2 1 0,0-2-1 16,0 1 16-16,0-3-14 16,0 3-6-16,0 0 8 15,4 1 5 1,-2 3-5-16,0-1-11 16,-2 2 0-16,1-2 4 15,2-3-3-15,2 1-1 0,0 0 0 16,0-1 2-16,-1 1 5 15,-2-2-5-15,-1 1-1 16,-1 2 1-16,0 0-1 0,0-1 2 0,0-5 0 31,0-1-3-31,0 0-1 0,0-1 1 0,0 3 1 16,0-3-1 0,0 0 2-16,0-4-2 0,5 4-1 0,-1 1 0 31,1 4 1-31,2 1 0 15,-4 0 1 1,0-4-1-16,2 0-1 16,-2 0 1-16,0 1 0 15,1-1 0-15,-1 0 1 16,1-2-1-16,-1-1 0 16,-1 1 0-16,-2-1-2 0,0 3 2 0,0 0 1 15,0-2-1-15,-3-3 0 0,-3 0 0 31,3-2-1-31,-1 1 1 16,1 2 1-16,1 0-1 16,1 1 0-16,1-1 1 15,0 2-1-15,0-3 0 16,0-1 0-16,0-4 0 16,0 0 0-16,6 0-2 0,-2 1 1 15,-2 0 1 1,-1 3 0-16,-1 0 0 0,0-1 1 0,0-1-1 15,0 1-1 1,0-2 1-16,0-1 0 0,0 1 0 31,0-2 0-31,0 1 0 0,0-2 0 16,0 1 0-16,0 0-1 16,4-1 1-16,1-1 0 15,1-1 0-15,0-1-1 16,0-1 1-16,0 1-2 15,-2 0 2-15,-1 2 0 16,-1-5 2-16,-1 3-2 16,1-3 0-16,1 1 0 15,-2-3 1-15,1 0-2 0,1 2 1 16,-2 2 0-16,1-1 0 16,-2 3 0-16,0 0 0 15,0-1-2-15,0 0 2 16,0-3 0-16,0 0 2 15,0-1-2-15,0 2 0 16,0-4 0-16,0 3 0 16,0-2 0-16,0 0 0 15,0 2 0-15,0 1 1 16,0-4-1-16,0 1-1 0,8 1-1 16,0-2 2-16,1 2 0 0,-1-3-1 0,3-1 0 31,0 1 0-16,2-3 1-15,-1-2 0 0,2 1 0 16,1-1 0-16,0 0 0 0,-1 3 0 0,0 1-1 16,1-2 1-1,-3 1 0 1,2-3-1-16,0-1 1 0,2 1 0 16,3-6 0-16,0 2 0 15,0-1 0-15,1-2-1 16,0 2 2-1,-3 0-3-15,-1 0 3 0,-1-3-1 16,3 0 0 0,0 0 0-16,6 0 0 0,1-1 0 15,4-8 0-15,0 0 0 0,0 0 0 16,-7 3 0-16,-4 2-1 0,0 1 1 0,-4 2-2 31,0 0 0-15,0-1 2-16,2-2 3 15,2-3-3-15,6-2 1 0,1-4-1 16,4 1 2-16,-3-1-1 16,-3 0-1-1,-4 4 0-15,-4 2 0 0,-1 1 0 0,-4 2 0 16,0-3 1-16,-1 0-1 31,-1-4 3-31,0-5-1 0,0-1-2 0,0-5 1 0,-4 2 0 0,-2-1-1 31,-2-2 1-31,0 3 1 0,0-2 0 32,0 1 1-32,-6-1-3 15,-2-4 0-15,3-3 1 16,3-5-1-16,2-1 1 16,0-5-1-16,0 1-1 0,0 0 1 0,0-1-1 31,4 5 1-31,-1-1 0 15,-1 4 0-15,-2 2 0 16,0-1 0-16,0 3 2 0,0-2-2 16,0-1 1-16,0 1 7 0,0-2-7 15,0-1 0-15,1 0-1 0,1 1 0 0,1 1 0 32,-2 2 0-17,-1 2 1 1,0 1 0-16,0 0-1 0,0 0 2 0,0 0-1 0,0-5 2 31,-1-3-2-31,-1-4-1 16,2 1 0-16,0 1 0 15,0-1 0-15,0 3-1 16,0 0 1-16,0 0 0 0,0-1 0 16,0 1 0-16,0 0 0 15,0-1 3-15,0-2-3 16,0 1 0-16,0-1 0 15,5 1-1-15,-1 3 1 0,-1 2 0 0,-3 4 0 32,0 2 1-32,0-2-1 15,-6 2 1-15,-4-4 1 16,-2 0-2-16,0-6 1 0,3 1-1 16,-3-3 0-16,5 1 0 15,2 4 0-15,2 0 0 0,3 2-1 31,0-1 2-31,0 1-2 0,0-5 1 0,0-2 0 32,0-5 0-32,0-1 0 15,2 3 0-15,5 0 0 16,2 0 0-16,1 0 0 0,-1-1 2 16,-1-2 0-1,-2-1-1-15,-6 0 2 0,0-5 0 16,0-3-3-16,-1-4 0 0,-7-5 0 0,-1-2 0 31,-3 2 0-31,2 4 0 0,-4 6 0 0,1 6 1 31,-1 2 1-31,0 3-2 16,0 2 0-16,-4 1 7 16,3 2 8-16,-4 0-15 0,2 0 0 15,1 2-1-15,1 2 0 0,-1 2-4 0,4 5-2 31,0 5-13-31,3 3 8 0,4 10 1 0,1 1-42 32,2 5-57-32,2 0-90 0,0 11-158 0,0 12-133 15</inkml:trace>
  <inkml:trace contextRef="#ctx0" brushRef="#br0" timeOffset="40287.35">24591 8021 575 0,'0'0'263'15,"0"0"-248"-15,0 0-15 0,0 0 82 16,0 0-12-16,0 0-23 0,0 0-14 31,-21-27-2-31,10 24 1 16,-3 1 0-16,-5 2-16 16,-5 0 4-16,-5 0 3 15,-8 0-15-15,-5 2 1 16,-1 2-5-16,-3 2-4 0,4-1 1 15,3 0 1-15,-1-1 1 16,4 0-1 0,0-1 3-16,2 1 1 15,0-1 13-15,-1 0-8 16,-3 0-3-16,-1 0-2 0,-3 2-6 0,-3-1 0 16,0 0 0-16,1 2 2 15,4-2-1-15,2 1 0 16,4-3-1-1,-1 2 2-15,0-1-2 0,-2 3 0 16,-4-1 0-16,2 0 1 16,1 3-1-1,6-6 0-15,7 4 0 16,1-3 0-16,2 0 3 16,2 3-2-16,1 0-1 15,0 1 4-15,3 0 11 16,3 1-13-16,3 1 0 15,2-1-2-15,1 4 0 0,2-2 4 16,2 5 0-16,2 1-3 0,1-1 0 0,0 2 11 31,0 2-6-31,0 1 2 16,0 5-5-16,0 0 0 16,0 3 35-16,0 3-16 0,0-2-10 15,0 4-10-15,0 0-2 16,0-1 5-1,0 1 0-15,4 3-1 0,1-3-2 0,-1-1 0 0,1 1 0 0,-2-2 1 47,0-2 4-47,-2 2 0 0,-1 0 2 0,0 0-7 16,0 0 9-16,0 1-7 16,2 0 1-16,1 3-5 0,-2-3 1 31,4 0 1-31,-2 0-2 15,1 1 4-15,-3-4 1 16,2 0-4-16,0-2 4 16,2 3-4-16,1-3 1 15,0 3 5-15,3 2-2 16,-3-1-4-16,0 3 2 16,-2-1 2-16,-2 0 0 0,-1-2 0 15,-1 1-1-15,0-2-2 16,0-1 1-16,0-2-2 15,2-2 0-15,1 0-1 0,2 1 6 16,0-2-6-16,1 0-1 16,0-2 0-1,-1 1 1-15,-2 1 0 16,0 2 0-16,1-1 0 16,-1-2 0-16,-2-1 1 15,2-1-1-15,-1 0 0 16,-1-4 0-16,1 2 0 0,-1-2-1 15,1-1 0-15,-2 0 1 16,2 0-1 0,-2-1 1-16,1 1 1 0,1 1-1 0,-1-2 0 31,2 2 0-31,-1 2 0 0,-1-5 1 16,-1 4 0-16,3-4-1 15,-2 0-3-15,-1 1 3 0,0-2 0 0,0 3 0 31,0-1 0-31,0 1 0 16,0 1 0-16,0-3 1 16,0 2-1-16,0-3 0 15,0 2 0-15,2-1 0 16,-1 0 0-16,1 1 0 0,-1 0 0 16,1 0 0-1,-2 1 0-15,0 0 2 0,0-2-2 16,0 1-1-16,0-3 1 0,0-2 0 15,0 2-1-15,0 0 1 32,1 4 0-32,1-1 0 0,-1-1 0 15,1 2 0-15,1-3 1 16,-2 4-1-16,2-4 0 16,-3 3-1-16,2-1 1 15,-2-1 0-15,0 0 0 0,0-1 0 0,0 2 0 31,1-2 0-31,1-1 0 16,-2 1 0-16,4-3 0 16,-2 2-1-16,-2 0 1 15,0-1 0-15,0 1 1 16,0-2-1-16,0 0 0 0,1-4 0 16,-1 2 0-16,0 0 0 15,0-1 0-15,2 1 1 16,-1 3 0-16,1-1-2 15,-2 0 1-15,1 1-1 16,1-3 1-16,-2 3 0 16,0-4 1-16,1 0-1 15,1-1 0-15,-1-2 0 0,1 2 0 16,-1-1 0 0,1 4-2-16,-2-1 2 0,0 0 0 0,0 1 0 0,0-1 0 31,0 0 0-31,0-2 0 15,0 0-2-15,0 2 1 16,0-1 0-16,1-3-2 16,-1 5-2-16,2-3 5 0,-1 1 0 15,2 0 0-15,-3 1 0 16,0 0-1-16,0 0 1 0,3-2 0 0,-2 0 0 31,-1-2-3-31,2 0-3 16,-1 0 5-1,1 0 1-15,-1 1-2 0,-1 0 1 0,0 1 1 32,0 1-2-32,2 1 2 0,-2 1 0 0,1-1 0 15,-1 1 2-15,0 1-2 0,0 0 0 0,0-2 0 32,0 1 1-32,0-3-1 0,0 2-1 0,0 0 1 31,0 2 1-16,0 0 0-15,0 0-1 0,0 1 0 16,-1 1 0-16,-4 0 0 16,1 2-1-16,-3 0 3 15,2-3-2-15,1 1 0 16,2-2 0-16,1 3-1 16,-1-2 1-16,1 0 0 0,-1 0 0 15,2 2 0 1,-1-1 0-1,-2 1 0-15,3-1 0 0,-2-1 0 16,2-1-1 0,0 0 1-16,0-1 2 0,0 0 0 15,0-2-1-15,0 2-1 0,0-1-2 16,0 2 2 0,0 1 0-16,0 4-1 15,0-4 1-15,0 0 1 0,0 0-1 0,0-3 2 0,0 3-2 31,2 1 0-31,2 1 0 16,1 1-1-16,-1-2 1 16,1 0 0-1,1-2 0-15,1-2 0 0,-1-2-1 0,2 0 1 16,1 1-1-16,1-1 0 31,-1-1 1-31,1-1-2 0,4-1 2 16,1-3-1-16,2 2 1 15,3-2 0-15,1 0 1 16,0 0-1-16,-2 0 0 0,4 0 0 16,0 0 0-16,4 0 1 0,1 0-1 31,-1 0 0-31,-3 0 1 0,0 0-1 16,3 5 1-16,0-1-1 15,1-1 0-15,0-3 1 16,-4 0 1-16,-1 0-2 15,-4 0 0-15,-4 2 1 16,0-2-1-16,-3 0 0 0,1 0 0 16,1 0 0-1,4 0 0-15,0 0 0 16,4 0 1-16,3 0-1 16,-1-5 0-16,0 2 1 0,0 1-1 0,0 2 0 0,-3-1 0 0,0-2 1 31,-1 1-1-31,3-5 0 31,-1-1-1-31,4-6 1 0,-1 1 0 0,0-6 1 31,2 2-1-31,-3 3 0 0,-4 2-10 16,-6 2-1-16,-5-1 1 16,-1 3 6-16,-2-2 3 15,1-2-2-15,-1-2-2 0,0 1-15 16,2-3 8-1,2 2 3-15,-3-3 2 0,1 4-15 16,-2 0 21 0,-1 0 0-16,-1 0 2 15,-3-1 8-15,-1-2 16 16,2-3-20-16,1-4-2 0,-2-1-3 16,1 1 1-16,-1 0-1 0,-1 2 0 0,0-1 0 31,0 2-3-31,0 2 3 0,0-1 5 0,0 0-2 31,0-1 2-31,0-5-4 0,0 1 6 0,0-1-6 31,0-1-1-31,0-1 0 0,0 4 0 16,0 0 0 0,-3 3 0-16,0 0 2 0,-1 1-2 15,-2 2 1 1,3-3-1-16,0-1 6 15,0-2-5-15,2-2-1 16,-1 0 0-16,2 2-3 16,-2-2 3-16,2 2 0 0,-1-1-1 15,-1 1 1 1,-1 3-2-16,-1 0 2 0,-2-1 0 16,0 0 1-16,-1-2-1 0,2-2 0 15,-1-2 0-15,5 2 1 0,-1 0-1 31,-1 0-1-31,3 2 0 16,-1 2 0-16,-4 1-5 16,1-1 2-16,-1-2 2 15,-1 1 2-15,0 0-2 0,-1-2 2 16,0 2 0-16,0 1 0 0,1 0 0 16,2-2 0-1,0 2 0-15,-2-2-1 0,3-1 0 0,1-3 1 0,-1-3 0 31,3 3-5-15,-1-3-14-16,-2 3-2 16,0 3-1-16,0 3-12 0,-3 2 16 15,1 4 14 1,1-1-1-16,-1 6 5 16,-1-2 0-16,2-1 4 15,-2-1 1-15,2-2-2 16,1-2-3-16,1-1 0 15,-2-3 0-15,2-1 0 0,-1-1-3 16,0 7 1-16,0 1 1 0,0 4 1 16,-1-2 3-1,1 4-3 1,0-1 0-16,0-1 0 16,1-2 0-16,1 0 1 15,-1-3-1-15,1 3 0 16,-1-2-2-16,2 1 2 0,-1 0-1 15,1 0 3-15,-3 2-4 16,0-1 4-16,0-2-2 16,-3 0 0-16,4-2 0 15,-1-1 0-15,2-1 0 0,-1 0-1 16,-1 1 0 0,0-1 1-16,-1 0 1 0,-1 2-1 15,0-2 0-15,0 1 0 0,-1 0 1 0,1 1 0 31,2 0-1-31,-1 2 1 0,1-1 1 16,1-1 2 0,1-3 2-16,1 2-5 15,0-2-1-15,0 2 0 16,0 2 2-16,0 0 0 16,0 1-2-16,0 0 0 15,-3 1 2-15,2 1-1 16,-1 0-1-16,2 1 0 0,0-2-1 15,-1 2 1 1,-1-3 1-16,-1 0-1 16,-1 1 0-16,-1-1-1 0,2 3 1 15,-1-2 0-15,-1 2 0 16,2 1 0 0,-1-1 0-16,1-2 0 0,1 0 0 15,1-1 0-15,-1 0-1 16,2-3 1-16,-1 5 0 15,1 0 0-15,-2 1 0 16,1 1 0-16,-1-1 0 16,1 0 1-16,-1 2-1 15,-1-3 1-15,-1 0 2 0,1 0-3 0,2-1 0 16,-1 0 0-16,1 0 0 16,1 2 0-1,0 0 0 1,-2 4 0-16,1-3 4 15,-1 0 2-15,-1 2 7 0,1-4-8 0,-1 2-5 16,0-1 3-16,2-2-2 16,-1-2 1-16,-1-1 0 15,-2-3-2 1,-1-1-1-16,-2 3 1 16,-1-5 2-16,-4 4 3 15,-2-1-4-15,-1 4 7 0,-3 3 3 16,-3 4-7-16,-5 7-4 15,-13 3-1-15,-17 7-49 16,-22 21-69 0,-24 6-233-16</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1-04T06:21:05.226"/>
    </inkml:context>
    <inkml:brush xml:id="br0">
      <inkml:brushProperty name="width" value="0.05292" units="cm"/>
      <inkml:brushProperty name="height" value="0.05292" units="cm"/>
      <inkml:brushProperty name="color" value="#FF0000"/>
    </inkml:brush>
  </inkml:definitions>
  <inkml:trace contextRef="#ctx0" brushRef="#br0">15289 4463 797 0,'0'0'73'0,"0"0"-19"0,0 0 57 0,0 0 11 16,0 0-73-1,0 0 23-15,-87-15-9 0,65 26-28 0,-3 8 24 0,-5 10 14 32,-3 6-12-32,0 7-10 15,2-3-4-15,7-1-25 32,12-7 0-32,9-7-14 0,3-4-8 15,1-1-1-15,18-1 1 0,6-3-2 16,3-5 2-16,5-4 0 15,1 1 2 1,-1-1-1-16,0 5-1 16,-5-1 0-16,-5 3 0 15,-6 3 1-15,-6 3-1 16,-11 5 0-16,0 6 3 16,-12 1 4-16,-18 7 0 0,-7-2 1 15,0-3 11-15,2-7 7 16,6-8-7-16,2-4-10 15,7-7-1-15,2-4-7 0,6-3-1 32,4-1-2-32,6-21-94 0,2-10-149 0,6-6-178 0,13-5-522 0</inkml:trace>
  <inkml:trace contextRef="#ctx0" brushRef="#br0" timeOffset="388.38">15461 4798 1121 0,'0'0'32'0,"0"0"-22"0,0 0 107 0,0 0-29 15,10-70-67-15,-7 45-4 0,-3 2 3 16,0 6 10-16,0 3 15 15,-6 7-12 1,-8 6 78-16,-2 1-73 0,-3 14-15 0,-5 17-14 0,2 11 7 31,2 11 14-31,5 2 20 0,8 1-10 32,5-4-16-32,2-8-14 0,0-12 4 0,17-7-4 15,8-11-10-15,6-7 9 0,10-7-8 31,6 0 2-31,4-16 3 16,-2-11-5-16,-6-1-1 16,-8-6-20-16,-7 2-37 15,-8-2-45-15,-4-1-41 16,-7-1-19-16,-4 1-112 16,-2 0-209-16</inkml:trace>
  <inkml:trace contextRef="#ctx0" brushRef="#br0" timeOffset="725.23">15922 4085 1340 0,'0'0'25'0,"0"0"57"16,0 0 56-16,-87 16-25 0,76 7-39 15,10 9-41 1,1 3 5-16,1 4-24 0,16 4 10 0,7 5 2 0,6 2 3 31,0 6-11-31,-1 1 2 16,1 2 0 0,-3-2-3-16,-2-4-3 0,1-6-4 15,-5-6-7-15,-2-3-2 0,-2-6-1 31,-6-9 0-31,-2-7-2 0,-4-7-42 0,-5-9-56 16,0 0-57 0,-21 0-50-16,-15-4-241 15</inkml:trace>
  <inkml:trace contextRef="#ctx0" brushRef="#br0" timeOffset="1799.56">15513 4146 655 0,'0'0'57'0,"0"0"-19"15,0 0 109-15,0 0-23 16,0 0-26-16,0 0 9 16,-70-25-32-16,68 25-38 15,2 13-18-15,0 14 6 16,0 7 32-16,3 7-2 0,9 1-28 16,0 5 38-16,3 1-32 0,1 2 4 15,4 3-16-15,0-1 5 16,2 4-4-16,1-4 1 15,-2 4 0-15,-3-1 1 16,-3 0 1-16,-1-3-11 16,-1-3 3-16,-1-10-13 15,-1-8-4-15,0-9 0 0,0-11-11 32,-5-8-82-32,1-3-112 15,-3-10-129-15,-4-18-110 0</inkml:trace>
  <inkml:trace contextRef="#ctx0" brushRef="#br0" timeOffset="2050.03">15774 4602 1325 0,'0'0'28'0,"0"0"6"0,0 0-27 0,88-48 43 16,-38 15-30-16,12-4-20 16,-1-4-1-16,-7 5-100 15,-8 2-235-15</inkml:trace>
  <inkml:trace contextRef="#ctx0" brushRef="#br0" timeOffset="2651.14">16763 4503 1199 0,'0'0'18'0,"0"0"-15"0,0 0 99 32,0 0-74-32,0 0-24 0,63-72-3 15,-33 52 5-15,-7 7-1 0,-9 7 14 16,-11 6-3-16,-3 0 27 15,0 0 66 1,-23 9 0-16,-10 7-75 16,-4 3-28-16,-3-1-6 15,9-2 0-15,13-6-3 16,3-4-18-16,10 0-126 16,5 0-45-16,0-1-59 15,5-4-82-15</inkml:trace>
  <inkml:trace contextRef="#ctx0" brushRef="#br0" timeOffset="4767.75">17333 4067 1140 0,'0'0'46'15,"0"0"45"-15,0 0 113 0,-99 0-88 16,69 31-45-16,4 5 8 16,6 3-15-16,8-1-23 0,9-5-24 0,3-7-10 31,0-7-7-31,17-5-1 0,2-8 0 31,5-6-2-31,-3 0-14 0,3-10-39 16,-3-11-1-1,-5-3-12-15,-4-1-2 0,-6-1 48 16,-3 2 8-16,-3 8 15 16,0 4 1-16,0 7 5 15,0 5 16-15,0 0-4 16,3 0-18-16,5 7 0 0,5 7 11 16,0-2 11-16,7 0-15 15,-4-4-6-15,7-4 4 16,-3-4 1-16,0 0 2 15,1-4-6-15,-4-16 6 0,0-8-3 0,-2-13 3 32,-5-8-5-32,-4-14-3 15,-6-9-16-15,0-8-42 16,0-3 8-16,-9 2 39 16,-7 13 6-16,-1 8-6 15,0 16 7-15,5 16 4 16,0 13 12-16,4 8 32 15,4 7 22-15,2 3-39 16,2 18-22-16,0 14-5 0,0 8 16 0,13 4-2 0,7 6-4 31,4 2 3-31,3-1-4 16,0-2 2 0,0-6 1-16,3-8-9 0,-3-8-3 0,-1-10 0 31,-2-10 0-31,-5-6 1 0,-2-4-1 15,-1-4 3-15,-4-18 2 16,2-14-5-16,-4-10-1 16,-4-16-28-16,-3-5-27 0,-3-5-42 15,0-3 32-15,-1 4-25 16,-12 5 22 0,-4 7 31-16,-2 8-13 15,-1 14 31-15,4 11 20 0,4 14 2 16,4 8 24-1,2 4 26-15,5 0-21 0,1 20-28 0,0 8-3 16,5 9 24 0,12 6 1-1,4 6 8-15,1 0 13 0,1 0-3 0,1 0 0 32,-4 0 6-32,2-6 4 0,0-3-19 15,-1-8-5-15,1-8-8 16,1-7-14-16,2-11-3 15,0-6-3-15,0 0 6 0,-2-12-5 16,-2-15 3 0,-2-9-3-16,-5-3-2 0,-7-1-10 0,-7 0-10 31,0 8 3-31,0 8 7 0,-7 10-11 16,-1 9 21-1,0 5 3-15,-2 3 3 0,1 21-3 16,-3 7 6-16,4 5 26 15,3-5 2-15,5-1-15 0,0-5-15 16,5-7 0-16,11-5-5 16,4-5-1-1,0-8 2-15,8 0-3 16,-1-5 0-16,0-16-1 16,-3-4-24-16,-8-2-2 0,-4 1-13 0,-3 7 2 31,-4 5 13-31,-4 3 21 0,-1 5 4 0,0 5 7 0,0-2 10 31,0 0-11-15,0 0-4-16,0 3-2 0,0 0 0 15,0 0-4-15,0 0-4 16,0-3-1-16,0 3-5 0,2 0 2 0,-2 0 1 31,1 0 11-31,-1 0-1 16,2 0 3-16,-1-1-2 15,4-3 0-15,2 0 10 16,-1 0-4-16,-1-2 1 16,-1 0-6-16,-2 0 1 15,2-2 0-15,-2 0 3 16,2-4-1-16,-3-1-1 16,-1-2-3-16,2-1 0 15,1-3-1-15,1 3 1 0,4 2-2 16,0 3-6-16,0 5 5 0,0 3 2 15,2 3 1 1,2 0-11-16,-1 9 7 16,2 9 4-16,0 7 18 15,-1 1 2-15,2-2-6 16,-4 1 13-16,1-7-21 0,-1-3-3 0,-1-4-2 16,-3-4 0-1,-3-4-1-15,-1-3-1 0,-1 0 1 16,-1 0 11-16,0-10-9 31,0-8-2-31,2-7-36 16,3-3 15-16,1-2-21 0,3 3 3 0,1 4 4 31,0 8 18-31,-1 5 14 16,1 4 1-16,4 4 1 0,-1 0 2 15,6 2 7-15,0 0 16 16,0 0-3-16,1 0-8 15,-1 0-3-15,-2 0 0 16,-1-1-3-16,-3-9-2 16,-3-4 4-16,-1-3-2 15,-2-5-2-15,-3-4-2 0,-4-5 0 16,0-8-3-16,0-4-11 0,0-8-8 31,-4-4-21-31,-9-8 2 0,0-3-30 16,-3 3 0-16,-1 7 27 15,-1 9 34-15,3 13 6 0,3 13 2 16,3 9 1 0,3 12 39-16,5 3 4 15,1 25-42-15,0 16-3 16,0 12 19-16,13 7 5 16,10 0 15-16,3 0 4 15,1-8-9-15,1-10 12 16,1-9-25-16,-2-9-6 15,-2-11-5-15,-1-7-2 0,-3-9-4 0,-1 0-2 16,-1-16 5 0,0-13 0-16,-2-7-7 15,-4-2-19-15,-3 2-9 0,-2 7 13 16,-3 9-8-16,-4 12 23 31,-1 8 6-31,0 0 33 0,0 20-26 0,0 9 21 16,3 6 39-1,4-1-47-15,2-3 8 0,3-1-2 0,5-7-25 16,-4-5-5-16,2-6-2 31,-6-4-5-31,-6-6-28 0,-3-2-71 0,0 0-50 32,-24-5-53-32,-10-11-454 0</inkml:trace>
  <inkml:trace contextRef="#ctx0" brushRef="#br0" timeOffset="4854.38">18676 3054 947 0,'0'0'0'0,"0"0"-449"0</inkml:trace>
  <inkml:trace contextRef="#ctx0" brushRef="#br0" timeOffset="4994.8">18924 2840 971 0,'0'0'317'0,"0"0"-317"16,0 0 0-16,0 0 3 16,0 0-3-1,0 0-78-15,-5 18-382 0</inkml:trace>
  <inkml:trace contextRef="#ctx0" brushRef="#br0" timeOffset="5478.26">18924 2840 909 0,'111'-4'254'16,"-111"4"-249"0,3-1 31-16,3-9 54 15,3-2-48-15,0-3-35 16,0 0-4-16,-3 8-1 16,0 0 7-16,-5 7 28 15,-1 0 35-15,0 0-1 0,0 10-45 16,0 9-15-16,0 6 32 15,0 1-23-15,0-2-13 16,0-3 20-16,3-2-9 16,8-6-7-16,2-4-1 15,4-6-10-15,2-3 1 0,-2-3 3 0,-3-13-4 32,-5-7-6-32,-7-2-15 15,-2-2-27-15,-2-4-23 16,-13-1 26-16,-4 3-39 15,1 6 56-15,5 7 11 16,4 10 17-16,3 6 0 0,6 0 55 0,0 6-46 16,0 11-2-1,10 5 47-15,8-1-20 16,11 0 5-16,2 0 9 0,3 0 2 16,6 0 0-16,-1 0 28 15,-1 2-22-15,-7-3-27 0,-4 3-17 16,-14-3-11-16,-7 4-1 31,-6 1-12-31,-18 4-77 0,-21 3-126 16,-19 2-129-1,-15 2-186-15</inkml:trace>
  <inkml:trace contextRef="#ctx0" brushRef="#br0" timeOffset="5793.46">16815 3848 1131 0,'0'0'308'0,"126"-103"-308"0,-28 35-3 16,24-10 3-16,20-1 8 16,10 5-8-16,-3 12-4 15,-20 13-107-15,-34 20-276 16</inkml:trace>
  <inkml:trace contextRef="#ctx0" brushRef="#br0" timeOffset="6515.6">15134 5570 1008 0,'0'0'81'0,"139"-39"-73"0,-25 0 56 31,28-15 71-31,30-9 6 0,25-9-41 0,18-3-40 32,14-5-18-32,20-1 26 15,19-9-33-15,15-8-22 16,11-4-13-16,3-2 0 0,-6 1 0 16,-8-1 0-1,-14-3-9-15,-23-10-32 0,-15-4-2 16,-22-8 11-1,-18-8-16-15,-22-4 12 16,-26 0-14-16,-27 4 31 16,-26 5 16-16,-23 7 3 15,-22-1 6-15,-22 4 1 0,-18-1 2 16,-5 0 14-16,-37 12 14 0,-28 14-15 16,-26 20-7-1,-29 26 6-15,-40 22-15 16,-37 22-2-16,-33 7-4 0,-37 33-5 15,-27 23 0-15,-28 25 5 0,-15 23 2 0,-6 18-2 32,4 17-2-32,11 11 2 15,7 15 5 1,5 10-5-16,-2 25 1 0,5 13-1 16,8 15 9-16,20 6 12 15,38-11 19-15,41-6-5 0,61-22 1 16,57-20 12-16,55-22-30 15,35-29-9-15,56-21 4 0,40-27-3 0,44-27 19 32,42-26-11-32,38-23-11 0,35-16-7 0,17-33-43 31,-6-21-291-31,-28-15-713 16</inkml:trace>
  <inkml:trace contextRef="#ctx0" brushRef="#br0" timeOffset="8502.53">16511 9963 410 0,'0'0'38'0,"0"0"-32"16,0 0-6-16,0 0 0 0,0 0 4 16,0 0 21-16,0 0-1 15,-47-16-18-15,40 14-6 16,1 1 5-16,2 1-5 15,-1-1 16-15,4-1 93 0,-2-1-23 16,3 2-47-16,-2-1 15 0,1 2 43 31,1 0-45-31,0 0-33 16,0 0-5-16,0 0 1 0,0-1 3 16,0-3 12-16,1-5 7 0,11-4-34 15,6-3 2-15,3-1-4 16,4 1 2-16,2 1 1 15,0 0-2-15,0 3-2 16,-7 3 3 0,-4 5-1-16,-9 4 4 15,-4 0-6-15,-3 0 0 16,0 10 5-16,0 2 8 0,0 6-4 16,-1 3 0-1,-7 4 7-15,-5 7 9 0,-4 5-5 16,-3 5 22-1,0 6 4-15,2 0-18 0,5 2 7 0,6-4-22 0,7-1 1 32,0-1 8-32,11-1-7 15,14-4-1-15,5-4-5 16,5-9 0-16,7-8 9 0,5-10-12 0,1-8-2 31,-2 0-1-31,-12 0 0 0,-11-4-2 16,-14 2 1-1,-9 0 5-15,0 2 9 16,-18 0 6-16,-13 22-22 16,-10 12 2-16,-1 10 39 0,4 5 10 0,7 0-25 31,11 2-10-31,7-2-6 0,8-1 0 16,2-3 0-16,2-4 5 15,-1-4-4-15,-2-9-1 16,-2-3-9-16,-9-3 1 15,-10-4 6 1,-13 1-6-16,-18-4-2 0,-13-1-76 16,-11-3-150-16,-10-10-162 0</inkml:trace>
  <inkml:trace contextRef="#ctx0" brushRef="#br0" timeOffset="18951.14">12659 9613 669 0,'0'0'53'0,"0"0"-51"31,0 0 75-31,0 0 70 0,0 0-62 16,0 0-43-16,0 0-17 0,0 0 14 16,4-26-10-1,-4 17-19-15,0 1 31 16,0 0 1-16,0-3-28 15,-9 0-10-15,-7-1 5 16,1 0-1-16,-9 1 15 16,-4 0-16-16,-1 4 14 0,0-1-4 15,0 5 45-15,1 1-25 16,2 2-6-16,-2 0-10 16,0 0 13-16,1 0 8 15,2 11-22-15,-2 5-4 0,3 4 4 16,1 3 8-16,-2 4-3 15,6 3-6 1,2 6 6-16,2 3 1 0,5 2 6 16,1-1-7-1,0 0-5-15,3-3-8 16,5-2 1-16,1-1-10 16,0-2 5-16,0-2 4 15,6-2-4-15,7-2 0 0,0-4-3 16,2 0 5-1,2-2-1-15,-1 0-4 0,-2-3 3 16,-1 0-5-16,-1-1 0 0,3 0 2 16,0 2-3-1,0-2 2-15,1 0 1 0,-1-1-3 16,3-2 1 0,-2 2 0-16,1-3-3 15,0-1 1-15,2 3-1 0,-2-6 1 16,0 3 1-1,4-4 0-15,-1-3-2 0,-1 0 3 16,0-3-3-16,0-1 2 0,-1 0-2 16,3 0 2-16,-3 0-1 15,4 0-1 1,-1 0 0-16,-1-6 1 16,-1-4-1-16,2-3 0 15,-3-1 0-15,1-6 0 16,0-2 0-16,1-6 0 15,-1-5 0-15,-2-5-1 16,-2-6 0-16,-5-5-8 16,-4-4-4-16,-4-7 2 15,-2-3 3-15,0-3 0 16,-6 2 3-16,-12 9 4 0,-8 6 1 16,-2 9 0-16,0 8 1 15,-5 7 1-15,0 4-2 16,-1 7-5-16,-2 4-1 15,0 6-64-15,0 4-208 16,1 3-297-16</inkml:trace>
  <inkml:trace contextRef="#ctx0" brushRef="#br0" timeOffset="20466.28">12770 10572 865 0,'0'0'0'15,"0"0"0"1,0 0 33-16,0 0 37 15,0 0-14-15,0 0-40 16,0 0-12-16,0 0 5 16,19-60 31-16,-19 51 10 15,0-2-10-15,0-5-19 16,-11 2 2-16,-8-2 14 0,-4 1-4 16,-4 2-21-16,-4 1-3 0,-2 5 7 15,-2 2 8 1,0 2 4-16,1 3-13 0,0 0 13 15,-4 0 21-15,-1 6-24 0,-2 4 0 32,0 8 2-32,2-3 1 15,1 7 0-15,2-2-7 0,5 5 9 16,1 0 2-16,7 2-10 0,1 2-9 16,6 4 10-1,2 1 3-15,1 1-8 0,8 3 7 16,4 5-14-1,1 0-3-15,0 1 4 0,0-1 5 16,16-1-12-16,4-1-1 0,5-1 1 31,3-2 4-31,5-2 2 16,2-5-4-16,6-1-6 0,1-3 0 16,0-2 1-1,4-3 1-15,-4-2-1 16,-1-3-1-16,-2-5 1 0,-1-2 0 15,-2-9 3-15,-2-1-4 16,3-4 3 0,2-16 0-16,0-9-1 0,-2-8 2 15,-1-9 1 1,-6-6-1-16,-8-6-1 0,-9-2-1 16,-13-2 2-16,0-1 0 15,-17 2 3-15,-13 3-7 16,-5 2-1-16,-4 10 0 15,-4 5-2-15,-5 12-7 0,-11 9-66 16,-17 15-181-16,-6 5-530 16</inkml:trace>
  <inkml:trace contextRef="#ctx0" brushRef="#br0" timeOffset="26719.81">12459 9547 634 0,'0'0'107'31,"0"0"-101"-15,0 0 53-16,0 0 92 0,0 0-79 16,0 0-29-16,0 0-3 0,0 0-6 0,0 0 9 31,0 0 12-31,0-3-26 16,0-3-10-16,0 0 16 15,0-4-12-15,0 0-20 16,0-1-2-16,0-1 10 0,0-1-8 0,-6 2-3 31,6 0 0-31,0 1 1 16,-3-2 0-16,0 0 1 0,-2-2-1 15,-2 1-1-15,-5-1 3 16,-3 0-1-16,-3 0 9 0,-1 0 5 16,-5-3-14-16,0-2 24 0,-3 0 22 0,-1-3-37 31,-2 0-1-16,-1 4-6-15,-2 1 1 16,3 2 4-16,-1-1-8 16,-2 1 20-16,-1 2-16 15,-2-2 2-15,-2 4 13 16,1 1-16-16,0 6-2 16,4 3-1-16,2 1-1 0,-1 0-2 15,-2 5-2 1,-3 6 3-16,-4 2 1 0,-5-1 0 0,-6-5 0 15,-5 1-2 1,-10-8 3 0,-6 0-1-16,-7 0 3 0,-10-16-3 15,-8-5 0-15,-7 0 2 16,-5 0-2-16,-7 3 1 0,-4 1 4 0,-3 3-5 31,-5 2 0-31,4 3-2 16,-2 2 0-16,-6 0 0 0,-4 1 2 15,-2 0 1-15,-3-2-1 16,-1 1 1 0,1-2 2-16,6-1-3 0,5-1 0 0,9-2-2 31,2 0 2-31,2 0 0 0,-1-2 0 0,4 4 1 31,1 0-1-31,1 5 1 0,3 0 0 16,1 5 2-16,3 0-3 15,6 1-2-15,5 0 0 16,2 0-1-16,2 0 3 16,0 0 0-16,0 0 0 15,-1 0 0-15,2 0 1 16,-1 0-1-16,0 0 3 0,0 4-2 16,0-1-1-16,9-1 0 15,8 0 0-15,8 0-2 16,11-2 2-16,0 0-1 15,2 1 0-15,3 2 1 0,-1-1 0 32,3 4-1-32,-1-4 1 0,1 6-1 15,-1-1 1-15,1 2 0 16,2 1 0-16,1 1 0 16,-1 1-1-16,6 1 1 15,-2 0 0-15,6-3 0 0,5 0 2 16,7-2-2-16,0 2 0 15,0 1-1-15,-1 3 1 0,-5 2-3 32,3 1 3-32,-1-2 0 15,-3 5 1-15,5-3-1 16,-4 1 0-16,5 2-1 0,1 1-1 0,2 1 1 16,2 4 1-16,-1 1-3 31,-1 0 6-31,5-1-3 0,-2 0 0 0,4-3 0 0,0-3 0 0,2 0 3 31,-2 0-2-15,3-1 2-16,-3-3-3 15,2 3 0-15,-2-4 0 0,3 1 1 16,1-5-1 0,1-3 0-16,1 1 0 15,0 3 0-15,-3-2 0 0,2 3 0 0,-1-1-4 31,4-1-39-31,2-7-37 0,2 0-22 0,0-4-24 0,2 0-26 32,-1-1-77-32</inkml:trace>
  <inkml:trace contextRef="#ctx0" brushRef="#br0" timeOffset="27118.53">5023 9135 611 0,'0'0'138'0,"0"0"-99"0,0 0-33 0,0 0 24 16,0 0 48-16,0 0 30 0,-21 109-46 0,20-59 4 31,-2 9-1-31,1 3-10 16,-1 2 20-16,2-1-14 15,1-6-3-15,0-7-3 0,0-9-13 16,12-9-23-16,4-9-5 0,6-12-8 0,5-10 14 31,15-1 27-31,13-28-3 16,14-15-15-16,11-12-11 15,1-2-14 1,4 4-1-16,-3 3-3 16,-7 11-36-16,-8 8-128 0,-12 12-106 0,-9 12-232 0</inkml:trace>
  <inkml:trace contextRef="#ctx0" brushRef="#br0" timeOffset="31599.84">12544 11137 1042 0,'0'0'42'0,"0"0"-40"16,0 0 48-1,0 0 8-15,0 0-36 0,0 0 6 16,-45-4 2-16,40 8-21 16,-3 5-2-16,-1 4 19 0,-5 4 9 0,-2 5-5 31,-6 6 15-31,-6 3-15 16,-3 2-3-16,-4-2-11 0,2-1 0 15,1-5-1-15,1-3-1 16,-2 0-1-16,0-1 3 0,-4 2-8 31,-2 0-7-31,-5 2 6 16,-3-1-1-16,-8-3 0 0,-5-2 8 15,-5 0 10-15,-11-2 9 0,-4-1-31 32,-6 0 3-32,-3-2-4 0,-1-4 2 15,1-3 1-15,1 2 4 0,1-2-1 31,0-2-4-31,2 2 1 0,5-2-3 16,5-1 1-16,3-1 4 0,-3 0-1 16,-3 0-2-16,0-3-1 0,2 0-2 31,9 0 0-31,3 0 0 16,3 0 0-16,8 0 0 0,0-2 0 15,1-5 1-15,5-2-1 16,0 2 0-16,2 4-1 15,-3 3 1 1,-4 0-3-16,-11 0 3 0,-4 3-1 0,-3 6 1 0,3-2 2 31,3-4-2-31,1-2 0 16,5-1 0-16,-2 0 0 0,5-2 1 16,7-7-1-16,2-1-2 15,12 0 1 1,4 3-2-16,9-2 1 0,9 4 3 15,3 3-1-15,3-2 0 0,5 3 0 32,-2-2-1-32,0 0 0 15,0-6 0-15,1-7 0 16,1-5-9-16,1-5-6 0,0 0 6 0,0-3 1 0,0 2-2 31,0-1 3-31,0 2 8 0,0 1-5 31,0 1 1-31,0 6 1 16,0 3 2-16,-3 1 1 0,1 6 0 16,1-2 0-16,-2 3 0 0,1 3 0 15,2-2 0 1,0 3 0-16,0 2-1 0,0 1 1 16,0 0 0-16,0 0 0 15,0 0-7 1,0 0-6-16,0 0-27 0,0 0-20 15,0 0-38-15,0 4-17 16,5 2 18 0,1-6-8-16,-3 0-172 0,-3 0-314 0</inkml:trace>
  <inkml:trace contextRef="#ctx0" brushRef="#br0" timeOffset="32257.4">8847 11398 692 0,'0'0'44'0,"0"0"-1"0,0 0-42 0,0 0 5 16,0 0 30-16,0 0 102 0,-30-32-80 0,29 30-2 15,-1-3 9 1,2 2-36-16,0-2-8 0,0 0-5 16,0-2-2-16,0 0-7 15,0-1-5-15,0-2 1 16,6 0 5-1,1-1 14-15,-1 0-3 0,2-1-10 16,-2-1-9 0,7 1 1-16,-4 0-1 0,2 2 0 0,2-1 0 0,-1 2 1 31,4-1 2-31,-2 1-2 16,-1 1 0-16,4 0-1 0,2-4 0 15,1 0 0-15,2 1 1 16,0-1-1-1,-4 0 1-15,0 1-1 16,-3 4 0-16,-5 3 0 16,-5 1 1-16,-2 3-1 15,-3-2-1-15,0 2 1 0,0-1 0 16,0 1 0 0,0 0 0-16,0 0 1 0,0 0 3 15,0 0-1-15,3 0 7 0,3 0-8 16,7 13 9-16,5 5 21 15,6 4 17 1,6 6-20-16,6 2 31 0,7 1-42 16,3 6-16-1,3 6-2-15,1 5-4 16,-6 7-238-16,-11-6-485 16</inkml:trace>
  <inkml:trace contextRef="#ctx0" brushRef="#br0" timeOffset="48769.55">12629 9536 753 0,'0'0'352'16,"0"0"-346"-16,0 0 6 0,0 0 8 16,0 0 78-1,0 0-32-15,0 0-50 0,9-57 3 16,-9 54 30-16,0 2-6 0,0-3-2 16,0-2-23-16,-6-1-17 15,-6-1-1 1,-6 2 1-16,0 0-1 0,-4 0 0 0,-2 3 1 15,-4 2 1-15,-5 1 12 32,-3 0-5-32,-6 0 4 0,-4 4 6 15,-1 6 9-15,1-2 1 16,3 0-8-16,3-1 16 0,9 0-3 16,5-1-13-1,7 0 9-15,1-1-4 16,7 0-4-16,4 0-8 15,1 2-7-15,-4 6-3 0,-3 5 1 16,-1 8-2 0,3 6-1-16,2 6 0 0,5 8 7 15,1 6-6-15,3 5 10 16,0 4 5-16,6 0-11 16,7 0-5-16,2-3 7 0,-1-6-2 15,-2-4-1-15,1-5-1 0,-1-4-3 31,1-6 0-31,-2-5 0 16,-2-1-2-16,-2-7 1 16,-3-2 2-16,-1-4-2 15,-1-5-1-15,-2-1 0 16,0-5 1-16,3 0-1 16,-3-3 0-16,5 2-2 0,-2-2-1 0,1 0 3 31,6 0 0-31,4 0 4 0,7 0-4 15,5 0 4 1,7-2 1-16,5-12-5 0,5 0 1 16,6-3 0-1,5 0-1-15,0 0 0 16,2 3 1-16,0 1-1 0,-4 2 0 0,-7 4 0 0,-8 0 0 31,-6 2-1-31,-2-1 1 0,-6 0 0 0,-2-2 2 31,-6-4-1-31,-2 1 3 16,-5-3-2-16,-2-5 2 16,-1 0-3-16,-4-4 2 15,-1-4 0-15,0-5-1 16,0-5-1-16,-4-3-1 16,-9 0 0-16,-4-3 0 0,-4-2 0 15,-2 1-1-15,1 1 1 0,5 5 0 16,4 6 1-1,3 7-1-15,-2 4 0 16,4 5 1-16,-1 1-1 16,2 0 0-16,0 5-10 0,1 0-45 15,1 4-103-15,-1 1-98 32,-3 4-186-32</inkml:trace>
  <inkml:trace contextRef="#ctx0" brushRef="#br0" timeOffset="50452.53">12547 9332 1017 0,'0'0'41'0,"0"0"-39"31,0 0 0-31,0 0 22 16,0 0 6-16,0 0 1 0,-17-25 50 15,16 21-23 1,-2 1-4-16,-2-1-3 0,0-2-15 16,-1 1-13-16,0-1 18 0,-1-1-8 0,-3-4-29 31,1 0-1-31,-3-4-2 0,-1 4-1 16,-1-3 8-1,-3 0 9-15,0 1-11 16,-2 1 20-16,1-2-15 15,-2 4 15-15,3-2-2 0,-3 1-16 16,-2 0-4-16,-4-2-3 16,0 1-1-16,-4 0 3 15,-3-1-1 1,-3 0-2-16,-4 0 0 0,-5-2 2 16,-1 5 47-16,-6-3-26 15,-8 0-23-15,-3 1 1 0,-7 2-1 16,3 0 0-16,-8 3-1 0,-1 1 0 0,-4-2-1 31,-3 0 0-15,-2-2 2-16,1 2 0 15,-3-4 0-15,2 2 0 16,3 0 2-16,0 1 0 16,1 0 0-16,-4 2-1 15,-1 0 0-15,-2 2-1 0,3 5 0 16,1-3 0-16,2 3-1 15,0-3 1-15,0 0-1 16,-2 2 1-16,-1-3-1 0,-1 1 1 16,-1 1 0-1,1 2 0 1,-1 0 1-16,-1 0 0 0,-3 0 2 16,-3 2-2-16,2 3-1 0,-2 1-1 15,0 0-2 1,-3-1 2-16,-6 1 1 0,-3 1-1 15,0-1 1-15,-6-2 0 16,0 1 1-16,-3 0 0 16,-4 3 2-16,-2-2-2 15,0 3-1-15,2-1 0 0,3 3-1 16,1 0 1 0,1-1 0-16,1 1 1 15,4-4 1-15,0 0-1 16,7 3 1-16,1-2 0 0,3 0 0 15,4 1-1 1,4-1-1-16,5 1-3 16,3-1 1-16,2 1 1 0,2 1 1 15,5-3 0 1,6 2 0-16,4 0 0 0,5 1 0 16,8 0 1-16,3 1 0 15,5 2-1 1,2-1-1-16,4 1 1 0,5-1 0 0,1-2 2 31,7 2-3-31,4-4 1 0,3 1 0 16,4 0 0-16,-2 2 0 0,2 5-4 15,-3 0 2-15,-1 4 2 0,-2 1-1 32,-3 1 1-32,-3-1 0 0,-4 1 3 0,0-5 0 31,1 2 10-31,3-2 6 15,0-4-5-15,5-1 0 16,2-6-3-16,4-1-5 0,7-2 9 16,3-1-5-16,0 1-10 15,-2 0 1-15,-3 1-1 16,-3 4-1-16,-4 3-2 0,-3 4-6 16,-1 0-8-1,2-1-21-15,3-1-34 16,3-4-40-16,5-4-25 15,3-2-40-15,3-3-18 16,-3-1-108-16</inkml:trace>
  <inkml:trace contextRef="#ctx0" brushRef="#br0" timeOffset="50834.73">5053 8963 918 0,'0'0'64'0,"0"0"-60"16,-45 102-4-16,27-45 60 15,3 12 58-15,0 9 2 16,5 9-28-16,0 1-28 15,7 0-2-15,3-9 0 16,0-8-12-16,0-7-6 16,11-10-17-16,7-13-7 0,6-13-6 15,6-15-8-15,15-13 2 0,10-7 22 32,12-30 4-32,11-16-15 0,10-13-10 15,6-2-7-15,0 5-2 16,-8 11-1-16,-10 12-153 15,-16 16-96-15,-6 14-55 0,-14 10-317 0</inkml:trace>
  <inkml:trace contextRef="#ctx0" brushRef="#br0" timeOffset="55765.96">12526 11131 599 0,'0'0'182'0,"0"0"-182"0,0 0 0 0,0 0 89 31,0 0-2-31,0 0-10 0,0 0-21 0,0 1-14 16,0-1 8-1,0 0-1-15,0 0-7 16,0 0-5-16,0 0 7 15,0 0-13-15,0 0-7 16,0 0-9-16,-2 0-2 16,2 0 2-16,-1 0 4 15,1 0 4-15,0 0 0 0,0 0 4 16,0 0-14-16,0 0-6 0,0 0-2 0,0 0 0 31,0 0-3-31,0 0-2 16,0 0 1-16,0 0-1 15,0 0 0-15,0 0 1 0,0 0 1 32,0 0-1-32,0 0 0 0,0 0 0 15,0 0 2 1,0 0 0-16,0 0 3 0,0 0 2 16,0 0-2-16,0 0-5 15,0 2-1-15,0 7-3 16,0 2 3-16,-7 4 24 15,1-2 16-15,-2 2-28 16,3-5 2-16,-1 2-4 16,-2 0-5-16,0 0 4 15,1 1-2-15,-2 0-3 16,0 0-1-16,0 1-1 0,-2 2 1 16,-3 1-3-1,0 0 5-15,-1-1-1 16,5-3-3-16,2-2 1 15,-2 0-2-15,4 0 0 16,-3-4 5-16,0 0-3 0,-1 2 6 16,-1-1-4-16,-1 0 4 15,-3 2-7-15,-4 1 2 0,-1 0-1 16,1 3 0 0,0-1 1-16,2-1 2 15,1-4-1-15,4 3 2 0,0-2-4 16,-1 1 3-16,-3 2-4 15,-1 1-1 1,-4 1 0-16,4-1 1 16,-5 1-1-16,-2-2 3 0,-4 2-3 0,-3 0 2 15,-8 0-1 1,0 1-1-16,-2-3 4 0,3 0 1 0,7-2-5 31,2-2 1-31,5 1 5 0,2-1 1 0,-2 2-5 31,-1 0-2-31,1-2 0 16,-2 1 3-16,-2-1-2 16,-2 4 0-16,-4-3-1 15,-1 3 0-15,-3-3 0 16,4 1 1-16,-2-1-1 16,0 1 0-16,1-2 0 0,3 1 0 15,-3-2 2-15,2 0-2 0,-5 2 2 16,2-1-1-16,-4 0-1 0,-6 3 1 0,-2-1-1 31,-3 2 1-31,-1-1 0 16,2 1 2-16,1-1-2 15,4-4-1-15,-1-2 1 16,0-3 0 0,-3-2-1-16,1 0 1 15,3 0-2-15,8-2 1 0,4-1-2 0,2-1 2 31,-2 3-1-31,2-2 1 0,-4 3-3 16,-2-1 3 0,3-1 2-16,0-1-2 0,1 2 0 15,-2-2-1-15,-2-1 1 16,1 3 0-16,-1-2 0 16,4-3 1-16,2 4-1 15,1-3 0-15,0-4 1 0,-1 0 0 16,0-1-1-16,-1-2 1 0,-2 2 0 0,-2 2-1 31,-4 3-1-31,1 0 1 16,-1 4 2-1,8 0-2-15,6-1 1 16,6 1-1-16,4-1 0 16,5-1 0-16,2 0 2 15,2-3 2-15,1 0 2 0,-5 0-5 16,-3-3-1-16,-3 2-3 15,-5 0 2-15,-5-1 1 0,-3 0 0 16,-3-2 0 0,2 0 0-16,1 3-2 15,3-2 2-15,6 0 0 0,2 0-3 16,3-4 3-16,2 1 0 16,2-2 1-1,-3 0-1-15,3 1 2 16,-4 3-2-16,1-2 0 0,-3 2-1 15,-3 3 3-15,2-2-3 16,-2 2 1-16,4-2 0 0,3 2 0 0,3-3 4 31,2-1-1-31,0-3-3 16,2 0 1-16,2-2 1 16,2 1-1-16,0-1 0 15,0 1-1-15,3-1 0 16,-4 0 1-16,4-2 0 0,0 2-1 0,0-3 0 15,0 0 1-15,0 0 1 32,-3-1-1-32,3 0 1 15,0 1 0-15,0 0 3 16,0 1 4-16,0 0 0 16,0 5-6-16,0 3 3 15,0 2 5-15,0 3 10 16,0 2-6-16,0-1-8 0,0-2-4 15,0 4-1 1,0 0-2-16,0 1 0 0,0 1 0 16,0-2-3-16,0 2-3 0,0 0-35 15,0 0-40 1,0 0-74-16,0 0-57 16,-14 0 24-16,-5 2-271 0</inkml:trace>
  <inkml:trace contextRef="#ctx0" brushRef="#br0" timeOffset="56257.95">8563 11510 718 0,'0'0'71'0,"0"0"28"15,0 0 22-15,0 0-37 0,0 0-16 16,0 0-22 0,-7-46-11-16,22 26-24 0,6-3 6 15,1-1 6 1,2-1 2-16,0-1 7 16,3 1-1-16,1 0 0 0,-1-1-9 15,0 1-4-15,-2-2 1 16,-1 1-5-16,1-2-5 15,-1 1 1-15,0-3-7 16,-3 5 8 0,-2 3 10-16,-4 1 3 0,-4 4 14 0,-4 4-16 15,-1 3-1 1,1 5 0-16,-4 2-9 0,2 3-2 16,1 0-10-1,10 0 1-15,2 12 2 0,12 10 46 16,6 3 0-1,10 7-4-15,7 3 7 0,5 2-36 0,3 3-3 32,3-2-13-32,-4-1-1 15,-1-2-4-15,3 0-80 0,-10-10-264 0,-18-8-422 16</inkml:trace>
  <inkml:trace contextRef="#ctx0" brushRef="#br0" timeOffset="74164.96">23333 12285 589 0,'0'0'0'0,"0"0"0"0,0 0 21 0,0 0 93 31,0 0-71-31,0 0-21 16,0 0 33-16,-10-6 42 16,10 6-35-16,0-2-13 0,0-2 8 0,0-3-12 15,0-1-26-15,0-3-12 16,0-2 0-16,0-1 3 15,0 0-1-15,0 1-1 16,0-2 3-16,0 1-6 16,2-3 6-1,1 1-1-15,1-1 3 16,-1-3-13-16,1-3 2 16,-1-2 0-16,4 0-1 0,-3 0 0 15,2-1-1-15,0 3 0 16,-2 2 0-16,-1 2 4 0,-1 3-4 31,-2 1 1-31,0 3 1 0,0-3-2 0,0 0 1 16,0 0-1-16,0 1 1 15,1-2 0 1,2-1 3-16,2-1 2 16,-1-2-4-16,4 4-1 0,-2-3-1 15,0 4 0 1,1-1 1-16,2 1 8 0,-3-2-5 0,1-1 2 0,0-1-3 31,0 1 0-15,2-1-2-16,-3 3 6 15,1-4-5-15,-2 4 4 0,2-1-2 0,-2-1 0 16,1-2-1-16,1 0-3 0,2-1 3 31,1-6 4-31,3-1-6 0,1 0 0 16,3-3 9-16,-1 3-9 15,-2 3 2-15,-4 3-1 0,-1 4-2 32,-3 1 0-32,-1-1 1 15,-2 2-1-15,3-3 0 16,1-4 0-16,0-2 0 0,2-4 0 0,3-3 0 31,0-2 0-31,3-3 0 0,0 2 0 0,-3 2 0 31,0 3 0-31,-2 3 0 16,-1-1 0-16,3 0 0 0,-1-2 0 16,1-4 0-16,1-4 0 0,1-4 0 15,0 0 1 1,-2 1-1-16,0 4 0 0,-1-1-1 16,-1 3 1-16,3 0 1 15,0-3-1-15,3 1 0 16,-3-2 1-16,5-1 3 15,0-3 2 1,1 1 3-16,1 1-6 0,1 0-2 16,-3 4-1-1,-3 3 0-15,-1 1 0 16,-3 3 0-16,1-1 0 0,0-3 2 16,0-1-2-16,3-4 0 15,1-5 2-15,3-3-2 16,5 2 0-16,0-5 0 15,0 0 2-15,-2 2-2 0,-5 1 0 0,-1 4 1 16,-5 0-1-16,1 4-2 31,-5 3 2-31,1-1 0 16,5 1 0-16,1-1 0 16,5 1-1-16,3-5 1 15,4-2-1-15,-1 0 1 16,-1-1-1-16,-5 0 1 15,-1 2 0-15,-4 1 0 16,0 2 0-16,0 1-5 0,2-2 5 16,1 4-1-16,4-3 1 15,1 0 0-15,5-3 0 16,3 1 1-16,1-1 1 16,0 0 0-16,-1 0 0 15,-3-4-2-15,-4 3 0 16,-1-1 0-16,-4 2 0 0,-6 2 1 15,-2 3-1 1,-1 2 1-16,-2 3-1 0,3-1 0 16,-1 2 1-16,4 4 0 15,0-3 0-15,4 2-1 16,-2-2 2 0,2 3 4-16,-1-1 5 0,-2 3-4 15,-2-1-4-15,0-2-3 16,0 0 1-16,-1-3-1 15,2 1 1-15,-1-2 0 0,1 4 0 16,-2 0-1 0,1 5 1-16,0 1 10 15,-5 1 7-15,1 4-6 16,-4 0 3-16,-1 2 0 16,-3-1 6-16,0 1-10 0,0-4-8 15,0 0 0 1,0 0-3-16,3 2 0 0,-3 2 0 0,0 0 1 15,0 1 0 1,1 2 0-16,2 1-1 16,2-1 1-16,1 1 8 0,0-1-1 15,0-5-4-15,3 3 6 16,-2 0-4 0,1-2 3-16,-1 2 1 15,4-3 3-15,-4 5-5 16,1 1-1-16,-4 2 1 0,0 4 3 0,-2 2 9 31,-1 0 4-31,-1 1-8 16,2-1-10-16,-1 0-4 0,1-3-2 0,2 1-1 31,0-6 0-31,2 3-12 0,-3 2-49 0,-3-1-38 16,0 6-75-1,0 1-94-15,-16 0-161 16</inkml:trace>
  <inkml:trace contextRef="#ctx0" brushRef="#br0" timeOffset="74479.37">25091 7225 326 0,'0'0'633'0,"0"0"-620"0,0 0-12 0,18-83 119 32,3 58-46-32,1 2-25 0,-1 4 7 15,2 4-8-15,-1 9 16 16,-3 6 18-16,4 0-7 0,0 15-24 16,1 13 53-16,2 5 6 15,-5 6-58-15,-1 2-25 16,-3 2 3-16,-4-2-24 15,-5 0-5-15,-5 2-1 0,-3 4-60 0,0 2-192 32,-15-4-138-17,-4-7-369-15</inkml:trace>
  <inkml:trace contextRef="#ctx0" brushRef="#br0" timeOffset="82073.98">25234 7192 482 0,'0'0'93'0,"0"0"-15"0,0 0 24 15,0 0 16 1,0 0-30-16,0 0-32 16,0 0-9-16,0-39-6 0,0 37-10 15,0 2-9 1,0 0-2-16,0 0-3 0,0 8-9 0,-1 10-2 0,-7 10 26 31,1 7 5-31,-5 4-6 16,0 4 25-16,0 1-19 15,-4 3-13-15,2 1 5 16,-2 4-13-16,-1 5 5 0,0 0 1 16,0 2-2-1,-1 0-16-15,0 3-2 0,0 3-2 16,-1 3 0-16,-3 3 1 0,2 3 0 16,-1 1-1-1,1 2 0 1,1-1 0-16,-1-3 0 0,-6-2 0 15,1-2-1-15,-4 1 1 0,0 1 0 0,-4 0 1 0,1-4 1 47,1 2-2-47,3-4 0 0,2-1 0 0,3 2-1 0,-1-3 0 32,4 1 1-32,-1-3 0 0,2 1 0 15,0 0 0-15,1-5 0 16,1 0 0-1,-2-3 0-15,3-3 0 0,-1 2 0 16,-1-2 0 0,2 2 0-16,-2 2 1 15,1-4-3-15,-2 4 4 16,0-2-3-16,-4 2 1 0,1-2 0 0,1 0-2 16,5-3 4-16,-1-1-4 0,2-2 3 0,1 0-1 31,0-2 1-16,-1-2 0-15,3 3 0 16,-3 1 2-16,2-4-2 0,-6 4-1 0,-3-2 1 0,-1 1-1 31,-4 1 0-15,2 1 0-16,-2 2 0 0,2 1 0 16,-1 2 0-1,-1-2 0-15,2-1 0 0,-1-5 1 16,3-1-1-16,1-1 1 15,0-5-1-15,0 0 0 16,2-1 1-16,-1-1 2 16,2-1 3-16,0 1 0 0,-1-3 12 0,4-2-12 31,-1-1-3-31,0 1 1 16,-1-2-3-16,0-1 1 0,3 2-2 15,0 2 1-15,1 2 6 16,0 2 6-1,2 0 15-15,0-1-4 16,1-4 2-16,4-3-4 16,2-2-3-16,-1-2 0 0,2-4 7 0,1-1 12 31,2-1-20-31,1 0-17 0,0 0 4 0,0 2 4 0,0-4-3 31,0-7-5-31,-2-4-1 16,2-3-1-16,0-2-25 0,-4 0-76 15,-10-6-69-15,-10-15-217 0</inkml:trace>
  <inkml:trace contextRef="#ctx0" brushRef="#br0" timeOffset="84357.42">22922 8779 406 0,'0'0'524'0,"0"0"-519"0,0 0-5 15,0 0 94-15,0 0-7 16,-15-72-61 0,5 52 14-16,1 0-22 15,-1 3 23-15,1 4 11 0,-2 8 28 16,-3 5-14-16,-2 0 7 15,-1 19-37-15,0 12 15 0,1 9 6 16,3 2 16-16,7 1 11 31,5-3-33-31,1-5-17 0,0-7-10 16,6-10-19-16,8-7-4 16,2-7 0-16,3-4-2 15,0-5 1-15,1-18-2 16,-3-5-9-16,-5-5-19 15,-4 3 2-15,-6-1 13 16,-2 2-7-16,0 5-10 16,0 8 17-16,0 7 11 0,0 6 4 15,0 3 2-15,0 0-2 16,6 9 0-16,4 8 12 0,3 1 7 31,2-3-16-31,0-1 6 16,3-4-6-16,-1-4-3 0,3-2 1 0,1-4-1 15,-1 0 1 1,-3 0 1-16,0-6 0 16,-1-12 0-16,-4-6-2 0,-1-5 0 15,-2-10-3-15,-6-3-4 0,-3-5-9 32,0-6 5-32,0-3-5 0,-9-9-10 0,-6 2 14 0,3 7-5 0,-1 14 4 46,4 15 13-46,1 13 6 0,2 8 8 16,1 1 8-16,4 5-3 0,-2 0-10 0,3 0-9 0,0 16-8 31,0 17 6-15,10 12 2-16,6 5 8 16,3 1-1-16,1-4 11 15,2-5-3-15,-2-9-7 16,0-6-6-16,-4-9 0 15,1-8-2-15,-4-8 0 16,2-2 2-16,-3-8-2 16,0-17 3-16,-2-11-3 15,-2-10-6-15,-4-8 2 0,-4-5-1 16,0-4-10-16,0-5 1 16,-12 0-4-16,-4-1-6 15,2 0 0-15,0 5 3 0,3 12 18 16,5 15 3-16,-1 12 1 15,4 12 4 1,1 6 0-16,1 5 22 0,-1 2-12 16,2 0-15-16,0 0-9 15,0 21-1 1,8 10 10-16,8 8 7 16,3 5 4-16,0 2 4 15,3 1 14-15,-3 2-12 0,-1-4-2 16,1-3-2-16,1-2 7 15,-1-6-9-15,2-9-3 16,0-6-5-16,2-7-2 16,0-6 1-16,-2-4 1 15,-1-2 2-15,-1-11-3 0,-1-15-1 0,1-6-1 32,-1-2 0-32,-9 1-18 15,-4 6 9-15,-5 7-7 0,0 7 9 16,0 6 7-1,0 5 1-15,0 2 11 0,0 0-3 16,0 9-3-16,0 5-1 16,0 1 3-16,0-4-4 15,0-3-2-15,10-4-2 16,3-3 0 0,1-1 2-16,1 0-1 0,1-1-1 15,-2-5-3-15,-2 2 3 0,-3-2 1 31,-1 2-1-31,-2-2 2 0,-1-1 0 16,-2 1 2-16,2-4-2 16,-1-4-1-16,3-3 0 15,1-8 0-15,-2-3-1 16,-2-4-1-16,-1-7 0 0,-3-5-3 16,0-7-12-16,-1-4-6 15,-16-6-20-15,-7-2-14 16,-2-3 34-16,-3 5-16 0,3 7 18 0,4 15 20 31,8 20 1-15,6 12 9-16,5 7 39 0,3 18-18 15,0 24-29-15,8 9 32 16,12 6 6-16,7-5-18 0,3-8-10 16,-1-7 14-1,-2-8-13-15,-2-9-12 16,-1-6-1-16,-2-8-1 0,-4-6 1 0,0 0 1 31,-3 0 1-31,-3-10-2 16,-5 3 0-16,-2 1 1 15,-4 6-2-15,-1 0 1 16,2 0-2-16,-1 4 2 16,4 9 4-16,2 3 16 15,3-1-9-15,1 2-1 0,5 0 0 16,-1 1-1-16,0-2-5 15,-3-3-4-15,-4-5 0 16,-3-4-17-16,-5-1-45 16,0-3-95-16,-7 0-80 15,-23-11-265-15</inkml:trace>
  <inkml:trace contextRef="#ctx0" brushRef="#br0" timeOffset="84535.21">23680 7741 710 0,'0'0'484'0,"0"0"-484"16,46-94 0-16,-27 57 65 0,-5 6-65 15,-1 5-2 1,-2 11-127-16,-7 8-33 16,-4 7-166-16,-3 10-301 15</inkml:trace>
  <inkml:trace contextRef="#ctx0" brushRef="#br0" timeOffset="84714.48">23120 8135 1171 0,'0'0'132'0,"0"0"-131"15,0 0 61-15,0 0 58 0,0 0-62 16,114-111-58-1,-64 62-60-15,-6 4-172 0,-9 4-296 16</inkml:trace>
  <inkml:trace contextRef="#ctx0" brushRef="#br0" timeOffset="84931.48">23982 7543 995 0,'0'0'169'0,"0"0"-156"31,0 0 4-31,0 0 42 16,0 0-57-16,0 0-2 15,-38-16-98-15,38 16-113 16,2 0-84-16,9 0-9 15</inkml:trace>
  <inkml:trace contextRef="#ctx0" brushRef="#br0" timeOffset="85521.43">23982 7543 204 0,'6'-15'246'0,"-6"16"-90"15,0-1 25-15,0 0 47 16,0 0-77-16,0 0-42 0,0 0-15 16,0 0-9-16,2 0-18 15,-1 14-37-15,1 9-16 16,0 11 83-16,-2 5-4 0,0 1-58 15,3-3-12-15,3-9-7 16,5-5-10-16,3-11-6 0,2-8 0 0,1-4 0 31,0-4 0-15,0-21 1-16,-2-9-1 16,-5-10-22-16,-5-8-23 0,-5-2-22 15,0 0-23-15,-12 4 34 16,-9 11 15-16,1 12 13 0,-5 13 28 15,1 14 28 1,2 9 13-16,2 18 14 16,6 3 34-16,9-3-26 15,5-5-44-15,0-4-8 16,16-5-5-16,4-6-1 0,5-7-4 16,4 0 0-16,-1-7-1 15,0-12 0 1,-2-4-5-16,-4 2-26 15,-1-1 28-15,-6 6 3 16,-5 4 1-16,-2 6 1 0,-4 6 2 0,1 0 19 31,5 0-5-31,1 11 25 16,3-2-16-16,2-1-15 0,4-5 2 0,0 0-4 16,-2-3-6-1,1 0-3-15,-5-9 1 16,-2-1 0-16,1-1-2 15,-7 5 0-15,1 2 0 16,-1 4 0-16,2 0 0 16,-1 3 12-16,4 8 10 0,-1 4-15 15,2 3-6 1,0 6-1-16,-2 4-43 0,-2 7-74 16,-4 6-150-1,-4 5-182-15</inkml:trace>
  <inkml:trace contextRef="#ctx0" brushRef="#br0" timeOffset="86018.07">23708 8799 950 0,'0'0'135'0,"0"0"-129"0,0 0 118 16,0 0 72-16,0 0-105 15,-87 51-8-15,77-20 13 0,7-1-32 16,3-8-42 0,6-2-6-16,19-5-8 15,10-4-3-15,8-4 2 16,5-1-3-16,-3 1 4 16,-10 0-3-16,-9 0-5 0,-16 4 0 15,-10 3 0 1,-3 3 12-16,-28 4 21 0,-11 2-9 0,-7-4-18 15,5-3-3 1,9-7 0-16,9-5-1 16,9-4-2-16,6 0-28 15,6 0-39-15,5-2-131 16,3-11-129-16,18-7-117 0</inkml:trace>
  <inkml:trace contextRef="#ctx0" brushRef="#br0" timeOffset="86646.85">23962 8656 814 0,'0'0'575'16,"0"0"-574"-16,0 0 11 0,-35 94 165 15,35-59-15-15,0-1-88 16,2-6-59-16,17-7-11 0,1-8-3 0,7-9-1 31,1-4-2-31,2-4-22 16,-4-15-42-16,-5-2-16 0,-9 1 22 15,-6 4 12 1,-4 6 19-16,-2 6 29 0,0 4 18 16,0 0 52-16,0 4-23 15,-2 10-22-15,2 1 12 16,0-4-19-16,3-4-10 15,12-5-5-15,0-2-2 0,3 0-1 32,0-11 0-32,0-10-6 0,-8-2-27 15,-7-3 7-15,-3 1-3 16,0 3 3-16,-18 5 16 0,-7 3 9 16,-3 7 1-1,-2 4 1-15,0 3 16 16,2 0 16-16,8 6 17 15,7-2-14-15,7-4-20 16,6 0-5-16,0-2-11 0,7-14-9 16,13-7 0-16,-1-3-7 15,1-1-6-15,-4 3 9 16,-1 1 13-16,-3 5 0 0,1 0 14 16,1 4 26-16,2 3-12 0,5 9 11 0,3 2 7 31,6 1-7-16,4 17 15-15,3 4-5 16,-1 2-30-16,-2-2-19 0,-2-1 0 16,-6-4 0-1,-7-3-10-15,-6-4-54 0,-10 0-57 0,-3 3-68 32,-11 1-100-32,-27 4-295 15</inkml:trace>
  <inkml:trace contextRef="#ctx0" brushRef="#br0" timeOffset="87198.55">23681 9357 1150 0,'0'0'14'0,"100"0"-12"16,-34-8-2-16,10-17 125 0,2-9 5 15,3-7-54-15,1-9-42 16,-2-4 31-16,-3-3 18 16,-10 4-16-16,-9 0-25 0,-14-1-37 31,-16 0-2-31,-9-11 4 0,-11-9-5 0,-6-14 0 16,-2-15 2-1,0-11-1-15,-8-9-2 16,-13-8-1-16,-9 1-5 0,-10 0 5 0,-15-1 0 0,-12 5-9 31,-9 6 5-15,-8 6-6-16,-7 8 0 15,-10 4 2-15,-10 13-3 0,-10 14 6 16,-9 18 1-16,-5 22 3 0,-3 23 1 0,0 12 2 31,3 20-2-31,4 33-2 16,6 22-2-16,4 25-3 15,8 22 4-15,11 23 3 16,19 23-3-16,21 26 3 16,27 24 0-16,21 17 17 15,14 0 12-15,21-11 1 16,28-24 35-16,23-26 26 0,27-31-29 16,29-27-40-1,34-34-22-15,29-30 0 16,23-33 0-16,8-19 0 0,-6-49-93 0,-16-27-160 31,-39-27-343-31</inkml:trace>
  <inkml:trace contextRef="#ctx0" brushRef="#br0" timeOffset="100467.19">12696 9558 926 0,'0'0'28'0,"0"0"-28"15,0 0 32-15,0 0 75 16,0 0-17-16,0 0 20 15,0 0-60-15,-37-8 0 16,34-2-13 0,0-2 6-16,1-10-17 15,2-5-20-15,0-8 1 16,3-4 1-16,6-3-8 0,-1 3 5 0,0-2-1 0,0 2 3 0,3-4-2 47,0-3-3-47,4-3 1 0,5-6-2 15,-1 0 2-15,5 0-1 16,3-1 3-16,3 6 0 0,0 4-3 0,1 6-1 31,0 0-1-31,1 3 3 16,0-1-3-16,1 0 0 16,-1 3 4-16,-3 0-4 0,-2 6 2 0,-3-3 5 31,1 4 3-31,-5-1-7 15,-1 3 2-15,-4 5 6 16,0 3 0-16,-4-1 0 16,0 1 8-16,-3 0-5 15,1 4-3-15,-5 2-8 16,-2 3-1-16,4 5 0 16,-6 2-2-16,1 2 2 0,-1 0 0 15,0 0-2-15,0 0-4 16,0 0-28-16,0 0-58 0,0 0-30 15,0 0-84 1,0-4-39-16,0-11-103 0</inkml:trace>
  <inkml:trace contextRef="#ctx0" brushRef="#br0" timeOffset="101153.28">14112 6994 730 0,'0'0'254'0,"0"0"-240"0,0 0 28 15,0 0 17-15,0 0 36 16,0 0-47-16,-96-9-24 15,67 21-20-15,-3 5 0 0,2-1 15 0,4-1 14 32,4 0-1-32,0-1-14 15,3 0-5-15,4 1 1 16,2-4 15-16,2 1 5 16,3 0-11-16,0 1-10 15,2 3 14-15,4-1 0 16,2 2-4-16,0 1-9 0,0 5 9 15,0 6 13-15,0 7-12 16,3 8 4-16,4 7 3 16,1 5-12-16,0 6 14 0,-1 5 4 15,2 3-25-15,0 3-4 32,-2 1 9-32,4 1-1 0,-1-6-8 15,4-4 7-15,2-6 5 16,1-8-12-16,3-8 4 0,3-4-3 0,1-10-5 31,4-10-2-31,5-8 2 16,5-11-1-16,7-6-1 15,11-25-2-15,8-10-1 16,9-7-82-16,3-3-147 16,-7-2-217-16,-8-1-469 0</inkml:trace>
  <inkml:trace contextRef="#ctx0" brushRef="#br0" timeOffset="101792.37">17272 5996 950 0,'0'0'296'0,"0"0"-296"0,0 0-1 16,0 0 1-16,0 0 59 15,81-99-26-15,-38 70-24 0,0 0 5 16,3 1 10-16,-1 2-3 16,-2 2 8-16,-4 3 2 15,-3 3-17-15,-5 2-2 0,-6 7 2 0,-8 4 0 31,-7 5-6-31,-2 0-8 16,-5 11 1-16,0 11 7 0,1 7 16 16,-1 8 3-1,3 3 8-15,2 3-11 16,1 5-10-16,5 2-7 0,4 1-5 0,5 4 5 16,0-2-3-16,3 7 3 0,0 2-3 31,-1 1-1-31,3 3 6 0,-1-2 12 0,1-1 5 31,-3-5 1-31,-5-3 19 16,-7-3-18-16,-13-3-23 15,0 0 5-15,-20-3 10 16,-21 2-2-16,-12-3-18 16,-13 1-4-16,-16 0-94 0,-14-4-200 0,-11-2-203 31</inkml:trace>
  <inkml:trace contextRef="#ctx0" brushRef="#br0" timeOffset="104859.63">16149 8775 903 0,'0'0'110'0,"0"0"-106"16,0 0 26-16,0 0 83 16,0 0-51-16,0 0-42 15,11-13-20-15,-6 4 1 16,-2 3-1-16,0 2 7 16,-2-3 9-16,-1-3 12 0,0-3-16 15,0-1 4 1,0 0 6-16,-7 5-9 0,-4 2 19 15,-4 5 2-15,2 2-19 16,-3 0-8-16,2 1 0 16,1 16 9-16,2 9-13 15,4 7-1-15,4 7 1 0,3 1 14 16,0-3-4 0,7-4 6-16,11-7-1 15,5-8-14-15,0-3 1 16,4-9-2-16,0-4-2 15,-3-3 4-15,-2 0-5 16,-1-3-1-16,-4-10 1 0,-1-1 1 16,-2-6-1-16,-3-2 0 0,0-5-4 31,-2-1-2-31,3 1-6 0,0 3-3 0,2 7 14 16,2 7-2-1,-3 8 2-15,3 2-4 16,2 0 5-16,-4 12 0 15,-1 5 4-15,-1-1-2 16,-6 1 4-16,0-6-5 16,-4-4 0-16,-1-5-1 0,-1 0 1 15,0-2 0-15,0 0 4 16,0-4 4 0,0-13-8-16,0-4-1 0,0-4-1 15,0 6-2-15,0 3 1 16,0 8-1-16,3 4-4 15,9 4 1-15,0 0 2 0,4 0 3 0,-2 0-1 32,0 3 2-17,-3 0-1-15,0-3 0 16,0 0 1-16,-3-3 0 0,1-13 1 16,1-4 3-16,-1-8 0 15,0-3-4-15,3-3 0 0,-3-3 0 16,2-4 0-16,0 0 0 15,0-2 0 1,-2 5 0-16,0 11 0 0,-5 13 0 0,-2 10 0 31,-2 4 1-31,0 1-1 0,0 22-1 0,0 12 1 16,-6 7 20-16,-2 0-11 16,4-3 2-16,4-6-1 0,0-6-2 0,12-6-3 46,6-9-2-46,4-8 0 0,5-4-3 16,4-8 2-16,3-17-2 0,-1-6 0 16,-4-2-2-1,-7 2 2-15,-7 2-1 16,-7 8-1-16,-5 8 0 16,-3 5 2-16,0 8 4 0,0 0 8 15,0 0-12-15,0 10-5 16,1 7 5-16,6 3 2 15,5-5 5-15,5-5-4 0,4-3-3 16,3-7 0-16,1 0 0 16,2-4 2-1,-5-12-1-15,-4-1 2 16,-6 1 1 0,-12-2 3-16,0 3 6 0,-12 5-2 15,-16 4 0-15,-8 6-4 16,-2 0-4-16,4 0-1 15,7 4-2-15,10-2-4 16,11-2-38-16,6 0-62 16,0-11-107-16,13-17-189 15,8-14-243-15</inkml:trace>
  <inkml:trace contextRef="#ctx0" brushRef="#br0" timeOffset="105300.75">17196 7877 601 0,'0'0'866'0,"0"0"-866"0,0 0 0 0,0 0 10 16,0 0 115-1,1 90-32-15,3-50-57 0,7-1-28 16,7-7 1-16,6-5-3 16,3-4-6-16,-2-7 0 0,-1-3-1 15,-8-4 0-15,-5-3-4 0,-8-4-34 31,-3 2-1-31,-2 4 31 0,-17 6 8 16,-5 5 1-16,-1 7 0 16,4 3 1-16,8-3 5 15,11-4 8-15,2-6 5 16,5-5-5-16,15-9-12 16,10-2 0-16,4-2 0 15,7-21 1-15,3-7 0 0,-2-3-3 16,1-2 0-16,-2 4 0 0,-2 6 0 31,-3 6 3-31,-7 9 1 16,-8 6 10-16,-5 4-12 0,-7 0-2 15,-4 0-2 1,-5 14-14-16,0 7-59 16,-12 12-58-16,-20 9-126 15,-15 8-120-15,-14 0-404 0</inkml:trace>
  <inkml:trace contextRef="#ctx0" brushRef="#br0" timeOffset="105809.65">16626 9106 1075 0,'0'0'1'0,"100"-7"2"0,-21-13-2 0,12-8 15 0,15-6 56 16,10-7-18-16,5-10-29 0,0-6 6 31,-8-4 18-31,-7-2 4 0,-12-2 12 0,-13 0-20 0,-13 2-25 32,-17 0-11-32,-11 0-3 15,-16-7 3-15,-10-9-5 0,-14-1 0 16,0-5 1-1,-29-2-5-15,-13 1 0 0,-14 4 2 16,-19 7-4-16,-13 10 1 16,-15 10 1-16,-16 18 0 0,-9 13 2 0,-10 18-2 31,-9 8 1-31,-10 36 0 16,-4 27-1-16,-11 25-4 15,-4 24 1-15,3 25 1 16,3 20 2-16,18 18 4 0,30 6 16 31,35-2 25-31,44-10 1 0,43-19 2 16,25-24-15-16,51-21-9 15,34-26 22-15,25-27-24 16,20-26 5-16,15-28-20 0,3-10-5 16,3-28 0-16,-13-5-2 15,-24 2-21-15,-32 9-150 0,-39 2-88 0,-36 1-172 31</inkml:trace>
  <inkml:trace contextRef="#ctx0" brushRef="#br0" timeOffset="108503.15">12793 9558 763 0,'0'0'0'16,"0"0"0"0,0 0-3-16,0 0 3 0,0 0 17 15,0 0 48-15,0 0-1 16,-36-37-57-1,33 32 10-15,-1 0 13 0,-2-5-13 16,-2 2-13 0,-4-3 12-16,0 1 31 0,-5 1-45 15,-6 3 18-15,-4 2 52 16,-10 1-72-16,0-3 6 16,-4-2 5-16,1-2 7 15,0-4 15-15,3 1-25 0,1-1 15 16,1 3-6-1,4 5 23-15,0 6-21 16,4 0 22-16,3 0-30 16,3 13 1-16,5 2-11 15,1 4-1-15,10 1 0 16,2-1 0-16,3 6 1 16,0 3 1-16,0 3-1 15,0 5 19-15,5 0 0 0,5 5 7 16,2 7 6-1,0 3 12-15,0 5-19 0,-1-1-7 16,-2-4 1-16,1-6-4 16,0-3 19-1,1-5-35-15,2-2 1 0,1 0 2 16,0 3-2-16,-3 3 6 16,1 2-5-16,-6-3 10 0,-3-1 0 15,-3-6-5 1,0-5 0-16,0-9-7 0,0-7 0 15,0-8 0-15,0-3 0 16,0-1 1-16,4 0-2 16,4 0 2-16,7 0-1 15,6-3 3-15,9-10 4 0,1 1-7 16,0-2 1 0,5-2 0-16,0-1-1 0,4-1 1 15,5-5 0-15,3 0 1 0,1 2-2 31,-3 2 1-31,2 5 0 16,-5 4-1-16,-1 5 0 0,-5 4 1 16,-7-1 1-1,-8 2-2-15,-5 0-2 16,-8-4 1-16,-5-4 2 0,-2-8 2 16,-2-12 1-16,0-13-2 15,-8-9 2-15,-14-12-2 0,-1-1 0 0,-10-2-2 0,-2 2-1 31,1 3 0-31,1 9-1 16,4 6 0 0,5 12 1-1,2 7-53-15,1 4-73 0,5 6-92 0,-7 0-139 16</inkml:trace>
  <inkml:trace contextRef="#ctx0" brushRef="#br0" timeOffset="109913.64">12535 10041 317 0,'0'0'927'16,"0"0"-927"-16,0 0-155 0,0 0 57 15,0 0-7-15,0 0-52 16</inkml:trace>
  <inkml:trace contextRef="#ctx0" brushRef="#br0" timeOffset="110069.7">12526 10062 1419 0,'0'0'0'15,"0"0"-146"-15,0 0 126 16,0 0 11-16,0 0-58 0,0 0-460 31</inkml:trace>
  <inkml:trace contextRef="#ctx0" brushRef="#br0" timeOffset="111813.52">12574 9432 614 0,'0'0'108'0,"0"0"-91"32,0 0 74-32,0 0 6 15,0 0-49-15,0 0 60 0,-3-36-38 16,1 23-41-16,-2-2-12 15,2 1 10-15,-1-2 2 0,0 2-10 16,-3-3 7-16,-1 3-10 16,-4-3-5-1,-1 4 8-15,-1 0-3 0,-2 0-6 16,-3 1 53-16,-1 0-21 0,-2-2-25 31,-6 0 17-31,3-2-20 16,-4-2 14-16,-2 2-15 0,-6-3 3 15,-1-3 12 1,-6 0-4-16,-4-1-21 0,-2 0 35 16,-6 3-28-16,-12-2-2 15,-8 4 11-15,-17 1-16 0,-8 0-3 0,-9-2-1 32,0 3 1-32,-3-1 21 15,-3 0-14-15,-4 3 0 16,-5 2-2-16,-4-1-2 15,-8 2-1-15,-7 3 2 16,-3 2-2-16,-8 2-2 0,-1 2-3 16,-6 2-1-1,-5 0 4-15,-1 0 0 0,0 0 1 16,2 0 3-16,8 2-3 0,0 7-1 0,9 2-3 31,-3 5 0-31,-1 0 3 0,0 5 0 16,0-1 0-16,1 3 3 15,10-2 0 1,6 1-3-16,8-2-3 0,14 0 1 16,4-1 1-16,6-1 0 15,8 0 1 1,7-2 1-16,7-1-1 16,5 2 1-16,6 4 0 15,4-2 1-15,2 1 0 16,1 1-2-16,8 1 0 15,5 2 0-15,3 2-3 0,4 3-1 16,-2 5 1-16,-4 2-2 0,-5 0 4 16,-3 3 2-1,-5-5-1-15,-4 1 0 0,-2-6 0 16,-4 0 0-16,0-4 0 16,1 0 1-16,7 2-1 0,10-4 1 0,9 2-1 31,12-1 0-31,8-3 0 15,5-2 2-15,1 0-2 16,0-3-4 0,2-3 4-16,3-2 0 0,0-3 1 0,3-1-1 0,-3-2-1 31,3 1-15-31,-2-3-20 16,-2-3 11-16,0 0-42 0,-2 0-52 15,-5-14-98 1,-8-12 11-16,-10-6-196 15</inkml:trace>
  <inkml:trace contextRef="#ctx0" brushRef="#br0" timeOffset="112213.05">4893 9065 622 0,'0'0'86'0,"0"0"-77"0,0 0 12 0,0 0 70 15,0 0 16 1,0 0-87-16,-55-36-7 16,43 73 27-16,-4 15 34 15,-1 12-6-15,-2 17-16 16,-2 10 2-16,1 6 2 0,0-6-26 15,2-11 3-15,7-14-14 16,5-15 4-16,6-8-11 0,0-13-5 31,17-5 4-31,7-11 5 0,7-6-8 0,12-8 7 16,5-2 36 0,16-26-4-16,6-13-28 15,9-9-7-15,-1-4-6 0,-5 7-6 0,-3 11-2 0,-7 13-52 31,5 13-126-31,-4 10-104 16,-11 0-149-16</inkml:trace>
  <inkml:trace contextRef="#ctx0" brushRef="#br0" timeOffset="114241.72">5492 9605 576 0,'0'0'136'0,"0"0"-99"16,0 0 7-16,0 0 37 16,0 0-29-16,0 0 11 15,0 0 7-15,4-18-23 16,-4 18-1-16,0 0-20 15,0 0 8-15,0 0-7 0,0 0-3 0,0-2 2 16,0-5 14 0,-9-3 2-16,-12-9-42 15,-10-4-4-15,-3 3 3 16,-11 5 1-16,-9 0-1 16,-6 7 0-16,-8 7 0 0,-10 1 1 0,-6 7 0 31,-5 18 2-31,-2 9 5 0,6 8 2 15,0 11 6 1,10 9-6-16,13 8 7 0,8 8 8 0,21 2 8 31,11 3 12-31,11-3-13 16,11-3-16-16,0-6 13 0,18-7-3 0,13-4 4 16,10-2-8-1,15-3-4-15,15-6-1 16,9-11-4-16,14-9 4 0,3-15 6 15,5-13-12-15,-1-2 1 16,0-33 0 0,-5-16 1-16,-2-17-3 15,-3-10 0-15,-8-15 1 16,-11-3 4-16,-20-3-6 0,-26 5-3 0,-26 10 2 31,-8 11-1-31,-43 13-1 16,-20 11-1-16,-11 11-1 0,-2 14-3 0,7 11-4 15,11 12-54 1,8 0-168-16,0 10-209 16,5 5-540-16</inkml:trace>
  <inkml:trace contextRef="#ctx0" brushRef="#br0" timeOffset="114370.79">5034 10014 1469 0,'0'0'0'0,"0"0"-366"0,83-65 9 15</inkml:trace>
  <inkml:trace contextRef="#ctx0" brushRef="#br0" timeOffset="114839.23">12453 9766 1001 0,'0'0'0'0,"0"0"-465"16</inkml:trace>
  <inkml:trace contextRef="#ctx0" brushRef="#br0" timeOffset="115319.68">12712 9485 791 0,'0'0'289'0,"0"0"-273"15,0 0-14-15,-113-72 2 16,71 59 28-16,-8 6 49 15,-7 7-19-15,-6 0-30 16,-7 22-13-16,1 12 14 0,-2 11 9 16,10 14-6-16,10 17-4 0,9 13 1 31,11 10 12-31,16 5 8 0,10-1 7 16,5-8 4-16,20-11-32 15,24-15 1-15,13-13-16 16,12-18-10-16,9-18 3 0,7-19 1 15,6-7 15-15,1-35-12 16,2-18-1 0,-6-16-6-16,-11-11 0 15,-15-3 12-15,-22 2 17 16,-23 2-3-16,-17 8-20 0,-14 6-8 0,-28 10-3 31,-13 12-2-31,-8 11-5 16,-11 11-14-16,-5 15-55 15,-11 9-115-15,-7 3-165 0,-10 0-270 16</inkml:trace>
  <inkml:trace contextRef="#ctx0" brushRef="#br0" timeOffset="118625.77">15516 8338 711 0,'0'0'64'0,"0"0"-50"0,0 0 14 15,0 0 35-15,0 0 54 16,0 0-24-16,0 0-28 16,26-62-14-16,-26 62-9 15,-1 0-3-15,-14 6-11 0,-10 11-22 16,-6 8-5-1,-8 6-1-15,-3 2 5 0,-3 4 0 16,3-1 0-16,3-6 9 0,4-7 18 0,11-5 21 31,5-1-19-31,3-6-22 16,6-2 7-16,4 1 6 16,5 2-9-16,1 3-12 0,0 8 18 0,0 5-6 31,4 8 5-31,5 1-1 15,4 7 5-15,3 3 22 16,3 3-13-16,3 8-21 16,2 9 15-1,3 7 40-15,0 5-44 0,-2-3 21 0,0-1-38 0,1-1 0 32,1-10 10-32,1-8 0 15,11-13-4-15,1-12-11 0,2-9 2 16,1-11-4-16,1-11 0 15,5 0-1 1,9-26-1-16,11-16-2 16,8-16-65-16,5-14-83 15,3-7-112-15,-5-10-53 0,-6-8-260 0</inkml:trace>
  <inkml:trace contextRef="#ctx0" brushRef="#br0" timeOffset="119303.37">17545 7286 995 0,'0'0'19'0,"0"0"-19"0,0 0 0 0,0 0 13 0,0 0 39 16,0 0 17-16,88-46-34 0,-42 15-5 31,3 0 19-31,-4 0-1 15,-7 6-3-15,-7 3-26 0,-9 8-6 0,-10 5-9 16,-5 6-1-16,-7 1-2 16,0 2 9-16,0 0 9 15,0 0-11-15,3 17-8 16,2 14 0-16,4 12 41 16,4 3-27-1,2 1-11-15,11 1 0 16,5 2 5-16,8 7 29 0,7 2-30 15,3 6-4-15,3 4 12 16,0 2 30 0,1-2-15-16,-5-2 0 15,-5 0-8-15,-10-3-9 16,-14-7-3-16,-19-5 2 0,-4 1 8 16,-41 1 2-16,-22 5-7 0,-16-1-15 0,-18-8-20 31,-15-24-284-31</inkml:trace>
  <inkml:trace contextRef="#ctx0" brushRef="#br0" timeOffset="148969.62">12574 9704 636 0,'0'0'15'0,"0"0"-15"0,0 0 0 16,0 0 8-16,0 0 29 16,0 0 8-16,0 0 15 0,-21-44-30 15,21 44 3-15,0 0 9 16,0-1 1-1,0-4-10-15,0 0-19 16,0-2-13-16,0-3 4 0,0-1-2 16,0-3-3-1,0-2 0-15,0-5 14 16,0-3-14-16,3-3 1 16,3-3 0-16,1-2 3 15,1-7 3-15,2-3-5 16,1-2-1-16,1 5 6 0,2 0-3 0,0 3 19 15,1 1-1-15,-3 3-15 16,-2-1-2-16,-1 3-5 0,-3 1 3 31,0 1-2-31,0 3 14 16,1-2-11-16,1 2-4 0,1 2 7 0,3-1-4 0,-2 5 6 31,2 1-2-31,0 1 4 16,-3 2-5-16,0 3-1 0,-4 1-4 15,2 1 7-15,-4 2-5 32,3-1-2-32,-2 0 0 0,1 1 2 15,-2 1-2 1,3 0 1-16,-2 0 2 0,1 0 1 16,1 0-3-16,-3 1-1 15,0 4-1-15,-2 2 0 0,1 0 0 16,-2 0 0-16,0 0-24 0,0 0-36 31,0 0-36-31,0 0-100 0,0 0-51 16,0 2-67-16</inkml:trace>
  <inkml:trace contextRef="#ctx0" brushRef="#br0" timeOffset="150049.34">13883 7069 937 0,'0'0'41'0,"0"0"-41"0,0 0-9 16,36-73 9-16,-33 61 1 16,-3 5 1-16,0 2-1 0,0 2 0 0,0 1 3 31,0 2-3-31,0 0 5 15,0 0 5-15,0-4-2 16,-4 0-6 0,-2 2-2-16,1-1 2 0,-2 0 43 0,0 1-14 0,-9 2 13 31,-6 0-45-31,-8 2 2 0,-4 10 22 0,-2 4 11 31,-4-2 2-31,6 2-3 16,2-3 3-16,9-1 0 0,4-5 2 15,2 3 5-15,2 2-35 16,0-3 2 0,6 4 9-16,3 5-6 0,3 3-2 15,1 12-4 1,2 9 18-16,0 9 7 16,5 10 14-16,2 13-15 15,1 10 11-15,-3 10-20 16,-1 6 8-16,0 6 3 0,5 3-13 15,3-2-13 1,8 2 6-16,3-10 0 16,6-16-5-16,2-16 4 15,5-22-9-15,6-15-3 16,8-14-1-16,8-16 0 0,10-6 0 0,8-34-35 16,10-20-101-16,8-21-79 15,5-16-147 1,-4-12-606-16</inkml:trace>
  <inkml:trace contextRef="#ctx0" brushRef="#br0" timeOffset="150937.73">17273 5631 664 0,'0'0'55'0,"0"0"-55"0,0 0 6 16,0 0 70-1,0 0 40-15,0 0-8 0,-17 0-39 16,17 0-26-16,0-1-17 0,3-5 4 15,11-5-4 1,11-2-16-16,8-3-3 0,8-3-3 0,5-4 0 0,0 1-3 31,3 0 1-15,-4 0-1-16,-4 2 5 16,-6 6-2-16,-11 3 2 15,-7 4-1-15,-8 5-1 0,-6 2-3 0,-2 0-1 31,2 0-6-31,3 2 1 16,1 9 5-16,2 7 4 16,3 1-3-16,0 7 13 0,2 7-7 15,1 7 6-15,1 8 28 16,2 4-10-16,1 3-15 16,1 3 9-16,2 4-14 0,2 7-7 0,-1 6 10 31,2 4-5-31,0 5 19 15,-1 3 29-15,-3-1-40 0,-3-2 9 0,-2-5 12 32,-4-8 9-32,-3-14 1 15,-2-10-29-15,-7-7-12 16,0-5 10-16,-27 6 0 16,-17 1-11-16,-14-1-6 15,-14 3-2-15,-11-3-84 0,-13 3-112 16,-10-2-182-16,-10-9-490 15</inkml:trace>
  <inkml:trace contextRef="#ctx0" brushRef="#br0" timeOffset="152054.25">13885 6792 707 0,'0'0'10'16,"0"0"-10"-16,0 0 1 0,0 0 4 15,0 0 49-15,0 0 16 16,-46-36-35-16,31 36-21 15,-6 10 1-15,-4 8 0 0,-8 5 27 0,2 4-19 32,-7 2 6-32,-4 5-4 15,-5 4 2-15,-3 4-1 16,1-3-11-16,9-4 6 16,8-7-4-16,7-4-8 15,7-8-5-15,8-5-2 0,2-5 6 16,7-1 2-16,-1 0-9 15,2 0-1-15,0 7 1 16,2 3 2-16,11 7 32 16,5 7-5-16,-3 2 8 15,1 6-1-15,-2 8-16 16,-3 8-13-16,-1 8 8 16,-1 4 22-16,0 6-23 0,3 3 4 15,0 5 8-15,2 7-3 16,2 3 5-1,0 4-5-15,0-5-6 16,2-7 3-16,5-14-7 16,5-17-7-16,8-16-3 15,4-11 9-15,8-8 0 16,4-14-7-16,6-1-1 16,2-15 0-16,1-11-5 0,-3-5-65 15,-7-3-118 1,-9 1-138-16,-16 3-144 0</inkml:trace>
  <inkml:trace contextRef="#ctx0" brushRef="#br0" timeOffset="153380.24">12565 9354 420 0,'0'0'42'0,"0"0"-36"15,0 0 37-15,0 0 81 16,-96 28-9-1,63-7-28-15,-3 4 19 0,-2 7-48 0,1 4 7 32,-1 6-30-32,4 11 7 0,4 6-14 15,6 9-3-15,8 4 22 16,4 3-3 0,9 0-9-16,3-2-3 0,6-1 3 15,24 0 13-15,10-5 0 0,6-11 4 16,11-12-39-16,4-18 0 15,5-14-5 1,2-12 5-16,0-13 12 16,0-29-3-16,-1-16 12 15,-3-20-6-15,1-17-1 0,-10-9 11 16,-18 1-21 0,-21 3-16-16,-16 11 1 15,-38 10 0-15,-19 14-2 16,-18 14-3-16,-8 15 0 15,-8 13 3-15,-3 13-1 16,3 7 1-16,10 3-4 0,10 0-40 0,17 6-81 16,15 7-83-1,14-3-128 1,8 1-495-16</inkml:trace>
  <inkml:trace contextRef="#ctx0" brushRef="#br0" timeOffset="154647.04">6742 9931 777 0,'0'0'44'0,"0"0"-35"16,73-85-9-16,-46 51 38 0,-10-2 2 16,-6 3-9-1,-11-2 32-15,0 1-36 16,-17 0 28-16,-18 5-38 16,-10 0 8-16,-16 9-15 0,-11 5-10 15,-13 10 0 1,-15 5 0-16,-13 15-2 15,-11 21 2-15,-3 13 8 0,2 13 14 16,7 16 21-16,18 12-3 0,15 17-20 31,19 11 6-31,19 13 0 0,23 3 1 16,24-12 1-16,13-18-16 16,42-24 0-16,23-32 1 15,26-26 13-15,20-22 24 16,18-12-2-16,13-36-19 15,-1-22-11-15,-2-26-10 0,0-9 4 16,-9-1-5 0,-19 11 11-16,-27 23-8 0,-37 21-4 0,-32 22-5 31,-23 13-2-31,-5 12-22 16,-3 4-119-16,-9 0-152 15,12 2-202-15</inkml:trace>
  <inkml:trace contextRef="#ctx0" brushRef="#br0" timeOffset="155027.65">8013 9582 1212 0,'0'0'0'16,"-130"-8"-2"-16,47 34-3 0,-5 18 4 0,4 16 1 0,14 12 37 31,25 7 14-31,26 7-18 16,19 5-12-1,22 3-2-15,33-9-9 16,20-16-9-16,19-23 5 0,19-22 6 16,17-24 20-16,4-10-4 15,2-31-17-15,-3-22-3 16,-17-9 1-16,-19-3 8 0,-31 2 12 15,-32 8 6 1,-31 10-9-16,-13 10-16 0,-34 12-10 16,-9 12-9-1,-5 16-52-15,8 5-59 16,13 9 0-16,19 16-104 16,16 0-105-16,4-4-268 0</inkml:trace>
  <inkml:trace contextRef="#ctx0" brushRef="#br0" timeOffset="155331.76">9178 9493 1043 0,'0'0'54'0,"-125"1"-51"0,38 38-3 16,-4 22 35-1,8 14 72-15,19 9-18 0,28 2-24 0,30-4-44 16,13-10-14-16,42-15-1 15,26-17-4 1,19-15 15-16,13-20 15 0,13-5-17 16,2-24-10-1,-8-18 1-15,-7-9 1 16,-19-2-6-16,-21-3 1 0,-25 7 7 16,-21 7 2-16,-21 5-4 15,-18 9-7 1,-16 11-36-16,-4 13-58 15,5 4-42-15,13 15-73 16,17 10-127-16,3 0-211 0</inkml:trace>
  <inkml:trace contextRef="#ctx0" brushRef="#br0" timeOffset="155697.7">10780 9629 687 0,'0'0'543'0,"-100"0"-543"0,26 31 0 0,-2 17 0 31,-3 13 41-31,13 13 70 16,20 7-29-16,22 2-56 0,24 3-21 16,12-10-5-16,45-8 1 0,26-12 4 15,23-20-4-15,18-18-2 31,16-18 0-31,-4-15-43 16,-5-27 14-16,-14-14 12 16,-22-6 8-16,-25-3 10 15,-28-2 15-15,-30 2 47 0,-12 2-14 0,-33 6 25 16,-22 6-59-16,-17 10-14 0,-4 13-48 31,0 15-48-31,7 13-39 16,11 6-210-16,13 22-467 15</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1-04T07:08:14.268"/>
    </inkml:context>
    <inkml:brush xml:id="br0">
      <inkml:brushProperty name="width" value="0.05292" units="cm"/>
      <inkml:brushProperty name="height" value="0.05292" units="cm"/>
      <inkml:brushProperty name="color" value="#FF0000"/>
    </inkml:brush>
  </inkml:definitions>
  <inkml:trace contextRef="#ctx0" brushRef="#br0">7391 5774 622 0,'0'0'131'15,"0"0"-101"-15,0 0-19 0,0 0 22 0,0 0 87 0,0 0 4 0,6-83-93 31,-6 73 11-15,0 0-5-16,-5-1-4 16,2-1 47-16,2 0-70 0,1 0-9 15,0 1-1-15,0 4 9 0,6 0-9 32,10 1-5-32,-1 1 3 15,7 1 2-15,-2 1-1 0,-1 3 0 16,-3 0-2-1,-5 0-1-15,0 10 1 0,-1 2 2 16,-4 2-1 0,-3 3 2-16,-3 8 1 0,0 4-1 0,-2 8 10 0,-11 4 2 31,1 7 8-15,0 5-3-16,0 3-9 0,3 5 23 15,2 2-11-15,2 4-10 16,1 7 7-16,4 9 37 0,0 0-34 0,7-1-7 31,11-7 7-31,6-11-9 16,6-5-4-16,4-13-1 15,4-7-1-15,0-9 1 16,-4-9-3-16,-2-7 3 0,-14-6-1 16,-3-6 0-1,-11 0 1-15,-4-1-1 16,0-1 13-16,0 1 28 0,0 3-4 15,-4 0-27-15,-17 3-15 0,-7 12-5 0,-5 8-2 32,3 8 3-32,5 12-2 15,8 9 0-15,9 8 1 16,6 4 3-16,2 2 2 0,0-2 0 0,13 3 0 31,8 2 0-31,-3-2 1 16,-5 0 0-16,-5-7-1 15,-8-6 0-15,0-5 0 0,-21-4 0 0,-12-6 7 32,-4-6 2-32,-8-5-5 15,-3-11-2-15,-4-6-2 16,-6-11 0-16,0-4-70 0,-5-14-71 16,-1-20-106-16,0-16-74 15</inkml:trace>
  <inkml:trace contextRef="#ctx0" brushRef="#br0" timeOffset="801.53">7022 5725 475 0,'0'0'297'0,"0"0"-297"0,0 0 0 15,0 0 4-15,39-79 62 0,-39 56 46 16,0-3-79-16,-6-4 9 16,-8-3 18-16,-5 1-55 0,-8-1 3 0,-7 3 26 31,-5 1-33-15,-8 5 2-16,-10 3 2 15,1 9 5-15,-2 6-8 0,-3 6-2 16,-3 4 0-16,-12 21 6 15,-3 12-1-15,-9 11 0 16,0 13 2-16,4 3 9 16,14 6 14-16,18 2 3 15,19 3-14-15,21 0-9 16,12 0 3-16,14-3 13 16,32-7-6-16,12-6 7 15,15-6 4-15,12-13-7 16,12-10-8-16,5-14-6 0,5-15 7 15,5-1-3-15,0-28-4 0,-6-16 2 16,-5-10-3 0,-19-9-1-16,-19-6 3 15,-20-6 4 1,-25-3 1-16,-18 6 5 0,-21 11 1 16,-25 9-16-16,-17 18 6 15,-5 9-12-15,-8 8-4 0,1 16 3 16,6 1-28-16,5 18-89 0,6 21-64 31,9 14-83-31,4 12-150 0</inkml:trace>
  <inkml:trace contextRef="#ctx0" brushRef="#br0" timeOffset="1572.24">6765 6584 930 0,'0'0'6'0,"0"0"-6"0,-3-73-3 0,-16 44 3 16,-6 3 17-1,-8-1 11-15,-6 2 4 16,-8 6-14-16,-6 1-4 0,-8 10 12 16,-4 2 2-1,-1 4-17-15,0 2-5 16,2 3 1-16,7 14-2 15,8 5 1-15,3 7 6 0,7 9-8 16,8 8 6-16,4 11 21 0,6 7-8 16,9 1 23-16,12-1-25 15,0-3-11-15,22-8-2 16,17-7 0-16,13-5 6 16,11-10 5-1,9-5-6-15,4-6-2 0,4-16-3 0,1-4 3 31,-8-10 2-31,0-22-2 16,-10-7 1-16,-5-7 5 16,-7-2 23-16,-17-2-16 15,-10-3 5-15,-20 3-3 16,-4-3 0-16,-17 5-13 0,-18 5-11 16,-5 6 0-16,-5 9-2 15,-1 9-2-15,-2 10-4 16,0 9-18-16,5 0-63 0,-2 24-56 0,8 11-36 31,3 11-95-31,5 5-197 16</inkml:trace>
  <inkml:trace contextRef="#ctx0" brushRef="#br0" timeOffset="2065.85">6616 7159 1016 0,'0'0'0'0,"0"0"-59"0,-116-73 49 0,64 59 10 16,-4 9 56-16,-3 5 1 0,-4 7-16 15,0 18-17-15,2 10-9 0,3 6 7 32,9 8 12-32,12 4 3 15,13 8-6 1,13 5-16-16,11 4 0 0,0 3 17 16,24-2-7-16,18 2-3 0,13-4 7 15,15-7 11 1,11-10-11-16,4-13-16 0,8-14 1 15,-1-14 1-15,-4-11 12 16,-3-14 10 0,1-24-4-16,-1-15 4 15,-5-9-6-15,-13-6 9 0,-15 1-21 16,-21-1-1-16,-20 2-6 16,-11 5 1-1,-12 3-12-15,-24 7 1 0,-10 5-2 16,-8 7-9-16,-6 6-92 15,2 1-20-15,9 6-36 0,16-3-23 16,11-6-69 0,10-7-300-1</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1-04T07:08:48.647"/>
    </inkml:context>
    <inkml:brush xml:id="br0">
      <inkml:brushProperty name="width" value="0.05292" units="cm"/>
      <inkml:brushProperty name="height" value="0.05292" units="cm"/>
      <inkml:brushProperty name="color" value="#FF0000"/>
    </inkml:brush>
  </inkml:definitions>
  <inkml:trace contextRef="#ctx0" brushRef="#br0">19668 13844 186 0,'0'0'27'16,"0"0"-18"-16,0 0 20 15,0 0-14-15,0 0 11 16,0 0-5-16,0 0-17 0,-45 5-4 16,41-10-11-16,1 1-79 15,-3 0-126-15</inkml:trace>
  <inkml:trace contextRef="#ctx0" brushRef="#br0" timeOffset="952.18">19668 13844 139 0,'-85'-16'157'0,"82"16"41"0,0 0-112 0,1-2 20 32,2-2-5-32,0 2-16 15,0-2-35-15,0 2-13 16,0-2-7-16,0 3 5 16,0 0 0-16,2-1-20 15,7 2-7-15,4-3 0 0,7 0 6 0,5-1 4 31,3 3 2-31,4-1-1 0,0 0-3 0,4 2-1 32,-1 0 1-32,-1 0 3 0,0 0-5 15,3 0-7-15,2 0 3 0,3 0-2 16,4 0-3-16,4 0-3 16,2 0 2-16,1 0 2 15,0 0-2-15,0 2 1 16,-3 1 4-1,-7 3-3-15,0 0-3 0,-6 0-1 16,1-1-2 0,-1 0 0-16,5 3 2 0,0-1-2 0,8-3 1 15,3 1 1-15,6-4-2 16,1-1-1 0,0 3 0-16,-2-1 0 0,0 1 1 31,-3 1 0-31,-4 1 0 0,0 1 0 15,-2 0 0-15,-1 0 0 16,4-1 0-16,-1-3 0 0,4 1 0 16,1-3 1-16,3 0 0 0,-1 0-1 31,-2 0 0-31,-5 0 0 16,-2 2 1-16,-5 3-2 0,-4 2 2 15,0 0-3 1,2 1 2-16,1-1 0 15,2-1-1-15,4-1 0 0,-2 0 1 16,6-3 0-16,4 0-2 16,4-2 2-16,0 0 0 0,2 0 0 0,-5 0 0 31,-1 0 0-31,-3 0 0 16,-2 0-6-16,1 0-1 15,-2 0 0-15,3 0-2 16,1 0 4-16,0 0 2 0,2-3 1 0,-2-1-1 31,2 0 0-31,-2-1-4 16,-1 1-26-16,-5 0 4 0,0-1 9 15,-4-1 9 1,0 2 6-16,0-2-4 0,2 2 6 0,1-3-3 16,4-1 2-16,2 1 3 0,1 2 1 31,1 0-1-31,-1 1 2 15,-2 3-1-15,-1-2 0 16,-2 1-1-16,-1 1 1 0,-3 0 1 0,2-1-1 0,-5 2 0 31,0-3 0-31,-2 0 0 0,-4 1 2 0,-1-2 3 32,1 2 16-32,-4-2 15 15,-2 1 18-15,-4 1-4 0,-7-3 17 16,-7 2 8-16,-9 1-16 0,-2 0 10 0,-1 1-14 31,-1-2-31-31,0 2-24 16,-22 1-52-1,-26 0-309-15</inkml:trace>
  <inkml:trace contextRef="#ctx0" brushRef="#br0" timeOffset="3555.84">25373 13755 892 0,'0'0'61'0,"0"0"-61"16,0 0-17-16,0 0 17 0,0 0 58 16,0 0 18-16,0 0-48 0,0-8-22 0,0 8-5 47,0 0 3-47,11 0 4 0,5 0 20 0,3 0 29 0,7 2-23 0,1 1-5 31,1-2-19-16,2 4 15-15,1-1 10 0,0 0-21 32,2-1-4-32,3 0-3 0,4 0 4 15,3-1-1-15,1-1 2 16,2-1 0-16,-1 0-6 16,2 0 0-16,7 0-4 0,3 0-1 15,4 0 4-15,-1-6-5 0,-5 3 0 16,-4 0 2-16,-8 2-2 15,0 1 1 1,-3 0-1 0,-1 0 1-16,0 0-1 0,0 0 1 0,-2-3-1 15,2 0 1-15,3 1-1 32,-2 0 0-32,-3-1 0 0,-1 0 1 0,0 1-1 0,-3-1 1 0,-2 3-1 31,1 0-1-31,0 0 1 15,1 0 0 1,0 0 3-16,0 0-3 16,-1 0-4-16,3 0 4 0,-2 0 0 0,4 0-2 31,-1 0 1-31,-3 0 0 16,1 0 1-16,-7 0 1 15,0 0-1-15,-2 0 0 16,-1 0-1-16,0 0 1 0,0 0 0 15,-2 0 0-15,-1 0 1 16,-1-1-1 0,2-2-1-16,5 0 1 0,2-1 0 15,6-2 0-15,-1 1 1 0,0 2-2 16,-1-2 1-16,-3 5 0 16,-2 0 1-16,-4 0-1 0,2 0-1 31,-3 0 1-31,0 0 0 0,2 0-2 15,2 0 1-15,0 0-5 16,0-5 5 0,-1 2 0-16,1 0 0 15,2 0 1-15,-2 0 0 16,1 2-1-16,-4-2-1 0,0 1 2 16,-4 2 2-16,0 0-2 0,2 0-2 15,1-1 1 1,-1 0 1-16,5-2 0 15,1 1 0-15,2 1-1 16,-1 1 0-16,0 0 1 0,0 0 0 16,1-1-1-1,1 1-1-15,-1-2 2 0,-1 2-1 16,1 0 1-16,0 0 0 16,-2 0 1-1,2 0-1-15,0 0 0 0,1 0 0 16,-1 0 0-16,0 0 0 0,0 0 0 31,1 0 0-31,4 0 0 0,1 0 0 16,-1 0 0-16,-2 0 0 15,0 0 0-15,-2 0 0 0,-2 0-2 16,-1 0-3 0,-1 0 1-16,-2 0-7 15,-1 0 2-15,2 0 5 0,-1-1 2 16,0-1 1-16,2 2 1 0,1-4 0 15,5 2-1-15,3 0 1 16,0 1 1-16,0-1-1 31,-2 2-1-31,-2-1-3 16,-3 0 3-16,-2-1-3 16,-2 2 2-16,-2-1-1 0,-1 1-2 15,-2-2 3-15,0 1 0 0,3 1 0 16,-2 0-2-16,1 0 4 0,2 0 0 31,1-1 0-31,1 1-1 16,-1-2 1-16,-1 0 0 15,-2 2 0-15,1-1 0 0,1 0 0 0,-1 0 0 32,1 1 1-32,3-3-1 0,-3 3 0 15,3 0 0-15,-2-2 0 16,1 0 0-16,-1 0 0 0,2 1 0 0,-2-2 0 31,2 0 0-31,0-1 2 0,0 1-2 0,1 0 1 31,-1 0-1-31,0 2 0 16,1-1 0-16,0 0 0 16,2 1 0-16,1 0 1 0,1 1 3 0,-1 0-2 31,-3 0 2-31,-2 0 6 15,1 0 0-15,0-3 13 0,-2 2 0 16,0-1 3-16,-5 2-1 16,1-3 2-16,-4 2 13 15,-4-1-11-15,-3 0 2 0,-3 0 1 32,-4 0 1-32,3-1-13 15,0-1-11-15,2 1-9 0,1 0 0 16,-3 3-3-16,-3-1-9 15,-2 1-47-15,-1 0-18 16,-3-2-85-16,-27 2-142 16,-12-2-583-16</inkml:trace>
  <inkml:trace contextRef="#ctx0" brushRef="#br0" timeOffset="5599.86">17309 14278 699 0,'0'0'212'16,"0"0"-212"-16,0 0-31 0,0 0 31 16,0 0 73-16,0 0-8 0,-4 4-35 15,11 0-19-15,9 3 43 32,4 0-27-32,2-2-16 0,5 4 33 15,3-2-9-15,3 0-25 16,3 2 24-16,1-3-12 15,3 2-7-15,2-1 11 16,1-1-17-16,3 1 0 0,1-1 8 16,2 0-9-16,1 0-5 15,2-2 0-15,3 1 0 16,4 0 4-16,4 0 5 16,3-2 0-1,-5 2-3-15,-2 1-5 0,-3-1-2 16,-3-1 2-16,0-1-3 15,2-3 1-15,1 0 2 16,-1 0-4-16,-3 0 1 16,-2 0-1-16,-4 0 0 15,1 3 0-15,-4 1 0 0,2 1 1 0,-2-2-1 32,-2 3 0-32,1-2 1 0,0 1-1 15,1-4 0-15,1-1 1 16,2 0 0-1,-1 0-1-15,4 0 0 16,2-1 0-16,4-5 2 16,0 3-2-16,0-1-2 15,-4 2 1-15,-5 2 0 16,-5 0 0-16,-7 0 1 0,-3 0 0 16,-1 0-2-16,-1 0 1 15,2 0 0-15,2 0 1 16,4 0 0-16,0 0 2 15,2 0-2-15,-3 0 0 0,-2-2 0 0,2 2 0 32,1-1 0-32,-1-2 0 15,3 1 1-15,-2 0-1 16,3-3 0-16,-1 2 0 0,-2 0 0 0,-2 2 0 16,-2 1 0-16,-3 0 0 31,-2-1 1-31,-1-1-1 0,1-1 0 15,2 2-2 1,0-3 1-16,-1 4-6 16,1-2 4-16,-1 2 0 15,-3-3 2-15,-1 3 1 0,-2 0-2 0,0 0-2 16,-1 0 3 0,-2 0 0-16,2 0 1 15,2-1-2-15,1-1 0 16,1-2-3-16,2 2 2 15,0-2-3-15,-1 0 2 16,0 0 0-16,-2 1 3 0,0 0 1 16,-2 2-2-16,-1 0 1 0,2-1 1 31,0 2 0-31,-1-1 0 16,3 1 0-16,3 0 0 0,0-2 0 15,3 2-1-15,-1-3 1 0,2 1-1 0,0 1 1 31,0 1 0-31,0-2-1 0,2 2 1 16,-1 0 0-16,1-1 0 16,-1 1 1-1,0-2-1-15,1 1 1 16,-2 0-1-16,1-1 1 0,0 1-1 16,6-1 0-16,4 2 0 15,3 0 0-15,4 0 3 0,5 0 3 31,-3 0 9-31,-1 0 2 0,-5 0-2 0,-4 0 9 0,2 0-2 0,-5 0-2 32,-3 0 6-17,-7 0-5-15,-11-2-20 16,-17 0-1-16,-14-2-136 0,-61-6-575 0</inkml:trace>
  <inkml:trace contextRef="#ctx0" brushRef="#br0" timeOffset="10309.58">21355 3271 793 0,'0'0'156'16,"0"0"-149"-16,0 0 106 0,0 0 23 15,0 0-37-15,0 0-33 16,0 0-36 0,0 0-7-16,-31 5 19 15,25 15 27-15,3 4-33 0,3 0 6 16,0-3 27-16,0-1-36 0,16-3-21 31,7-2 2-31,10-2 14 0,8-3-5 16,4-4 0-1,1-2 6-15,-4-2-5 16,-11 3-9-16,-7 1-11 0,-10 1-2 16,-6 1 2-16,-6 3-2 0,-2 2 2 15,0 2 1 1,-16 4 1-16,-5-3-5 15,-5 0-1-15,-2-6-2 0,-2-4-35 16,-1-6-75-16,-5 0-87 0,-4-13-27 0,1-20-161 31</inkml:trace>
  <inkml:trace contextRef="#ctx0" brushRef="#br0" timeOffset="10495.88">21318 3171 1248 0,'0'0'90'0,"0"0"-90"16,135-107 37-16,-77 66 68 15,-2 9-57-15,-7 8-46 16,-11 10-2-16,-7 12-136 16,-7 2-151-16,-8 0-214 0</inkml:trace>
  <inkml:trace contextRef="#ctx0" brushRef="#br0" timeOffset="11657.62">22155 3177 659 0,'0'0'204'16,"0"0"-201"-16,0 0 48 15,0 0 54-15,0 0 34 0,0 0-64 16,-4-14-55-1,7 14-8-15,11 0 38 0,6 0 29 16,4 0-21 0,2 6-17-16,7 7 3 0,2 3 20 15,3 3-21 1,0 1-19-16,-4 0-10 0,-4 0-4 0,-3 1-10 31,-8 1 0-31,-3-2-3 16,-3-1 1-16,-7-3-47 0,-2 0-64 15,-4-4-41 1,0-3-82-16,0-9-208 0</inkml:trace>
  <inkml:trace contextRef="#ctx0" brushRef="#br0" timeOffset="12009.57">22558 3001 1331 0,'0'0'6'15,"0"0"-1"-15,0 0 26 16,0 0 82-16,0 0-60 16,0 0-33-16,-64 70 16 0,44-28 24 31,-2 2 14-31,-2-1-28 0,0-1-8 15,0 0-21-15,0-3-7 16,1-3 2-16,4-6-7 16,2-3-3-16,3-7-2 15,1-5 0-15,4-5-1 16,4-4-8-16,4-3-57 16,1-3-95-16,0 0-69 0,7-7-87 15,7-13-270 1</inkml:trace>
  <inkml:trace contextRef="#ctx0" brushRef="#br0" timeOffset="12516.64">22905 3054 834 0,'0'0'133'0,"0"0"-133"0,0 0 98 0,0 0 30 15,0 0-10-15,-83 26-56 16,75-12-16-16,4-1-17 16,4 1 3-16,0 0-11 0,1-1-1 15,14-1 10-15,8-1-10 0,5 2 9 32,5-2-5-32,3 0 0 15,3 0 16-15,-1 1 4 16,-7 1-11-16,-5 4-6 0,-8-3-9 0,-11 4-12 15,-7 1 6 1,0 5 4-16,-16-3-4 0,-11 1-1 16,-1 2-6-16,-2-5-3 15,3-3 2 1,5-4-4-16,4-4-5 0,4-5-6 16,1-3-45-1,0 0-58-15,0-13-90 16,1-13-98-16,-2-6-53 15</inkml:trace>
  <inkml:trace contextRef="#ctx0" brushRef="#br0" timeOffset="12703.89">22781 3064 985 0,'0'0'87'16,"0"0"-83"-1,110-41 89-15,-57 25 52 0,5-1-46 16,0 4-50-16,-8 5-45 16,-10 2-4-16,-17 6-56 15,-6 0-97-15,-8 0-95 16,-3 0-275-16</inkml:trace>
  <inkml:trace contextRef="#ctx0" brushRef="#br0" timeOffset="12979.64">23358 2901 1204 0,'0'0'150'16,"0"0"-140"-16,0 0-10 0,0 0 99 15,0 0 91-15,20 82-74 16,-15-45-82-16,-2 2 3 15,-2 0-23 1,2 0-5-16,0-1-9 0,0-4-1 16,-1-5-11-16,-1-4-106 0,4-7-105 15,2-11-70 1,2-7-239 0</inkml:trace>
  <inkml:trace contextRef="#ctx0" brushRef="#br0" timeOffset="13317.57">23635 2852 865 0,'0'0'145'0,"0"0"-145"31,0 0 27-31,0 0 94 0,101-45-10 0,-80 47-58 31,-1 22 11-31,-7 10 17 0,-6 8-20 16,-7 5 29-1,0 2-7 1,-10-2-29-16,1-8-3 0,3-7-14 16,6-10-16-16,0-8-4 0,0-7-3 0,15-7 2 15,15 0 6-15,13-21 17 0,14-11-21 0,7-8-14 31,3-1-4-15,-1 3-3 0,-7 1-62-16,-14 11-88 0,-19 2-191 0,-26 2-493 15</inkml:trace>
  <inkml:trace contextRef="#ctx0" brushRef="#br0" timeOffset="31293.76">27256 1424 997 0,'0'0'23'0,"0"0"-2"15,0 0 113-15,0 0-7 0,0 0 31 0,0 0-57 31,0 0-54-31,-22-53-24 0,22 53-9 16,0 7-8 0,4 17 1-16,9 12 43 15,2 9 1-15,0 7-24 0,-3 7 4 0,0 4-1 0,-1-1-8 0,-2-4-4 32,1-7-8-32,-1-5-6 0,-2-10-2 0,-1-8-1 31,-2-9-1-31,0-9 0 15,-4-4 0-15,0-5 1 0,0-1 0 32,0 0 6-32,0-8 9 15,0-14-15-15,0-10-1 16,0-6-7-16,0-4 3 16,13-4-6-16,9 1-3 15,1 3 8-15,2 6 3 0,-2 10 2 16,-6 8 0-16,-4 7 0 0,-6 9-1 15,1 2 1 1,3 1 1 0,4 19 11-16,2 6 10 15,-1 7-6-15,2 4 0 16,-6 1-3-16,3 0 4 0,-5 1 0 16,0-6-11-16,1-2-6 15,-3-7 0-15,-1-4 0 16,2-3-16-16,-2-10-35 0,1-4-46 15,3-3-138 1,0-10-89-16,0-21-257 0</inkml:trace>
  <inkml:trace contextRef="#ctx0" brushRef="#br0" timeOffset="31578.83">28090 1514 1198 0,'0'0'171'0,"0"0"-167"0,0 0 68 16,0 0 93-16,0 0-50 15,0 0-59-15,-14 0-36 16,32-3-12-16,14-4 35 15,9-5-4-15,3-3-23 16,-1 0-12-16,-3-1-4 0,-6 2-1 0,-5 1-57 16,-9 7-118-1,-6 4-93 1,-12 2-34-16,-2 8-180 0</inkml:trace>
  <inkml:trace contextRef="#ctx0" brushRef="#br0" timeOffset="31739.63">28166 1707 964 0,'0'0'416'16,"0"0"-411"-16,0 0 61 0,0 0 102 0,0 0-34 31,109-32-95-31,-62 1-39 0,-6 3-41 16,-5 1-132-16,-6 5-80 0,-4 1-118 31,-2 0-533-31</inkml:trace>
  <inkml:trace contextRef="#ctx0" brushRef="#br0" timeOffset="32102.8">28742 1246 1060 0,'0'0'190'16,"0"0"-150"-16,0 0 165 15,0 0-93-15,-97 18 7 16,63 10-45-16,10 1-21 15,13 2-29-15,11-1-11 0,5-1-5 16,25 2 0-16,12 1-4 16,8 5 7-16,4 3-6 15,-3 3-2-15,-5 2 0 0,-10-1-2 16,-13-3-1 0,-12-2-1-16,-11-6 1 15,0-5 1-15,-18-7-1 0,-8-8 1 16,-2-11 4-1,3-2 5-15,0-20 1 16,5-15 35-16,7-17-20 0,7-12-11 0,6-12-15 0,0-7 0 31,7 1 0-31,5 3 0 16,-8 13 0-16,-4 20 0 16,-20 18-110-16,-37 16-406 0</inkml:trace>
  <inkml:trace contextRef="#ctx0" brushRef="#br0" timeOffset="36489.76">30529 3330 1051 0,'0'0'35'0,"0"0"-22"31,0 0 17-31,0 0 66 0,0 0-38 16,-79 29 23-1,64-19-10-15,2 0-11 0,0 6-21 0,-1-1 5 0,-1 2-2 0,2 0 16 32,3-2-16-32,2-3-14 15,5-1-17 1,3-2 1-16,0-1-7 0,0 0 2 15,4-2-6-15,16 0 7 16,6 0 10 0,7-4-4-16,5 1-1 15,5 1 2-15,-1 0-1 16,1 3-3-16,-2 0 7 16,-6 5-4-16,-10 2-12 0,-10 3 4 15,-9 3 1 1,-6 6 8-16,-7 3 5 0,-23 2 11 0,-6 3-20 15,-1-3-5-15,2-6-2 16,5-3-4-16,5-8 0 16,6-7-1-16,4-3-8 0,0-4-34 31,3 0-61-31,-4-21-83 16,2-12-138-16,-2-17-147 15</inkml:trace>
  <inkml:trace contextRef="#ctx0" brushRef="#br0" timeOffset="36696.94">30304 3367 1160 0,'0'0'40'0,"0"0"-21"0,89-39 21 16,-41 20 80-16,4-2-22 15,4 2-14-15,0 5-30 16,-8 1-38-16,-6 5-16 0,-13 6-3 0,-12 2-63 16,-2 0-86-1,-8 0-95 1,-1 6-156-16</inkml:trace>
  <inkml:trace contextRef="#ctx0" brushRef="#br0" timeOffset="36978.01">30999 3175 92 0,'0'0'1280'0,"0"0"-1269"16,0 0 17-16,0 0 137 15,0 0-55-15,0 0-41 0,9-5-18 16,-9 37-17-1,0 10 47-15,0 5-42 0,-5 0-25 16,2-3 1-16,2 0-10 0,1-3-3 16,0-5-4-1,0-4 0-15,0-5-44 0,0-7-70 16,0-4-150 0,0-10-88-16,3-6-170 15</inkml:trace>
  <inkml:trace contextRef="#ctx0" brushRef="#br0" timeOffset="37379.62">31289 3204 1090 0,'0'0'55'0,"0"0"-53"15,0 0 134-15,0 0-24 16,0 0-51-16,0 0-12 16,73 6 3-16,-73 26 17 15,0 5-15-15,-2 3-24 16,-13 1 13-16,-1 0 2 0,2-4-19 16,7-7-4-1,1-6-1-15,6-7-5 0,0-6-7 16,2-5-2-1,14-2-1-15,8-2 8 0,7-2-4 16,11 0-2-16,7-11 2 16,4-3-6-16,0-2-3 0,-2 1 0 0,-5 2 0 0,-6 4-1 31,-9 5-22-15,-8 4-81-16,-8 0-108 15,-15 0-74-15,0 7-277 16</inkml:trace>
  <inkml:trace contextRef="#ctx0" brushRef="#br0" timeOffset="37636.31">30410 4217 1169 0,'0'0'125'16,"0"0"-125"-16,0 0 0 16,101-24 132-16,-29 7-19 15,19-2-19-15,11-4-28 0,9 2-14 16,2 1-8-16,-6 2-18 16,-15 6-15-1,-19 4-11-15,-22 6-19 0,-21 2-122 0,-18 0-127 31,-12 7-147-31</inkml:trace>
  <inkml:trace contextRef="#ctx0" brushRef="#br0" timeOffset="38103.92">31185 4425 985 0,'0'0'160'16,"0"0"-159"-16,0 0 128 0,0 0 70 16,-23-74-89-16,-10 71-27 15,-9 3-26 1,0 4 1-16,4 12-26 16,3 7 9-16,10 1-21 15,9 3 1-15,10-2-14 16,6 4-1-16,0-2-1 0,25 4-5 15,8 4 1-15,7-1 0 16,6 2 1-16,-2-3-2 0,-4 3 0 0,-12-3-1 31,-7-1 1-31,-13-2 0 16,-8-2-2-16,-2-2 2 16,-21-5-3-16,-9-5-1 15,-7-7-1-15,2-8 4 0,5-1 1 16,12-18 3-16,6-15-2 0,11-12-2 0,3-8 0 31,5-5-2-31,17 0 2 16,6-1 1-16,2 2 1 15,-4 10 0-15,-7 5 0 16,-10 9 0 0,-9 8-1-16,-6 7-25 0,-31 6-188 15,-23 5-351-15</inkml:trace>
  <inkml:trace contextRef="#ctx0" brushRef="#br0" timeOffset="40044.58">31192 5929 773 0,'0'0'91'0,"0"0"-42"16,0 0 45-16,-5-87 79 15,-1 74-3-15,0 3-68 0,0 6-24 16,0 0 12 0,-1 4-11-16,-7 5-22 0,-4 20-19 15,-5 18 1-15,-4 16 12 16,0 15-2-16,3 7-2 16,4 3-8-1,7-7-16-15,9-10-18 16,4-12-5-16,0-13 0 0,21-17 0 15,4-10 0-15,6-12 0 16,0-3 0-16,2-13 0 16,-6-16 0-16,-7-3 0 15,-10 1 0-15,-9 1-8 16,-1 9 8-16,-1 5 0 16,-15 8 0-16,-8 7-2 15,-4 1 1-15,-2 0 0 16,6 1-4-16,6 4-24 0,10-2-46 15,8-3-60-15,0 0-88 16,8-9-44-16,17-19-36 16,8-15-225-16</inkml:trace>
  <inkml:trace contextRef="#ctx0" brushRef="#br0" timeOffset="40379.73">31356 5897 1284 0,'0'0'369'0,"0"0"-364"15,0 0 21-15,-11 87 87 0,10-64 6 16,1-2-53 0,0-7-47-16,6-6-8 0,9-5-8 15,4-3-3-15,5-10 0 0,4-8 0 32,-1-1-3-32,-4 4-9 15,-6 10 1-15,-6 5 7 0,1 25 3 16,-3 17 1-16,-2 16 27 15,-1 6 5-15,0-3-28 0,0 0-4 16,0-10 0-16,3-7 0 16,3-10 0-1,-2-13 0-15,3-11-19 0,1-10-61 0,4-11-94 16,2-25-73 0,-1-14-77-16,-4-10 24 0,-6-8-275 31</inkml:trace>
  <inkml:trace contextRef="#ctx0" brushRef="#br0" timeOffset="40522.76">31802 5972 579 0,'0'0'876'0,"0"0"-779"15,82 59 0-15,-41-31 20 16,-3-1-31-16,-4-2-19 16,-2-1-59-16,-6-4-8 0,-2-3-20 15,-4-7-82-15,-4-7-118 16,-4-3-9-1,-6-3-41-15,-6-18-100 16</inkml:trace>
  <inkml:trace contextRef="#ctx0" brushRef="#br0" timeOffset="40716.56">32048 5897 1332 0,'0'0'311'15,"0"0"-310"-15,0 0 6 0,-63 84 124 0,41-45-15 31,0 1-73-31,8-2-37 16,5-2-6-16,8-5-1 16,1-7-25-16,0-7-43 15,15-9-75-15,10-8-111 16,6-3-60-16,2-23-209 0</inkml:trace>
  <inkml:trace contextRef="#ctx0" brushRef="#br0" timeOffset="41034.58">32294 5811 1511 0,'0'0'0'0,"0"0"-82"16,0 0 82 0,0 0 117-16,0 0-8 0,109 80-39 15,-73-33-14-15,-8 7-21 0,-10 7 4 0,-10-3-23 31,-8-8 0-31,0-13 2 0,-3-11-14 16,-12-14 1-16,-2-8 3 16,1-4 1-16,2-20 5 15,4-21 2-15,7-15-7 0,3-7-6 16,0-3 0 0,10 8-1-16,3 14-2 0,-5 13-1 15,-6 15-11-15,-2 10-50 16,-14 6-83-1,-21 8-161-15,-19 23-177 16</inkml:trace>
  <inkml:trace contextRef="#ctx0" brushRef="#br0" timeOffset="41304.83">30695 6931 1749 0,'0'0'0'0,"119"-65"-198"16,-11 21 198-16,23-5 26 0,18 1 129 0,24 9-61 31,9 5-18-31,8 10-23 16,-4 5-12-16,-10 8-15 15,-15 1-25-15,-28 3-1 16,-20 0-2-16,-28 2-38 15,-24 3-23-15,-17 1-20 16,-16 1-45-16,-11 0-43 16,-12 0-58-16,-5 0-77 0,-14 0-143 15</inkml:trace>
  <inkml:trace contextRef="#ctx0" brushRef="#br0" timeOffset="42108.85">31878 7069 1016 0,'0'0'5'0,"0"0"11"0,0 0-16 0,0 0 98 15,0 0-11-15,0 0-37 0,0-15-5 0,0 15 11 31,0 0 7-31,0 0 19 16,0 0-21-16,0 0-7 16,0 0-14-16,0 0-13 0,0 0 1 0,-5 0-5 31,-2 0-6-31,0 0-10 0,2 0 1 0,4-4 0 31,1-10-8-31,0 0 0 0,8-1-9 0,12 2 5 16,8 7 3-16,4 3 0 15,-3 3 1-15,0 0 1 0,-9 19 2 0,-7 11 20 32,-12 11 7-32,-1 10 2 15,-21 4-13-15,-11 2-8 16,0-6 4 0,8-8-3-16,3-12-8 15,12-12-1-15,9-9-1 0,0-10-2 16,24 0 1-16,18-8 2 15,7-16-2-15,11-4-1 16,4-5-3-16,4 0 3 16,0 0-1-16,-3-1-2 15,-5 4-20-15,-10 2-45 16,-12 0-91 0,-10 0-131-16,-3-2-67 0,-6 3-275 15</inkml:trace>
  <inkml:trace contextRef="#ctx0" brushRef="#br0" timeOffset="42724.04">33242 5726 123 0,'0'0'1074'0,"0"0"-1044"0,0 0-30 0,-100 16 99 16,73-13 67-16,6-1-75 0,7-2-45 16,10 1-16-1,4-1-8-15,0 0-9 0,12 0-10 16,19-1-2-16,11 0-1 15,1 1 2-15,2 0-1 16,-8 15 11-16,-4 8 15 16,-5 4 30-16,-4 1 3 15,-6 0-8-15,-1-1-14 0,-7 0-2 0,-2-3 4 0,-7-1-22 32,-1 1-12-17,0 1-6-15,0-1 0 0,-4-4 0 16,-4-2 0-1,-1-5 0-15,-1-2 0 0,-2-4 0 0,-12-3-5 32,-12 1-67-32,-11-2-49 15,-8-2-126-15,-6-1-155 16,-7 0-377-16</inkml:trace>
  <inkml:trace contextRef="#ctx0" brushRef="#br0" timeOffset="44581.75">30760 7282 1208 0,'0'0'219'0,"0"0"-219"31,0 0 0-31,0 0 107 0,0 0 33 16,0 0-89-16,-10 39 8 15,53-8 5 1,8 7 2-16,-6 1-11 0,-6 1-28 16,-16-3-22-16,-10-8-5 0,-8-9-2 31,-5-8-27-31,0-7-44 16,-24-5-58-16,-9 0-105 15,-6-22 13-15,-2-7-42 16,7-6 28-16,10-2 35 0,12 5 202 15,12 6 120-15,0 2 55 16,22 0-54-16,11-4 41 0,7-3-96 0,9-3-66 31,2-5-124-31,2 2-207 16,-7 1-461-16</inkml:trace>
  <inkml:trace contextRef="#ctx0" brushRef="#br0" timeOffset="44702.01">31279 7085 1114 0,'0'0'410'0,"-5"103"-358"0,-12-39-27 16,-5-5-18-16,-2-3-4 16,-2-6-3-16,1-1-77 15,0-2-148 1,-5-3-160-16</inkml:trace>
  <inkml:trace contextRef="#ctx0" brushRef="#br0" timeOffset="45155.72">30799 7942 1857 0,'0'0'103'16,"139"-27"-103"-1,-19-14 0-15,30-14 24 16,22-3 36-16,5 0-57 16,-1 8-3-16,-7 5 0 15,-16 3 0-15,-11 3 0 16,-14-4 0-16,-15-2-27 15,-11-6-14-15,-16-11-15 0,-14-11 1 0,-12-17-2 16,-12-19-47 0,-7-20-24-16,-9-22 46 15,-9-14 20-15,-12-10 31 16,-11 0 27-16,0 2 4 16,-33 8 15-16,-20 10 2 15,-28 15-17-15,-28 21 7 16,-37 23 2-16,-43 27-2 15,-44 25-7-15,-36 30-3 16,-29 16-28-16,-16 61 31 0,-1 47 25 16,13 45 90-1,33 54 56-15,45 31-20 0,58 19-20 0,66 8-98 0,71-8-33 32,53-10 0-32,82-11 0 15,64-24 0-15,58-38 0 16,55-47 0-16,45-58 0 0,19-60-50 0,4-40-452 31</inkml:trace>
  <inkml:trace contextRef="#ctx0" brushRef="#br0" timeOffset="48553.36">24062 2524 730 0,'0'0'51'15,"0"0"-35"-15,0 0-16 16,0 0 0-16,0 0 16 0,-102-30 39 16,68 30 2-16,-5 0-46 0,-4 2-2 15,-4 6 0 1,-5 1 10-16,-4-1-9 0,-5-1-3 16,-5 0-5-16,-1-1 3 15,-5-1-4 1,-4 3 2-16,-9 2 8 15,-6 0-9-15,-3 1 1 16,-4 2-3-16,-4 1 2 16,-4 1-2-16,-6 2 0 15,-1-3 0-15,-3 2 2 0,0-2-2 0,3 0 0 16,1 1 0-16,8 2 3 31,8 1-3-31,7-1-3 16,8 1 3-16,7 0-1 0,-2 0 1 0,2 1 0 15,3 1 0 1,-1 0 0-16,2-1 0 0,0 1 2 0,-1-5-2 31,3 1 0-31,10-4 0 16,10 0 0-16,12 0 0 0,10-4 11 16,8 3 11-16,4 2-6 0,1 4-11 31,2 3 2-31,1 11 5 15,0 1 9-15,1 8-7 16,4 7-10-16,2 5 22 0,2 6 19 0,1 6-26 16,0 5 5-1,0 6-2-15,9 5 13 0,3 3-11 16,4-5 4 0,2-3-7-16,0-2 12 0,1-2-12 15,-2-3-16-15,-3-8 2 16,0-6-7-16,2-8 0 15,1-6 2 1,5-7-2-16,3-6 0 16,5-6 0-16,9-9 7 15,13-7 1-15,11-5-4 0,10-3 3 16,14-17-5 0,10-5-1-16,10-5 0 15,8-1 3-15,12-1-3 0,1 3 0 16,2 2-1-16,4 1-1 15,-4 0 1-15,3 1 0 0,1 1-1 0,-3-1 1 32,-1 1-1-17,-5 2 2-15,-4-1-1 0,-10 3 3 16,-10 2-3-16,-8 1-8 0,-10 2-20 16,-4-4 4-1,-4 4-5-15,-6-1 20 16,-5 3 6-16,-3 0 1 15,-3-2 1-15,-1 3 0 16,-2-4 1-16,-3 0 1 16,-6 3 0-16,-7-1 0 0,-12 1-1 15,-6 1 0-15,-9 1 1 16,-3 0 2-16,-3-3 4 0,-2 0-6 16,2-4 0-16,-1-3 3 31,2-3-4-31,-1-2 0 0,1-3-2 15,1-4 2-15,2-2 0 16,-1-4 0-16,0-3 0 0,0-5 2 0,-1-3-1 31,-4-4 2-31,-1-5 0 16,-3-2 4-16,0-2-3 16,-4-4 9-16,-14 2 4 15,-6-2-5-15,-7 3-6 0,-5 3 0 16,-8 5-3-1,-6 6-3-15,-4 10 0 0,-3 8-3 16,-1 15 3-16,-6 14-29 16,-9 3-151-16,-11 0-328 0</inkml:trace>
  <inkml:trace contextRef="#ctx0" brushRef="#br0" timeOffset="52179.67">17483 11206 961 0,'0'0'110'0,"0"0"-110"16,0 0 0-16,0 0 26 0,0 0 62 31,0 0 0-31,0 0-32 16,-78 63-23-16,73-50 6 15,5-2 13-15,0-3-44 0,2 0-5 16,17 1 5-16,9-1 25 0,11 1 16 15,4 0-17 1,5 2-7-16,-5 2 19 16,-7 1-1-16,-7 4-15 15,-9 2-11-15,-9 0-14 16,-6 4 14-16,-5 1-8 16,-2 4 7-16,-18 1-7 15,-8-3-5-15,-2-3-4 16,0-5-1-16,2-9-23 0,1-6-99 0,4-4-46 31,-2-7-112-31,1-21-129 0</inkml:trace>
  <inkml:trace contextRef="#ctx0" brushRef="#br0" timeOffset="52353.1">17370 11351 1198 0,'0'0'62'15,"0"0"-42"-15,94-50-13 0,-37 24 111 16,4 0-28-16,3 5-70 0,-4 5-20 31,-5 10-2-31,-9 3-91 16,-7 3-134-16,-6 0-116 0,-15 4-426 16</inkml:trace>
  <inkml:trace contextRef="#ctx0" brushRef="#br0" timeOffset="52593.18">17885 11166 1149 0,'0'0'129'0,"0"0"-126"16,0 0 14-16,0 0 126 0,0 0-61 15,101-13-42-15,-57 36 12 16,-1 10 30-16,-4 1-49 0,-6 5-29 31,-4-2-4-31,-2 1 0 16,-8-1-4-16,-2-5-20 15,-5 0-67-15,-5-7-54 0,-2-5-69 16,-1-7-13-16,-1-11-113 16</inkml:trace>
  <inkml:trace contextRef="#ctx0" brushRef="#br0" timeOffset="52833.25">18204 11119 1309 0,'0'0'37'16,"0"0"-28"-16,0 0 3 16,-85 65 94-16,51-23-5 0,1 2-63 15,5 0-16-15,7-3 10 16,3-4-29-16,7-7-3 15,4 1-7-15,7-8 5 0,0-5-71 0,0-8-83 32,10-10-63-32,10-1-81 15,5-30-346 1</inkml:trace>
  <inkml:trace contextRef="#ctx0" brushRef="#br0" timeOffset="53183.57">18443 10984 1224 0,'0'0'28'15,"0"0"-12"-15,-35 78-16 16,15-28 111-16,5 10 53 16,6-1-98-16,9-1-42 0,2-8-3 15,20-7-9-15,5-11 2 16,4-9-13-1,3-9-1-15,2-8 7 16,-3-6-2-16,-3-4 0 16,-6-15-1-16,-7-5 2 0,-9-2-6 0,-8 4 2 0,0 3 0 31,-19 4-2-31,-8 8 0 16,-4 7 0-16,-1 0-1 0,4 0-1 0,7 11-2 31,11 0-4-31,8-3-4 15,2-2-66 1,9-2-76-16,16-4-30 0,11 0-28 16,3-26-195-16</inkml:trace>
  <inkml:trace contextRef="#ctx0" brushRef="#br0" timeOffset="53491.85">18798 11062 1030 0,'0'0'266'15,"0"0"-261"-15,-21 75-5 16,19-48 50-16,2-2 46 16,2-3-58-16,16-4-23 15,7-7 1-15,2-4-6 0,2-7-10 16,-1 0 3-16,-4-4 0 16,-5-11-3-1,-6 1-2-15,-3 0 2 0,-6 1 0 0,-2 6 5 0,-1 3 12 31,-1 4 83-15,0 0-50-16,0 25-50 0,0 11 62 16,0 9 42-16,0 1-89 0,3 1-3 31,6-1 12-31,0 0-23 16,0-1-1-16,4-1-23 15,-1-3-111-15,2-2-158 16,1-13-167-16</inkml:trace>
  <inkml:trace contextRef="#ctx0" brushRef="#br0" timeOffset="54170.14">20836 11296 781 0,'0'0'205'0,"0"0"-199"0,0 0 58 0,0 0 68 16,0 0-20-16,0 0-26 0,-75-26-18 15,72 26-29-15,3 0-29 16,0 6-10-16,14 10 6 0,16 4 71 16,11-3-34-16,7 1 16 0,4 1 5 31,-4-2-20-15,-11 0-17-16,-10 1-6 0,-13-2-16 0,-8 3-1 15,-6 0-1 1,-9 3-1-16,-21 0-2 0,-9-5-74 15,-4-6-125 1,0-11-44-16,-1 0-71 0,0-18-231 16</inkml:trace>
  <inkml:trace contextRef="#ctx0" brushRef="#br0" timeOffset="54303.58">20788 11289 1037 0,'0'0'132'0,"0"0"-132"31,121-74 4-31,-60 45 60 15,2-1-27-15,-5 5-37 0,-10 5-41 16,-13 4-148-16,-13 6-228 31</inkml:trace>
  <inkml:trace contextRef="#ctx0" brushRef="#br0" timeOffset="54507.39">21176 11075 957 0,'0'0'296'16,"0"0"-265"0,0 0-31-16,87 44 179 0,-44-20-68 15,5 2-28-15,4 3-36 16,0 1-33-16,-2 1-11 0,-3 0-3 16,-8-3-1-1,-11-1-88-15,-7-6-67 16,-13-4-136-16,-8-13-116 0</inkml:trace>
  <inkml:trace contextRef="#ctx0" brushRef="#br0" timeOffset="54716.5">21594 11105 1026 0,'0'0'307'0,"0"0"-300"15,0 0 20 1,0 0 90-16,0 0 26 0,-86 98-46 15,57-51-51-15,7 0-28 0,4-3-12 16,4-3-5-16,4-5-1 16,7-9 0-1,2-1-28-15,1-13-113 16,3-5-21-16,16-8-112 16,6-20-110-16</inkml:trace>
  <inkml:trace contextRef="#ctx0" brushRef="#br0" timeOffset="55048.02">21778 10959 1230 0,'0'0'124'16,"0"0"-117"-16,0 0 2 0,0 0 71 16,-13 83 61-16,0-25-17 0,4 2-92 15,8-1 11-15,1-3 1 16,3-9-27-1,16-7-6-15,4-13-7 0,0-8-1 0,3-9 2 32,-4-10-5-32,-4 0 3 15,0-10 4-15,-8-11 0 0,-8-5-1 0,-2-1-4 32,-14 1-2-32,-13 10 0 0,-4 6-2 0,0 6 0 15,2 4-3-15,10 0-1 16,9 0-20-1,10 0-68 1,0 2-130-16,10 2 2 0,16-4-38 16,6-4-123-16</inkml:trace>
  <inkml:trace contextRef="#ctx0" brushRef="#br0" timeOffset="55341.61">22028 11075 954 0,'0'0'345'0,"0"0"-328"15,0 0 11-15,0 0 91 16,0 84-22-16,6-69-24 0,6 0-55 0,5-6-14 31,5-4 2-31,5-5 0 16,2 0-6-16,0-7-12 16,-1-7-16-16,-8 1 4 15,-4 4 3-15,-8 5 20 0,-5 4 1 16,-2 0 4-16,1 16 21 15,-2 13 72-15,0 9-16 16,0 1-46-16,0 2-4 16,0 2-27-16,0-1-2 0,0 4-2 15,0 0-25 1,4 2-138-16,3-3-132 0,1-9-301 16</inkml:trace>
  <inkml:trace contextRef="#ctx0" brushRef="#br0" timeOffset="55936.46">23899 11186 1177 0,'0'0'59'0,"0"0"-55"0,-82-10 28 15,61 10 103-15,6 0-31 16,9 2-37-16,6 9-47 16,2 3-15-16,21 2 41 15,15 4-9-15,15 0 5 16,10-1 8-16,3 6-15 16,-8 0-5-16,-15 3-12 15,-13-1-4-15,-14-2-9 0,-11 0-2 16,-5-3-3-16,-13 1 0 15,-22-2 0-15,-13-1-45 0,-5-8-127 0,-1-10-56 32,5-2-156-32,3-23-638 15</inkml:trace>
  <inkml:trace contextRef="#ctx0" brushRef="#br0" timeOffset="56089.43">23860 11222 1311 0,'0'0'16'31,"0"0"-3"-31,103-46 4 16,-64 34 9-16,0 1-26 0,-2 4-41 15,-3 0-152 1,-4 1-214-16</inkml:trace>
  <inkml:trace contextRef="#ctx0" brushRef="#br0" timeOffset="56285.45">24208 11085 1283 0,'0'0'55'0,"0"0"-36"15,0 0 124-15,103 32 31 0,-56-6-74 16,6 3-43 0,-1 5-22-16,0 0-31 15,-7-2-4-15,-8 0-2 16,-9-4-30-16,-8-7-109 0,-8-6-76 0,-6-8-84 15,-6-7-92 1,0-11-277-16</inkml:trace>
  <inkml:trace contextRef="#ctx0" brushRef="#br0" timeOffset="56497.46">24587 11103 939 0,'0'0'285'0,"0"0"-241"16,0 0 119-16,0 0-3 0,0 0-102 0,0 0 2 0,-75 73 5 0,53-27-25 31,2 2-20-31,-2-3-16 16,1-3-3-16,6-5-1 0,2-7-5 31,8-7-51-31,5-6-136 16,0-10-75-16,20-7-25 15,2-13-127-15</inkml:trace>
  <inkml:trace contextRef="#ctx0" brushRef="#br0" timeOffset="56841.88">24788 10907 846 0,'0'0'527'0,"0"0"-509"32,0 0 2-32,0 0 82 15,0 0-6-15,-31 94 24 16,19-45-78-16,9 4 6 0,3-5-9 0,0-3-14 31,9-9-9-31,6-9-14 16,4-10-1-16,-1-7 0 0,1-7 1 15,2-3 0-15,-4 0 0 16,-2-17 6-16,-9 0-1 16,-6-1-2-16,0 0-5 15,-18 7 0-15,-10 3 0 16,-2 6-1-16,0 2 0 15,7 0-1-15,9 0-8 0,6 0-39 16,8 2-90-16,0-2-81 16,18 0-49-1,9-7 32-15,8-18-298 16</inkml:trace>
  <inkml:trace contextRef="#ctx0" brushRef="#br0" timeOffset="57104.05">25018 11001 1378 0,'0'0'33'0,"0"0"-29"0,0 0 116 16,-20 83 14-16,20-66-80 15,3-1-44-15,17-2-4 0,5-6-2 16,7-4-4-16,1-4-10 16,-4 0-39-16,-3 0 1 15,-10 0 14-15,-9 0 29 16,-3 0 5-1,-4 11 1-15,0 15 70 0,-2 5 59 0,-9 1-93 0,1 1 0 0,4-2-2 32,3 1-27-32,3-2-8 15,0-2-5-15,0 0-58 32,3-2-194-32,0-5-178 0</inkml:trace>
  <inkml:trace contextRef="#ctx0" brushRef="#br0" timeOffset="57661.15">26449 11134 1226 0,'0'0'73'0,"0"0"-70"15,0 0 75-15,0 0 39 0,0 0-31 16,0 0-32 0,-79 32-35-16,92-6 39 15,15 1 0-15,8 5-23 16,6 3-9-16,-3 1 18 0,-2 1-10 0,-13-2-25 31,-11-4-6-31,-10-5-3 16,-3-6-2-16,-6-8-47 0,-18-11-105 0,-7-1-140 15,-6-11-159-15</inkml:trace>
  <inkml:trace contextRef="#ctx0" brushRef="#br0" timeOffset="57794.72">26364 11187 1427 0,'0'0'21'0,"0"0"2"0,97-43-23 16,-45 28 30-16,3 0-30 15,-1 1-84 1,-3 1-183-16,-13 4-352 0</inkml:trace>
  <inkml:trace contextRef="#ctx0" brushRef="#br0" timeOffset="58005.57">26823 11042 890 0,'0'0'606'15,"0"0"-588"-15,0 0 18 16,96 42 196-16,-59-19-162 16,3 2-56-16,-1 3 0 15,-3 1-13-15,0-3-1 0,-6-2-10 0,-5-4-87 16,-4-7-76 0,-9-3-69-1,-6-10-50-15,-6 0-78 0,0-13-121 16</inkml:trace>
  <inkml:trace contextRef="#ctx0" brushRef="#br0" timeOffset="58191.41">27137 11026 943 0,'0'0'166'0,"0"0"-7"15,0 0 53 1,0 0-79-16,0 0-54 16,-88 38-12-16,61 1 1 0,1 2-31 15,5-1-25 1,7-3-11-16,5-7-1 15,7-3-3-15,2-7-40 0,0-6-88 16,21-8-117 0,7-6-10-16,6-17-90 0,4-20-429 15</inkml:trace>
  <inkml:trace contextRef="#ctx0" brushRef="#br0" timeOffset="58476.25">27356 10820 1479 0,'0'0'0'16,"0"0"0"-16,-39 75 36 0,20-23 79 16,5 6-6-16,8 1-40 0,6-4-30 31,0-4-11-31,20-6-8 16,7-13-16-16,1-7-2 15,0-15-2-15,-1-8 0 16,-3-2-1-16,-6-8 1 15,-6-13-7-15,-12-5 4 0,0 0 3 16,-18 5 1 0,-12 1-1-16,0 4-2 0,2 3-1 15,8 5-15 1,7-2-72-16,12-2-97 0,1-2-29 16,19-5-73-16,12-7-116 0</inkml:trace>
  <inkml:trace contextRef="#ctx0" brushRef="#br0" timeOffset="58748.23">27593 10920 1138 0,'0'0'236'0,"0"0"-185"15,-22 104 93-15,16-77 24 0,4-3-44 16,2-2-94-16,0-7-27 0,15-2-1 0,3-4-1 31,3-6-1-31,2-3-7 0,-1 0-10 0,0-4 0 31,-7 0 1-31,-2 4 0 16,-5 0 9-16,-5 15 6 0,-3 15 1 31,0 10 24-31,0 3-1 16,-5 0-23-16,-1-2 0 0,3-4-23 16,3-5-110-16,0-5-143 0,0-6-166 0</inkml:trace>
  <inkml:trace contextRef="#ctx0" brushRef="#br0" timeOffset="59283.29">28442 10974 1088 0,'0'0'336'0,"0"0"-336"0,0 0 0 0,0 0 74 0,0 0 2 16,0 0-35-16,-23 40-6 15,23-6 55-15,13 9-37 0,12-1-23 16,5 1 26-16,1 0-27 16,-3-3-17-1,-7-7-4-15,-7-7-5 0,-7-9-3 0,-7-8-32 0,0-6-81 31,-9-3-116-15,-21-4-104-16,-7-20-199 0</inkml:trace>
  <inkml:trace contextRef="#ctx0" brushRef="#br0" timeOffset="59419.89">28381 11075 1252 0,'0'0'121'0,"0"0"-121"16,113-42 0-16,-55 26 0 15,1 0 0-15,-6 2-99 16,-6 1-115-16,-16 3-379 0</inkml:trace>
  <inkml:trace contextRef="#ctx0" brushRef="#br0" timeOffset="59606.85">28816 10922 1410 0,'0'0'2'15,"0"0"41"1,0 0 159-16,109 89-117 0,-70-56-16 16,3 4-58-16,1-3-7 15,-1-2-4 1,-8-5-33-16,-10-5-138 0,-4-10-39 16,-10-8-118-16,-7-4-336 15</inkml:trace>
  <inkml:trace contextRef="#ctx0" brushRef="#br0" timeOffset="59790.55">29136 10899 1534 0,'0'0'3'0,"0"0"-2"16,-82 92 126-16,52-51 0 31,6-2-68-31,6 1-45 0,7-7-14 0,10-1 0 16,1-1-1-1,0-9-57-15,9-4-94 16,12-10-122-16,2-8-27 0,5-10-177 0</inkml:trace>
  <inkml:trace contextRef="#ctx0" brushRef="#br0" timeOffset="60109.69">29409 10726 1288 0,'0'0'81'0,"0"0"-73"16,0 0 26-16,0 0 135 0,-48 110-42 16,35-50-49-16,3 1-7 0,10-1-29 31,0-7-19-31,2-9-16 16,16-9 13-16,4-12-18 15,2-9 2-15,-3-10-4 0,3-4 0 16,-2-8-2-1,-2-12 0-15,-8-5-8 16,-11 2 1-16,-1 2 2 0,-10 2 3 16,-16 7 3-1,1 4 0-15,0 2-7 0,5 5-34 16,8 0-58 0,9-2-69-16,3-1-44 0,8-4-74 15,20-9-181-15</inkml:trace>
  <inkml:trace contextRef="#ctx0" brushRef="#br0" timeOffset="60368.79">29667 10849 1318 0,'0'0'188'0,"0"0"-181"16,0 0 78-16,-17 83 98 0,14-61-106 31,3-4-57-31,0-1-5 16,9-5-5-16,12-2-6 15,5-6-3-15,5-2 0 16,3-1-1-16,-4 9-9 0,-7 9 6 16,-9 15 3-16,-9 16 0 0,-5 9 7 15,-3 8 4 1,-16 1-4-16,-5-3-7 16,4-5-12-16,-1-13-131 15,2-11-152-15,-2-16-197 16</inkml:trace>
  <inkml:trace contextRef="#ctx0" brushRef="#br0" timeOffset="61954.03">31047 10590 685 0,'0'0'62'0,"0"0"-62"15,0 0-15-15,0 0 15 16,0 0 31-16,0 0-19 16,-5-9 8-16,5 9 13 0,0 0-10 15,0 0 6 1,-3 0 7-16,-3 1 4 0,-5 11 17 31,0 2 6-31,0-1 4 0,-3 3 3 0,-3 2 21 16,-4 3 25-1,-2 4-39-15,-4 0 24 0,6 0-32 16,3-5-8-16,7-4-30 31,10-3-20-31,1 1-6 0,9 4-2 16,16 3 2-16,11 7 19 16,6 0-4-16,1 5-3 15,-4 0 1-15,-12-1-13 0,-12-2 1 16,-12-2-4-16,-3-2-2 15,-11-3 4-15,-19-4-4 0,-12-5-17 0,-8-4-76 32,-4-5-97-32,-4-5-46 15,1-2-81-15,4-19-142 16</inkml:trace>
  <inkml:trace contextRef="#ctx0" brushRef="#br0" timeOffset="62070.41">30847 10832 1025 0,'0'0'50'16,"118"-42"-50"0,-50 27 40-16,-8 5-35 0,-14 6-5 0,-11 4-154 15,-8 0-162-15</inkml:trace>
  <inkml:trace contextRef="#ctx0" brushRef="#br0" timeOffset="62307.8">31259 10789 1355 0,'0'0'46'16,"0"0"-43"-16,0 0 160 16,0 0-33-1,124 58-36-15,-72-22-46 0,-1 1-31 16,-2 1-13-16,-9-1-4 15,-7-6-6 1,-8-4-73-16,-7-6-77 16,-10-6-39-16,-7-9-128 0,-1-6-183 15</inkml:trace>
  <inkml:trace contextRef="#ctx0" brushRef="#br0" timeOffset="62492.8">31562 10842 1161 0,'0'0'244'31,"0"0"-244"-31,0 0 67 16,-112 40 70-16,74-2-35 16,6 1-44-16,5 1-37 15,9-2-20-15,10-7-1 16,5-5-8-16,3-5-96 0,0-8-57 0,18-9-44 31,6-4-79-31,6-18-205 0</inkml:trace>
  <inkml:trace contextRef="#ctx0" brushRef="#br0" timeOffset="62763.88">31684 10726 1421 0,'0'0'105'16,"0"0"-92"-16,-39 81-13 16,23-42 109-16,4-2 12 15,9 0-97-15,3-4-7 0,1-7-6 0,19-6-7 31,4-5-3-31,-1-8-1 16,-1-4 5-16,-8-3-5 16,-8 0-4-16,-6 0 4 0,0 0 6 0,-4 0 7 31,-15-5-13-31,-3 0-12 16,3-2 4-1,5 1-38-15,6-1-54 0,8-8-64 16,0-2-109-16,10-5-28 15,14-3-79-15</inkml:trace>
  <inkml:trace contextRef="#ctx0" brushRef="#br0" timeOffset="63023.51">31845 10849 1128 0,'0'0'103'16,"0"0"-63"-16,0 0 80 15,0 0 9-15,0 0-59 0,0 75-50 16,2-73-7-1,12 0-3-15,9-2 3 0,7 0-3 16,0 0-7-16,-2 0-3 16,-7 0-1-16,-8 0 0 15,-4 18 1-15,-6 11 14 16,-3 11 27-16,0 2-1 16,0 4-18-16,-3-5-8 0,-3-3-11 15,5-8-3-15,1-10-38 0,0-12-118 31,18-8-130-31,5 0-94 16</inkml:trace>
  <inkml:trace contextRef="#ctx0" brushRef="#br0" timeOffset="63242.83">32375 10857 1485 0,'0'0'11'15,"0"0"-11"-15,0 0 178 0,98 102-20 32,-75-58-63-32,-4 0-49 15,-4-2-8-15,-3-6-31 16,-8-10-7-16,-2-5-3 16,-2-7-37-16,-3-8-76 0,-20-6-144 15,-8 0-162 1,-2-20-368-16</inkml:trace>
  <inkml:trace contextRef="#ctx0" brushRef="#br0" timeOffset="63356.74">32419 10864 1319 0,'0'0'0'0,"0"0"-89"16,91-38 85-16,-61 28-163 15,-7 1-348-15</inkml:trace>
  <inkml:trace contextRef="#ctx0" brushRef="#br0" timeOffset="63539.79">32701 10769 1284 0,'0'0'168'0,"0"0"-166"0,97 24 112 0,-62-13-27 15,-8 5-66 1,-4 4-15-16,-3 2-6 0,-2-2 0 0,-8-1-58 31,-4-4-75-31,-6-5-117 16,0-10-177-16</inkml:trace>
  <inkml:trace contextRef="#ctx0" brushRef="#br0" timeOffset="63728.46">32891 10789 1442 0,'0'0'88'16,"0"0"-76"-16,0 0 71 15,-58 80 51 1,39-46-75-16,3 3-39 0,6-6-19 0,3-3-1 0,4-5-23 31,3-8-83-15,0-6-83-16,11-9-78 16,9 0-42-16,5-22-289 15</inkml:trace>
  <inkml:trace contextRef="#ctx0" brushRef="#br0" timeOffset="64012.82">33060 10594 1346 0,'0'0'107'16,"0"0"-84"-16,0 0 6 16,-21 96 69-16,13-49 14 0,2-1-12 15,6 1-52-15,0-6-17 16,2-6-5-16,11-7-14 0,-1-8-4 15,0-6-4-15,-6-8-4 0,-2-2 1 32,-4-4-1-32,0 0 6 15,0 0 2-15,0 0-8 16,-6-3-10-16,-4-4-14 16,1-3-19-16,3-4-76 0,2-4-129 15,4-7-105-15,1-4-278 16</inkml:trace>
  <inkml:trace contextRef="#ctx0" brushRef="#br0" timeOffset="64241.22">33256 10732 1285 0,'0'0'151'32,"0"0"-151"-32,0 0 0 15,0 0 37-15,0 0 9 16,0 0-30-16,5 24-6 15,11-24-2-15,4 0 3 16,2 0 2-16,2 0 14 0,-7 12 29 16,-1 13 12-16,-3 14 38 15,-4 10-18-15,-3 6-36 16,-6 3-29-16,0 1-15 16,-3-5-8-16,-15 1-75 0,-9-11-250 15,-5-11-331 1</inkml:trace>
  <inkml:trace contextRef="#ctx0" brushRef="#br0" timeOffset="65357.02">14452 11472 1336 0,'0'0'0'16,"0"0"3"-16,0 0 0 15,0 0 20-15,0 0 123 16,46 84-74-16,-7-47-22 15,3 2 43-15,1-3-42 16,-6-1 3-16,-5-4-17 0,-10-1-12 16,-10-7-19-1,-12-5-3-15,0-4-1 0,-6-2-2 16,-19-6-11-16,-8-6-92 16,-6 0-152-16,-1-11-17 15,1-18-122-15</inkml:trace>
  <inkml:trace contextRef="#ctx0" brushRef="#br0" timeOffset="65503">14446 11590 1045 0,'0'0'429'16,"0"0"-423"-16,0 0 9 0,83-56 64 31,-41 40-44-31,4-2-32 16,-1 5-3-16,-4-1-86 15,-7 2-211-15,-13 1-257 0</inkml:trace>
  <inkml:trace contextRef="#ctx0" brushRef="#br0" timeOffset="65681.64">14841 11369 835 0,'0'0'582'0,"0"0"-572"16,94-1 72-16,-52 11 103 0,3 9-93 0,0 6-63 31,1 6-19-16,-1-1-10-15,-2 1-1 16,-6-2-28-16,-6-7-147 16,-8-4-88-16,-11-12-117 0,-8-6-393 15</inkml:trace>
  <inkml:trace contextRef="#ctx0" brushRef="#br0" timeOffset="65884.39">15243 11304 1403 0,'0'0'185'0,"0"0"-182"16,0 0 57-16,0 0 66 16,-74 74-25-16,43-31-59 0,6 3-22 0,3-1-11 31,9 0-9-31,6-5-5 16,7-5-14-16,0-10-63 0,10-11-140 0,13-14-107 15,7-3-200-15</inkml:trace>
  <inkml:trace contextRef="#ctx0" brushRef="#br0" timeOffset="66187.38">15597 11172 1606 0,'0'0'6'15,"-44"78"4"-15,20-22-10 16,5-1 123-16,7 4-8 0,12-4-78 0,0-4-28 31,16-8-2-15,11-7-4-16,6-15-3 0,0-11 3 15,1-10-2-15,-3-4-1 0,-8-14-6 0,-10-6 6 32,-10 2 5-32,-3 2 5 15,-7 3-2-15,-19 5 12 0,-6 5-11 16,0 5-9-1,7 2-5-15,11 0-22 0,14 0-69 16,0 0-192-16,14-1-175 16,14-11-82-16</inkml:trace>
  <inkml:trace contextRef="#ctx0" brushRef="#br0" timeOffset="66467.74">15848 11344 1483 0,'0'0'133'0,"0"0"-101"15,0 0-32 1,0 0 166-16,0 0-92 0,23 87-56 0,-4-73-13 31,3-1-2-31,-3-6-3 16,-3-3 0-16,-7-1-8 16,-3-3-9-16,-5 1 16 15,-1 2 0-15,6 4 0 16,-3 0 1-16,3 6 2 0,0 3 2 0,-3 1 1 15,2 0 0-15,-2 1-4 16,-2-4-1-16,-1 0-18 31,0 3-119-31,-3 3-138 16,-18 2-98-16,-10 4-209 0</inkml:trace>
  <inkml:trace contextRef="#ctx0" brushRef="#br0" timeOffset="66959.5">14253 12090 1365 0,'0'0'27'0,"0"0"-27"0,160 14 0 16,-45-10 10-16,25-4 83 0,19 0-46 16,15 0-12-16,5 0-3 15,-2 0-3-15,-2-10-12 0,-14-7-4 0,-14-9-9 32,-24-7-1-32,-20-6 3 15,-19-9-1-15,-17-9 6 16,-13-14 3-16,-11-21 1 15,-15-14-5 1,-16-13-3-16,-12-3-7 0,-25 0 0 0,-36 1-9 16,-27 8-18-16,-27 13 9 0,-28 20 4 0,-30 29-11 47,-18 27 4-47,-14 24 0 0,-7 26 13 15,8 40 7-15,16 27 1 16,20 23 69-16,32 16 24 15,37 6-22-15,41-2-38 0,42-11-17 16,27-20-11-16,55-18-1 16,34-17-4-16,30-15-14 15,19-15-162-15,5-14-204 0,-2-11-473 16</inkml:trace>
  <inkml:trace contextRef="#ctx0" brushRef="#br0" timeOffset="67757.84">18919 11031 941 0,'0'0'226'0,"-11"-81"-226"0,-15 37-37 16,-13-3 37-16,-12-2 2 0,-10 4 29 0,-14 8-1 31,-14 10 27-31,-13 13-32 0,-19 9-6 16,-16 5-1-16,-6 15 2 15,-11 22-2-15,2 19 11 16,4 16 5 0,11 15 4-16,19 10 21 0,23 10 13 15,26 9 9 1,30 9-10-16,30 2 4 0,11-2-23 16,50-4-11-1,35-12-21-15,32-13-5 0,29-16-3 16,14-24-12-16,19-23 2 15,8-23 1-15,8-14 0 16,0-35-3-16,-4-25-18 16,-11-20-6-16,-21-10 4 15,-32-8 17-15,-40-6 3 0,-43 5 0 16,-43 7 0 0,-17 5-40-16,-38 9 17 15,-15 10-31-15,-7 11-51 0,0 13-147 0,7 13-183 31</inkml:trace>
  <inkml:trace contextRef="#ctx0" brushRef="#br0" timeOffset="68555.62">22143 11028 553 0,'0'0'359'15,"0"0"-350"-15,-27-108-9 16,0 63 3-16,-9-4 13 0,-13-1 53 15,-8 8 25-15,-12 11-40 0,-9 15 29 16,-13 12 10-16,-15 4-50 16,-11 29-25-16,-15 16 3 15,-6 20 15-15,4 12-1 16,10 15 23 0,20 11 4-16,25 10 25 0,24 4-25 0,28 6-11 31,27 1-27-31,16-4 4 15,43-6 20-15,29-16-35 16,26-12-2-16,24-17-10 16,17-23 3-16,10-22-4 15,4-24 3-15,7-13-2 16,-3-38-1-16,-3-24-6 16,-10-17-11-16,-26-11 3 15,-34-12 7-15,-43 0 7 16,-41-2-2-16,-17 5-18 15,-44 8 15-15,-19 7-9 0,-12 11-26 16,-5 12-86-16,2 18-32 16,4 14-82-16,8 19-102 15</inkml:trace>
  <inkml:trace contextRef="#ctx0" brushRef="#br0" timeOffset="69452.94">25242 10843 1047 0,'0'0'64'0,"0"0"-64"0,-72-100-85 0,27 73 85 16,-10 4 2 0,-12 8 56-1,-15 12 21-15,-15 3-13 0,-13 15-41 0,-16 21 2 16,-6 10 18-16,-4 10 4 0,-3 11 0 31,11 6 23-31,7 7-22 0,16 5-2 16,20 1-16-16,21 3 21 15,27 6-17-15,19 2 3 16,18 4-3 0,22-3-22-16,29-7 13 15,25-10-11-15,21-12-13 0,22-13 0 0,16-19-1 16,17-23 0-16,12-14 3 0,6-21-5 31,11-30-1-31,-1-21-9 16,-5-16 5-16,-11-21 4 15,-28-7 2-15,-29-3 1 0,-40 1 4 0,-36 11-6 32,-31 5-1-32,-23 8-2 15,-32 8 1-15,-17 15-3 0,-10 12-1 16,1 18-3-16,4 16-31 0,13 18-52 15,13 7-59 1,17 26-73-16,15 13-81 0,19 7-252 0</inkml:trace>
  <inkml:trace contextRef="#ctx0" brushRef="#br0" timeOffset="70243.73">27729 11107 760 0,'0'0'64'0,"0"0"-64"0,43-102 1 15,-35 59 28-15,-8-1 75 16,0-3-12-16,-20 0-54 16,-11 5 3-16,-11 7 0 0,-15 8 16 15,-14 8-7-15,-19 14-24 0,-17 5 25 16,-11 10-8-16,-18 21-3 31,-1 13 3-31,1 15 9 16,5 13-23-16,18 17 21 15,17 13 37-15,21 13-38 0,28 8 5 16,27 0-20-16,20-6-7 16,28-9-12-16,34-14-7 15,20-18 6-15,19-19-11 0,14-20 0 16,19-21 1 0,7-16 2-16,9-26-6 15,3-23-2-15,-6-17 0 16,-11-14-2-16,-21-10 3 15,-29-7 2-15,-35 0-1 0,-31-1 0 0,-20 10-3 32,-26 3-5-32,-17 6 3 15,-2 11-5-15,9 11-22 0,13 15-15 16,17 17-127-16,6 17-49 16,25 8-38-16,25 22-18 15,19 7-269 1</inkml:trace>
  <inkml:trace contextRef="#ctx0" brushRef="#br0" timeOffset="70809.56">29564 10696 74 0,'0'0'1064'0,"0"0"-1064"0,0 0-100 0,12-89 51 0,-27 72 49 16,-18 5 71-16,-18 10-6 15,-16 2-17-15,-15 12-27 16,-16 19-2-1,-15 15 28-15,-10 13 29 0,-10 7-21 16,3 12-6 0,10 8-10-16,15 8 7 0,23 7 26 15,24-1-32 1,28 6-5-16,27-2 6 16,12-5-11-16,43-9-16 0,25-16 3 15,25-18-4-15,14-15-11 16,10-17 7-16,4-20-7 0,-3-4 2 0,1-26-2 31,-3-21 1-31,-2-12 0 16,-12-19-1-16,-12-13-2 0,-19-5 0 15,-24-3 0-15,-22 5 2 16,-28 7 4-16,-12 6 0 16,-39 6-6-16,-13 8-1 15,-8 15 0-15,-1 13 0 0,3 17-12 31,9 16-64-31,11 6-77 0,16 29-38 16,20 9-75-16,8 3-160 16</inkml:trace>
  <inkml:trace contextRef="#ctx0" brushRef="#br0" timeOffset="71499.83">31760 10747 927 0,'0'0'56'0,"13"-82"-56"0,-13 51-19 16,-16 3 19-16,-21 3 28 15,-20 6 32-15,-18 6-1 0,-20 3-18 0,-17 10-13 32,-9 0 4-32,-6 14 10 15,-3 19 27-15,0 16 10 16,6 19 10-16,11 16-26 15,21 8-15-15,29 3 16 0,27 1 10 16,29-4-39-16,13-8-3 16,37-5 10-16,26-7-31 15,27-8 0-15,17-11-2 16,17-17-4-16,11-18-4 16,0-18-1-16,0-9 0 15,-3-26-3-15,-14-11 3 16,-14-10 4-16,-24-4-2 0,-24-8 2 0,-30-3 1 15,-26-3-1 1,-6-1-4-16,-32 0-7 0,-10 4 3 16,-3 8-15-16,8 12-29 31,8 13-55-31,19 13-71 0,10 10-73 0,17 5-241 31</inkml:trace>
  <inkml:trace contextRef="#ctx0" brushRef="#br0" timeOffset="71855.53">33289 10351 1494 0,'-100'-19'0'0,"-10"19"-32"0,-6 5-35 16,2 28 64-16,2 19 3 16,6 25 71-16,11 24-2 15,17 23-26-15,25 8-23 16,24 6-9-16,29-3 20 16,24-9-18-16,42-15 7 0,25-16 2 15,19-23-2-15,9-24-9 16,4-24-2-16,-1-24 2 15,2-24 14-15,-7-31 6 16,-7-14 2-16,-13-15 18 0,-30-9-5 16,-22-11-17-1,-39-4-12-15,-29-10-11 0,-72 7-6 16,-59 13-44-16,-64 16-224 16,-65 20-713-16</inkml:trace>
  <inkml:trace contextRef="#ctx0" brushRef="#br0" timeOffset="75689.86">11786 3540 912 0,'0'0'24'0,"0"0"3"0,0 0 110 16,0 0 5-16,0 0-22 16,0 0-47-16,0 0-10 15,0 0 1 1,-12-20-3-16,6 21-16 0,-5 14-23 16,0 8 10-16,-3 0 14 0,7-3-16 15,5-1-17 1,2-5-11-16,0 2 1 15,15-3 0-15,9 0-3 16,13 0 5-16,2-2 3 0,4 2 8 16,-2 0 9-16,-10 3-5 0,-7 0 0 0,-9 1 1 31,-6 1-6-31,-9 1-4 0,0 0 2 31,-6 4 1-31,-15 0-3 0,-6-3-5 0,5-2-5 0,-2-6-1 31,7-5 0-31,-3-7-14 16,-6 0-49-16,1-3-77 0,-4-20-171 16,-1-15-171-1</inkml:trace>
  <inkml:trace contextRef="#ctx0" brushRef="#br0" timeOffset="75849.6">11716 3535 1427 0,'0'0'36'16,"88"-36"-24"-16,-17 8-12 16,7-4 80-16,4 0-38 0,-1 2-42 15,-5 7-25 1,-14 10-237-16,-18 6-224 16</inkml:trace>
  <inkml:trace contextRef="#ctx0" brushRef="#br0" timeOffset="76863.12">13054 3450 1240 0,'0'0'114'0,"0"0"-110"15,0 0 57-15,0 0 69 16,0 0-80-16,0 0-7 15,34 55 71-15,-32-8-63 16,-2 10-11-16,0 2 1 0,-2-4-13 16,1-4-21-16,1-9-4 15,0-13-2-15,0-8-1 16,0-11 0-16,0-7 0 0,0-3-2 16,1 0-8-16,10-14-2 15,7-16 0 1,4-7-5-16,1 2 6 15,0 6 2-15,-2 8 6 0,-3 9 2 16,3 11-2-16,3 1-6 0,1 7 2 16,3 9 6-16,4 3 1 15,-2-2 0 1,-1 0 1 0,-1-5 1-16,-6-8 0 15,-3-4 0-15,-5 0-2 0,-4-4 14 16,-3-18 13-16,0-7 3 15,-6-6-1-15,-1 0-1 16,0 0-9-16,-14 5 1 0,-3 2-12 16,2 6-5-1,-2 10-3-15,5 4-1 0,4 5-23 16,5 3-80 0,3 0-152-16,0 6-224 15,4 5-125-15</inkml:trace>
  <inkml:trace contextRef="#ctx0" brushRef="#br0" timeOffset="77047.23">13705 3523 1336 0,'0'0'324'16,"0"0"-308"-16,0 0-16 0,0 0 143 15,0 0 5-15,16 98-124 16,-16-49-17-16,0 4-7 15,0 8 0-15,0 1-70 0,0 4-148 16,-13 0-191 0,-13-3-394-16</inkml:trace>
  <inkml:trace contextRef="#ctx0" brushRef="#br0" timeOffset="77542.36">13049 4271 1492 0,'0'0'0'15,"0"0"-13"-15,0 0 13 0,0 0 123 16,33 71 21-16,-21-29-103 15,-1 1-31-15,-7-3 2 16,2-4-8-16,-3-7-4 16,0-8 0-1,0-10-1-15,-1-5-24 0,-2-6-26 16,1-6 20-16,1-16 20 0,1-10-34 16,5-2 35-1,8 1 9-15,1 5 0 0,6 8 2 16,1 9 29-16,3 5 4 15,2 4-13-15,4 2 28 16,3 0-21-16,1 0-17 16,-3 0-5-16,-1 0 4 15,-6 0-1 1,-9-2 10-16,-6-4 3 0,-8-1 2 16,-4-1 37-16,0-3-19 15,-20 0-30-15,-6 1-12 0,1 0 0 16,4 4-2-16,6 4-44 15,8 0-70 1,7 2-127-16,0 0-219 0,7 0-585 16</inkml:trace>
  <inkml:trace contextRef="#ctx0" brushRef="#br0" timeOffset="77825.2">13682 4356 1226 0,'0'0'283'0,"0"0"-265"0,0 0 25 0,0 0 145 16,0 0-77-16,12 76-66 15,-22-48-35-15,2 0 5 16,4-2 0-16,4-5-7 0,0-8-5 16,10-4 0-1,14-7-2-15,10-2 4 0,9-2 1 16,4-14-4-16,2-2-2 15,-6 8-28 1,-7 4-21-16,-13 6-21 0,-17 4-124 16,-6 20-152-1,-29 10-166-15</inkml:trace>
  <inkml:trace contextRef="#ctx0" brushRef="#br0" timeOffset="78305.82">13140 5079 1469 0,'0'0'19'15,"0"0"-8"-15,0 0 24 16,0 0 78-16,0 0 16 15,0 0-75-15,71 105-25 16,-68-61 4-16,-3 0-11 0,0-7-16 16,0-10-5-16,0-4-1 15,0-13-2-15,0-6-14 0,0-4-26 0,7 0 8 32,8-7 25-32,2-6 8 15,-1 1-1-15,-1 3 2 0,6 3 0 16,4 0 0-16,6 0 5 15,4-1 5-15,2-3-1 16,2-3-4 0,1-8 1-16,-4 0 0 15,-8-1-2-15,-10 0 4 16,-8 2 3-16,-10-2 7 16,0 2 1-16,-8-1 2 15,-12 3-5-15,-2 2-2 0,1 3-14 16,6 5-2-16,7 4-24 15,5 2-60-15,3 2-91 0,3 0-177 32,14 5-67-32</inkml:trace>
  <inkml:trace contextRef="#ctx0" brushRef="#br0" timeOffset="78642.16">13842 5143 1220 0,'0'0'68'0,"0"0"-64"0,0 0 129 0,0 0 40 16,0 0-97-16,0 0-75 0,-23 2-1 0,43 1 0 31,8 2 0-31,7 3 2 16,0 5-2-16,2 3 1 15,-1 5 13-15,-4 3 21 0,-6 1-9 16,-12 5 13-16,-14 1-15 0,-3 1 29 0,-33 1-4 31,-11-2-14-31,-3-6-4 16,7-6-21-16,12-4-10 16,11-6-1-16,4-1-51 15,8 2-73 1,1 5-125-16,-2 3-104 0,-1 5-231 0</inkml:trace>
  <inkml:trace contextRef="#ctx0" brushRef="#br0" timeOffset="79089.63">13488 5911 1095 0,'0'0'418'16,"0"0"-405"-1,0 0-13-15,2 103 139 16,-2-61-49-16,1-4-63 16,4-5-25-16,1-11 0 15,-1-6-2-15,0-10-2 0,4-6-41 0,6 0-32 16,3-18 9-1,6-8 9-15,-2 1 14 16,-2 1 34-16,-3 6 9 0,-2 8 0 16,0 2 5-16,-1 8 11 15,5 0 7-15,-1 0-6 16,4 0-3 0,-1 0-3-16,-1 0 5 15,-1-7 16-15,-1-6 5 0,-8 0-2 16,-4-2 16-1,-6 7-7-15,0 0 0 0,-6 2 10 16,-11 2-16-16,0 4-12 16,2 0-24-16,5 0-4 0,5 0-48 15,5 4-97-15,0 2-109 16,3-6-73 0,13 0-254-16</inkml:trace>
  <inkml:trace contextRef="#ctx0" brushRef="#br0" timeOffset="79339.39">13948 5925 1589 0,'0'0'0'0,"0"0"0"15,0 0 104-15,0 0 25 16,0 0-98-16,0 0-25 0,79 31-2 0,-54-38-1 31,-1-7-2-31,-5 6 0 16,-5 2-2-16,-8 6 1 15,3 1-1-15,-6 19 1 0,-3 12 1 0,0 10-1 16,0 1 0 0,-12 1-4-1,0-2-98-15,-4-3-105 0,-1-5-112 16,-4 2-200 0</inkml:trace>
  <inkml:trace contextRef="#ctx0" brushRef="#br0" timeOffset="79758.53">13591 6650 1578 0,'0'0'0'31,"0"0"0"-31,0 0 48 0,2 78 52 0,6-49-78 32,5-2-19-32,3-9 0 0,-1-9-3 15,4-7-19 1,1-2-39-16,2-3-13 16,-3-11 49-16,-5 0 20 15,-5 1 2-15,-2 3 29 0,-2 4 42 0,-2 3-12 16,-2 3-7-1,4-1-13-15,-1-1-13 16,2-1-3-16,4-2-6 0,-2 0 1 16,0-2-3-1,-1 1-10-15,-3 2-1 16,-1 2-4-16,0 2-2 0,2 0-34 16,4-2-40-16,6 2-78 15,1-3-133-15,2-3-124 0,6 2-374 16</inkml:trace>
  <inkml:trace contextRef="#ctx0" brushRef="#br0" timeOffset="79864.13">14125 6813 1128 0,'0'0'124'0,"30"75"-115"16,-26-44-4-16,-4-6-5 0,0-8-35 16,-10-7-243-1</inkml:trace>
  <inkml:trace contextRef="#ctx0" brushRef="#br0" timeOffset="79981.55">14156 6732 1566 0,'0'0'0'16,"68"-93"-226"-16,-28 45 56 0,-6 1-192 15</inkml:trace>
  <inkml:trace contextRef="#ctx0" brushRef="#br0" timeOffset="81106.53">14843 3432 1126 0,'0'0'23'0,"0"0"-10"15,0 0 155-15,0 0-83 0,0 0-28 16,0 0-36-16,-18 2-19 16,18 8 1-16,0 3 40 0,10 0-16 31,8-4-18-31,9 0 4 0,9-1 24 0,4-1 5 31,-1 3 7-31,-3 3 12 16,-8 3-26-16,-10 8-15 15,-11 2-1-15,-7 5 7 16,-3 2 3-16,-19-1-15 16,-6-3-8-16,-2-3-3 15,-1-6-3-15,1-10-60 16,3-9-127-16,3-1-129 0,3-23-221 16</inkml:trace>
  <inkml:trace contextRef="#ctx0" brushRef="#br0" timeOffset="81260.94">14865 3463 1050 0,'0'0'242'15,"0"0"-239"1,124-68 37-16,-75 44 50 0,1 7-75 0,-7 3-15 31,-2 6-83-31,-8 2-179 16,-10 1-302-16</inkml:trace>
  <inkml:trace contextRef="#ctx0" brushRef="#br0" timeOffset="81429.81">15295 3271 990 0,'0'0'336'0,"0"0"-313"16,0 0 112-16,0 0-10 0,0 0 72 15,18 84-95-15,-10-48-59 16,-3 0-24-1,1-2-18-15,0-2-1 0,0-4-3 16,3-7-104-16,0-6-146 16,2-8-110-16,-4-7-149 0</inkml:trace>
  <inkml:trace contextRef="#ctx0" brushRef="#br0" timeOffset="81697.36">15511 3292 1116 0,'0'0'215'16,"0"0"-198"-16,0 0 183 0,0 0-39 16,0 0-44-1,84 99-39-15,-81-49-38 16,0-2-18-16,6-5-4 16,4-11-10-16,8-9-3 15,9-9 4-15,7-13-2 0,9-1-2 16,7-11 1-1,8-16-6-15,0-3-1 0,-4-2 0 16,-13 7-57-16,-15 11-78 16,-22 11-177-16,-7 3-177 15</inkml:trace>
  <inkml:trace contextRef="#ctx0" brushRef="#br0" timeOffset="82248.09">14816 4378 658 0,'0'0'358'0,"0"0"-358"0,0 0 67 16,0 0 120-16,0 0-10 0,0 0-110 16,-28-22-52-16,28 44 38 15,6 9 45-15,15-2-25 16,10 0-8-16,8 0-2 0,7-8-24 31,-3 0-11-31,-4-6-20 0,-10-4-4 0,-12-1 0 31,-11-2-4-31,-6 0-3 0,-12-1-23 0,-22-1-29 32,-14-2-91-32,-4-4-78 0,0 0 15 15,3-11-84 1,5-9-188-16</inkml:trace>
  <inkml:trace contextRef="#ctx0" brushRef="#br0" timeOffset="82383.02">14713 4511 324 0,'0'0'326'16,"0"0"-134"-16,0 0-12 0,63-84-7 0,-17 53-29 0,11-1-57 31,5-1-39-31,1 3-29 0,-9 6-19 0,-14 7-37 32,-12 5-235-17,-13 6-302-15</inkml:trace>
  <inkml:trace contextRef="#ctx0" brushRef="#br0" timeOffset="82577.45">15235 4166 1072 0,'0'0'457'16,"0"0"-436"-16,0 0 0 15,0 0 196-15,0 0-92 16,57 107-62-16,-54-67-39 0,-3 1-16 0,1-1-8 0,-1 0 0 31,0-1-54-31,3-3-138 16,2-10-196-1,-1-13-239-15</inkml:trace>
  <inkml:trace contextRef="#ctx0" brushRef="#br0" timeOffset="82859.48">15501 4261 1536 0,'0'0'8'16,"0"0"12"-16,0 0 81 15,0 0-1 1,0 0 7-16,83 55-37 16,-69-18-50-16,-5-2-9 0,-6-6 1 0,-2-5-3 0,2-11-9 31,2-4 2-31,4-6-2 15,10-3 0-15,9-3 5 0,10-15 4 16,8-10-9 0,0-1 1-16,2 0-2 15,-6 5-1-15,-8 4-3 16,-9 8-57-16,-10 12-80 16,-13 0-140-16,-2 16-204 0</inkml:trace>
  <inkml:trace contextRef="#ctx0" brushRef="#br0" timeOffset="83313.74">14904 5320 1152 0,'0'0'83'0,"0"0"-78"0,0 0 122 0,0 0 9 15,0 0-60-15,0 0-35 16,-19 45-12-16,44-24 31 16,11 4 9-16,5-1 2 15,1 0-28-15,-6-4-17 16,-9-1-16-16,-11-3-8 15,-8-5 2-15,-8-2-4 16,0-5-31-16,-21-2-44 0,-9-2-127 16,-7 0-87-16,-2-16-41 15,-4-8-133-15</inkml:trace>
  <inkml:trace contextRef="#ctx0" brushRef="#br0" timeOffset="83449.64">14870 5311 1149 0,'0'0'55'16,"0"0"-49"-16,109-73 98 15,-60 48-16-15,-3 3-87 0,-1 3-1 32,-8 0-178-32,-5 1-263 0</inkml:trace>
  <inkml:trace contextRef="#ctx0" brushRef="#br0" timeOffset="83626.39">15399 4953 1272 0,'0'0'272'0,"0"0"-225"0,0 0-47 16,13 79 195-16,-9-41-79 15,-3 1-86 1,2 0-28-16,-1-3-2 0,1-3-23 16,1-2-81-1,1-7-144-15,2-10-102 16,2-9-160-16</inkml:trace>
  <inkml:trace contextRef="#ctx0" brushRef="#br0" timeOffset="83854.07">15662 5026 1406 0,'0'0'102'16,"0"0"-87"-16,0 0 17 15,0 0 166-15,27 103-83 0,-27-58-55 16,0-2-30-1,0-6-1-15,13-7-20 16,15-11-8-16,8-13-1 16,9-6 0-16,9-17-7 15,4-14-25-15,5-1-18 16,-5 3-20-16,-12 7-49 16,-16 8-68-16,-20 14-74 0,-10 0-104 15,-31 24-492-15</inkml:trace>
  <inkml:trace contextRef="#ctx0" brushRef="#br0" timeOffset="84319.35">15152 5856 1222 0,'0'0'0'0,"0"0"29"0,0 0-10 0,0 0 178 0,0 0-122 31,0 0-69-15,30 14 55-16,1 14 31 0,5 3 4 15,1 1-35-15,-4 5-17 16,-6-1-30-1,-10-5-10-15,-9-2-3 0,-8-7-1 16,-3-7-7-16,-22-3-63 16,-8-7-74-1,-3-5-17-15,0-3-18 0,5-23-58 16,4-7 26 0,6-3 83-16,9 3 128 0,9 2 91 0,3 8-10 15,3 2 86-15,21 0-33 16,7 0-17-16,8-1-20 15,5 0-52 1,0 2-38-16,-3 3-7 0,-9 3-144 0,-5 4-232 31</inkml:trace>
  <inkml:trace contextRef="#ctx0" brushRef="#br0" timeOffset="84528.42">15572 5768 1670 0,'0'0'0'15,"0"0"9"-15,12 78 56 0,-7-42 51 16,3 4-78-16,-1-1-32 16,-3 0-6-16,2-8-3 15,2-7-55-15,3-10-138 16,3-10-141-16,-3-4-133 15</inkml:trace>
  <inkml:trace contextRef="#ctx0" brushRef="#br0" timeOffset="84763.53">15760 5816 970 0,'0'0'508'0,"0"0"-502"16,0 0-6-16,0 0 156 0,53 95-17 15,-49-52-69-15,-1 1-44 16,1-3-6-16,6-13-2 16,6-11-15-16,8-17-2 15,11-8-1-15,9-23-3 16,8-5-26-16,2-3-10 16,0 8-34-16,-11 9-53 15,-16 10-105-15,-19 12-124 0,-8 0-446 16</inkml:trace>
  <inkml:trace contextRef="#ctx0" brushRef="#br0" timeOffset="85215.24">15346 6578 1281 0,'0'0'60'16,"0"0"-58"-16,0 0-2 15,0 0 92-15,0 0-6 16,0 0-18-16,67 57-21 0,-40-28 45 0,-2 4-1 15,-3 1-33-15,-2-1-31 16,-8-3-15-16,-8-6-7 16,-4-8-5-1,0-8-9-15,-7-3-42 16,-14-5-36-16,-4 0-91 0,-5-16-38 0,2-6-42 16,5-5 5-16,1-6 81 31,8 1 172-31,7 1 0 15,5 4 90-15,2 4 109 16,5 1-40-16,16-1-40 16,7 0-19-16,9 1 7 15,6 1-72-15,-2 2-35 0,-4 5-10 16,-4 4-184-16,-6 5-89 16,-5 0-275-16</inkml:trace>
  <inkml:trace contextRef="#ctx0" brushRef="#br0" timeOffset="85384.25">15798 6467 1516 0,'0'0'105'0,"0"0"-76"16,0 92-29-16,-8-57 160 16,5-1-89-16,2-6-71 15,1-6-7-15,0-6-58 16,0-7-98-1,0-8-125-15,6-1-159 0</inkml:trace>
  <inkml:trace contextRef="#ctx0" brushRef="#br0" timeOffset="85603.08">15956 6473 979 0,'0'0'531'0,"0"0"-525"16,0 0-6-16,0 0 179 15,33 94-37-15,-33-46-81 0,0 4-9 0,-2-2-10 32,2-11-6-32,0-13-17 0,27-22-19 0,15-6 0 0,12-35 0 0,10-24-6 31,5-14-202-15,-11-11-536-16</inkml:trace>
  <inkml:trace contextRef="#ctx0" brushRef="#br0" timeOffset="92705.07">6221 10843 937 0,'0'0'0'15,"0"0"-16"-15,0 0 16 16,0 0 35-16,0 0-6 0,0 0 11 0,0 0 3 31,0 0-25-31,-37 36-5 16,37-33 7-16,0-3-14 16,0 0 4-16,0 0 5 0,0 0-9 0,0 0 7 15,0 0-1 1,0 0 1-16,0 0 7 15,0 0 3-15,0 0-3 0,0 0 8 16,0 0 9-16,0 0 0 0,0 0-2 31,0 0 2-31,0 0 10 16,0 0-11-16,0 0-9 0,0 0-1 16,0-4-3-1,0 1-14-15,0 0-9 16,0 3-1-16,0 0 0 0,0 0 0 0,0 0-4 15,0 0-2 1,0 0-8-16,0 0-47 0,3 0-65 0,3 0-41 0,3 0-5 31,-1 0 8-31,0 0-101 16</inkml:trace>
  <inkml:trace contextRef="#ctx0" brushRef="#br0" timeOffset="94055.93">6354 10822 760 0,'0'0'100'0,"0"0"-98"0,0 0 20 16,0 0 89-16,0 0 31 31,0 0-45-31,-42-43-47 0,39 43-6 0,0 0 39 32,-9 8-16-32,-1 14-32 0,-8 6-7 0,10 0 19 15,4-2-16-15,7-7 29 0,0-3-44 0,10 0-6 31,16-2-2-31,5-2 8 16,11-4 4 0,2 0-10-16,-2 1-1 0,-3-1 2 15,-12 6 18 1,-8-1-2-16,-11-1-12 0,-8 4-9 0,0 2 5 0,-14 3 2 31,-16 3-1-31,-8 0-9 16,-1-5-2-16,2-3-1 15,5-5-3-15,4-8-33 16,7-3-43-16,3-6-44 0,2-23-88 16,1-7-146-16,2-10-190 15</inkml:trace>
  <inkml:trace contextRef="#ctx0" brushRef="#br0" timeOffset="94254.13">6212 10834 1162 0,'0'0'79'16,"0"0"-59"-16,97-12 7 0,-45 10 157 16,2 2-53-1,-2 0-49-15,-7 0-40 0,-8 4-39 16,-6 4-1 0,-4 2-4-16,-4-2-87 15,2 0-111-15,-4-4-81 16,-9-4-123-16</inkml:trace>
  <inkml:trace contextRef="#ctx0" brushRef="#br0" timeOffset="94464.42">6748 10741 686 0,'0'0'507'0,"0"0"-500"15,0 0 47-15,111 68 134 16,-76-34-80-16,-4 4 18 15,-1 0-62-15,-5-1-50 16,-5-2-14-16,-2-1 0 16,-6-2-1-16,-4-4-59 15,-5-6-71-15,-3-6-62 16,0-11-54-16,0-5-137 16</inkml:trace>
  <inkml:trace contextRef="#ctx0" brushRef="#br0" timeOffset="94679.32">6936 10744 1150 0,'0'0'169'16,"0"0"-163"-16,0 0-6 0,-83 84 138 16,58-43-17-1,3 0-38-15,3-2-28 16,8-6-28-16,8-4-19 0,3-7-8 15,0-7-2-15,11-6-40 0,15-8-71 32,6-1-95-32,2-19-72 0,-1-13-173 15</inkml:trace>
  <inkml:trace contextRef="#ctx0" brushRef="#br0" timeOffset="94995.93">7109 10629 1429 0,'0'0'0'0,"-12"87"11"16,6-35 58-1,6 4 104-15,0-8-69 16,16-4-67-16,14-9-12 16,6-11-20-16,1-6-1 15,2-12 2-15,-2-6-6 0,-6 0 5 0,-8-18-4 31,-8-4 2-31,-11 0-1 16,-4 3 3-16,-7 2 0 0,-22 9 0 0,-5 6 2 16,-6 2-5-16,6 0 2 31,7 8-4-31,16-1-1 0,11-1-3 16,2-3-65-16,23-3-149 0,11 0 8 15,3-19-58-15,5-12-189 16</inkml:trace>
  <inkml:trace contextRef="#ctx0" brushRef="#br0" timeOffset="95243.8">7498 10730 1493 0,'0'0'8'32,"0"0"-5"-32,0 0 49 0,0 0 83 15,0 0-86-15,0 0-35 16,54 67-6-16,-26-67 1 15,-1-1-4-15,0-2 1 16,-9 3-3-16,1 10 2 16,-8 23-1-16,-3 10 28 15,-8 10 16-15,0 4-29 0,0 2-10 16,-11 4-9-16,-3 2-13 0,-5 2-115 31,-11-4-147-31,-9-5-192 16</inkml:trace>
  <inkml:trace contextRef="#ctx0" brushRef="#br0" timeOffset="95604.24">6470 11897 1047 0,'0'0'217'15,"0"0"-196"-15,106 40-21 16,-64-5 187-16,-5 1-30 15,-7 3-57-15,-6 4-33 0,-12-2-43 16,-11-1-19 0,-1-5-4-16,-13-2-1 15,-20-7-63-15,-13-4-73 16,-7-10-86-16,-3-12-135 16,1 0-231-16</inkml:trace>
  <inkml:trace contextRef="#ctx0" brushRef="#br0" timeOffset="95732.89">6406 12051 1182 0,'0'0'186'0,"91"-51"-184"32,-31 21 4-32,-1 3 51 15,-2 3-27-15,-9 5-30 16,-7 3-1-16,-13 3-190 16,-15 1-272-16</inkml:trace>
  <inkml:trace contextRef="#ctx0" brushRef="#br0" timeOffset="95942.52">6864 11715 722 0,'0'0'773'16,"0"0"-765"-16,118 72 31 16,-82-41 123-16,-2 1-67 15,2 4-54-15,-3 0-29 16,-5 0-12-16,-1-4-1 15,-8-8-25-15,-4-7-136 16,-7-11-111-16,-3-6-75 16,-5-15-272-16</inkml:trace>
  <inkml:trace contextRef="#ctx0" brushRef="#br0" timeOffset="96113.08">7183 11696 970 0,'0'0'632'0,"0"0"-632"16,-65 101 0-16,38-61 138 0,6-1-30 16,3 0-63-1,4-3-31-15,3 0-11 0,5-8-3 16,4-6 0 0,2-12-43-16,0-10-111 0,17-1-90 15,5-29-30-15,2-14-105 0</inkml:trace>
  <inkml:trace contextRef="#ctx0" brushRef="#br0" timeOffset="96429.57">7323 11536 1198 0,'0'0'309'0,"0"82"-304"15,0-41-5-15,0-1 96 0,2-6 70 16,13-5-110-16,4-10-42 15,5-6-13-15,1-10 3 0,1-3 2 0,-1-5-4 32,-2-15 3-32,-11 1 0 15,-9 0-2-15,-3 6 2 16,-2 4 2-16,-16 5 0 16,-4 4 10-16,0 0-6 15,0 4-5-15,5 7-4 16,8 2-2-16,4-3-8 15,5-5-40-15,0 0-62 0,12-5-74 16,9 0-25 0,3-22-21-16,0-7-71 0,-2-5-125 15</inkml:trace>
  <inkml:trace contextRef="#ctx0" brushRef="#br0" timeOffset="96629.69">7568 11578 1199 0,'0'0'175'16,"0"0"-172"-16,0 0 80 0,0 0 60 0,0 0-26 31,0 0-60-31,64 41-33 0,-44-20-9 16,-1 10-3-16,-4 13 15 15,-9 12 1-15,-6 7 12 16,0 6-28 0,-15 4-12-16,-1-3-19 0,-2-2-121 0,-4-11-184 31,-6-10-207-31</inkml:trace>
  <inkml:trace contextRef="#ctx0" brushRef="#br0" timeOffset="96969.48">6633 12916 1012 0,'0'0'164'0,"0"0"-164"16,0 0 0-1,0 0 54-15,118-25 76 16,-56 38-7-16,-2 17-3 15,-14 8-13-15,-12 4-18 16,-17 1-45-16,-10-5-27 16,-7-7-13-16,-4-10-4 15,-19-7-7-15,-11-10-98 0,-3-4-119 16,-5-6-104-16,0-20-75 16</inkml:trace>
  <inkml:trace contextRef="#ctx0" brushRef="#br0" timeOffset="97102.38">6731 12857 1236 0,'0'0'63'16,"0"0"-63"-16,94-53-3 0,-58 33 2 15,1 0-61 1,-2-3-104-16,-4-3-199 0</inkml:trace>
  <inkml:trace contextRef="#ctx0" brushRef="#br0" timeOffset="97338.25">7109 12608 802 0,'0'0'732'0,"0"0"-732"0,0 0 0 31,0 0 40-31,0 0 93 0,0 0-81 16,62 25-30 0,-30 1 35-16,2 9-18 15,2 10 0-15,0 3-7 16,-3 4-9-16,-2-4-10 15,-6-9-9-15,-4-12-4 16,-3-8 0-16,-6-10-34 0,-6-7-40 16,-5-2-54-1,-1-14-83-15,0-18 42 16,-10-12-146-16,-8-10-210 16</inkml:trace>
  <inkml:trace contextRef="#ctx0" brushRef="#br0" timeOffset="97509.48">7347 12664 1050 0,'0'0'503'0,"-65"114"-503"0,34-55 0 31,1-10 36-31,10-8 64 16,7-10-60-16,10-10-40 15,3-10-4-15,7-10-81 16,11-1-104-16,9-26-90 0,-2-15-92 0</inkml:trace>
  <inkml:trace contextRef="#ctx0" brushRef="#br0" timeOffset="97760.23">7498 12616 1614 0,'0'0'0'0,"0"0"-8"0,18 92 8 16,-2-67 79-16,5-3-8 15,3-6-56-15,0-9-5 0,0-2-8 16,-6-2-1 0,-9 0-1-16,-2 2 1 15,-7 4-2 1,0 4 2-16,-15 5 9 0,-6-3 6 16,-6 0-14-1,4-7-2-15,0-5-18 0,10-3-73 0,1-6-112 0,0-24-94 31,4-19-201-31</inkml:trace>
  <inkml:trace contextRef="#ctx0" brushRef="#br0" timeOffset="99837.54">9038 10661 1022 0,'0'0'20'0,"0"0"-16"0,0 0 69 0,0 0 76 16,0 0-57-16,0 0-57 15,0 92-30 1,0-33 116-16,-3-4-26 0,0-4-45 15,3-10-3 1,0-6-18-16,0-8-21 0,0-11-3 16,0-5-4-16,3-8-1 15,0-3-1-15,4 0-11 16,5-11-29-16,6-14-13 16,3-8 21-1,1 1-16-15,-2 4 17 0,-1 11 24 0,2 8 7 0,1 9 1 31,1 0 1-31,-1 3 4 16,2 12 7-16,-5-1-1 0,-1-2 7 0,-1-3 17 16,-5-4-22-16,-2-2-7 31,-1-3 5-31,-3 0 6 16,-3-6 3-16,-3-13 31 0,0-6 7 0,0-1-37 15,-9-2-14-15,-10 1 16 16,2 5-14-1,4 7-7-15,2 7-2 16,7 5-13-16,2 3-59 16,2 0-97-16,0 6-54 0,2 7-141 15,14 0 99-15,8-5-150 0</inkml:trace>
  <inkml:trace contextRef="#ctx0" brushRef="#br0" timeOffset="99990.4">9515 10836 956 0,'0'0'151'0,"0"0"-98"0,0 0 222 16,0 0-124-16,33 86-14 0,-33-58-46 15,0 6-49-15,0 6-38 16,0 4-4-16,-3 5-23 16,-6 6-122-1,-9 4-107-15,-4-1-98 0,-6-2-234 16</inkml:trace>
  <inkml:trace contextRef="#ctx0" brushRef="#br0" timeOffset="100554.33">9060 11471 1088 0,'0'0'82'0,"0"0"-75"16,0 0 128-16,0 0 6 16,0 0-106-16,0 0-29 15,36 93 109-15,-26-42-63 16,-4-2-17-16,-3-2-9 15,0-8-18-15,0-9-2 0,2-10-3 0,-2-9-3 32,1-8 0-32,-1-3-57 15,3-13-37-15,3-14 60 16,6-7-11-16,0-1-64 0,4 2 75 16,-2 11 21-16,4 8 11 15,-5 11 2-15,2 3 24 0,0 0 3 0,-2 14-5 31,2 1 8-31,-1-1 3 16,2-1-4-16,-4-6-14 16,0-2-4-16,-5-5-7 15,-5 0 6-15,-2 0 10 0,1-10 32 0,-4-12 22 16,0-5-27-16,0-5-36 31,-10 3-4-31,-1 1-6 16,4 5-1-16,2 7-36 0,5 5-39 15,0 8-69 1,14 3-85-16,5 0-127 0,1 0-168 16</inkml:trace>
  <inkml:trace contextRef="#ctx0" brushRef="#br0" timeOffset="100820.07">9582 11583 655 0,'0'0'454'0,"0"0"-454"0,0 0 8 0,0 0 142 16,0 0-11-16,91-18-66 0,-80 48-3 16,-7 5-1-16,-4 3-2 31,0-1 13-31,0-6-33 0,-7-9-31 16,7-12 2-1,0-4-6-15,0-6-10 0,0 0 0 16,15 0 1-16,16-9-2 0,12-13 6 15,8-7 2 1,3 4-9-16,-6 1-2 0,-11 15-12 16,-9 9-57-1,-18 1-100-15,-10 25-117 16,-25 7-214-16</inkml:trace>
  <inkml:trace contextRef="#ctx0" brushRef="#br0" timeOffset="101393.36">9048 12422 563 0,'0'0'588'0,"0"0"-588"0,0 0 3 16,0 0 32-1,0 0 80-15,45 106 50 0,-39-62-69 16,-6 5-29-16,0-1-2 16,0-5-14-1,0-8-31-15,0-10-17 0,3-11-3 16,-2-9 0-16,2-3-4 15,2-2-30-15,2-11-22 0,4-19 12 16,8-8-13-16,3 0-45 16,-2 7 48-1,1 11 19-15,-3 9 24 0,-5 8 11 0,3 3 7 0,1 0 18 32,1 14 19-17,0 1 4-15,3 1-18 0,-1-3-10 16,-1-6 3-16,0-5-8 0,-4-2 4 31,4-2-7-31,0-20 11 0,-3-4 8 16,-2-5 0-16,-9 0-8 15,-5 2-8-15,0-1-1 16,-9 0-10-16,-1 5-4 16,2 4 0-16,3 8-44 15,2 7-86-15,3 6-51 16,0 0-48-16,0 10-184 15</inkml:trace>
  <inkml:trace contextRef="#ctx0" brushRef="#br0" timeOffset="101739.32">9636 12574 1140 0,'0'0'129'0,"0"0"-115"16,0 0-4-16,0 0 93 16,0 0 3-16,0 0-84 0,48-20-22 15,-17 20-1-15,-1 0 1 16,-3 0-3-16,-3 7 3 16,-7 10 0-16,-3 5 6 0,-2 1 0 31,0 3 17-31,0 1-3 0,1-1-4 0,1-3-12 15,-1-5 9 1,-7 0-4-16,-3-1-2 0,-3 1 2 16,-8 4 13-1,-14 1 30-15,-6 2 7 16,-2-4-51-16,6-2-4 0,-4-3-4 16,1 1-94-1,-4-3-143-15,-8 4-156 0</inkml:trace>
  <inkml:trace contextRef="#ctx0" brushRef="#br0" timeOffset="102153.28">9263 13191 1484 0,'0'0'0'16,"0"0"-27"-16,-5 83 27 15,5-54 95-15,0-3-7 16,0-5-62-16,2-5-25 0,7-6 0 16,2-8-1-1,3-2-7-15,3 0-41 16,5-4 2-16,0-4 4 0,-6 4 28 0,-2 4 8 0,-2 0 5 31,-1 2 0-31,5 10 1 16,-2 1 27-16,-1-5-10 15,2-2-11-15,1-4 7 0,-2-2-8 16,4 0 0 0,-2-16 6-16,-4-3-3 15,-1 1-1-15,-10-1-5 0,-1 4-2 16,0-1-5-1,-6 3-71-15,-2-2-125 0,4 2-125 0</inkml:trace>
  <inkml:trace contextRef="#ctx0" brushRef="#br0" timeOffset="102378.1">9715 13421 1453 0,'0'0'0'15,"0"0"-32"-15,0 0 32 16,0 0 91-16,0 0 34 16,0 0-92-16,60-3-24 15,-39-3 11-15,-5 6-9 16,-7 0-11-16,-3 21-14 0,-6 11-5 16,-3 5-85-16,-24 5-107 0,-10-2-137 0,-5 1-165 31</inkml:trace>
  <inkml:trace contextRef="#ctx0" brushRef="#br0" timeOffset="102709.5">9318 13874 1494 0,'0'0'19'0,"0"0"-19"16,0 0 0-16,0 74 80 16,0-52-19-16,8-7-46 15,5-5-12-15,8-8-3 0,1-2-18 16,-2 0-60-16,4-8 33 16,-10-1 3-16,-6 4 14 15,-5 5 28-15,-3 0 0 0,0 0 19 0,0 5 8 0,3 10 3 31,2 2 47-15,1-5-17-16,2 0-55 0,1-7-3 16,8-3-2-16,2-2-9 15,8-6-99 1,1-9-73-16,2 0-131 16,0 5-204-16</inkml:trace>
  <inkml:trace contextRef="#ctx0" brushRef="#br0" timeOffset="102922.86">9769 14066 588 0,'0'0'357'15,"49"79"-144"-15,-32-38-96 0,-6-5-39 16,-6-7-34 0,-5-12-38-1,0-8-2-15,-19-8-4 0,-7-1-40 16,2-6-59-16,2-14 0 16,3-4 57-16,5 3 26 15,9 3 16-15,2 3 19 16,3 1 114-16,2-1 52 15,16-5-105-15,12-7-66 16,7-7-14-16,5-8-13 0,0-8-141 0,-8-3-182 16</inkml:trace>
  <inkml:trace contextRef="#ctx0" brushRef="#br0" timeOffset="103719.3">10868 10597 1361 0,'0'0'38'0,"0"0"-15"0,-64 116-7 15,36-53 145 1,7 0 0-16,9-6-86 0,12-11-25 16,0-12-30-16,6-9-4 0,12-9-8 15,3-8-5 1,6-8-2-16,1 0 2 0,0-10-1 16,-4-6 0-16,-7-1 0 15,-9 4 2 1,-8 6-1-16,0 2 4 15,-4 2 7-15,-12 3-6 16,-5 0 4-16,1 0-12 0,6 4-1 0,6 0-26 31,6-4-43-31,2 0-62 16,2 0-122-16,20-16-43 16,4-15-108-16,2-13-269 0</inkml:trace>
  <inkml:trace contextRef="#ctx0" brushRef="#br0" timeOffset="103994.43">11074 10751 1440 0,'0'0'11'16,"0"0"23"-16,0 100 73 15,11-75 40-15,5-5-76 16,10-6-57-16,3-8-10 16,9-6-1-1,2 0 0-15,-3-17-3 0,-2 0-30 0,-10 3 9 0,-10 4-4 31,-8 8 25-15,-4 2 0-16,-1 6 5 0,-2 21 30 16,0 8 0-16,0 9 65 0,-5 3-60 15,-8 3-37 1,-4 8-1-16,0 1-2 16,-3 6-38-16,-2 2-75 15,-8 0-171-15,-6-1-179 16</inkml:trace>
  <inkml:trace contextRef="#ctx0" brushRef="#br0" timeOffset="104379.41">10910 11501 1430 0,'0'0'80'0,"0"0"-74"16,0 0-4-16,-15 104 126 15,11-55 16-15,4-2-97 16,0-4-4-16,0-11-23 16,9-7-8-16,3-12-9 15,2-9-2-15,0-4-1 16,-2 0 0-16,-6-7 4 0,-6-10 0 15,0-2 3-15,-5 2-4 0,-17 6-1 32,-2 8 1-32,-6 3-1 15,2 0 6-15,5 10-8 0,6 0-5 16,11-3 1-16,6-2-42 0,0 0-67 16,21-3-127-16,7-2 78 15,5-15-115-15,2-17-128 16</inkml:trace>
  <inkml:trace contextRef="#ctx0" brushRef="#br0" timeOffset="104642.82">11119 11557 1105 0,'0'0'419'0,"0"0"-406"16,0 0-10-16,0 86 112 0,2-70 30 0,12-1-97 15,4-6-22 1,6-7-20-16,3-2-5 0,7 0 6 0,-2-14-6 31,-4 1 0-31,-6 5-1 16,-13 4-1-16,-3 4 0 15,-6 8-1-15,0 17 2 16,0 11 8-16,0 3 26 0,0 4-27 16,-9 6-3-1,-7 2-4-15,-4 5-28 0,-9 5-91 16,-8-3-185-16,-7 1-194 0</inkml:trace>
  <inkml:trace contextRef="#ctx0" brushRef="#br0" timeOffset="105034.75">10912 12227 1058 0,'0'0'252'15,"0"0"-241"-15,0 0 10 16,0 0 47-16,0 113 117 16,0-60-56-16,4 1-69 0,6-11-9 15,4-10-31-15,4-12-12 16,-3-9-8-16,4-8 1 15,-2-4 2-15,-1-6-3 16,-5-12 0-16,-8-4 3 0,-3-2-2 16,-9 4 2-16,-18 6 1 15,-5 5 0-15,-3 9-4 16,-1 0 8 0,4 7 5-16,9 7-13 15,10 2 0-15,9-3-13 16,4-1-75-16,6-3-115 15,18-8-52-15,7-1-6 0,2-11-173 0</inkml:trace>
  <inkml:trace contextRef="#ctx0" brushRef="#br0" timeOffset="105311.63">11202 12319 1695 0,'0'0'0'0,"0"0"-32"0,0 0 32 16,0 0 90-16,0 0-59 0,0 0-24 0,35 60-6 47,-8-60 1-47,1 0-2 0,-1-10-17 0,-6 3-2 0,-8 4 13 31,-5 3-3-31,-5 3 6 16,-2 18 3-1,2 12 35-15,-3 5 41 0,0 5-35 16,0 4-29-16,-1 3-10 15,-8 1-2-15,-6 2-24 16,0 1-124-16,-6-3-106 16,-4-2-139-16,-7-3-354 15</inkml:trace>
  <inkml:trace contextRef="#ctx0" brushRef="#br0" timeOffset="105669.59">10998 13003 1273 0,'0'0'101'0,"0"0"-92"16,0 0 62-16,0 0 92 15,0 0-67-15,-49 99-20 16,45-58-13-16,4-6-41 0,0-10-13 0,8-9-8 15,7-8 1 1,3-8-1-16,2 0-1 0,-4-12-3 16,-2-6-11-1,-11 0-1-15,-3 3 15 16,-3 4 3-16,-16 2-2 16,-1 6 1-16,-4 3 6 15,6 0-5-15,5 0-3 16,8 0 0-16,5 5-6 15,0-3-78-15,18 0-155 16,9-2 39-16,4-3-71 16,2-14-197-16</inkml:trace>
  <inkml:trace contextRef="#ctx0" brushRef="#br0" timeOffset="105901.54">11202 13062 1490 0,'0'0'27'0,"0"0"-6"15,0 0 5-15,0 0 76 16,0 0-57-16,0 0-28 0,65 27 3 16,-43-27-17-16,-1-4 5 15,-5-4-6-15,-7 3-2 16,-6 5-4-16,-3 0 0 16,0 14 0-16,0 15 0 0,0 9 4 15,-7 0 45 1,-4 1-41-16,-2-1-4 15,-2-1-101-15,-6-3-131 0,-6-1-210 16</inkml:trace>
  <inkml:trace contextRef="#ctx0" brushRef="#br0" timeOffset="106261.56">11003 13487 1429 0,'0'0'149'0,"0"0"-149"16,0 0 0-16,-41 75 82 16,28-23 50-16,3 2-31 15,8-6-78-15,2-7-10 0,0-12-8 0,16-12-5 16,1-11-1-16,2-6 1 0,1-4-5 0,-4-16-27 47,-5-1-7-47,-8 3 17 0,-3 3 20 15,0 5 2-15,-8 5 7 16,-6 0 3-16,3 4 4 16,3 1-12-16,7 0-2 15,1-4-17-15,4-3-103 16,17-9-191-16,10-5-87 15,-1-2-452-15</inkml:trace>
  <inkml:trace contextRef="#ctx0" brushRef="#br0" timeOffset="106477.25">11301 13652 1529 0,'0'0'133'0,"0"0"-133"0,0 0-5 15,0 0 5-15,0 0 34 16,0 0-28-1,78 10-6-15,-44-21 0 16,0 11-20-16,-3 1 6 16,-8 36 14-16,-4 22 6 15,-13 19 26-15,-6 8-15 16,0 1-17-16,-7-9-16 16,-8-18-171-16,-3-15-146 15,0-19-142-15</inkml:trace>
  <inkml:trace contextRef="#ctx0" brushRef="#br0" timeOffset="107774.56">11650 10168 1096 0,'0'0'0'0,"-101"0"-5"0,32-3 5 0,-11-11 5 0,-10-5 4 16,-10-1-1-1,-12 1-1-15,-10 5 4 0,-11 3-2 0,-10 5-5 16,-4 3 4 0,-2 3-7-16,2 0 1 15,1 6 1-15,-1 5 10 16,4 3 1 0,3 2 12-16,10 4 21 0,6 0 0 0,8 3-6 15,8 3-30 1,11 3-10-16,9 3 5 15,6 5 16-15,15 7 17 16,12 15 0-16,12 8-6 16,10 15-5-16,6 18-7 15,3 17 4-15,2 17-15 16,-1 17 1-16,-5 9 6 16,-3 16 4-16,-2 8-6 15,-3 9-8-15,0 3 17 16,-1-7-1-16,9-4-1 0,4-4 0 15,12-8-7 1,6-4 11-16,4-6 4 0,2-13-10 16,0-7-3-16,11-16-10 15,5-17-4-15,7-13-2 16,11-16-1-16,12-9 1 16,15-11-2-16,13-9 1 15,14-8 0-15,12-7 2 0,14-6-1 16,10-6-1-16,15-5 2 0,16-5 1 31,12-6 0-31,18-5 1 16,8-2-3-16,8-2-1 15,9 0 0-15,4 0 2 16,-3-7 12-16,-7-4 4 0,-21 5-14 16,-25 3-4-1,-31 3-1-15,-27 0-3 0,-24 0-18 16,-21 0 4-16,-11 0 16 0,-10 0 1 0,-4 0-2 15,-5-10-3-15,-3-13 2 0,-2-10 4 32,-2-15 5-17,-2-13-4-15,-4-17 1 16,-3-14-2-16,-2-18 0 0,4-15 0 0,1-24 2 0,9-20-4 31,4-27 2-31,3-18-9 16,1-14-12-16,-8-3-21 15,-8 7-22-15,-13 0 22 16,-5 7-2 0,-36 6 7-16,-13 10-17 15,-13 16 17-15,-3 20 14 16,-5 26 23-16,-2 24 11 0,-4 25 12 16,-1 25-23-16,10 24-11 0,13 23-99 15,14 18-69-15,17 6-75 0,14 24-301 31</inkml:trace>
  <inkml:trace contextRef="#ctx0" brushRef="#br0" timeOffset="124609.34">15541 9568 891 0,'0'0'14'16,"0"0"-9"-16,0 0 83 16,0 0 0-16,0 0 8 0,0 0-15 0,-28-79-29 31,26 69 5-31,1 3 10 0,-1 3-3 0,1 3-11 0,-2 1-8 0,3 0-22 31,0 0-15-15,0 2-8-16,0 17 1 15,0 6 11 1,6 11 44-16,-2 3-13 0,1 5-21 16,-1 5 13-16,-2 2 0 15,2 2-7-15,-1-4-1 0,0-4-14 0,1-6-6 31,-1-6-1-31,-1-5-6 16,-2-10 0-16,3-5 0 16,-3-7-1-16,0-2 0 15,0-4-30-15,0 0-15 16,0 0-21-16,0 0-64 0,0-2-54 16,0-13-133-1,-5-4-105-15</inkml:trace>
  <inkml:trace contextRef="#ctx0" brushRef="#br0" timeOffset="125105.24">15787 9501 844 0,'0'0'107'0,"0"0"-106"16,0 0 56-16,0 0 57 0,0 0-32 15,0 0-48 1,-12 17-25-16,-11 8 52 0,-12 6 4 0,-4 2-32 0,-1-3 21 31,6-3-13-31,4-3-24 0,9-5-4 31,7-7 4-31,6-3-13 16,5-4-1-16,3 0-2 0,0 0-1 16,0 2 0-1,10 2 19-15,7 1-1 0,6 0 1 0,9-1 26 0,4 2 7 31,2-3-14-31,1 0-16 0,-3 2-6 0,-6 0-10 32,-6 0-6-32,-3 0-1 15,-5 1-1-15,-6-1-52 16,-1 0-79-16,0 0-63 16,-4-3-6-16,-2-3-110 0,-3-4-262 15</inkml:trace>
  <inkml:trace contextRef="#ctx0" brushRef="#br0" timeOffset="125368.07">15972 9690 973 0,'0'0'224'0,"0"0"-212"0,0 0 112 15,0 0 32-15,0 0-65 16,0 0-50-16,31 11 62 16,-17 23-37-16,-5 6-14 15,1 2-7-15,-1-2-38 16,0 0-7-16,2 0-2 0,-5 1-69 16,-5-3-148-16,-1-4-158 15,0-10-486-15</inkml:trace>
  <inkml:trace contextRef="#ctx0" brushRef="#br0" timeOffset="127713.89">16547 2863 778 0,'0'0'169'0,"0"0"-169"0,0 0 0 15,0 0 0-15,0 0 11 0,0 0 61 31,28-33-1-31,-28 33-17 0,0 0 2 16,0 0-21-16,-9 0-16 0,-9 0-18 16,0 0-1-16,-1 0 8 15,1 0 8 1,2 0-6-16,3 0-8 16,0 0 37-16,3 0 13 15,-2 0-42-15,4 0-7 16,5 0 24-16,0 0-5 15,2 3-15-15,-2 8-7 16,-2 2 5-16,1 9 13 16,-2 6-6-16,2 7 25 15,-1 8-18-15,1 7 13 16,2 9 10-16,-1 4 11 0,3 0-1 0,0 1-14 16,0-4-24-16,0-6-1 31,11-6 3-31,5-3-13 0,3-10 0 15,5-4-3 1,5-6 2-16,0-6 0 0,7-5-1 0,2-6-1 0,8-5-11 0,6-3-94 31,3-11-84-15,8-16-76-16,-2-9-130 16</inkml:trace>
  <inkml:trace contextRef="#ctx0" brushRef="#br0" timeOffset="128097.06">17610 2677 1112 0,'0'0'59'0,"0"0"-59"0,0 0-4 16,0 0 4-16,0 0 2 0,0 0 41 15,123-36 9 1,-65 60 17-16,-4 10-19 0,-4 11-12 16,-12 10-24-1,-11 10-3-15,-13 7 52 0,-12 5-29 16,-2 0-9-16,-18-4 1 0,-15-4-20 15,-6-5-2 1,-5-5-2-16,0-11-2 0,4-10 0 16,3-9-5-16,7-12-42 15,7-6-32-15,6-4-66 16,3-5-65 0,6-2-148-16</inkml:trace>
  <inkml:trace contextRef="#ctx0" brushRef="#br0" timeOffset="129875.82">18731 2783 685 0,'0'0'51'0,"0"0"49"0,0 0 31 31,0 0-9-15,0 0-12-16,0 0-63 15,2-63 18-15,-2 63-2 16,0 0-25-16,-2 0-6 15,-9 3-27-15,-6 16-2 16,-5 9-3-16,2 9 7 16,4 8 8-16,5 4 2 0,5 2 4 15,3-1 14-15,3 0-7 0,0-6-12 32,9-3-7-32,12-5 1 15,0-7-3-15,6-3-3 16,-1-9 0-16,0-5-2 15,1-6 0-15,-2-6 1 0,2 0 2 16,1-11-2-16,6-15 7 16,-1-10-4-16,-3-5-3 15,-7-7 5-15,-6-4-7 0,-8-7-1 0,-4-5 0 32,-5 1 0-32,0 1-9 15,-20 7 3-15,-8 10 5 16,-5 11 1-16,-4 11 0 15,-6 11-1-15,-1 12 1 16,1 0 0-16,6 22 0 16,7 9 0-16,13 3 3 15,9 1-1-15,8 0-2 16,1-1 1-16,23-3-1 0,9-3 3 16,10-2-3-16,5-5 1 15,6-2 6-15,1 0-5 16,-3-2 0-16,-4 3 6 15,-8 3 2-15,-10 1 4 16,-9 2 2-16,-12 4 14 0,-5 1-14 16,-4 1-13-1,0 2 3-15,-3 0 0 16,-9-3-4-16,1-8-2 16,6-6-3-16,4-6-96 0,1-8-66 0,0-3-140 15,10-13 27-15,3-20-239 0</inkml:trace>
  <inkml:trace contextRef="#ctx0" brushRef="#br0" timeOffset="130087.66">19292 2966 1264 0,'0'0'96'0,"0"0"-81"0,0 0-15 0,6 80 89 0,-6-38 25 16,0 1-44-1,0-1-16-15,0-2-37 16,3-5-15-16,3-1 1 0,0-4-3 16,0-4-1-16,1-7-30 15,2-6-97-15,0-8-80 0,4-5-102 16,-2-11-200 0</inkml:trace>
  <inkml:trace contextRef="#ctx0" brushRef="#br0" timeOffset="130467.91">19598 2689 1117 0,'0'0'71'0,"0"0"-65"0,0 0 20 31,0 0 90-15,0 0-55-16,0 0-51 0,13 55 100 16,-5-18-36-16,-4 1-25 0,1 6 28 15,-2 1-26-15,2-1-35 16,-2-1-5-16,2-1-8 15,-2-6-3 1,0-5 0 0,0-4-6-16,0-9-88 0,3-8-80 15,6-9-62-15,0-1-99 16,2-27-233-16</inkml:trace>
  <inkml:trace contextRef="#ctx0" brushRef="#br0" timeOffset="130697.33">19841 2714 1061 0,'0'0'285'16,"0"0"-285"-1,0 0 2-15,0 0 42 16,0 0 77-16,-89 75-43 0,66-49-37 16,10-2-14-16,5-1-13 15,8-1 10-15,0-1-11 16,11 0 4-16,15-2-1 15,10-2-8-15,6-3-2 0,0-2-6 0,0-5 0 32,-4-1-1-32,-3 0-94 15,-9-5-91-15,-3-1-74 16,-8 0-171-16</inkml:trace>
  <inkml:trace contextRef="#ctx0" brushRef="#br0" timeOffset="130903.56">20099 2852 731 0,'0'0'611'0,"0"0"-590"16,0 0-20-16,0 0 118 31,28 77 4-31,-20-52-39 0,-2-1-70 0,0 2-9 16,-2-3-4-1,1-5-1-15,-1-1-16 16,-3-5-123-16,1-4-70 15,-2-8-106-15,0-5-240 0</inkml:trace>
  <inkml:trace contextRef="#ctx0" brushRef="#br0" timeOffset="131379.24">20232 2665 1424 0,'0'0'0'0,"0"0"14"15,0 0-14-15,0 0 78 16,76 102 26-16,-51-66-24 16,1 3-40-16,-4-3-14 0,-4-3-14 15,-2-5-1 1,-2-9-4-16,-1-7-5 16,-2-6-1-16,-2-6 3 0,2-5 6 0,2-20 11 31,0-12-1-31,-6-5-14 15,-5-4-4-15,-2 3 0 0,-2 5-2 16,-9 11-6 0,2 5-14-16,2 12-36 0,4 6-68 15,3 1-61-15,0 3-24 16,0-1-24-16,11-1-99 16,7 0 141-16,4-3-16 15,-2 2 153-15,-4 0 54 16,-7 3 312-16,-3 0-76 0,-1 15-13 0,-1 13 20 31,3 7-11-31,1 3-40 16,-1 3-68-16,5 1-43 15,2 2-47-15,-1 3-27 16,0-1-7-16,-2-1-11 0,-6-1-71 16,-5-1-109-16,-3-6-142 15,-30-5-328 1</inkml:trace>
  <inkml:trace contextRef="#ctx0" brushRef="#br0" timeOffset="131895.19">18856 3571 568 0,'0'0'752'0,"0"0"-752"16,0 0-72-16,0 0 72 0,127-26 25 0,-30 23 49 15,27 0-25-15,22 2-22 16,16-2 12-16,12-2 13 16,3-4-5-1,-1-2-17-15,-2-6-20 16,-3-5-7-16,-8-6 6 0,-14-8-1 0,-18-2 8 31,-19-8 13-31,-24-8 5 16,-22-8-11-16,-23-12 4 0,-22-14-10 15,-21-15-9-15,-5-10-5 16,-38-12-3 0,-24 0-1-16,-27 9 1 0,-34 7-20 0,-32 24-1 0,-33 23 1 31,-29 25 1-31,-17 31 5 15,-8 20 14-15,7 50 3 16,23 43 0-16,40 36 29 16,45 28 24-16,49 14-8 0,44-10-22 15,39-14-9 1,24-26-5-16,43-24-7 16,29-18-4-16,23-14-1 0,17-14-25 15,5-12-109-15,-6-22-120 0,-22-22-241 0</inkml:trace>
  <inkml:trace contextRef="#ctx0" brushRef="#br0" timeOffset="137369.32">12210 10566 950 0,'0'0'75'0,"0"0"-69"0,0 0 18 15,0 0 41-15,0 0 66 16,0 0-42-16,0 0-60 15,0 0-25 1,-59-1-3-16,43 40 27 0,-2 16 5 0,3 7 1 31,5 4 1-31,4-2 23 0,3 0-36 16,3-7 15 0,0-5 9-16,3-8-28 0,16-9 0 15,2-9-14-15,3-5-1 16,-3-7-3-16,4-6 8 15,2-6-6-15,4-2 4 16,1-4 3-16,2-19 3 16,0-9-6-16,-1-9 0 15,-4-7-2-15,-10-6-2 16,-9-3-2-16,-10-5 0 16,0 5-12-16,-12 5-8 0,-16 11 16 15,-9 12-8-15,-9 12 12 16,-8 11-6-16,4 6 3 0,0 16 3 0,9 11 6 31,12 11 13-31,8 5-10 16,13 1-1-16,8-4-3 15,2-3 4-15,23-3-3 16,11-6 2-16,19-4 3 16,6-5 2-16,5-1-3 15,4-4-8-15,-10 3 2 0,-8 1 7 16,-15-1 3-16,-11 1 5 15,-13 0-10-15,-11 0-3 16,-2 2-1-16,0 1 4 16,-12 0-4-16,-3-3-5 15,4-4-20-15,4-4-30 16,4-6-68-16,3-4-103 16,0 0-31-16,6-25-12 15</inkml:trace>
  <inkml:trace contextRef="#ctx0" brushRef="#br0" timeOffset="137579.81">12721 10828 1153 0,'0'0'281'0,"0"0"-281"0,0 0 0 16,0 94 57-1,0-58 88-15,0 5-60 0,0-1-52 16,0 1-21-1,0-4-11-15,0-5-1 0,0-5 0 0,0-5-30 0,0-8-128 0,2-8-64 32,2-6-76-17,1-18-292-15</inkml:trace>
  <inkml:trace contextRef="#ctx0" brushRef="#br0" timeOffset="137796.81">12848 10597 1401 0,'0'0'0'15,"0"0"-6"-15,0 0 6 16,35 77 87-16,-22-43-1 0,-3 7-24 16,1 0-21-1,-4 3-23-15,-2-3-9 16,-5-2-9-16,0-6-1 15,0-6-72-15,0-7-36 16,0-9-100-16,0-11-111 16,0-10-211-16</inkml:trace>
  <inkml:trace contextRef="#ctx0" brushRef="#br0" timeOffset="137996.51">13032 10653 1353 0,'0'0'111'0,"0"0"-103"0,0 0-8 16,0 0 124-16,-75 73-12 0,72-58-97 0,3 1-14 31,0 3-1-31,1 4 24 16,16-3-7-16,4-2-16 16,4-5-1-16,3-5-8 15,5-7-160-15,5-1-109 16,-1-3-210-16</inkml:trace>
  <inkml:trace contextRef="#ctx0" brushRef="#br0" timeOffset="138153.56">13354 10708 1371 0,'0'0'41'0,"0"0"-41"0,0 0 0 15,0 0 19-15,0 0-19 0,0 91-1 31,0-76-120-31,10-7-162 0,1-8-282 16</inkml:trace>
  <inkml:trace contextRef="#ctx0" brushRef="#br0" timeOffset="138422.84">13524 10500 1183 0,'0'0'240'0,"0"0"-240"0,8 94 0 16,2-60 25 0,3-5 76-16,7-2-48 0,5-5-35 15,1-8-1-15,0-8 20 16,0-6-7-16,-1 0-5 0,2-22 1 0,0-8-4 0,1-10-15 31,-1-7-7-15,-3-3 0-16,-5-1-5 0,-5 4-11 0,-7 12-49 31,-7 13-55-31,-6 18-42 0,-25 4-133 0,-17 29-498 0</inkml:trace>
  <inkml:trace contextRef="#ctx0" brushRef="#br0" timeOffset="139367.01">12351 11590 1020 0,'0'0'52'0,"0"0"-42"0,0 0 89 0,0 0 59 16,0 0-16-16,0 0-130 15,-86 32-6-15,62 29 30 16,4 12 18-16,6 2-1 0,8-3-12 15,6-9-2-15,0-10-11 16,11-11-11-16,11-12-7 16,6-9-8-16,3-6 1 0,7-12 2 0,2-3 1 31,2-18 0-31,-2-16 0 16,-2-10-5-16,-9-12-1 15,-14-3-12-15,-14-2-16 16,-1 0-5-16,-22 8 1 15,-12 10 11-15,-8 18 21 16,-6 18 2-16,2 7 15 16,3 22 4-16,10 13 5 15,15 3-6-15,15 1-1 0,3 2-11 0,18-4-4 16,16-3 2 0,12-2 9-16,8-3 0 15,0-2-11-15,4-2 4 16,-6-2-5-16,-10-2 0 15,-11 0 1-15,-11-2-3 16,-11-6-1-16,-8-1-3 16,-1-4-3-16,0-2-16 15,0-4-49-15,0-2-72 16,-3 0-13-16,3-16-82 0,0-18-110 16</inkml:trace>
  <inkml:trace contextRef="#ctx0" brushRef="#br0" timeOffset="139525.15">12770 11869 826 0,'0'0'404'0,"0"0"-397"0,2 87 57 0,-2-53 97 15,0 1 17 1,0 1-54-16,0-1-92 16,0-3-12-16,0-7-18 15,3-1-2-15,6-10-2 16,2-2-78-16,2-6-75 15,2-6-85-15,0-3-112 16,-2-22-329-16</inkml:trace>
  <inkml:trace contextRef="#ctx0" brushRef="#br0" timeOffset="139834.91">13041 11509 1243 0,'0'0'10'0,"0"0"7"0,0 0 85 16,18 78 44-1,-15-32-34-15,0 5 8 0,0-7-75 0,4 0-26 31,-1-4 1-31,1-3-14 0,-2-6-4 0,-1-5-2 16,1-9-2-16,-2-5-62 0,1-7-110 31,1-5-82-31,5-7-33 16,5-26-198-16</inkml:trace>
  <inkml:trace contextRef="#ctx0" brushRef="#br0" timeOffset="140062.85">13314 11581 966 0,'0'0'315'16,"0"0"-303"-16,0 0-12 15,0 0 188-15,-90 81-63 0,56-54-35 0,9-5-52 16,5-8-17 0,14-2-11-16,3-2-10 0,3 1-5 15,0 2 4-15,9 3-1 16,18-2 2-16,3 0 0 15,5-3-6 1,1 0-85-16,-1 1-66 0,-1-5-95 16,-1-4-117-16,-3-3-470 15</inkml:trace>
  <inkml:trace contextRef="#ctx0" brushRef="#br0" timeOffset="140241.7">13552 11754 1188 0,'0'0'160'0,"0"0"-146"16,0 0 61 0,0 0 57-16,8 83-69 0,1-62-28 15,-2-1-32 1,-1-1-3-16,2-4-20 0,0-4-145 0,0-5-95 31,3-6-162-31</inkml:trace>
  <inkml:trace contextRef="#ctx0" brushRef="#br0" timeOffset="140542.09">13767 11543 1268 0,'0'0'0'15,"0"0"0"-15,0 103 11 16,0-62 115-16,0 0-26 15,3-2-56-15,10-5-29 16,3-7-5-16,1-8 0 16,3-7-4-16,1-7 5 15,-1-5 1-15,5-2 8 16,0-21 12-16,2-5-16 16,-5-5-11-16,-8 1-1 15,-8 2-4-15,-6 3-8 0,0 7-46 16,0 9-82-16,-11 9-149 15,0 2-57-15,5 0-186 16</inkml:trace>
  <inkml:trace contextRef="#ctx0" brushRef="#br0" timeOffset="140685.12">14170 11659 1142 0,'0'0'71'16,"0"0"-11"-1,0 77 170-15,0-41-74 0,0 7-65 16,0 6-83-16,-11 3-8 16,-3 7-124-16,-6-5-158 15,-4-7-266-15</inkml:trace>
  <inkml:trace contextRef="#ctx0" brushRef="#br0" timeOffset="142743.4">12739 11970 804 0,'0'0'111'0,"0"0"-109"31,0 0 12-31,0 0 34 0,0 0 52 0,0 0-17 31,-94-15 0-31,82 10-29 16,6 0-1-16,3-3 10 15,3 0-34-15,0-2-22 0,5-1-4 0,19-1-3 16,7 2-8-16,8 4 7 0,-2 6-2 31,-2 1 3-31,-7 26 14 16,-7 12 14-16,-12 11 11 16,-9 5 41-16,0 1 21 15,-17-6-47-15,-2-9 5 16,5-12-32-16,8-10-19 0,4-9-5 15,2-8-3-15,0-2 0 0,0 0 1 0,8 0 0 32,21-15 3-32,11-11 10 15,14-8-9 1,5-3-4-16,-2 2-1 0,-2 1-9 16,-4 5-68-1,-9 5-132-15,-1 5-118 0,-6 0-128 16</inkml:trace>
  <inkml:trace contextRef="#ctx0" brushRef="#br0" timeOffset="143282.32">13684 11751 888 0,'0'0'17'0,"0"0"-16"0,0 0 89 0,0 0 21 16,0 0-26-16,0 0-14 16,-30-37-45-16,30 26-11 0,0 4 39 15,0 2-17-15,0 3 4 16,0 2 0-16,0 0-16 0,0 0-16 15,0 0-9-15,0 25-4 0,0 12 4 32,-3 13 93-32,-5 2-30 15,2-4-3-15,5-10-25 0,1-8-26 16,0-12-1-16,0-7-6 0,6-5 0 31,12-6 6-31,6 0-2 16,9-6-6-16,2-14-20 0,2-9-126 15,1-4-55-15,-4-2-231 16,-1-5 27-16</inkml:trace>
  <inkml:trace contextRef="#ctx0" brushRef="#br0" timeOffset="143647.21">14113 11643 971 0,'0'0'127'15,"0"0"-127"-15,0 0 46 0,0 0 105 0,0 0-76 32,0 0-61-32,0-3-14 15,0 20 0-15,0 10 5 16,0 7 50-16,0-1-20 16,2-1-23-16,10-6 20 0,-5-3-10 0,-1-6 7 31,0-6-6-16,0-1-10-15,-2-2-6 0,6 5 8 16,2 3 20-16,2 5 41 0,3 1-11 0,1-2-29 31,2-1-12-31,2-8 5 16,3-4-17-16,3-6 1 16,4-1 1-16,-3 0-1 0,0-11-11 15,-4-4-2 1,-8-1-13-16,-7 0-103 15,-10 5-225-15,-10 5-320 0</inkml:trace>
  <inkml:trace contextRef="#ctx0" brushRef="#br0" timeOffset="144499.75">12107 12674 937 0,'0'0'34'0,"0"0"-9"0,0 0 109 0,0 0 26 16,0 0-34-16,0 0-95 0,-21 9-21 0,4 41 45 31,3 8 4-31,8-2-24 16,6-6-11-16,0-6 17 0,17-6-17 15,7-8-9-15,2-7-2 0,8-9-3 0,3-12-4 32,4-2 0-17,-1-14 2-15,4-16-2 16,-9-10-4-16,-7-8 2 15,-14-6-4-15,-11-5-19 0,-3-3-7 16,-9 7-8 0,-18 9 9-16,-4 15 13 0,-1 13 8 15,2 13 4-15,7 5-1 16,6 0 2-16,11 10 4 0,4 9-4 16,2 7 1-16,14 7 3 0,19 1 13 31,11-1 7-31,6-2-1 0,2 1 8 0,-1 3 11 15,-11-3-11-15,-9-1-8 16,-14-3 7-16,-4-3-12 31,-11-3-14-31,-2-3-2 0,0-1-1 16,-6-4-2-16,-9-2-1 16,4-5-64-16,2-6-88 0,4-1-57 15,5-7-70 1,0-18-213-16</inkml:trace>
  <inkml:trace contextRef="#ctx0" brushRef="#br0" timeOffset="144822.81">12623 12828 966 0,'0'0'89'16,"0"0"-78"-16,0 0 126 0,0 0-17 0,88-35-70 0,-52 29-11 31,-5 5-12-16,-4 1-9-15,-12 4-6 0,-6 14-9 16,-8 9 33-16,-1 7 62 0,-7-1-17 0,-5-2 3 31,0-3-54-31,3-6-23 16,8-6 3-16,1-3-8 16,0-3 1-16,0-5-2 15,0 0-1-15,-5 3 1 16,-4 5 0-16,-10 5 21 0,-8 2 6 15,-1 1-14-15,5-7-10 0,7-6-3 16,10-3-1-16,6-5-6 16,0 0-80-16,0-2-101 31,6-25-27-31,10-15-421 0</inkml:trace>
  <inkml:trace contextRef="#ctx0" brushRef="#br0" timeOffset="145040.16">13094 12532 1403 0,'0'0'0'0,"0"0"0"0,0 0 52 16,0 0 110-16,35 87-54 31,-24-48-72-31,-3 1-14 0,-2 1-18 16,0-5-2-1,-1-7-2-15,2-5-39 0,0-8-145 0,4-11-95 16,7-5-36 0,0-10-266-16</inkml:trace>
  <inkml:trace contextRef="#ctx0" brushRef="#br0" timeOffset="145256.64">13396 12536 1193 0,'0'0'245'16,"0"0"-234"-16,0 0 32 0,0 0 160 31,0 0-104-31,0 0-65 16,-93 72-18-16,87-64-14 0,6 3-2 15,0-2-2-15,5 1-5 16,17-2 4-16,9-2-15 16,7-6-142-16,2 0-56 0,-1-11-145 0,-2-7-534 31</inkml:trace>
  <inkml:trace contextRef="#ctx0" brushRef="#br0" timeOffset="145473.32">13640 12572 1104 0,'0'0'234'0,"0"0"-209"0,0 0-23 16,0 0 109-16,0 0-64 16,0 0-15-16,71 0-2 15,-43 0-11-15,-1 9-9 0,-5 10-8 0,-11 3 0 31,-10 8 1-15,-1 2 36-16,-19 0 22 0,-10-1-4 16,-6-6-22-16,6-8-27 0,10-9-5 0,10-3-3 31,6-5-64-31,3 0-107 16,0-21-53-16,16-17-380 0</inkml:trace>
  <inkml:trace contextRef="#ctx0" brushRef="#br0" timeOffset="145757.99">13918 12422 1305 0,'0'0'7'0,"0"0"-7"0,0 0 109 0,52 97 14 16,-40-66-55-16,0-1-40 15,3-3-13 1,0-6-3-16,1-8 2 15,-1-5-5-15,0-7 0 16,-1-1 4-16,2-9 31 16,-4-14 18-16,0-9-45 0,-3-4-9 15,-6-2-8 1,-3 3-3-16,0 6-103 0,0 12-120 16,0 8-108-1,0 8-183-15</inkml:trace>
  <inkml:trace contextRef="#ctx0" brushRef="#br0" timeOffset="145953.17">14270 12507 833 0,'0'0'170'15,"0"0"-82"-15,0 0 69 16,0 0-7-16,0 0-6 16,81 67-56-16,-44-57-18 15,0 3-5-15,-5 1-11 16,-10 6-21-16,-13 3-14 0,-9 9 22 0,-15 4-2 15,-31 7-18-15,-13 0-16 0,-11-2-5 32,-3 0-55-32,-4 0-118 15,-9-1-175 1,-8-3-282-16</inkml:trace>
  <inkml:trace contextRef="#ctx0" brushRef="#br0" timeOffset="146610.34">12162 13491 1229 0,'0'0'0'0,"0"0"5"0,0 0 11 0,-39 95 106 16,24-53-13-1,9-1-52-15,6-1-8 16,0-8-38-16,0-5 17 0,15-10-14 15,8-11-6-15,3-6 3 0,7 0 1 32,3-14 3-32,3-17-9 0,-5-7-1 15,-6-11-5 1,-10 0-27-16,-10 3-24 0,-8 3 19 0,0 12 13 31,-8 13 11-31,-1 10 8 0,3 4 32 0,5 4 24 16,1 2-56-16,0 20 6 0,0 10 39 31,1 7 21-31,14-4-44 16,6-3 5-16,-3-3-6 0,3-6-11 15,-5-1-10-15,-2-4-1 16,1-5-1-16,-3-6-95 16,4-7-107-16,7-1-57 15,-1-24-111-15</inkml:trace>
  <inkml:trace contextRef="#ctx0" brushRef="#br0" timeOffset="146829.23">12699 13527 466 0,'0'0'863'0,"0"0"-858"0,0 0-3 0,3 81 120 0,-3-64-7 0,0 1-75 32,7-4-15-32,2-5-22 0,5-1-1 0,4-5-2 31,4-1 1-31,3-1-1 15,-2 1-13-15,1 5-8 16,-5 4 9-16,-2 8 2 16,-1 3-17-1,-3 3-25-15,1-1-93 0,-1-6-97 16,2-11-176-16</inkml:trace>
  <inkml:trace contextRef="#ctx0" brushRef="#br0" timeOffset="147024.91">13518 13275 269 0,'0'0'963'31,"0"0"-963"-31,0 0-10 0,0 0 10 0,0 0 11 0,0 0-11 0,5 77-230 31,-10-71-364-15</inkml:trace>
  <inkml:trace contextRef="#ctx0" brushRef="#br0" timeOffset="149553.24">22585 10357 953 0,'0'0'21'0,"0"0"40"16,0 0 31-16,-38-75 37 15,31 67 0-15,-1 4-88 16,0 4 47-16,-3 0-18 16,-3 18-25-16,-3 20-34 0,-4 14 78 0,9 9-39 31,9-6-18-31,3-6-17 0,6-6 1 0,16-10-4 31,6-5-8-31,4-8 3 0,2-12-1 0,2-7-4 0,0-1 0 0,-2-11 3 31,-4-17-3-31,-6-12 1 16,-5-8-3-16,-11-11-3 0,-8 0-9 31,0-1-5-31,-12 6-1 16,-11 5-4-16,-4 9 11 0,-1 11 6 16,1 6 5-1,5 14-2-15,7 4-1 0,7 5 0 16,4 9-8-1,4 19-11-15,0 10 22 0,12 5 4 16,10 1 1 0,9-2 17-16,5 1-5 15,5 1-3-15,1 0 7 16,-2 0 2-16,-7-3-14 0,-8-4 2 0,-7-5 0 31,-3-5-11-31,-6-8 0 0,-2-6 0 16,-4-5-3-1,-3-2-48-15,0-6-82 0,0 0-26 16,0 0-40-16,0-12-18 16,0-16-282-16</inkml:trace>
  <inkml:trace contextRef="#ctx0" brushRef="#br0" timeOffset="149745.45">23002 10512 974 0,'0'0'102'0,"0"0"-99"16,0 0 8-16,0 0 60 15,0 0 9 1,0 0 11-16,48 39-53 0,-44-35-3 0,-1-4-19 0,-1 0-12 31,-2 0-3-31,0 0 3 16,0 0 1-16,0 0 0 16,0 0-5-16,0-4-47 15,0-9-214-15,0-4-370 16</inkml:trace>
  <inkml:trace contextRef="#ctx0" brushRef="#br0" timeOffset="150411.24">23077 10387 667 0,'0'0'173'0,"0"0"-143"0,0 0 92 16,0 0 7-16,0 0-66 15,0 0 16-15,-17-19-7 0,17 19-32 0,0 0-19 0,0 19-6 32,0 13 29-17,0 12 99-15,0 6-37 0,0 3-45 16,0 2 21-16,2-5-46 16,9-3-21-16,3-9 3 0,7-10-14 0,8-6-3 31,5-10 0-31,6-11 2 0,2-1 0 15,-5-12-1 1,-10-6-1-16,-11-2 1 0,-13 4 9 0,-3-1-3 31,-8 1-4-31,-18 3 5 16,-12 7 5-16,-10 6-1 0,-1 0 0 0,4 2-13 16,10 8 0-16,13 3-8 0,11 5-61 0,3 6-107 31,0 9-104-31,2 5-146 31,-6 1-409-31</inkml:trace>
  <inkml:trace contextRef="#ctx0" brushRef="#br0" timeOffset="151132.42">22631 11531 855 0,'0'0'257'0,"0"0"-237"0,0 0 61 0,0 0 58 16,0 0-45-16,0 0-44 15,-35 79 19 1,25-32-8-16,6 1-28 0,4-2 28 16,0-3 13-16,1-5-29 15,15-6-30-15,4-6-11 0,1-8 2 0,3-7-2 32,1-11-3-17,6 0 2-15,2-16 4 0,1-13-4 0,-4-13-2 16,-7-9-1-16,-10-9-15 0,-10-10-9 0,-3 0-35 31,-3 3 4-15,-18 12 34-16,-4 16-12 0,-5 15 26 15,-4 14 7-15,1 10 5 16,2 0 16 0,5 18 1-16,8 11 7 15,15 5-15-15,3 5 4 0,11 5-2 16,17 1-4-16,11 0 15 15,7 0-1-15,5 3-5 16,-5 0-14-16,-5-3 16 16,-9 0-14-16,-9-5-9 15,-7-6 0-15,-7-10 0 0,-4-10-25 0,-4-8-71 32,-1-6-98-32,0 0 0 15,0-23-80-15,0-10-421 16</inkml:trace>
  <inkml:trace contextRef="#ctx0" brushRef="#br0" timeOffset="151306.37">23080 11760 1216 0,'0'0'80'0,"0"0"-59"0,0 0 126 0,91 80-16 16,-73-54-37-16,-6 2-48 15,-2 0-44-15,-7 5-2 0,-3 2-10 16,-1 4-58-16,-22 4-81 0,-3-1-62 0,-6-9-81 31,1-5-383-31</inkml:trace>
  <inkml:trace contextRef="#ctx0" brushRef="#br0" timeOffset="151757.89">22690 12474 1062 0,'0'0'34'0,"0"0"-15"31,0 0 157-31,0 0 23 15,-56 80-88 1,54-50-35-16,2 0-52 16,2-5-20-16,18-5-2 0,9-9 3 15,4-9 0-15,0-2-5 16,-5-3-2-16,-10-14-67 0,-3-4 8 0,-11-1-5 0,-1 2 14 31,-3 2 39-31,0 8 13 16,0 5 21-1,0 3 27-15,0 2 24 16,0 0-45-16,0 6-27 0,6 14 2 0,6 9 61 16,3 9-36-16,-1 4-18 31,2 2-5-31,1 4-1 0,-1-7-1 16,-1-5-1-1,1-5-2-15,0-9-41 16,1-5-86-16,1-9-112 15,-2-8-218-15</inkml:trace>
  <inkml:trace contextRef="#ctx0" brushRef="#br0" timeOffset="152650.87">25956 10301 775 0,'0'0'147'0,"0"0"-119"16,0 0 139-16,0 0-13 16,0 0-32-16,0 0-70 15,-68 85 47-15,38-28-15 16,3 3-32-16,11-7 9 0,11-9-36 15,5-9-18 1,0-8-5-16,15-7 2 0,2-10-4 16,5-6 0-16,0-4 0 0,2-3 5 31,0-23-5-31,-2-10-13 16,-7-11-35-16,-6-8-16 15,-9 0 21-15,0 2 11 16,0 10 24-16,-6 16 8 15,0 13 3-15,3 11 10 0,2 3 24 16,1 23-37-16,0 23 0 16,0 14 73-16,0 6-34 15,12-2-35-15,6-8 1 16,2-4 14-16,2-6-19 16,0-3-1-16,-1-7-1 15,-2-5-86-15,1-9-113 16,-4-8-128-16,-7-8-149 15</inkml:trace>
  <inkml:trace contextRef="#ctx0" brushRef="#br0" timeOffset="153137.85">26296 10692 968 0,'0'0'129'0,"0"0"-128"16,0 0 6-16,0 0 81 0,0 0 56 16,0 0-49-16,-3-35-90 15,3 37-5-15,0 13 0 16,0 1 13-16,0 0 3 0,0-2-8 15,7-2 13 1,0-1 7-16,-2-4-14 16,-2-4-3-16,1-3-6 15,-4 0 0-15,0 0 11 0,0 0 17 16,0 0 21 0,0-3-8-16,0-9-43 15,0 0-3-15,0 2-1 0,0 4 0 16,0 3 1-16,0 3 2 0,0 0 2 31,0 0 1-31,0 0-2 0,0 0-3 16,0 0-3-16,0 3-13 15,-4 8 1-15,1 6 15 16,3 1 0-16,0-2-3 16,0-1-23-16,0 1-48 15,8-1 7-15,3-1-93 16,1-6-89-16,0-4-239 15</inkml:trace>
  <inkml:trace contextRef="#ctx0" brushRef="#br0" timeOffset="156129.13">15969 3801 487 0,'0'0'130'0,"0"0"-99"15,0 0 30-15,0 0-1 16,0 0 41-16,-86-44-92 0,77 38 116 0,3 1-42 16,0 4-35-1,4 1 4-15,1 0-28 0,1 0-24 16,0 0-9-1,6 0-3-15,22-2 12 0,14-2 0 16,16-6 4-16,14-4-3 31,-1-3 3-31,0-3-4 0,-6 1 0 16,-10 2 0-16,-10 4 0 16,-18 5 1-16,-12 6-1 15,-11 0-1-15,-4 2 0 0,0 0-2 16,0 0 1-16,0 17-5 15,-7 5 7 1,-1 12 4-16,-2 8 1 0,4 8 5 16,5 6 7-16,1 10-9 0,0 12 4 31,13 7 7-31,11 12-13 0,6 2 2 0,4 4-3 31,6 5 0-31,2 16-4 0,2 26-1 0,3 36 11 16,-2 36 41-16,0 28 23 15,-5 25-28 1,-7-4-38-16,-14-16-9 0,-17-30-6 16,-6-46 2-1,-33-34-3-15,-15-35-1 16,-11-27-1-16,-5-22 7 16,-13-21-2-16,-7-21-15 0,-13-19-120 0,-20-15-134 31,-22-29-402-31</inkml:trace>
  <inkml:trace contextRef="#ctx0" brushRef="#br0" timeOffset="156743.09">13460 3739 847 0,'0'0'5'0,"0"0"-2"0,-85-37-1 0,51 36-2 16,-10 1 2-16,-9 0 0 31,-3 0 12-31,-2 9 33 0,4 2 75 16,1 6-98-1,1 7 9-15,2 6-27 0,4 10 2 16,3 8 5-16,3 14-3 16,4 13-4-16,6 20 12 15,6 22 35-15,6 25-15 0,6 44-4 16,3 41-15-1,5 37 10-15,4 31 13 0,4 23-2 16,26 12-10-16,15 1-11 16,7-11-11-16,9-34-5 0,14-37 2 0,14-38-3 31,14-40-2-31,16-27-2 0,11-23-101 0,5-13-89 31,-4-14-155-31</inkml:trace>
  <inkml:trace contextRef="#ctx0" brushRef="#br0" timeOffset="193276.38">17121 15808 554 0,'0'0'16'0,"0"0"-16"32,0 0 2-32,0 0 9 0,0 0 62 15,0 0 9-15,0 0-25 0,-31 0-23 0,31 0-17 31,0 0-2-31,0 0 17 16,0 0 8 0,0 0-5-16,0 0-8 0,0 0 4 15,0 0 2-15,0 0 9 0,0 0 1 16,0 0 0-16,0 0 2 16,0 0-20-16,0 0-8 15,0 0-10-15,0 4-7 16,12 2 9-1,13 0 36-15,5-3-22 0,7 0-6 16,5-3 1-16,1 0 0 16,3 0-8-1,-4 3 9-15,-3-2-12 16,-4 5-3-16,-3-1-3 16,0 4 0-16,1-2 2 15,0 1 1-15,6 0-3 0,2-1 8 0,6 1-4 0,3 0-2 31,-1-2 1-31,0 0 3 16,-1 2-4-16,-2 1 1 16,2-2 4-16,1 0-1 15,2-2-3-15,3 1 9 16,1-4-5-16,3 1 1 16,0-1-3-16,-1-2 3 0,8 0 1 15,1 0-3-15,3 0 1 16,-2 0-3-16,-4 0-3 15,-4 0-2 1,-4 0 1-16,-7 0-1 0,-3 0 1 16,-6 0 0-16,-6 0 0 15,-4 6 2-15,-3 0-1 16,-6 0 8-16,0 0 0 16,-4-1 9-16,-3-2 0 0,-5-1-2 0,-2-2-5 31,-4 0 1-31,-2 0-1 15,0 0 7-15,0 0 1 16,0 0 2-16,0 0 1 16,0 0-9-16,0 0-2 15,0 0-3-15,0 0-4 0,0 0 0 0,0 0-3 32,1 0-2-32,-1 0 2 15,0 0-2-15,0 0 0 0,0-5-33 16,0-4-106-16,-13 3-18 15,-4 0-45-15,-3 0-157 16</inkml:trace>
  <inkml:trace contextRef="#ctx0" brushRef="#br0" timeOffset="196039.03">19581 15899 996 0,'0'0'23'0,"0"0"-23"16,0 0-17-16,0 0 17 16,0 0 23-16,0 0 31 15,-28-20 4-15,28 20-35 0,3 0-22 16,12 0-1-16,10 0 13 16,7 0 22-16,1 0 7 0,3 0-13 31,0 0 2-31,-3 0-7 0,0 0-6 0,-5 0 5 0,-1 0-1 0,-3 1-6 47,0 5 4-47,4 0-4 0,1 0 6 0,5 0 5 15,2 0-5 1,1 1-2-16,3-1 1 0,1 0-15 16,-1-2 10-1,3 1 0-15,1 0-8 0,0-1-2 16,0 0 4-1,-4 1-3-15,2 1 0 0,-2 3-5 16,0-1 0 0,6 2 1-16,5 1 2 0,2 1-4 0,5-1-1 15,-2-1-1 1,-2-1 1 0,-2-2 1-16,5 0 0 15,3 1-1-15,2-1 1 0,6-1 1 16,-6-2-2-16,-2 4-2 0,-2-1 2 0,-3 1 0 31,0 0 3-15,0-2-2-16,-1 2-1 0,0-1 1 15,0-3 0-15,4 1 1 0,4-1 0 16,7 0 4-16,10 1-6 0,2 0 3 0,-1 0-3 31,1 0-2-31,3 2 0 16,-4 0 2-16,2 1 0 15,0 2-3 1,-1-1 1-16,1 1 2 0,3-1 0 0,1-2 4 0,2 2-4 31,2-1 0-31,1 2 1 16,0-1 4-16,-3-1-5 16,-6 1-1-16,-2-1-3 0,1-1 3 15,1 0 1-15,5-2-1 16,2-3 1-16,1 0-4 15,5-2 4-15,2 0 1 0,2 0 1 0,-2 0-1 32,2 0 1-32,-2 0 0 15,-1-2 0 1,-1 0-2-16,-1-2-4 0,-1 3 3 0,3-2 1 0,-1-1-6 31,-1 0 5-31,-1 0-2 16,-2 0-10-16,-5-2 0 15,0 2 3-15,2-3 1 16,3-1 4-16,5 0 5 0,1-2-3 16,-2-1 0-1,0-2-1-15,-5-1 3 16,0-3 0-16,-7 1-2 16,-3-7 3-16,-4 0 0 15,-3-6 1-15,0-6 0 0,1 0-2 0,-3 0-15 16,-4 4 12-16,-4 0-2 0,-4 0 6 0,-4 2-1 31,-3-3 1-31,-5-3 0 16,-1-2 0-1,-3-2 0-15,-2-4-4 0,2 0 4 16,-1-3-1 0,-3 2-2-16,-4-1-4 0,-11 0 5 15,-8-5 1-15,-8 0 0 16,-8-3 1-16,0-3 0 0,-12 1 1 15,-16-2-1-15,-5 1 0 32,-5 2 0-32,1 0 1 0,2 0-1 0,3-1 1 15,1 8 12-15,0 3-12 32,-4 5 15-32,-8 4-11 0,-11 3 2 0,-9 1-4 15,-11 3-3-15,-8 1-3 16,-8 1 2-16,-5 4-1 15,-4 1 0 1,1 4 2-16,4 1 0 16,3 0 0-16,6 4 0 15,1 0 2-15,2 3-1 16,2 0-1-16,-8-1 2 16,-6 3-1-16,-6 1-1 0,-5 2-1 0,1 3-2 31,-2 0 2-31,0 1 1 0,-1-2 1 0,1 0-1 0,1 1 1 31,8 0 0-31,2 1 3 0,2-2-2 0,5 2-2 31,0 0 3-31,6 0-3 16,-1 0 0-16,-2 0-2 16,1 0 2-16,-4 0-1 0,1 0 1 15,3 0 0 1,-3 0 0-16,0 0 0 0,-2 0 0 15,-2 0 3 1,-3 0-2-16,1 3-1 0,1-2 1 0,4 1-1 0,7 0 0 31,5-1-2-15,-1 2 1-16,-1 1 0 0,-4 2 1 16,-4-2-1-16,-2 2 1 15,-3-1-1 1,2 1 1-16,3 0 4 0,5-2-4 15,3 4 0-15,3 1 1 16,-2 0 2-16,2 1-3 16,3 0-4-16,3 2 3 15,-2-1 0-15,-1 1 0 16,-5-3 0-16,-3 0-1 0,0-3 2 16,-4 0 0-1,-1 1 1-15,0-1-1 0,3 2 1 16,4-4 2-16,0 4-2 0,1 0-1 31,-3 1 2-31,2-2-3 16,1 2 1-16,3 0-2 0,0 1 0 15,-1-1 1-15,-2 1 1 0,2-2-1 0,3 1 1 16,1-3 0-16,2 2-1 0,1 1 1 0,-1 3 0 31,1 1 0-31,0 1 0 31,1 5 0-31,4 1 2 0,-1 1-3 0,2 3 3 32,0 3-4-32,4 0 2 0,5-1-2 15,3 2 2-15,0 1-1 0,3 2 0 32,0 3 0-32,2 0 0 15,0 3 1-15,5 2-1 16,2 7 0-16,4 5 0 0,9 2 1 15,5 4 0-15,8 4 0 16,4 4 2-16,5-1 5 0,3 6 3 16,0 2 2-1,0 1 1-15,16 3 8 16,12 5 9-16,13 0 6 0,12 0-1 16,14-6-12-16,17-14-2 15,16-17-6-15,25-19-1 16,21-15-6-16,17-10-5 0,8-3-3 31,-5-17-131-31,-12-9-226 0,-26-10-780 16</inkml:trace>
  <inkml:trace contextRef="#ctx0" brushRef="#br0" timeOffset="200423.31">18377 12137 954 0,'0'0'14'16,"0"0"-13"-16,0 0-1 15,0 0 3-15,0 0 76 16,0 0 12-16,0 0-28 0,31-69-49 15,-18 73-14 1,9 22 0-16,14 13 23 0,14 15 8 16,16 21 21-16,13 18-7 15,14 22 3 1,8 14 18-16,5 4-33 0,4 6-4 16,4-11 19-16,10-9-10 0,5-5-14 31,4-10-7-31,0-8-17 15,-10-7-2-15,-12-6-14 0,-14-7-139 0,-16-5-94 16,-20-10-29 0,-16-18-447-16</inkml:trace>
  <inkml:trace contextRef="#ctx0" brushRef="#br0" timeOffset="201047.48">21958 12035 1003 0,'0'0'44'0,"0"0"-43"0,0 0 1 0,-80-82 27 0,58 80 65 31,-4 2-27-31,-9 32-45 16,-5 24 25-16,-9 26 19 0,-19 24 10 31,-15 17 7-31,-20 17 2 0,-16 3-36 0,-2-4-22 16,2-1-19-16,15-14-4 16,23-11-4-1,22-14-9-15,28-20-66 16,27-14-63-16,8-16-79 15,37-20-39-15,21-21-184 16</inkml:trace>
  <inkml:trace contextRef="#ctx0" brushRef="#br0" timeOffset="201516.56">24881 11915 789 0,'0'0'218'0,"0"0"-218"0,0 0 9 0,-33 89-9 0,-2-24 41 15,-8 13 52 1,-6 18 24-16,-6 11 8 16,-5 11-20-16,-3 11-28 15,-4 1-3 1,0 0-54-16,2-4-19 0,8-14-1 0,6-8-2 0,12-13-2 0,15-17 1 31,15-17-52-31,9-13-68 0,14-18-87 0,23-24-136 31</inkml:trace>
  <inkml:trace contextRef="#ctx0" brushRef="#br0" timeOffset="202032.64">27640 11976 850 0,'0'0'271'0,"0"0"-271"0,0 0-50 0,0 0 50 0,0 0 4 16,-84 110 41-16,41-55 46 15,-5 16 0-15,-3 12-6 16,2 9 27-16,0 6-31 0,5 0-22 0,7-7-47 31,10-7-11-31,9-11-1 0,9-15 0 0,9-8-9 0,0-12-90 0,21-12-61 47,25-19-42-47,18-7-142 0</inkml:trace>
  <inkml:trace contextRef="#ctx0" brushRef="#br0" timeOffset="202341.86">29400 11743 574 0,'0'0'772'15,"0"0"-772"-15,-17 86-41 16,8-18 41-16,-7 10 17 0,-2 8 22 0,-7 0 13 15,-1 0-13 1,1-3-28-16,4-3-6 16,2-5-4-16,10-5-1 0,7-4-70 15,2-9-90-15,14-14-96 16,19-17-251 0</inkml:trace>
  <inkml:trace contextRef="#ctx0" brushRef="#br0" timeOffset="202647.38">31378 11558 1237 0,'0'0'19'16,"0"0"-19"-16,-1 106 0 15,-17-33 46-15,-3 12 32 16,-6 7-9-16,0 0-44 0,3-2-11 16,4-7-13-16,4-6-1 15,7-11-20 1,8-5-90-16,1-11-47 0,10-12-35 0,19-18-93 15</inkml:trace>
  <inkml:trace contextRef="#ctx0" brushRef="#br0" timeOffset="202849.11">32546 11736 1762 0,'-37'73'36'16,"-5"18"-36"-16,0 3 0 31,-1-6-1-31,0-4-18 0,-4 3-58 0,-2-1-121 16,-3-6-151 0,1-9-257-16</inkml:trace>
  <inkml:trace contextRef="#ctx0" brushRef="#br0" timeOffset="204140.88">16811 17074 1046 0,'0'0'76'16,"0"0"-76"-16,0 0 0 15,0 0 12 1,0 0 25-16,0 0-20 0,0 0 27 16,114-31-5-16,-61 12-8 0,-2 1 1 15,-6 3-12-15,-7 5-6 0,-7 6-8 31,-6 4 3-31,-5 0-6 16,-4 4 3-16,-2 17-3 16,-8 8 14-16,-6 8 15 0,0 12 20 0,-23 2 23 31,-10 5-7-31,-3 3-16 16,0-5 0-16,4-7-17 15,7-7-7-15,10-12-15 0,7-12-10 0,4-5-2 31,4-7 0-31,0-1 0 0,14-3 1 16,12 0 3 0,13 0 1-16,10-16-1 0,10-3 1 15,8-5 1-15,-3 1 4 0,-3-1-6 16,-7 3-5 0,-8 3-2-16,-9 2-4 0,-8 1-68 15,-7 3-88 1,-7 2-53-16,-3 1-69 15,-3-3-135-15</inkml:trace>
  <inkml:trace contextRef="#ctx0" brushRef="#br0" timeOffset="204384.97">17894 17077 1289 0,'0'0'14'15,"0"0"-2"-15,0 0 20 0,0 0 59 0,0 0 21 16,18 78 24-16,-18-31-58 16,-2 12-33-16,-8 3-1 15,2 1-28 1,2-7-11-16,6-6-5 0,0-11 0 16,0-9-7-16,0-10-64 0,16-8-96 31,7-12-52-31,10-4-90 15,8-27-691-15</inkml:trace>
  <inkml:trace contextRef="#ctx0" brushRef="#br0" timeOffset="204807.7">19214 16808 1247 0,'0'0'46'0,"0"0"-46"0,0 0 0 15,0 0 46-15,0 0-27 16,0 0 10-16,120-41 16 0,-68 41-6 15,-3 0-13-15,-10 20 8 16,-11 11 1-16,-15 9 7 0,-11 8 30 31,-2 4 14-31,-12 2-18 0,-9-2 1 16,0-4-21-16,5-11-13 0,9-9-15 31,7-10-13-31,0-7 0 16,10-5-5-16,17-6 0 15,16 0 1-15,11-20-3 16,11-10-11-16,6-6-95 0,0-3-109 16,-1 2-164-1,-9 4-129-15</inkml:trace>
  <inkml:trace contextRef="#ctx0" brushRef="#br0" timeOffset="205049.45">20197 16964 1289 0,'0'0'87'16,"0"0"-57"-16,0 0-27 16,96 15 154-16,-72-1-27 0,-9 8-41 15,-2 6-24 1,-8 5-11-16,-5 0-8 0,0 0-16 16,0-7-5-16,0-4-13 0,0-7-12 15,0-5 0-15,9-6-1 0,16-4-17 0,14-7-70 47,19-22-124-47,15-12-140 0,12-15-152 16</inkml:trace>
  <inkml:trace contextRef="#ctx0" brushRef="#br0" timeOffset="205362.41">21215 16746 1113 0,'0'0'251'16,"0"0"-251"-16,0 0 0 0,0 0 18 16,97-87 82-16,-57 77-56 0,5 8 19 0,-6 2 1 31,-6 12-12-31,-11 18-18 16,-10 10-1-16,-9 6 51 15,-3 3-22-15,0 0-28 16,-9-4-4-16,-2-5-1 15,1-11-15-15,9-5-3 16,1-12-8-16,0-4 0 16,20-5-3-16,13-3-2 0,13-10 0 15,8-17-40 1,9-10-86-16,3 1-112 16,2 5-118-16,-2 7-70 0,-7 13-56 0</inkml:trace>
  <inkml:trace contextRef="#ctx0" brushRef="#br0" timeOffset="205641.68">22106 16861 1076 0,'0'0'49'0,"0"0"-40"0,0 0 162 0,0 0-39 31,0 0-30-15,0 0-21-16,64 20-9 0,-49-9-31 16,1 3-13-1,-2 4-4-15,2 4 6 0,1 5-8 0,2 2-12 31,3 0-4-31,5 2-3 0,3 0 1 16,1-1 0 0,2 1 7-16,-6 1 12 15,-11 1 21-15,-13 3-14 0,-3-1 2 16,-26-1 0-16,-18-4-21 0,-9-7-11 16,-3-6 0-1,5-7 0-15,8-8-26 16,14-2-88-16,6 0-151 0,5-16-214 15</inkml:trace>
  <inkml:trace contextRef="#ctx0" brushRef="#br0" timeOffset="209271.76">18891 10653 845 0,'0'0'60'16,"0"0"-60"-16,0 0 0 16,0 0 4-16,0 0 18 0,0 0 20 15,-96-9 15-15,54 6-36 16,-13-1-14-16,-8-1 3 15,-2 1 6-15,-1-2 21 16,3 2 17-16,2-2-13 0,2 2-23 0,-3 4-6 31,0 0 4-31,-4 0-1 16,0 2-8-16,-2 9 0 0,-1 3 1 16,-1 4-2-16,0 5 4 15,0 7 3 1,7 5 11-16,7 7-3 15,9 12 10-15,7 8 9 16,1 10-10-16,3 13-4 16,-1 9 13-16,-2 11-3 15,-5 12 8-15,0 5-1 0,1 3-11 16,7-1 6 0,8-11-11-16,10-10-9 15,10-13 2-15,8-17-14 0,0-11-4 0,21-13-2 0,6-9 0 31,8-5-2-31,8-10 2 16,8-4 0-16,11-6 0 16,14-1 4-16,7-6-3 15,9 0-1-15,9-5 3 16,4-3-2-16,10 0 2 16,7-19 2-16,2-5-3 15,1-5-2-15,-6-5-1 0,-12-4 0 16,-12-4 1-1,-12-6 0-15,-14-10 1 0,-12-13 1 0,-13-10 0 32,-12-13 1-32,-16-12 0 15,-14-9 0-15,-2 0-2 0,-18 5-1 16,-12 10-1-16,-2 14 1 16,0 11 0-16,5 16-2 15,3 12-39-15,5 15-76 16,8 12-90-16,4 10-90 0,5 8-384 15</inkml:trace>
  <inkml:trace contextRef="#ctx0" brushRef="#br0" timeOffset="210269.19">22024 10776 798 0,'0'0'88'0,"0"0"-85"0,0 0-2 0,0 0 40 0,0 0 53 16,0 0-17-16,-58-14-72 0,-8 19 2 0,-18 10 13 31,-10 3-2-31,-6 1 11 16,-1-2 10-16,-2-2 20 16,3-2-34-16,4-5 2 0,10-1-15 15,8-3 15-15,14 2-1 16,12-2-4-16,12 2 5 0,10 5-13 15,6 15-3 1,5 20-11-16,5 26 6 16,2 27 29-16,2 26 6 15,-1 22 6-15,-5 4-12 16,-2-1-8-16,-1-12-9 16,8-22-14-16,9-15 2 0,2-18-1 15,17-21-2 1,13-17-1-16,6-17 0 0,4-17-1 15,9-11-1-15,14-4 0 16,14-23-1 0,16-9-18-16,16-3-6 15,10 4 5-15,7 7 14 0,1 12 6 16,0 7 1 0,0 8 0-16,-7 1 4 0,-5 0-5 15,-8 0-4-15,-10-3 3 16,-6-11 0-16,-8-8 1 15,-12-13 0-15,-10-9 4 0,-12-14-1 0,-10-15 5 32,-14-13-4-32,-14-16-3 15,-11-8 4-15,-2-3-5 16,-22-1 2-16,-8 8-2 0,-4 8-1 0,-2 8 0 31,3 17 0-31,6 14-24 0,8 19-86 0,11 15-78 0,4 15-97 0,6 10-196 31</inkml:trace>
  <inkml:trace contextRef="#ctx0" brushRef="#br0" timeOffset="210477.76">25398 11125 519 0,'0'0'0'0</inkml:trace>
  <inkml:trace contextRef="#ctx0" brushRef="#br0" timeOffset="211329.13">25376 10764 973 0,'0'0'0'16,"0"0"-7"-16,-115-11-9 0,63 11 13 16,-14 0 3-16,-5 0 14 0,-13 0 11 0,-11 4 14 31,-8 7-34-31,-9 4 3 16,-9 3-3-1,3 3 4-15,2 0-1 0,4-2 3 0,7-2 5 0,11 3-10 31,5-3 0-31,11 1 15 0,14 1 15 0,13 2 11 32,10 4-13-32,9 8-15 15,9 10 22-15,6 14-6 0,4 12-16 0,5 19 1 32,2 17 19-32,-1 15-2 15,-5 6 14-15,-3-2-37 0,0-12-8 16,3-19-1-1,9-21 0-15,3-16-5 0,3-16 0 0,18-11 1 32,3-8 2-32,13-11 1 15,9-10-4-15,19 0 3 0,16-18-3 16,18-6-15-16,11-1 8 0,11 3 0 16,10 1 2-1,5 6 5-15,3 9 2 16,1 2-2-16,-4 1-4 0,-6 0 1 0,-5 0 1 31,-10-3 2-31,-13-2 1 16,-13-6 0-16,-14-7-1 15,-13-11-5-15,-8-12 0 0,-8-18 4 16,-7-15 2-16,-8-23-1 16,-10-13 0-16,-13-4-8 15,-8 1 8-15,0 5 0 16,-21 10-1-16,0 7 0 0,-2 10 1 0,3 14 0 31,2 13 0-31,1 18-2 16,8 14-87-16,9 13-92 15,9 9-115-15,36 3-586 0</inkml:trace>
  <inkml:trace contextRef="#ctx0" brushRef="#br0" timeOffset="212036.39">28102 10804 1177 0,'0'0'36'0,"0"0"-36"0,0 0-11 16,0 0 11-16,-131-29 3 16,46 29 16-16,-20 7 5 0,-17 8-10 0,-10 2-11 0,2-3 2 0,11 1 29 31,9-2 8-16,7-2-23-15,9-3-12 16,1-2-7-16,11 0 0 16,14-4 1-16,11 4 1 15,17-2 3-15,11 3 9 16,13 3-8-16,4 11-6 0,4 13-3 0,-2 20 3 31,4 18 34-31,-3 17-14 0,-2 12 18 0,-5 12 0 16,-4 1-4-1,-2-8-17-15,2-8-8 16,5-11-5-16,7-12 2 16,8-9-4-16,0-9 0 15,21-11-1-15,14-9 3 0,11-9-3 0,14-5 0 32,11-8 1-32,7-5-1 15,11-3 1-15,8-5-2 16,6-2 4-16,0 0-4 15,3-20-5-15,-2-10 5 16,-1-7-4-16,-9-10 4 16,-9-10 1-16,-13-9 1 0,-12-9 4 15,-16-8-2-15,-17-11 4 16,-16-3 11 0,-11-3-5-16,-9 4-7 15,-23 9-7-15,-11 13 0 16,-8 13-8-16,-8 17-38 0,-10 17-67 0,-5 13-153 15,-5 8-199 1</inkml:trace>
  <inkml:trace contextRef="#ctx0" brushRef="#br0" timeOffset="214346.74">31272 15637 996 0,'0'0'200'0,"0"0"-188"0,0 0 16 31,0 0 127-31,0 0-37 0,-101-71-59 0,79 67 22 31,5 3-23-31,5 1-20 0,8 0-15 16,4 7-14-16,0 13-7 15,11 11 7-15,19 6 15 0,14 1-6 16,9 3 4 0,4-2 2-16,-2 2-1 15,-6-1-8-15,-14 1-2 16,-14-1-5-16,-14 1 5 0,-7-1-4 15,-7-2 0-15,-23-4 1 16,-6-5-7-16,-6-9-3 0,3-8 1 16,1-10-3-1,0-2-21 1,-2-14-76-16,3-19-91 0,2-17-155 0,4-7-218 16</inkml:trace>
  <inkml:trace contextRef="#ctx0" brushRef="#br0" timeOffset="214516.84">31205 15705 1421 0,'0'0'44'0,"0"0"-39"0,126-28 75 16,-73 13 47 0,-4-2-110-16,-7 1-17 15,-5-1-13-15,-4-2-114 16,-1 2-104-16,-7-5-117 0,-7 1-364 15</inkml:trace>
  <inkml:trace contextRef="#ctx0" brushRef="#br0" timeOffset="214711.14">31806 15333 1330 0,'0'0'4'0,"0"0"4"0,0 0 135 16,27 85 6-1,-27-38-29-15,0 6-53 0,0 0-33 16,0 1-19-16,0-5-13 16,0-5-2-1,1-7-22-15,7-8-136 16,4-9-158-16,3-12-128 16</inkml:trace>
  <inkml:trace contextRef="#ctx0" brushRef="#br0" timeOffset="-214507.79">32155 15464 704 0,'0'0'575'15,"0"0"-571"1,0 0 17-16,93-46 175 16,-82 68-115-16,-11 21-1 15,0 17 35-15,-19 8-33 0,-9 1-27 0,0-4-7 31,9-12-28-31,11-11-2 16,8-13-10-16,9-11-1 16,28-12-3-16,23-6 2 0,19-16-6 15,12-18 0-15,1-5-12 0,-13 1-95 16,-19 3-191 0,-27 9-191-16,-32 9-379 15</inkml:trace>
  <inkml:trace contextRef="#ctx0" brushRef="#br0" timeOffset="-212429.17">32500 14958 937 0,'0'0'71'0,"0"0"-66"16,0 0 13-16,0 0 45 15,-85-29-14-15,37 29-32 16,-10 0-7-16,-11 0-6 15,-8 7 7-15,-7 3 0 0,-5 2 1 16,-4 2-3-16,1-2-2 16,4 2 6-16,1 0 8 15,5-1-9-15,6 3 8 16,3 5 7-16,5-1-10 16,5 4 5-16,9 1 6 15,6 5 8-15,8 5 2 16,8 3-20-16,6 5 11 15,2 3-4-15,2 5-6 0,-1 7 5 16,-2 7 8-16,-2 4-4 16,0 4-1-1,-1 2-8-15,1-1 3 0,3 1 2 16,3-2 10-16,3-4 8 16,6-5-21-16,5-2 4 0,4-2-5 0,3-5-2 31,0-3-5-31,0-5 0 0,15-6-3 15,8-6-6-15,9-4-4 0,7-7 2 32,11-6-2-32,7-8 2 15,15-8-4-15,9-2 1 0,11 0 0 16,11-10-4-16,3-6-2 16,10 1 2-16,6-1 5 0,13 0 2 31,3 2 1-31,0 1-3 0,0 6-2 15,-11 2 0 1,-4 5 0-16,-13 0-1 0,-9 0 6 16,-10 0-3-1,-16 0 0-15,-12 0-1 0,-11 0 1 16,-10 0-2-16,-11 0-1 16,-9-2 2-16,-9-2 2 15,-6-3-1-15,-7-4 1 0,0-3 9 16,0-6-9-1,0-3-2-15,-10-3 0 16,5-5 1-16,0-2 0 0,4-3-2 16,1-5 2-1,-2-1 0-15,2-10-1 16,0-7 1-16,0-8 0 16,0-12 0-16,0-7-1 15,8-7 2-15,-2-7-1 16,0 0 2-16,-3 5-2 0,-3 5 1 15,0 17 0-15,-24 10 0 0,-21 9-1 16,-26 15-2 0,-41 9-29-16,-46 4-249 15,-60 0-841-15</inkml:trace>
  <inkml:trace contextRef="#ctx0" brushRef="#br0" timeOffset="-198303.89">27675 2475 641 0,'0'0'96'16,"0"0"-30"-16,0 0 15 0,-85-56-29 15,72 43 90-15,5 3-57 0,4 3 47 0,1 4-53 47,3 3-18-47,0 0-61 0,12 3-23 16,22 14 18-16,17 5 5 0,14 1 6 16,14-3-5-1,12-8 1-15,14-5 2 0,11-7-1 16,16 0 5-16,14-19-7 15,10-14 1 1,6-9-2-16,-3-9-1 16,-10-12 1-16,-7-12 2 15,-9-17 2-15,-11-14 2 0,-13-11-6 0,-24-10 1 32,-25-5-1-32,-22 1 0 15,-24 6 0-15,-14 14 0 0,-27 8 1 0,-41 5-1 16,-49 9-5-1,-44 7-6-15,-52 13-4 0,-49 17 3 16,-28 20 6-16,-13 18 6 0,9 14 5 31,24 31-4-31,33 28 9 0,40 18 10 16,38 15 2-16,42 7 1 16,41 1-1-16,35 2 1 15,32 5-2-15,11 6 14 16,34 4 0-16,20 0-25 0,18-1-9 31,14-7-1-31,7-4 0 16,-1 0-8-16,-4-4-86 0,-13-5-79 15,-19-14-162-15,-25-17-328 0</inkml:trace>
  <inkml:trace contextRef="#ctx0" brushRef="#br0" timeOffset="-196191.61">31866 2966 1055 0,'0'0'18'0,"0"0"-18"31,0 0-14-31,0 0 14 16,7-84 32-16,-7 73 74 15,-20 4-69-15,-15 1-32 0,-14 6-5 0,-16 0-1 32,-9 0 1-32,-8 0 0 15,-6 0 0-15,-7 4 0 16,-7-2 1-16,-7 1-1 0,-3 1 0 15,2-1 0-15,6 0 2 16,10 2-2-16,7-2 0 16,9 1 1-16,4 2-1 15,2 1 0-15,-1 0 0 16,5 5 0-16,3 2 11 0,9 4 10 16,9 2-5-16,11 2-8 15,7 6 3-15,8 3-4 16,7 11 6-16,6 8 5 15,6 11 8-15,2 8 28 0,0 7-9 32,15 4-7-32,-2 1-3 0,5 5-9 15,-4 9 6-15,2 3 11 16,-1 6-31-16,0 2 8 16,-2-1-2-16,-2-3 10 15,-4 0-19-15,-5-6-5 16,-1-6 1-16,-1-9-2 15,3-8 1-15,3-10 3 16,2-6-4-16,7-11 1 0,0-9-4 16,4-12 2-1,3-7-2-15,2-11 4 16,8-4 0-16,5-3-2 16,3 0 2-16,9-8 1 0,1-5-4 0,6 0 1 0,10 0 0 0,11-2 1 31,9 0-1-16,9-2-4-15,2 1-1 16,3-2 2-16,1 0 0 16,4 5-4-16,-5-1 3 15,-5 0-3-15,-5 3 1 16,-8 0 1-16,-9 5 2 16,-7 3-2-16,-10 0 3 0,-1 2 1 15,-7 0 2-15,-2-3-3 16,-4 2-1-16,-7-3 0 15,-7 1-3-15,-3-2 3 0,-4 2 1 0,-6-6 1 32,1-1 0-32,-7-4 1 0,0-5-1 15,-1-1-1-15,2-1 1 0,-2 1-1 32,-2-1 3-32,1-3-2 15,2-3-1-15,-1-5 0 16,2-6-1-16,2-5 1 0,-3-3 0 15,-3-8 0 1,-3-3 2-16,-1-4-1 16,-2-3-1-16,0-4 1 0,0-5 0 15,0-9-1-15,8-13-1 16,4-7 1-16,9-6-1 0,0-1-3 0,3 3 1 31,-3 3-1-31,-9 4 1 16,-8 5-8-16,-4 13 8 15,-15 11 3-15,-25 14 0 0,-25 16-5 0,-31 11-17 32,-34 16-66-32,-39 14-88 15,-38 0-174-15</inkml:trace>
  <inkml:trace contextRef="#ctx0" brushRef="#br0" timeOffset="-193974.12">31432 5720 928 0,'0'0'5'16,"0"0"-2"-16,-87-72-3 15,50 52 41-15,-11 3 38 0,-10 9-33 0,-9 8 15 16,-5 4-29-16,-1 25 8 15,3 16 10 1,1 16-20-16,2 19 14 0,-1 12 11 16,7 8-8-1,11 4-6-15,13 6 15 16,15-4 17-16,15-4-39 16,7-10 3-16,30-15-13 15,27-8-7-15,27-14 11 16,16-14 19-16,21-19-23 15,10-17-18-15,5-6 0 0,0-34-1 16,-9-15 3-16,-17-14 7 16,-19-11-3-1,-24-8 0-15,-23-11 0 0,-22-4-5 16,-22 1 4-16,-8 7-5 16,-39 9 3-16,-27 15-9 15,-23 14-2-15,-18 21-40 16,-12 17-89-16,2 14-135 0,14 12-148 0,15 15-604 31</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1-04T07:13:11.256"/>
    </inkml:context>
    <inkml:brush xml:id="br0">
      <inkml:brushProperty name="width" value="0.05292" units="cm"/>
      <inkml:brushProperty name="height" value="0.05292" units="cm"/>
      <inkml:brushProperty name="color" value="#FF0000"/>
    </inkml:brush>
  </inkml:definitions>
  <inkml:trace contextRef="#ctx0" brushRef="#br0">13049 738 747 0,'0'0'293'0,"0"0"-287"0,0 0-5 16,0 0 14-16,0 0 20 15,0 0 26-15,-97-46-36 0,59 36 1 16,-1-1-23-16,-7 0-2 16,-5-1-1-16,-1-5 2 0,-8-1-2 31,-4-7 0-31,-9-3 0 0,-12-5 0 0,-9-3 2 0,-11-4 1 0,-14-8-2 31,-12-3-1-31,-6-1 18 16,-8 3-14-16,3 4-1 15,-3 3-1-15,-7 4 1 16,-6 0-1-16,-9 6-2 31,-11 7 1-31,-7 9-1 0,-14 7 0 0,-12 9-9 16,-1 0-20 0,5 0 2-16,12 0 24 0,24 0 2 0,16 0 0 15,11 0-1-15,9 0 1 31,-3 0 1-31,-3 0 0 16,-5 0 0-16,-6 0 0 16,-3 0 0-16,10 13 0 15,12 16-1-15,15 7-2 0,23 0 2 16,7-1 0 0,13 4 1-16,5-2 0 0,2 5-1 0,0 1 1 0,3-3 0 31,2 5 3-31,2-4-3 15,1 0-1-15,2-3 0 16,3-3 1-16,5-2 5 16,3-5-4-16,8-5-1 15,9-1 0-15,6-6-1 0,9 0 1 16,4-3-2 0,6-1 2-16,2 4-2 0,0 7 2 15,3 2 0 1,-3 5 1-16,3 2 0 0,-3 0 1 15,1-2 0-15,2 0 0 0,0-4-1 0,0-1 1 32,0-3-1-17,14-2 1-15,8-2 2 0,8 0 7 16,9-1 13-16,12 2-6 16,7-4-6-16,9 1 1 0,15-3-7 15,6 4-1 1,9 1-3-16,-2 2-1 0,-2 0 0 15,-2-1-1-15,-4-2 1 16,4-1 1-16,4-3-2 16,17-1 2-16,13-1 0 15,17-1-2 1,18-3 1-16,2-3-2 0,7-2 2 0,-5-1-2 16,-9 4 2-16,-1 1-1 15,-8 5 4-15,-4 0-4 16,4-1-1-16,2-3-1 15,10-7 2-15,12 0 0 16,12 0 0 0,12-10 4-16,3-3-2 15,3-1-2-15,-5 1-3 0,-8-3 2 16,-11 1 0-16,-12 0 1 16,-7 2 0-16,-11 3 1 15,-5 4-1-15,-6 0 0 16,-8 0 0-16,-7-6 4 0,-6-3 4 0,-11-6 4 31,-12-2 17-31,-12-8 6 16,-15-5 21-16,-16-3-25 15,-17-7-13-15,-19-2-7 16,-12 1-11-16,-46 7-10 16,-42 7-167-16,-48 8-330 15</inkml:trace>
  <inkml:trace contextRef="#ctx0" brushRef="#br0" timeOffset="8355.21">6836 2071 777 0,'0'0'48'0,"-112"-19"-46"16,61 11 62-16,2 0 22 0,5-1 6 0,0 2 2 0,2 0-14 31,3 1-25-31,-1 1-21 16,0-1-7-1,-1 2-13-15,-3 0-9 16,0 1 0-16,0 1 2 0,-3 2-5 16,-3 0-1-16,-5 0 1 0,-4 0 2 31,-1 4-3-31,-2-4-1 0,-1 0 1 16,-1 0 4-16,-6 0-2 15,-3 0-3 1,-9-5 0-16,0 4 0 0,6 1 7 0,1 0-2 15,-1 0 3 1,-2 4-4-16,-7 9-3 0,-3 2 0 16,-4-1 0-16,-4-2 13 15,2-5-2 1,3-1-10-16,-1-4 1 16,-4-2 5-16,-6 0-7 15,0 0 1-15,2 0-2 16,1 0-3-16,5 0 2 0,-4 6 1 0,1 3 0 15,-1 4-1 1,-4 1 1-16,5 3 0 16,6-5 0-16,8-1 1 15,2-1 0-15,0-4 0 16,-2 5-1-16,1-1-1 16,1 1 0-16,-2 3-4 15,-2 3 4-15,-8 7-5 0,-5 1 0 16,-4 5 6-1,-2-7-1-15,7-2 1 16,11-5-1-16,8-1 0 0,6-1 1 0,1-3-1 31,-1-1-3-31,2-2-4 16,-3-4 3-16,10-1-5 0,-1 1 10 16,3-1-5-16,0 3 2 0,1-1-9 15,9-1 0 1,8-3 8-16,10-1 4 0,5 0 1 15,1 0-1-15,7 0 0 0,-5 3-1 32,4 0-3-32,-2 1-1 0,3 3 3 15,-1 3-5 1,3-2 4-16,-1 4-2 0,1 3 1 16,0 0-4-1,0 1 4-15,3 4-2 0,0 0 5 16,3 6-6-16,2 1 5 15,1 8 1 1,6-3-3-16,3 2 3 0,0 1-1 0,0-4 1 16,9 0 0-1,10-3-1-15,5 0-1 0,4-2 1 16,5 1 2 0,6 0 0-16,3-1 0 0,4 0 1 15,6-2-1-15,4-3 1 16,5 0 3-16,3-1-4 15,6 3 3-15,2-2-1 16,5-2-1 0,7-6 0-16,13-5 1 15,4-8 0-15,1 0-3 0,2-19 2 16,-6-2-2 0,-2 0 2-16,-5 5-1 0,-12 5 0 15,-6-1-1-15,-1 4 1 16,-2-2 1-16,0-3-1 15,5 2 1-15,1 0-1 0,10 0 0 0,5 2 1 32,3 2-2-32,-3-2 1 15,0-2 0-15,-1 0-2 16,1-2 2-16,1 1-4 16,2 0 4-16,3 1 0 15,-1 1 0-15,1 3 0 16,-3 0 0-16,4 1 0 0,1 2 2 0,-5-2 0 15,-2 3-4 1,-7 3 2 0,-1-3-7-16,1 3 3 15,-5 0 2-15,-5 0 2 16,2 0-2-16,0 0 2 0,0 0 0 0,4 0 0 0,-4 3 0 31,0 6 1-31,-5 1-1 16,2 2 0-16,-4-2 1 0,1 3-2 15,-7-3 0 1,-7 1 1-16,0-2-2 0,-3-2 2 0,-1-3-1 31,1-4 1-31,0 0 0 0,6 0-3 0,1-1 3 32,0-6-3-32,3-2 3 0,-1 0 0 15,-5-3 0-15,2 0-1 16,-7 0 1-16,-1 1 0 0,-2-2 0 15,0-1-2-15,2 3 2 0,1-3 1 32,2 6 1-32,2 2-2 15,-4-2 0-15,-5 7-1 16,0-3 0-16,-5-1 0 0,0 4 0 16,-4-2-1-1,0 2 2-15,0-1-2 0,-1-3-6 16,-3 2 4-16,-1-1 4 0,-1-2-1 0,0-1 0 31,0-3-1-31,-2-4-4 0,2-1 2 0,-2-5-6 31,1-5 9-31,-4-4 1 16,-4-2-3-16,-1-9 3 0,-6 1 0 16,-2-3 3-16,-8-4 1 15,-7-2 7 1,0-1 11-16,-10-4-4 0,-20-1-2 15,-16 2-11 1,-15 4-4-16,-21 7-1 16,-23 12-13-16,-20 18-20 0,-21 11-47 15,-11 23-212-15</inkml:trace>
  <inkml:trace contextRef="#ctx0" brushRef="#br0" timeOffset="14958">18938 3688 455 0,'0'0'155'16,"0"0"-71"-16,0 0-30 0,0 0-25 0,0 0 24 0,0 0 36 31,0 0-13-31,0 0 11 15,-17-61-37-15,17 61-13 16,0-1-23-16,0 1-14 16,0 0 0-16,0 0-9 15,0 0-3-15,0 0-7 16,7 13 11-16,11 2 8 0,9-1 4 0,2 0 0 31,7-2-2-31,3-1 3 0,4 1-2 0,2-2 1 16,6-2 1-1,2-1-3-15,7 2 1 0,4-3-3 0,3 0 1 0,2-2-1 32,1 0-1-32,3-1 1 15,4 2 1-15,1 0-1 16,6-1-1-16,-2 0 1 0,2 0 2 0,-3 1-2 31,-3-2 3-31,-4 0-3 16,-6-1 1-16,-1-2 1 15,-1 0-1-15,4 0 1 0,6 0 2 32,-1 0-4-32,0 0-1 15,2 0 0-15,-1 2 1 0,3 4 0 16,3 0-2-16,-1 2 2 16,1 2 2-1,-2 0-2-15,2 2 0 0,2-5 1 0,-2 1-1 0,-1-2 1 31,4-2-1-31,1 0 2 16,-1 0-1-16,-3-2-2 0,-1 3 0 16,-5-2 1-1,1-2 0-15,4-1-1 16,-3 0 0-16,-3 0 0 0,-1 0 1 16,-1-1 0-1,0-3 0-15,-2-2 0 0,0 2-3 0,-2 2 2 0,-3 1 2 31,1 1-2-31,2 0 1 16,1 0 0 0,2 0 0-16,-5 0 0 0,2-3-6 0,1-3 2 0,6 1-7 31,3-3 1-31,2 1-1 16,-3 0-4-16,-1-1 8 15,-4 1 2-15,-2 1 4 0,-5 0 1 0,-3-3 0 31,-1 1-2-31,-2-5 1 16,0 1 2-16,2-3-1 0,1-3 0 16,-5-6 0-1,-1-3 0-15,-6-9 0 0,-2-5-2 16,-3-4 1 0,-1-3 1-16,-6-1 0 0,-11 2 0 0,-12 1 0 15,-13-1 2 1,-3 0-1-16,-11-5 7 0,-19-1 20 15,-9-1-26-15,-13-1 2 0,-8-4 7 32,-12-2 18-32,-11-5 15 15,-10-1-17-15,-7 0-16 16,-6 1 2-16,-10 2-1 16,-9 1-1-16,-18-4-4 0,-11 4-1 15,-15 0-1-15,-11 9 0 0,-2 7-3 0,-3 7 1 31,3 5-2-31,3 3 2 0,-3 4 1 16,-2 3-1 0,-5 8 2-16,-2 4-4 0,-7 7-1 15,-3 2-3-15,-3 4 3 16,-8 0 0-16,-9 7 2 16,1 9-2-1,-1 7 0-15,9 2-6 16,13 2 6-16,14 6-1 15,11 2 1-15,16 4 2 0,7 10-2 16,5 8-1 0,7 10-1-16,-3 11 2 0,3 7 0 15,7 4 0 1,14 4 0-16,15 2 1 0,25 2 0 16,20-5-1-16,18-2 6 15,23-1 2-15,17-2 9 0,16-3-6 16,36-1 8-1,25-8-14-15,25-6-4 16,21-9 1-16,19-7-4 0,8-3 2 16,3-4-46-16,-7-5-149 15,-14-16-385-15</inkml:trace>
  <inkml:trace contextRef="#ctx0" brushRef="#br0" timeOffset="64358.89">7170 5427 241 0,'0'0'54'0,"0"0"-44"15,0 0 11-15,0 0 35 0,0 0 10 0,0 0 63 16,46-72-17 0,-41 64-71-16,0-3 2 0,-2 1 15 15,-1-2 23-15,-2-1-37 0,0-2-37 32,0 2 3-32,-2-1-5 15,-12 0-5-15,-3-2 1 16,-2 1 4-16,1 1 39 15,-3-2-39-15,-1 0 15 16,-7 1-3-16,-2-2-8 0,-8 0-3 16,-5 1 11-1,-6-3-14-15,-8 1 1 0,-2 0 12 16,-1 0-3-16,-6 1-11 16,1 2 8-16,-8-1-5 15,-2 2 0-15,-9 0-3 16,-6 2-2-16,-3-1 1 0,-6 1-1 0,-6 2 0 31,-2 6 1-31,-8 2 0 16,-3 2 0-16,-2 0-1 15,2 0-1-15,-1 0 0 16,-1 2 0-16,-4 1 0 16,-6 0 0-16,-2-2 1 15,1 0 0-15,-6-1 3 0,5 2-2 16,-4 1-2-16,4-2 1 15,3 2-1-15,-1-1 0 16,-6-1 1 0,1-1-1-16,-1 1 1 0,1 1 2 0,3 0-1 0,2 0 0 31,1 0-1-31,6 0-2 16,-1-2 1-16,-5 2 1 0,0-2-1 15,2 6 2-15,-2-2 0 16,0 1 0-1,5 1 0-15,7-3-1 0,2 3-1 16,14-2 0 0,-1 2 1-16,-1 0-1 15,-2 4 1-15,-3 3 1 0,-3 2-1 0,5 7 0 32,-2 0 2-32,3 6 4 15,3 3-5-15,3 5 4 0,6-1-5 0,9 0-6 16,9 0 4-16,6-3 2 15,7-1 0 1,18 1 1-16,15-2-2 0,17-1 2 16,13 2-2-16,0-1 4 15,0 2-5-15,0 2 2 0,0 3 0 0,0 3-4 32,0 1 2-32,0-1 0 15,0-3 2-15,0-2-1 0,0-4 0 0,0-1 1 31,0-2 1-15,2-2 3-16,39 1-3 0,23-6-1 16,27-2 4-16,14-2-3 15,14-3 0-15,11 1 3 16,9-1-4-16,4 1 0 16,5 0-1-16,1 1-1 0,8 0 3 15,-4-3-1-15,4 4 1 0,11-4-1 31,3-1 3-31,8-1-3 0,4-1 2 16,-1-2-6-16,0 2 8 16,0 1-2-16,3-3-1 0,0 3 2 31,3-3-1-31,3-3-2 0,-4-1-1 16,-5-2 0-16,-2 0 1 0,-1-2 3 0,-1 0-1 31,4 0-2-31,-8 0-2 15,1-4 2-15,-11-2-2 16,2 1 2-16,-4 0 2 0,1-2 0 0,1 1-2 31,-1-3-1-31,-7-4-2 16,-1-3 3-16,-11-8 2 0,-7-3-1 16,-9-12-1-16,-9-7 5 15,-9-10-2-15,-12-8 6 16,-13-10 0-16,-14-7 0 15,-15-10 14 1,-19-1-8-16,-28-6-1 16,-9 3-6-16,-49 7 40 15,-39 11-23-15,-51 22-25 0,-64 37-25 16,-83 19-237-16</inkml:trace>
  <inkml:trace contextRef="#ctx0" brushRef="#br0" timeOffset="73553.95">11816 6873 667 0,'0'0'96'0,"0"0"-95"0,0 0 6 32,0 0 43-17,0 0 47-15,0 0-36 0,0 0-12 16,-70-35 5-16,70 35-37 0,0 9-17 16,7 10 4-16,14 7 8 0,9 0 4 31,11 1-7-31,6-1-5 15,3-1 7-15,7 1 4 0,4-6-10 0,5-1 7 32,4-5-4-32,8-4 8 15,-2-4-7-15,4-5-1 16,0-1-5-16,0 0-2 0,5 0 3 16,-3 0-2-1,6 0 2-15,6-3 2 0,6-7 2 16,6-2 4-16,10-2-5 0,-2-4-3 15,7 0 2 1,0 0 3-16,-1 0-4 0,3 0 1 16,-4 3 4-1,5 1-5-15,4 2 3 16,4-1 2-16,6 0-5 16,3 3-5-16,0-1 0 0,-1 2 0 15,-1 2-1-15,-2 3 1 0,-2 2 0 31,-2 2 1-31,-2 0 3 16,-2 0-3-16,-5 6-1 0,-4 10-2 0,-7 3 0 16,-3 4 4-1,-6 7 0 1,-9 4 15-16,-5 3-10 0,-7 6 6 16,-8-1-7-16,-4 1-2 0,-5-1 0 0,-5-1-1 31,-7 2-2-31,-11-4-1 0,-12 0 0 15,-10-1-2-15,-7-2 2 0,-7-6 0 0,0-6 0 32,-2-8 1-32,-2-6-1 15,-1-6 0-15,-2-2 1 16,1-2 7-16,2-4 8 0,3-16-6 0,7-9-10 31,2-3 0-31,9-2 0 16,8-4 0-16,6 0 0 15,11-2 4-15,13 1 10 0,8 2 10 0,9-1 0 32,8 5-2-32,11-1-11 0,3 3-6 0,13 2-2 31,5-3 8-31,8 1 5 16,0-2 8-16,-7 4-9 0,-10 0-6 0,-16 5 4 0,-16 2-6 0,-21 6-6 46,-26 4-1-46,-20 0 0 0,-11 2 0 0,-43-2-64 16,-39-13-366-16</inkml:trace>
  <inkml:trace contextRef="#ctx0" brushRef="#br0" timeOffset="76093.19">9397 7169 623 0,'0'0'35'15,"0"0"2"-15,0 0 31 16,0 0-5-16,0 0-18 16,0 0 9-16,0 0 1 0,-22-18-14 0,22 18-21 31,0 0-2-31,0 0-15 16,0 12 6-16,12 11 31 0,0 8-25 15,7 6 25-15,-1 6-11 16,3-2 0-1,-2-1 6-15,-1-3 6 0,2-5-16 16,-4-5 4-16,2-4 4 0,4-9-29 16,2-6 11-16,10-8 11 15,11-8-13-15,12-29 4 0,10-20-4 32,12-18 16-32,5-21-19 15,17-14 6-15,5-6-2 16,12-4-9-16,13 6-3 0,-2 12 2 0,-7 12-4 31,-15 21-61-31,-27 21-118 0,-27 19-69 16,-32 17-557-1</inkml:trace>
  <inkml:trace contextRef="#ctx0" brushRef="#br0" timeOffset="77520.14">9553 7806 752 0,'0'0'0'0,"0"0"0"0,0 0-4 0,0 0 4 15,0 0 16-15,0 0 74 32,-16-25-9-32,16 25-48 0,0 0-17 0,0 0-3 0,0 0-6 0,2 0-4 31,10 16 17-31,6 7 28 15,0 7-14-15,4 2 19 0,0 4-3 32,0-5 2-32,0-4-28 15,0-2 4-15,0-5-13 16,0-6-9-16,1-6 16 0,4-4-3 0,0-4-12 31,9-4 11-31,9-24 4 16,10-15-3-16,14-20-3 15,16-16-2-15,12-15 1 0,16-11 0 0,15-8-5 32,11-1-3-32,3 1-7 0,-1 8 0 15,-15 16-3-15,-20 16 2 0,-23 21-1 0,-25 21-15 32,-17 14-62-32,-14 10-48 0,-10 7-38 15,-9 0-98-15,-8 7-154 16</inkml:trace>
  <inkml:trace contextRef="#ctx0" brushRef="#br0" timeOffset="78946.25">9803 8563 745 0,'0'0'10'0,"0"0"-9"15,0 0 3-15,0 0 69 16,0 0 33-16,0 0-67 0,0 0-36 16,32-14-3-16,-15 22 28 15,0 7 35 1,5 6-15-16,-1 5-23 16,0 5 6-16,-2 6 75 15,-1 2-74-15,-1 3 11 0,-1-3-4 0,1-5-14 16,0-5-4-16,0-8 13 0,2-7-28 0,5-9-6 31,7-5 11-15,13-19 8-16,12-25 20 0,16-21-13 15,16-18-14 1,13-19-8-16,8-8 0 16,6-12-4-16,6 0-1 0,1-2-3 15,2 6 3-15,-2 16-2 16,-11 10-2-16,-13 16 0 15,-18 17-31 1,-18 14-50-16,-14 10-53 0,-12 15-34 16,-13 5-153-16,-9 11-400 15</inkml:trace>
  <inkml:trace contextRef="#ctx0" brushRef="#br0" timeOffset="80524.41">12769 9387 820 0,'0'0'0'31,"0"0"-81"-31,0 0 43 0,0 0 38 16,0 0 45-16,0 0 28 15,24 32 0-15,-11-13-34 0,1 3 1 16,2 5-13 0,1 4 43-16,2 4-5 0,2 0 11 0,-2-1-17 15,4-2-9 1,2-5 14-1,0-5-49-15,5-12 27 0,9-10-5 16,9-1 10-16,15-31 1 16,14-22 7-16,19-22-1 15,15-23-21 1,12-12-10-16,5-11-16 0,-1-3-6 0,-3 4-1 16,-8 5-14-16,-10 10-128 0,-18 14-123 31,-34 17-376-31</inkml:trace>
  <inkml:trace contextRef="#ctx0" brushRef="#br0" timeOffset="85858.39">10837 9983 788 0,'0'0'0'0,"0"0"-2"16,0 0 2-16,0 0 22 15,0 0 95-15,0 0-64 16,0 0-22-16,-3-55 12 0,-12 45 1 16,0 4-35-16,-7-5-8 15,-2 2 13-15,0-2-4 0,-10-4-9 32,1 0 0-32,-4 1 1 15,-4-2 6-15,-3 1 4 0,2-1 2 0,0 1-9 16,-3-1-2-1,0 2-3-15,-4 1 0 16,-4 2 1-16,-3 0-1 16,-5 1 0-16,-3-2 0 15,-1 0 0-15,-3 0 0 16,0-1 5-16,-1-1 0 16,-4 1 0-16,3 0 6 15,0 2-1-15,-6 1-2 0,-2 2 4 0,-4 2-10 31,-3 4-1-31,4-4-1 16,-2 6-1-16,-2 0 1 16,-2 0 0-16,-4 0 0 0,3 0-1 0,-1 0 1 15,-1 0 2-15,2 0 0 32,0 0-2-32,2 0 1 0,2 0 2 15,-4 0-3-15,3 0 0 0,2 0 0 16,3 0-3-1,3 0 2-15,-1 0 1 0,-2-4 0 16,-2 4 2-16,1-1 0 16,2 1-1-16,1-1 1 15,-1 1 0-15,3 0-2 0,2 0 0 32,-1 0 4-32,-1 0-4 0,-2 0 1 0,1-2-1 31,2-1 0-31,2-1-2 15,2 0 0-15,-1 1 2 16,-4 1 5-16,1 0-3 0,0 0 1 16,-5 0 11-16,4-1 9 15,-6 1-6-15,-2 2-10 16,-5 0-4-16,1 0-2 16,-6 0 2-16,-3 0-2 15,-2 0-1-15,1 0-2 16,-2 0 2-16,-3 0 0 0,-3 0 3 0,-6 4 1 15,-1 1-1-15,-1-1 8 32,1 1 0-32,-3 1-4 15,-1-1-1-15,4-2-3 16,-2 2-3-16,6-1 0 0,3-3 0 16,-3 0-2-1,0-1 2-15,2 0 0 0,-5 0 0 16,2 0 3-16,-1-1-3 15,-1 0 0-15,3 1 4 16,-1 0-4-16,5 0-2 16,4 0 1-16,1 0 1 15,2 0 0-15,-4 0 2 16,-1 0 3-16,0 0-2 0,0 0-2 16,-1 0-1-16,1 6 0 15,3 1 4-15,-1 1-4 16,4 1 0-16,3 0-5 0,0 4 5 31,3 0-1-31,1 1 0 16,5 2 1-16,3 1 0 0,3 0 1 0,7 2 5 15,5 2-1-15,4 4-3 16,10 0 0-16,2 3 2 16,3 2-3-16,7 2-1 0,0 0-1 0,4 2-1 31,7-1-1-31,6 1 3 15,2 0-2 1,10-1 0-16,3 4 2 0,-1-1-2 0,8 1 1 0,2-5 1 31,0-3-2-31,5 1 2 16,11-1 2-16,11 2-2 0,1 1 4 16,8-1 2-16,6 1-1 15,7 1-3 1,3-2 1-16,5-3 2 0,8-3-1 0,4-3 1 0,9-1-4 31,5-5-1-31,4-5 4 16,4-2-1-1,6 0 0-15,4-2 3 0,2-1-1 0,5 5 1 0,5-4-1 32,1 1-4-32,5-3-1 15,8-1 0-15,-2-2 0 0,6-2-1 31,-1 0 1-31,3 0 2 16,4-2-1-16,2-12 4 0,7 1-3 16,0-3-1-16,5 1-1 0,-9 2-2 15,-2 0 2-15,-4 5 0 0,-8 4 0 32,-4 2 0-32,4 2 4 15,-1 0 5-15,-2 0-5 16,5-1-4-16,0 0-1 15,-2 1 1-15,2-2 0 0,-2 2-2 16,-3 0 2-16,-1 0 3 16,2 0-3-16,-4 0 3 15,0 0-3-15,-4 0 0 16,-3 0-2-16,-3 0 1 0,-2 4 0 16,-4 2 1-1,-6 0 0-15,-1 0 1 0,-1 0 3 0,-1-3-2 0,5-2 0 31,-2-1 0-31,2 2 0 16,-3-2-2-16,1 0-2 16,-1 0 2-16,0 0 0 15,-2 0-1-15,0 0 1 0,0-3-1 32,-1-6 1-32,1 0 0 0,4-2 2 0,4-3 0 15,-2 4 0-15,-1-2-1 16,0 1-2-16,1-1-3 0,3 3 2 0,-2-2 2 47,-2 1 0-47,4 1 0 0,-6 1 0 15,-2-2 1-15,3-3 0 0,1 1 0 16,4 0 2-16,1-2-3 16,1 1-2-16,-1 0 1 15,-1-4 1-15,1 3-1 16,-5 0 1-1,-3 0-2-15,-7 3 3 0,-4 0-1 16,-6 0 0 0,-4 1 3-16,-4-2-2 15,-2 1 0-15,-2 1 0 16,-9-1-2-16,-6 0 1 0,-6-5-3 16,-7 2 3-16,-1-5 1 0,-1 1 1 31,-4-1-2-31,-5-5 0 0,-1 1 2 0,-12-3 1 15,-8-3-2-15,-8-6 7 0,-2-6 0 32,-29-5-8-32,-21-2 11 15,-34 5-11-15,-46 9-5 0,-67 9-85 16,-95 8-673 0</inkml:trace>
  <inkml:trace contextRef="#ctx0" brushRef="#br0" timeOffset="90326.97">11370 10683 843 0,'0'0'264'0,"0"0"-264"0,0 0-18 0,0 0-1 0,0 0 19 31,0 0 1-31,-77-86-1 16,43 71-2-16,-12 2 1 0,-9-1-11 0,-9 2 2 31,-8 1 10-31,-8 3 2 16,-4 1 2-16,-13 2 0 15,-4 0 0-15,-6 1 0 0,-3 2 11 31,-6 0-8-31,1-1 2 0,-9-1-4 16,-7-1-2-16,-2 0 3 16,-7-1 11-16,-2 4 0 0,-1 2-3 0,1 0 16 31,-3 0-13-31,2 0-12 16,3 0-3-16,-5 0 0 0,4 0-1 15,-1 0-1-15,-3 0 2 16,2 0-2-16,4-4 0 15,2-4-2-15,7-3 1 0,-3 3 0 0,0-3 1 32,-1 3 3-32,3-1-3 0,-2 3 0 0,-1 0 1 31,4-1-1-31,2-2-2 16,1-2-1-16,3 1 0 15,3-3 3-15,-1-2 2 16,1 3-1-16,5-1-1 0,-5 1 0 15,6 1 1 1,-2 1-1-16,4 0 0 16,0 0-2-16,8-1 1 0,-1-1-1 0,-1 0-1 15,1-2 3 1,-1-1 0 0,-1 0-1-16,4 2 2 15,-4 3 1-15,-2 2-1 0,1 2-1 0,-3 4-1 16,-1 0 0-16,4 2 0 15,-6 0-1 1,2 0 2-16,-7 0 2 0,2 3-2 16,-1 1 0-1,0 2 0-15,-1-1 1 16,4 1-1-16,2-1-2 16,3 2-1-16,-1 2 2 0,6 1 1 15,-6 0 3-15,6 1-3 0,4 1 0 31,0-2 0-31,5 3 1 0,1 1 0 0,-1 2-1 32,6 3 1-32,6 0-1 15,6 2-1-15,0 5 0 16,4 1 2-16,-2 4-1 0,2 2 0 0,1-2 1 16,5 2-1-16,6-5 0 15,8-5 1-15,7-1 3 0,8-1 1 31,9 2 2-31,4 0-7 16,9 3 0-16,3 3-5 16,0 5 5-16,2 3 0 15,2 2 0-15,-1 4-1 0,5 0 1 0,4-2 0 32,3-3 0-32,0-3-1 0,10-1 0 0,10-1 1 15,8-1 0-15,5 0 0 16,3 0 0-16,7 0 0 0,5-3 0 31,4-1 3-31,8 0 1 0,4-6 2 0,3-3 1 31,9-2 5-31,6-6 5 16,6-3-5-16,3-2-4 16,10-2 5-16,4-3-11 0,14-1 6 0,5 0 4 31,3 0-2-31,3 0-7 15,1 0-3-15,6-1 3 0,-2-5 0 16,5-3-2-16,2-1 0 16,5-3 3-1,7-1-1-15,4-3-3 0,-1-1-4 16,5-1 4-16,-7 1 0 16,-1 0-1-16,1 4 3 0,-4-2 2 15,1 3-4 1,2-1 0-16,-5 2 0 0,0 2-1 15,-4 2 1 1,-2-2 0-16,-1 2 1 0,1 1 4 16,-5-1-3-1,2 0 2-15,-4 2-3 16,-4 0 2-16,-4 2-3 16,-4 2 0-16,-6 0 2 15,-6 2-2-15,-3 0 1 0,2 0 0 0,-1 0 2 16,-4 0-3-16,3 0 0 15,-5 0-1 1,0 0 1-16,-2 0 0 16,-3 0-1-16,-5 0-1 15,-3 0 2-15,-8 0 1 16,2 0 0-16,-3 0-1 16,2 0 2-16,-2 0-2 0,-3 4 1 15,0 3-1-15,-4-2-2 0,2-1 2 16,2 1-2-1,0-1 3-15,-1 1-2 0,1 1 2 0,-4 0-3 0,2-1 4 47,-2 3-4-47,2-4 3 0,-2 0-1 16,4 0 0-16,3-2 2 0,2 4-1 16,2-1 0-1,-3-2-1-15,2 1-1 0,-4-1-1 0,3-2 1 31,1 1 2-31,-3-1-2 0,1-1 1 0,-1 0-1 32,1 0 0-32,-3 0 1 15,-1 0 0-15,-3 0 2 0,3 0 1 0,0 0-3 32,3 0-1-32,-1 0 1 15,-2 0-1-15,0-1 1 0,-4-2-1 16,-2-2 2-16,1-3-2 15,-5 0-1-15,-6-2 1 0,-8-5 0 16,-6 1-5-16,-7-5-3 16,-9-4 3-1,-8-4 6-15,-7-4 3 0,-5-9 9 16,-4-8 5-16,-6-8 25 16,-3-5-16-1,0-6 4-15,-1-4-3 16,-14-4-14-16,-9 1 17 15,-9-1-10-15,-13 9-12 0,-20 13 3 0,-34 23-11 16,-53 30-10 0,-89 12-186-16,-103 48-851 15</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1-04T07:16:00.600"/>
    </inkml:context>
    <inkml:brush xml:id="br0">
      <inkml:brushProperty name="width" value="0.05292" units="cm"/>
      <inkml:brushProperty name="height" value="0.05292" units="cm"/>
      <inkml:brushProperty name="color" value="#FF0000"/>
    </inkml:brush>
  </inkml:definitions>
  <inkml:trace contextRef="#ctx0" brushRef="#br0">20699 5740 775 0,'0'0'56'0,"0"0"41"16,0 0 15-16,0 0-20 15,0 0 10-15,0 0-42 0,0 0 22 16,-41-37-13 0,40 37-20-16,-4 0-9 0,-6 2-11 15,-4 15-18-15,-6 7 2 0,0 4 14 16,1 4 6-16,4 4-13 15,4 0-1-15,4 3-7 16,3-2 8-16,5-5-15 16,0-1 4-16,0-7-5 15,7-8 0 1,7-4-4-16,5-5 3 0,5-7-1 16,10 0 2-1,3-6 1-15,5-17-4 0,3-1-1 16,-3-2 0-16,-2 3 1 15,-5 6-1-15,-4 7 0 0,-3 5 0 0,-3 5 0 0,-1 0 0 32,-3 0 1-32,-6 14-1 15,-4 4 0 1,-7 8 2-16,-4 3 5 16,0 5 4-16,-22 1 15 15,-4-1-4-15,-5-1-11 0,1-6 3 16,3-1-10-1,4-4-2-15,3-7-1 0,7-3 0 16,2-6-2-16,2-2-2 0,-1-4-36 16,-4 0-49-1,-2-18-130-15,1-13-130 0,-4-13-274 0</inkml:trace>
  <inkml:trace contextRef="#ctx0" brushRef="#br0" timeOffset="233.29">20573 5766 964 0,'0'0'435'0,"85"-27"-429"0,-14-5 25 0,14-8 142 0,9-5-39 0,3-4-74 31,1 4-33-31,-8 2-26 16,-20 11-1-16,-13 7-91 16,-25 10-231-16,-20 8-328 15</inkml:trace>
  <inkml:trace contextRef="#ctx0" brushRef="#br0" timeOffset="1886.19">9506 7699 481 0,'0'0'112'15,"0"0"-84"-15,0 0 105 0,0 0-54 16,0 0 74 0,0 0-25-16,0 0-57 0,-25-25-20 15,23 25-1-15,1 0-15 16,1 0-27-16,0 0-8 15,1 1-12-15,16 7 9 16,10 2 3-16,3-1 1 0,7-4-1 16,4-1 1-16,3-1-1 15,5-3 1 1,-1 0-1-16,4 0 4 16,0 0-3-16,-1-8 0 0,1-7 2 15,-1-5-2-15,-5-2 1 0,-1-5 1 0,-8-7 0 0,-4-1-1 31,-2-7 0-31,-5-3-1 16,-10-4 0 0,-6 0 1-16,-8-2-1 0,-2 0 1 15,-10-6-1 1,-17-1 1-16,-6 1-2 0,-6 3 3 16,-7 6-2-1,-5 7-1-15,-4 6 0 0,-3 4 0 16,-2 5 0-16,-1 5 1 15,0 8 0 1,0 7-1-16,1 6 9 16,3 6-6-16,-4 19-2 0,0 15 4 15,-6 15-3-15,-2 16 9 16,4 13 6-16,8 7-4 16,12 0 16-16,21-6 19 15,15-8 0-15,9-4-10 16,14-10-9-16,22-7 25 15,13-7-17-15,12-12-19 16,9-10-11-16,9-15-4 16,12-5-1-16,3-7-1 15,0 0-1-15,0-7-97 0,-9 0-91 16,-15-2-91-16,-19-2-374 16</inkml:trace>
  <inkml:trace contextRef="#ctx0" brushRef="#br0" timeOffset="3146.59">9397 8656 19 0,'0'0'854'0,"0"0"-854"15,0 0-10-15,0 0 10 16,0 0 1-16,0 0 24 16,79 27 37-16,-59-27-6 15,8 0-7-15,5-8-11 16,7-5-21-16,-1-5 2 15,6-2-5-15,-2-1-1 0,0-1-5 0,-2-3-4 16,0-5 1-16,0 3 4 31,-4-7-3-31,0-6 0 0,-4-3 1 16,-6-7-2-16,-5-2 2 16,-7-4 21-16,-12 4 4 0,-3 2-13 15,-10 2-5 1,-16 6 17-16,-9-1-20 15,-6 3-6-15,-1 4 10 16,-5 2 1-16,-1 6-16 16,-6 6 7-16,-2 4-5 15,-2 7 0-15,1 8 19 16,1 3-12-16,0 0-4 16,-7 22-3-16,-1 10 3 0,3 12 6 15,6 13 2-15,14 9 16 16,13 11 14-16,13 6 7 0,14-2 26 15,1-5-44 1,22-12-8-16,20-12-13 0,16-6-7 0,14-15 2 31,14-8-6-31,8-8-6 0,-1-7-161 0,-14-3-223 32</inkml:trace>
  <inkml:trace contextRef="#ctx0" brushRef="#br0" timeOffset="5676.31">21488 5784 779 0,'0'0'82'15,"0"0"-25"-15,0 0 18 0,0 0 10 16,0 0 49 0,0 0-42-16,-25-25-45 0,25 25-24 15,0 0 6 1,0 0 3-16,0 0-4 0,0 0-20 0,12 0-7 16,11 9 10-16,9 2 88 15,2 1-48 1,8 0-33-16,1-1 22 0,8 3 31 15,3-1-46 1,-1 3-15-16,2 5-6 16,-8-2-4-16,-6 1-1 15,-3 2-1-15,-8-1 0 16,-4-1-27-16,-7 1-43 16,-5-2-48-16,-6-3-60 0,-7-3 35 15,-1-7-55-15,0-6-95 0,-10 0-460 16</inkml:trace>
  <inkml:trace contextRef="#ctx0" brushRef="#br0" timeOffset="5947.8">21940 5711 957 0,'0'0'12'0,"0"0"31"16,0 0 73-16,0 0 35 15,0 0-35-15,0 0-77 16,-42 11-36-16,22 30 42 0,-5 7 17 16,-1 2 1-16,0 0-13 15,9-2-17-15,4-3-16 0,4-6-13 0,2-4-1 32,3-10-3-32,2-6-1 15,2-7-9-15,0-4-92 16,0-8-63-16,12 0-61 15,3-14-79-15</inkml:trace>
  <inkml:trace contextRef="#ctx0" brushRef="#br0" timeOffset="6354.14">22329 5454 951 0,'0'0'189'0,"0"0"-169"16,0 0 36 0,0 0 20-16,0 0 23 15,-4 71 29-15,4-32-67 0,0-3-14 0,3-2-27 32,15-4 4-32,3-3-13 15,3-7-8-15,2-5-1 0,1-7 2 0,2-8 0 16,-1 0-1-16,-2-11 2 15,0-9 1 1,-6-4-4 0,-7 5 2-16,-4 5-1 0,-6 4 0 0,-2 8 9 31,-1 2 39-31,0 0-20 0,2 2-31 0,-1 25 1 0,2 10-1 0,-1 16 55 31,-2 3-35-15,2 5 0-16,-1 3-13 15,4-1-7-15,3-3 0 16,1-6 0-16,2-9-45 0,0-5-81 16,-6-8-163-1,-5-9-234-15</inkml:trace>
  <inkml:trace contextRef="#ctx0" brushRef="#br0" timeOffset="8009.62">25051 4991 939 0,'0'0'93'0,"0"0"-81"0,0 0 89 0,0 0-21 0,0 0 42 31,0 0-32-31,7-38-63 16,4 53-24-16,5 18-3 0,-1 8 58 0,-3 9-15 16,-2 1-7-16,-4-2 0 31,0 1-10-31,-1-8-18 15,1-9-3-15,1-9-2 16,-2-10-3-16,-1-8 0 0,-1-2 0 16,0-4-1-16,3-6-2 15,4-18 2 1,3-8-4-16,3-5-6 0,-1 5 4 0,3 8 2 16,-3 8 2-1,4 10 0-15,-2 6 2 0,3 0-8 16,1 12 9-1,0 5 0-15,0 0 4 16,1 0 2-16,-2-5-2 0,-1-2-2 0,0-5 2 31,-3-5 1-31,-2 0 2 0,-3 0 9 16,-4-17 20-16,-2-3 16 16,-1-8-2-16,-4-4-17 15,0 3-16-15,0 0-4 16,-7 7 0-16,-1 2-6 15,1 6-2-15,2 4-5 16,0 5-3-16,5 3-48 16,0 2-102-16,0 0-111 0,17 0-45 15,9 7-30 1,2 0-357-16</inkml:trace>
  <inkml:trace contextRef="#ctx0" brushRef="#br0" timeOffset="8193.82">25815 5019 1068 0,'0'0'212'0,"0"0"-189"0,0 0 89 0,0 0 30 15,0 0-31-15,0 0-39 0,1 55 19 32,-1-15-55-32,2 5-32 0,-1 6-3 0,1 3-1 15,-2 9-17-15,1 0-90 16,-1 2-138-16,0 0-123 0,-4-4-670 0</inkml:trace>
  <inkml:trace contextRef="#ctx0" brushRef="#br0" timeOffset="8778.33">25234 6014 460 0,'0'0'642'15,"0"0"-642"-15,0 0 0 16,0 0 51-16,0 0 52 0,0 0-77 15,42-34 26 1,-28 74 18-16,0 6-25 16,-3 6-7-16,-4-3 22 0,1-2-35 15,-1-6-20-15,2-8-4 16,0-7 0-16,0-6-1 16,-3-12-3-1,0-4 2-15,0-4-11 0,3-16-3 16,7-12 6-16,2-3-29 15,-3 2 28-15,-4 7 10 0,-1 8 0 0,-7 5 0 0,1 6 1 32,3 3 0-32,0 0 1 15,9 0 23-15,4 8 10 16,-4 0-21-16,5-1-1 0,-3-4 18 0,0-3 8 31,0 0-13-31,-2 0-11 16,-5-7 22-16,-3-9 13 15,-6-2-7-15,-2-5-11 0,0-2-5 0,-15-2-12 32,0 5-13-32,0 1-2 15,5 5 0-15,4 6-12 16,6 2-82-16,0 2-137 16,1 6-117-16,17 0-256 0</inkml:trace>
  <inkml:trace contextRef="#ctx0" brushRef="#br0" timeOffset="9096.27">25933 6136 1165 0,'0'0'131'0,"0"0"-114"0,0 0-16 0,0 0 94 0,0 0-47 31,0 0-41-31,47 3 32 16,-41 34 27-16,-6 3-11 0,0 1 3 16,0-5-4-16,0-5-30 15,0-7-5 1,5-9-6-16,11-11-1 16,13-4 8-16,12-4 0 15,10-23-16-15,10-5-2 0,0-1-1 16,-2 2-1-1,-10 7-28-15,-15 6-92 0,-15 12-75 0,-19 6-75 16,-7 8-157 0</inkml:trace>
  <inkml:trace contextRef="#ctx0" brushRef="#br0" timeOffset="9682.84">25172 6986 1043 0,'0'0'134'0,"0"0"-130"15,0 0-4-15,0 0 81 0,0 0-12 16,0 0 15-16,68 31 6 16,-57 12-55-16,-2 4 1 0,-2 5 40 0,0-6-28 31,1-7-29-31,3-6-10 16,-3-11-9-16,0-10 0 15,-4-7 0-15,-1-5 0 0,3 0-9 16,5-17 1-1,2-14 3-15,5-5-25 0,-1 1 14 16,-3 5-15 0,0 5 25-16,-2 12 5 15,1 6 1-15,1 4-1 16,3 3 1-16,2 0 12 16,1 1 9-16,1 8-14 15,-1-2-3-15,-1-2 1 0,-1-2-4 0,-3-3 0 31,0 0 5-31,-5-3 5 0,-2-16 7 0,-4-9 10 0,-4-3-15 0,0 2 8 47,-1 1-2-47,-13 1-13 0,1 7 18 0,4 2 4 16,1 5-22-16,4 4-6 16,1 6-3-16,1 1-48 15,2 2-102 1,0 0-145-16,12 3-110 15,8 8-245-15</inkml:trace>
  <inkml:trace contextRef="#ctx0" brushRef="#br0" timeOffset="10210.4">25970 7047 773 0,'0'0'310'0,"0"0"-304"0,0 0-6 0,0 0 76 16,0 0 11-16,0 0-27 16,-76-13-21-16,73 13-13 0,3 0-9 15,-2 0 12 1,1 1 15-16,1 2-11 15,0-3-18-15,0 2-6 0,0-2 1 0,7 0-5 0,15 0 30 32,11-12 2-32,5 0-23 15,4-1-8-15,2 4 10 16,-4 6 3-16,-8 3-12 16,-8 0-7-16,-12 12 1 15,-9 9 3-15,-3 5 5 16,0 3 21-16,-11 1 3 0,4-3-8 15,7 0-7 1,0-2-13-16,6-4 2 16,12-2-3-16,4 0 0 15,-1 0-1-15,-8-1 2 0,-6 2 2 16,-7 1 7 0,-14 0 3-16,-17 0 4 0,-8-3-13 15,-3 0-8 1,3-4-9-16,3-2-66 0,3 6-109 0,4 5-64 15,-1 7-91 1,0 6-387-16</inkml:trace>
  <inkml:trace contextRef="#ctx0" brushRef="#br0" timeOffset="10749.71">25504 7899 1268 0,'0'0'130'16,"0"0"-130"-16,0 0 0 0,0 0 49 0,0 0 14 15,0 0 56 1,9 86-70-16,5-47-25 0,-2-5-6 15,1-2-7-15,1-11-5 16,-1-3-4 0,-1-9-2-16,-3-5 0 15,4-4-4-15,2-4-27 16,6-16 2-16,6-4-15 16,0 0 11-16,-5 7 15 0,-6 6 11 15,-3 7 6-15,-6 4 1 0,5 0 0 16,1 3 13-16,4 6 17 0,1-1-5 31,0 0-15-31,-1-6 8 16,0-2 1-16,-1 0-1 15,-2-4 4-15,-4-14 12 16,-3-6-1-16,-7-3-8 0,0 0 14 16,0 1-32-16,-11 2 7 15,-3 3 18 1,-1 7-14-16,3 5-3 15,2 2-6-15,1 3-9 0,3 4-26 0,6 0-56 32,0 0-115-32,3 0-102 15,16 6 29-15,4-3-191 16</inkml:trace>
  <inkml:trace contextRef="#ctx0" brushRef="#br0" timeOffset="11010.9">26140 7860 635 0,'0'0'831'0,"0"0"-831"0,0 0 5 0,0 0 34 16,0 0 113-1,0 0-98-15,1 60-37 16,7-56-15-16,4-4 7 0,4 0-6 16,3-6 2-1,3-7-1-15,-2 3-3 0,-6 4-2 0,-2 6 3 0,-3 0-2 31,1 17 10-31,2 12 52 0,-3 8-31 16,-6 7-27-16,-3 4-4 16,0 5-20-1,-11 0-80-15,-6 2-62 0,-4 2-4 16,-6-1-157 0,-5-2-213-16</inkml:trace>
  <inkml:trace contextRef="#ctx0" brushRef="#br0" timeOffset="11468.5">25751 8646 856 0,'0'0'540'15,"0"0"-540"-15,0 0-13 16,0 0 13-16,-3 82 101 16,3-53-59-16,9-4-38 0,4-6-3 0,0-3-1 31,2-9-4-31,-1-6-14 0,-1-1-3 16,-3 0 9-16,-2 0 9 15,-3-4 3-15,-2 0 16 16,-2-1 12-16,3 4 4 0,1-3 5 0,5-2 7 31,7 0 4-15,-1-2-9-16,5-4-6 0,-3 0-9 15,0-2-2-15,0 0-7 16,-8 3-7-16,-4 2-3 16,-4 3 9-16,-2 2 15 15,0 0 6-15,0 2-12 0,0 2-10 16,0 0-13-16,0 0-5 15,0 0-53-15,0 0-62 16,1 0-127-16,17 0-67 16,7 0-63-16</inkml:trace>
  <inkml:trace contextRef="#ctx0" brushRef="#br0" timeOffset="11627.27">26404 8881 1219 0,'0'0'242'15,"22"73"-239"-15,-19-35-3 16,-3-11-5-16,-3-5 4 16,-13-6-2-16,-8-7-171 15,-4-7-191-15,-4-2-448 16</inkml:trace>
  <inkml:trace contextRef="#ctx0" brushRef="#br0" timeOffset="11732.35">26265 8788 1489 0,'0'0'13'0,"72"-87"-11"0,-26 42-2 16,-3 1 0-16,-4 1-26 0,-4 2-254 0,-7-5-407 31</inkml:trace>
  <inkml:trace contextRef="#ctx0" brushRef="#br0" timeOffset="12836.44">27478 4497 756 0,'0'0'265'0,"0"0"-260"0,0 0 7 0,0 0 94 16,0 0 30-16,0 0-48 0,21-29-26 15,-21 29 4-15,-21 0-17 16,-9 4-41-16,-8 8-4 0,-4 1 9 0,2-1 4 31,2-4 8-31,7 2 13 16,4-3-9 0,3-2-19-16,9 1-2 0,8-3 14 0,4 0 5 0,3-1-14 31,0 6-13-31,0 10 1 15,6 9-1-15,6 12 14 16,2 11 1-16,0 12-5 0,-1 15 40 0,-4 5-15 16,-3 5 2-16,-3-5-6 31,3-6-16-31,5-6-5 0,1-11-3 16,7-13-5-16,4-12 0 0,5-12-2 0,6-12 0 31,6-10-6-31,5-4-65 15,12-21-88-15,6-12-147 16,1-9-177-16</inkml:trace>
  <inkml:trace contextRef="#ctx0" brushRef="#br0" timeOffset="13475">30980 3949 987 0,'0'0'26'0,"0"0"35"0,0 0 92 0,0 0-29 15,0 0-23-15,0 0-43 0,23-35-43 16,13 19-4 0,6-2 13-16,4 1-5 15,-1 3-2-15,-3 4 4 0,-6 8-1 0,-7 2 4 0,-4 0 6 0,-3 20-11 31,-4 11 13-31,-3 9-6 16,-2 14 11 0,-1 10 3-1,0 13-1-15,1 7 2 16,1 2-12-16,-2 6 0 0,0 1-1 0,-5-2-16 16,-1-7 2-16,-6-13-9 0,0-10-5 0,-9-10 0 31,-14-8-15-31,-13-6-73 0,-17-9-142 0,-18-9-210 31,-22-12-389-15</inkml:trace>
  <inkml:trace contextRef="#ctx0" brushRef="#br0" timeOffset="14090.7">27975 4598 852 0,'0'0'135'0,"0"0"-129"16,0 0 133-16,-20-73-15 0,19 65 24 16,1 5-23-16,0 3-38 15,0 0-61-15,0 21-20 16,0 11 52-16,8 12 27 16,-2-2-54-16,-2 3-24 15,1-4-4-15,0-1-3 0,0-2 0 0,1-2-52 31,1 0-72-31,0-5-91 16,3-5-101-16,-3-8-320 0</inkml:trace>
  <inkml:trace contextRef="#ctx0" brushRef="#br0" timeOffset="14314.59">28433 4716 1302 0,'0'0'185'16,"0"0"-184"-16,0 0-1 0,0 0 39 15,0 0 59-15,-48 94-51 16,30-59-33-16,8 1-14 0,1-4-2 0,8-3-34 31,1-7-103-31,0-8-92 16,5-13-77-16,13-1-337 15</inkml:trace>
  <inkml:trace contextRef="#ctx0" brushRef="#br0" timeOffset="14606.42">28706 4567 1153 0,'0'0'242'16,"0"0"-242"-16,0 0 0 15,0 0 61-15,-33 86 38 16,33-70-65-16,8 0-5 16,14-5 7-16,5-5-13 0,4-6-12 15,-1 0-5-15,-2-2-1 0,-2-10-3 16,-10-4 1 0,-7-3 4-16,-5-2 3 0,-4 0-7 15,-5 2 2 1,-15 5-1-16,-7 3 4 15,1 7-3-15,0 4-1 16,10 0-4-16,2 0-19 16,10 0-100-16,4 3-86 15,0 4-123-15,21-2-168 0</inkml:trace>
  <inkml:trace contextRef="#ctx0" brushRef="#br0" timeOffset="14845.27">29403 4474 1305 0,'0'0'51'0,"0"0"-37"15,0 0 117-15,0 0-33 16,0 0 1-16,0 0-43 16,-33 86-27-16,20-54-14 0,8-4-9 15,4-3-6-15,1-4 0 16,0-2-22-1,9-6-102-15,5 0-47 0,1-6-69 0,2-5-189 16</inkml:trace>
  <inkml:trace contextRef="#ctx0" brushRef="#br0" timeOffset="15430.67">29868 4341 1012 0,'0'0'90'0,"0"0"-60"0,0 0 161 0,0 0-34 15,0 0-74-15,0 0-5 0,-59 30-33 16,44 6 13 0,7-2-5-16,8-3-11 0,0-5-25 15,8-7-8 1,11-1-1-16,5-10-1 0,6-4-2 0,4-4 0 31,0-6-1-31,1-14 3 0,-7-1-4 16,-7-5 0-16,-11 3-3 15,-10-1 8-15,0 1-6 16,-12 3 1-16,-10 6-1 16,0 5-2-16,2 5-3 15,4 3-48-15,7 1-91 16,6 0-165-16,3 7-161 15</inkml:trace>
  <inkml:trace contextRef="#ctx0" brushRef="#br0" timeOffset="15627.45">30328 4421 1415 0,'0'0'29'0,"0"0"13"15,0 0 119-15,0 0-22 16,0 0-72-16,0 0-59 0,-49 85-8 16,43-71-2-1,6-2-86-15,0-5-124 0,4-4-86 16,14-3-151-16</inkml:trace>
  <inkml:trace contextRef="#ctx0" brushRef="#br0" timeOffset="15796.16">30650 4210 1616 0,'0'0'40'31,"8"75"-38"-31,-1-29 0 0,-3 1 27 0,1 0 6 31,-2 2-35-31,-3 2-90 0,-2-2-297 16,-23-3-819-16</inkml:trace>
  <inkml:trace contextRef="#ctx0" brushRef="#br0" timeOffset="20028.66">10216 8772 219 0,'0'0'493'15,"0"0"-472"-15,0 0-17 0,0 0 35 16,0 0 38-16,0 0 40 15,0 0-34-15,0 0-34 16,0-21-17 0,-1 14 9-16,-6 1 8 0,-1-2-7 15,-1 2-23-15,-2-3-1 16,-3-1-7-16,-3-2 3 0,-2 2-4 16,-5-2-5-1,-1 3-1-15,-5 0 21 0,2 2-21 16,-4 4 1-16,-2 2 27 15,1 1-32-15,0 0 7 16,0 0-6 0,-1 7 23-16,4 4-16 15,0 4 4-15,-1 3-2 0,3 5 10 16,-1 4-4-16,6 1-3 16,3 0 0-16,7-5-7 0,4-1-1 15,3 0-5-15,3-3 3 16,0 0 0-16,1-2-3 15,2 0 4-15,0 1 0 16,0 2 1-16,2 0 1 16,7 2-3-16,-2-1 5 15,-1 0 2 1,1 1 7-16,-2-3-14 0,-2-1 1 0,5 0-3 16,-2-4 3-16,1 3 0 31,2-2-4-31,3 1 2 0,1 3 1 15,2 0 5 1,1-2-5-16,0 0 4 0,-2-1-1 16,0-4-5-16,-1 1 0 15,-1-4 1-15,-1 0-1 16,2-1 0-16,-4 3 3 0,6-2-3 16,1 1 0-1,-2 1 0-15,7-1 0 16,-1 0 1-16,3-3-2 0,-4 2 2 15,4-5-2 1,-5 1 2-16,-2-3-1 0,2 0-1 0,-3-2 2 0,1 0 2 31,-2 0-4-15,2 0 3-16,-1 0-5 0,3 0 5 16,0 0-3-1,3-6 1-15,2-7 1 0,2-1 4 0,0-2-5 0,-1 0 0 31,-5-1 1-31,-2-3 0 16,-3 4 0-16,-2 0 0 16,-4 0-2-16,5-1 3 15,-7-3-2-15,2-3 1 16,-1-2 4-16,0-5-6 16,-2-4 2-16,1-3-1 15,-3-4-1-15,-3 0 0 16,0 0 1-16,0 3-1 0,-9 0 2 0,-9 5-1 15,-7 2-1 1,2 3 2-16,-7 2-1 16,1 5-1-16,-3 5 0 0,-2 6-7 15,-6 10-34 1,-5 0-133-16,-12 25-215 16,-11 9-447-16</inkml:trace>
  <inkml:trace contextRef="#ctx0" brushRef="#br0" timeOffset="22793.14">23890 13140 1098 0,'0'0'3'15,"0"0"2"1,0 0-5-16,0 0 33 16,0 0 91-16,0 0-17 15,0 0-53-15,-48-10-42 0,48 10-7 16,3 0 0-16,12 0 5 16,9 2 26-16,10-1 4 0,11-1-9 15,12 0-5 1,7-7-4-16,0-7-4 0,-3 2-1 15,-7 2-9-15,-11 5-5 0,-7 5-3 32,-9 0 0-32,-11 0-1 15,-8 4-3-15,-8 7 4 16,0 9-1-16,0 6 1 16,-15 5 7-16,-11 4 15 15,-3 5 21-15,-6-1-12 16,-2 0-6-16,3 0 7 0,0-5-11 15,4-2-3-15,4-5-7 16,8-6-2-16,5-6 0 16,7-5 1-1,5-6-7-15,1-2-2 0,0-2 0 16,0 0-1-16,0 0 0 0,13 0 0 16,12 0 7-16,14 0 15 15,9-12 2 1,12-7-3-16,10-5-2 15,4 0-2-15,-2 4-8 0,-14 3-9 16,-15 8 0-16,-14 3 0 16,-12 4-1-16,-4 2-4 15,-3 0-28 1,0 0-44-16,1 0-54 0,1 0-74 16,-2 0-61-1,1 0-52-15,2-3-177 0</inkml:trace>
  <inkml:trace contextRef="#ctx0" brushRef="#br0" timeOffset="23001.56">24864 13246 986 0,'0'0'266'0,"0"0"-237"0,0 0 57 0,0 0 82 0,0 0-52 15,0 0-75-15,18 54 59 0,-12 0 9 16,-6 6-79-1,0 6-13-15,0-5-12 0,0 0-3 16,0-10-4-16,3-2-7 0,5-5-54 16,-1-5-131-16,-6-8-173 15,-1-10-231-15</inkml:trace>
  <inkml:trace contextRef="#ctx0" brushRef="#br0" timeOffset="25526.32">25692 9587 716 0,'0'0'224'0,"0"0"-198"16,0 0-6-16,0 0 44 16,0 0 16-16,0 0-39 0,-10 60 8 0,14-10 52 31,11 16-36-15,3 15 25-16,3 15-56 0,0 11 29 15,3 11-14 1,-6 11 24-16,-6 3-17 0,-6-3-16 15,-5-6-16-15,-1-14 3 16,0-15-20-16,3-16 0 16,0-16-6-16,0-21 0 15,0-19-1-15,0-12 0 0,-1-10 0 0,-2-12 5 32,0-30-2-32,0-24-3 15,0-19-28-15,0-15 14 0,-13-11-24 16,-7-2 1-16,-10-5-12 15,-3 3 26-15,-4 5-1 16,-5 6 10 0,2 0 2-16,1 8 8 15,6 0 0-15,6 11-10 0,9 7 10 16,12 10 2-16,6 10 2 16,6 7-1-16,27 11 0 15,13 8 1-15,20 9-1 16,16 4-1-16,23 5-3 0,26 0 4 15,23 0 0-15,25-5-1 16,15-1 2-16,20-10 1 0,17-3 0 31,14-6-1-31,13-8 0 0,3-3-3 0,5-5 3 0,6 4 0 0,-1 7-5 32,-3 1-17-32,-11 6 11 15,-6 1 6 1,-5 1 4-16,-3-1-2 0,-6 3 0 0,-10-3-1 0,-7 3 4 31,-16-4 2-31,-15 0 0 16,-13 0-2-1,-24 5-5-15,-22 7 5 16,-27 5 1-16,-25 8 1 0,-27 4 1 16,-20 4-2-1,-16 2 1-15,-12 2-2 16,-3 0 1-16,0 0-1 0,1 0-1 0,1 9 1 15,-1 10 0 1,-1 11 0-16,0 8 1 0,0 10 0 0,0 11-1 31,0 12 1-31,11 15-1 16,7 9 3-16,6 7 4 16,5 5 1-16,6 4-6 0,4 5 9 0,1 1-2 31,5-2 7-31,-2-4 15 0,5-5-1 0,-3-3-6 31,-1-2-8-31,-8-2-9 0,-14-9-7 16,-10-9 0-1,-12-12 0-15,0-13 1 16,-23-5 0-16,-13-8 1 0,-12-8 0 0,-14-1 4 0,-15-10-4 31,-15-4-2-31,-19-4 0 16,-14-6-5-16,-14 1-10 15,-16-3 4-15,-6 3 8 0,-11 3 2 16,-2 2 1 0,2 0 2-16,-2 2-2 0,3 1-2 15,-2-1 0-15,-3 3 2 16,-9 2 1-16,-3 2 0 16,-3 4 3-1,3 0-4-15,11 1-4 16,10-1 3-16,13-3 1 15,8-1 2-15,7-1 0 0,9 2 2 0,8-1-4 16,7 0-3 0,15 3 3-1,3-2 1-15,2 2 0 0,1-1 0 0,-2 0-1 16,4-1 0-16,10-7 4 16,11-3-4-1,13-1 1-15,8-2 0 0,2-1-1 0,-3 1 1 0,-2 1 0 31,5-6-1-15,7 1 0-16,4-3-2 16,7-2 0-16,2 2 2 0,-5-2 0 0,2 2-1 15,0-2-2 1,2-1 2-16,2 1 1 16,2-1-1-16,-4 1 1 0,4 2 0 15,3-2 0-15,1 0 0 16,5 0 0-1,0-2 0-15,2-1 0 16,2 0 1-16,-2-1-1 16,4 0 1-16,-1 0 3 0,1 0-4 0,1 0 0 31,0 0 1-31,2 0 0 16,-2 0 0-16,1-2 0 0,-1-3-1 15,-1 2 2-15,2-5 0 16,-1 0 1-16,-1-6 2 15,0-2-2 1,-3-4-3-16,-1 0-3 16,-1-2 3-16,-2-4 1 0,2 1 2 15,-2-3 2-15,-3 0 1 16,-1 0-5 0,-1-2 0-16,-2 2-1 0,4 1 5 15,0-1-1-15,2 0-4 16,6-3 2-16,3-4-2 0,4-2 0 15,1-3 0-15,4 2-4 16,0 5 0 0,0 12-33-16,-1 7-19 15,1 10-20-15,0 4-69 16,0 0-147-16,0 0-189 16</inkml:trace>
  <inkml:trace contextRef="#ctx0" brushRef="#br0" timeOffset="27424.03">27223 14400 699 0,'0'0'96'0,"0"0"-94"15,0 0 11-15,0 0 154 0,0 0-50 0,0 0-45 16,0 0-12-16,0 0 10 31,0-4-27-31,0-3-30 0,0 1 2 0,-2 0-1 0,-11 1 2 0,0 2-2 31,-6 0 11-31,-6 3-6 16,-5 0-7 0,-1 2-2-16,0 9 11 15,2 0-4-15,6 1-4 0,6-3 0 16,10 0-7 0,5-1-6-16,2 4 0 0,5 3 0 0,19 2 0 31,10 1 3-31,11 2 8 15,4 0-2-15,5 2 1 16,-1 3-10-16,-5 4 0 0,-6 2 2 16,-15 0-2-16,-9-2 1 0,-12 1 2 15,-6 1 1 1,-6-6 15-16,-24-1 10 16,-9-4-9-16,-4-4 13 0,1-5-9 0,6-7 3 31,8-4-14-31,3 0 5 0,4-17-5 15,7-6-3-15,10-8-8 0,4-6-2 0,1-2-1 32,20-1-4-17,5 3 1-15,2 7 0 16,-3 5-1-16,-3 4-39 0,-5 6-52 16,1 0-9-16,-4 2-55 0,-6 0-82 15,-6 0-135 1</inkml:trace>
  <inkml:trace contextRef="#ctx0" brushRef="#br0" timeOffset="28086.53">27386 14136 1114 0,'0'0'51'16,"0"0"-51"-16,0 0 0 0,0 0 27 16,0 0 54-1,0 0-67-15,-29-49 1 0,1 49-14 16,-9 0 2-16,-8 7 7 16,-6 6-3-16,-1-1 0 15,1-1 16-15,-1 0-2 16,-3 1 11-16,0 0-13 0,1-3-5 15,6 1 7-15,11 0 10 16,12-2 12-16,8 2-12 16,5 9-4-16,8 9-14 0,1 11 4 31,3 12 49-31,0 10-13 0,0 4-28 0,6 6-1 31,-2 1 15-31,-2 1-24 0,-1-3 0 0,-1-4 6 16,6-10-9-1,0-4-5-15,3-8-4 16,0-12-2-16,4-8 0 16,1-12 0-16,4-4-1 15,7-6 0-15,6-2 0 16,8 0 1-16,8 0-1 0,2 0-1 16,1 9-1-16,3 9 0 15,5 6 2-15,2-3-1 0,1-3-2 31,0-4 2-31,-1-7 0 16,-5-7 1-16,-2 0 0 16,-3-10-1-16,-4-13-4 0,-9-4-2 15,-9-13 2 1,-12-7 1-16,-9-9 1 0,-7-11 3 16,0-4 0-16,-18-8-2 15,-10-1 1-15,-8 1-5 0,-5 8 1 16,-5 11-8-16,-6 13-37 0,-6 13-160 31,-18 8-206-31</inkml:trace>
  <inkml:trace contextRef="#ctx0" brushRef="#br0" timeOffset="32510.41">10384 9912 32 0,'0'0'810'0,"0"0"-799"16,0 0-8-16,0 0 57 15,0 0 36 1,0 0 4-16,0 0-1 0,0 0-4 0,-33-31-33 15,33 31-24-15,0 0-17 16,0 0-14 0,0 0-7-16,0 0-14 15,0 11-2-15,13 7 16 16,2 4 32-16,4 1-11 0,-1-6-19 0,3-2 4 31,3-3-1-31,3-7 8 16,-3-2-3-16,10-3-1 15,0 0 0-15,4-20 5 16,4-8 1-16,-2-9 0 16,6-4-6-16,-1-6 3 0,-1-5 10 15,1 1 8-15,3-4-11 16,-3 0 0-16,-1 2-3 0,-5 0 0 16,-4 3 3-16,-10 11 7 15,-6 9-5 1,-8 12-4-16,-5 8-3 15,-6 9-11-15,0 1-1 16,0 0-2-16,0 0-29 16,0 0-87-16,0 0-65 0,0 0-87 15,0 5-88-15,-11 6-188 16</inkml:trace>
  <inkml:trace contextRef="#ctx0" brushRef="#br0" timeOffset="32751.15">11059 9361 958 0,'0'0'57'0,"57"-72"-52"0,-15 40-5 16,2 1 145-16,0 9-5 16,2 11-24-16,-3 11-34 0,-1 1-10 0,-5 30-9 15,-14 22-5-15,-10 15 8 0,-13 8-22 31,-4 6-17-31,-20-8-25 16,-1-3-2-16,4-10-66 16,6-8-95-16,6-6-28 15,-2-11-103-15,1-7-170 16</inkml:trace>
  <inkml:trace contextRef="#ctx0" brushRef="#br0" timeOffset="33844.26">16421 8122 229 0,'0'0'850'0,"0"0"-835"16,0 0-10-16,-9-81 32 0,-4 66 86 15,-3 8-30-15,-8 3-33 16,-6 4 19-16,-4 7-4 0,-4 15-58 0,1 8 9 16,7 0-3-1,9-2 4 1,15-3-16-16,6-1-11 15,3 2-1-15,24 2 1 16,9 0 4-16,13-3 0 16,8 0 4-16,4 0-5 15,-4 2 0-15,-10 2-2 16,-14 5-1-16,-15 0-1 0,-12 1 1 0,-6-1 2 16,-15 2 3-16,-19-2 2 15,-15-1-2 1,-5-4 0-16,-1-10-2 15,7-10 3-15,11-9 0 16,7-8 23-16,8-19-14 0,7-11-9 0,7-11-2 0,8-4-2 31,1-6-2-31,28-1-7 16,4 0 7-16,4 5-1 16,0 8-2-1,-4 11 3-15,-4 13-4 0,-7 10-2 0,-7 8-10 31,-2 5-136-31,-2 0-6 16,2 16-45-16,-2 3-46 16,1 1-107-16</inkml:trace>
  <inkml:trace contextRef="#ctx0" brushRef="#br0" timeOffset="34180.26">16966 7924 1334 0,'0'0'60'0,"0"0"-58"0,0 0 69 15,0 0 30-15,0 0-52 0,0 0 9 32,-51 120 21-32,25-54-26 15,1 5 3-15,1 3-23 16,4-3-11-16,2 0-6 0,3-7-9 15,4-5-6-15,8-7-1 0,3-8 2 32,0-9-2-32,0-7-13 15,8-8-46-15,2-4-74 16,2-7-61-16,2-8-88 16,-1-1-24-16,4-18-393 15</inkml:trace>
  <inkml:trace contextRef="#ctx0" brushRef="#br0" timeOffset="34578.08">17168 8122 1289 0,'0'0'193'16,"0"0"-193"-16,0 0 0 0,0 0 0 31,0 77 134-31,0-26-43 15,0 0-31-15,0-3-41 16,8-11-12-16,13-7-3 16,5-8-2-16,0-11-1 15,4-9 1-15,0-2 1 16,1-10-3-16,-1-17-8 0,-1-6-7 16,-4-7-5-16,-5 3 2 0,-4 5 14 15,-7 9 4 1,-3 12 3-16,-2 6 14 0,-3 5 25 15,4 6-39-15,1 20 8 16,0 13 28 0,2 12 6-16,-4 6-26 0,-1 3 16 0,0 2-14 31,1-2-15-31,1-5-6 0,1-8 0 0,-1-8-2 31,2-10-23-31,-3-9-48 0,2-10-67 16,3-10-110-16,1-9-71 15,0-27-275-15</inkml:trace>
  <inkml:trace contextRef="#ctx0" brushRef="#br0" timeOffset="34975.07">18080 8009 1253 0,'0'0'86'0,"0"0"-64"16,0 0-22-16,0 0 104 0,0 0-21 15,0 0-43-15,48-4 16 0,-22-6 8 0,2-3-14 31,0 0-25-31,-4 0-21 0,-3 1-4 32,-9 4-4-32,-4 4-76 15,-8 4-60-15,0 3-8 16,0 22-12-16,-13 14 126 0,-6 8 26 0,1 4 7 31,5-6 1-31,5-11 19 0,8-9 40 0,0-13-2 31,9-8-40-31,17-4 15 0,11-16-31 0,11-17-1 16,4-9-220 0,-6-8-470-16</inkml:trace>
  <inkml:trace contextRef="#ctx0" brushRef="#br0" timeOffset="35456.07">19050 7685 1054 0,'0'0'315'0,"0"0"-315"0,0 0 0 16,0 0 101-1,0 0-30-15,-28-81-40 0,28 59-14 16,15 5-14-16,7 1 2 0,2 2-3 15,0 7 1-15,-3 7 2 16,1 0 17 0,-7 15-14-16,-3 17 7 0,-11 9 25 0,-1 9 9 31,-8 8 3-31,-17 1-29 16,0-4-8-16,0-8 0 15,6-12-2-15,8-11 7 16,4-8-7-16,3-9-3 15,4-7-4-15,0 0-3 0,0 0-1 16,7 0 1-16,13-11 4 16,12-9 10-16,4-3 1 15,1 1-12-15,2-1-2 0,1 2-2 16,0 2 2-16,-1 0-4 16,-6 2 0-1,-9 6-14-15,-11 2-58 16,-6 4-47-16,-5-1-52 15,-2 2-80-15,-6 0-195 0</inkml:trace>
  <inkml:trace contextRef="#ctx0" brushRef="#br0" timeOffset="36030.69">19404 7254 1165 0,'0'0'169'0,"0"0"-160"0,0 0-9 15,-87-26 86-15,41 26-24 0,-12 4-21 16,-6 17-33-16,-8 3 1 16,0 0 4-16,2 0 11 0,8-2 6 31,8-3 7-31,10-3-14 15,8 2 15-15,4 1-1 16,6 4-17-16,4 9 4 0,5 10-5 0,6 8 15 31,3 13-3-31,4 7-17 0,1 2 21 16,2 3-1-16,1-2-16 0,0-7-11 16,0-5 4-1,4-10-9-15,12-7-2 16,8-9 1-16,6-10 0 15,3-10-1-15,3-13 0 16,4-2 2-16,9-11-1 0,5-12-1 0,2-3-9 0,3 1 1 31,-2 9 7-15,1 3 0-16,-3 8-4 0,0 3 5 16,0 0 3-16,-4 2-3 15,1-2 0-15,-4-5 0 16,0-4-1-16,-3-6 1 0,1-9 0 0,-3-9 2 31,-3-8 2-31,-10-8 1 16,-13-9 1-16,-16-5 3 0,-1-10-1 0,-33-4-4 31,-15-2-4-31,-17 5-12 16,-14 13-25-16,-23 19-102 0,-23 20-367 15</inkml:trace>
  <inkml:trace contextRef="#ctx0" brushRef="#br0" timeOffset="43722.25">22801 5225 785 0,'0'0'19'0,"0"0"33"0,0 0-27 0,0 0 71 31,0 0-20-31,0 0 19 16,0 0 31-16,10-66-43 0,-10 66-30 15,-24 0-42-15,-13 14-11 16,-15 8-5-16,-9 8 5 16,-5-1 0-16,0 1 0 15,-1-5 1-15,0-3 2 0,6-4-1 16,7-4 3-16,8-5 1 0,13-5 0 31,11-1 0-31,10-3 4 16,4 1-5-16,5-1 4 0,3 0 0 15,0 4-8-15,-3 4-1 0,-4 10-8 32,-2 8 8-32,-1 10 4 0,-4 3-4 15,4 5 9-15,-1 4 1 0,0 2 7 16,1 2 2-1,3-1-2-15,0 2-4 16,7 1 16-16,0 4-18 16,0 5 9-16,13-4 13 0,-1 0-18 0,1-10 3 31,-1-8-14-31,0-5-2 0,0-11-2 16,2-6 0-16,0-5 0 15,-1-3 0 1,1-2 2-16,0-4-2 0,2 1 0 15,1 0 0-15,3-1 1 16,4 1-1-16,2-4 2 0,1 0-2 0,4 0 1 31,5-2-1-31,4 0 1 16,6-9 0-16,5-6-1 16,4-3 0-16,3 2 0 0,-1 1-1 0,0 1 1 31,-2 1 0-31,-3 1 0 15,-5-2 2-15,-6 0-2 0,-7 2 0 16,-4-3-4-16,-6 1 0 16,-1-6 4-16,-3-3 5 15,-6-7-5-15,-5 1 1 16,-5-3 3-16,-4-3-1 0,0 4 8 0,0-1-7 31,-8 2 0-31,-3 3 2 0,0-4-1 31,-2-2 2-31,0-1-7 0,-2-6 0 0,1-4 0 0,2-3 0 0,-1-2 5 32,-1 4 12-17,0 1-15-15,-3 2 1 16,-2 1-2-16,-2-1 0 0,-2 2-1 16,-2 2 0-1,0 5 0-15,3 9 0 0,3 9-6 0,2 8-43 16,2 7-97-1,-5 0-90-15,1 14-45 0,-4 7-32 16,-2 1-377-16</inkml:trace>
  <inkml:trace contextRef="#ctx0" brushRef="#br0" timeOffset="45536.34">17357 7691 958 0,'0'0'5'0,"0"0"0"16,0 0-5-16,-114-47-6 15,64 39 2-15,-7 3 4 0,-5-1 5 16,-4 3 2 0,-6 3 14-16,-5 0 8 15,-4 0 1-15,-4 19-14 0,-3 6-8 16,-3 11 0 0,-2 9 5-16,-1 8 14 0,6 13 12 15,9 8 31 1,6 12-26-16,9 12-4 0,8 4 1 15,6 3-19 1,10-2-4-16,11-5 3 0,15-6-3 16,14-3 3-1,0-8-4-15,35-7-5 0,21-1 0 16,15-6-6-16,19-3 1 16,12-7 8-16,8-8-2 15,6-9-7-15,2-8 3 16,5-10-2-16,4-11-2 15,-1-11 2-15,2-1-3 0,-1-28 9 16,-2-14 5-16,2-12-8 0,-7-12 1 0,-7-8 0 31,-15-9-3-31,-13-7 2 16,-19-5-8-16,-26-4 7 16,-22-4-4-16,-18-4-2 0,-14-3 0 15,-27 8-2-15,-10 5 2 16,-10 18 0-16,-7 17-2 0,0 17 15 0,4 12 18 31,9 11-34-31,13 8-1 16,14 7 0-16,16 3-13 15,12 4-48 1,4 1-103-16,32 0-210 0,19 11 242 16,15 6-178-1</inkml:trace>
  <inkml:trace contextRef="#ctx0" brushRef="#br0" timeOffset="46920.27">19401 7157 696 0,'0'0'37'32,"0"0"25"-32,0 0 5 15,0 0 6-15,0 0-33 0,0 0-18 16,0-7-3-16,0 7-3 16,0 0 4-1,-11 0-13-15,-7 7-2 0,-7 3-2 0,0 1-1 31,1 0 17-31,-3 0-10 0,-5 2-5 16,-7 0 2-16,-5 3-2 16,-3-2-4-16,-3 2 7 15,-1-4 9-15,5-1 1 0,-5 2 3 16,5-2 1-16,0 3 0 16,-1 3 12-16,3 1-17 15,2 6 2-15,5 5-8 16,1-1-2-1,8 4 20-15,4 0-5 16,3 0-7-16,3-1 2 16,6 1-4-16,3 3 3 0,3-2 8 15,3 1-3-15,2 5-9 16,-1-2 8-16,2 5-1 16,0 2-5-16,0 3-1 15,0 1 1-15,-1-4 9 16,1-2-13-16,0-5-5 15,0-5 0-15,0-1-3 16,4-4 6-16,7 0-9 16,-2-3 0-16,0-2 11 15,2-3-9-15,-2-4-1 0,-1-2-1 16,-1-5 0-16,-2-3 0 0,-1-1-2 31,2-3 2-31,2-1 0 16,5 0 2-16,7 0 6 0,5 0-4 15,3-1-1-15,5-8 0 0,3-2-2 16,0 0 1-16,4-1-1 31,3-3-1-31,3 1 0 0,7-2 0 0,3-2 1 0,4 0 0 0,7-5 1 0,5 3-1 32,1-1 2-17,0-1-3 1,-5 3 0-16,-12-1-2 15,-8 5 0-15,-9 0 1 16,-7 2 1-16,-5 1 0 16,-5 0 0-16,-6 0 1 0,-5 1-1 15,-2-1 8 1,-1-4-6-16,2-4 3 0,-1-4-2 0,0-3-1 16,-3-2-2-16,-2-5 1 0,-4-1 4 31,0-5-4-31,-8-2 5 15,-12-3-6-15,-4-5 0 0,-4 1 1 16,-3-2 0 0,-4 1-2-16,-2 7 1 0,4 6 0 15,2 7 1 1,5 11-1-16,6 5-1 16,-1 9-17-16,1 5-102 15,-7 0-128-15,-5 18-249 0</inkml:trace>
  <inkml:trace contextRef="#ctx0" brushRef="#br0" timeOffset="48712.08">20406 9558 962 0,'0'0'226'15,"0"0"-226"1,0 0-10-16,0 0 10 0,0 0 54 16,0 0 1-16,0 0 5 15,-40-11-25-15,22 11 10 16,-7 0-18-16,-8 0-19 15,-1 3 7-15,4-3 7 16,4 0-7-16,9-4 15 16,6-14-6-16,4-4-11 15,5-3-7-15,2 0 3 16,5-2-9-16,14 4-3 0,5 7 0 16,1 4 0-1,1 5-4-15,-3 7 7 0,0 0-3 16,-2 7 3-16,-4 14 3 0,-4 8-1 0,-9 10 1 31,-4 10 3-31,-9 13 15 0,-21 9 0 16,-10-1-7-16,-5-3-8 15,5-10-3 1,6-14 9-16,10-11 1 16,8-15-6-16,8-7-4 0,6-6-3 15,2-4 4-15,0 0-2 16,7 0-2-16,19-4 0 15,13-15 21 1,10-3-4-16,2-1-3 0,-2-1-1 0,-1 2 9 31,-2 1-3-31,6 0-4 16,-1 3-5-16,-9 2-1 16,-11 8-9-16,-15 4-2 15,-11 4-37-15,-5 0-49 0,0 0-4 16,-5 0-26-16,-20 0-79 15,-6 0-152-15,-5-10-154 16</inkml:trace>
  <inkml:trace contextRef="#ctx0" brushRef="#br0" timeOffset="49309.12">20533 9230 1161 0,'0'0'6'0,"0"0"-2"0,0 0 23 0,0 0 45 16,-92-30-27-16,57 30-6 0,-2 8-20 0,-3 8-6 0,-5 3-6 31,-4 3 4-31,-3 1-4 16,-1-1-6-1,0 4 2-15,2-2-2 16,6-2 0-16,2-4 2 15,10-3-1-15,9-5 3 0,6-3 2 16,9 5 0 0,5 1-6-16,1 8-1 15,3 12 10-15,0 7 15 0,6 14 14 16,7 10-9 0,-2 6 22-16,-6 6 6 0,-5 1-30 15,0-6-2 1,0-5 7-16,0-8-12 0,0-8-10 15,0-11-6-15,8-9-4 16,7-10-1-16,1-8 0 16,3-7 0-16,6-5 1 15,8 0 1-15,8-11-2 16,9-5 0-16,11-1-2 16,6-3 2-16,7 3 1 15,8 1-1-15,7-4 1 0,9-1 1 16,3-5 1-16,-1-3-3 0,-5-3 0 15,-12-4-2 1,-13-1 2-16,-18-2 2 0,-22-6 8 16,-24-8 11-16,-7-10-10 0,-40-8-6 31,-17-4 10-31,-18-3-11 16,-15 7-4-16,-10 9 0 15,-13 12-52-15,-9 11-296 16</inkml:trace>
  <inkml:trace contextRef="#ctx0" brushRef="#br0" timeOffset="58895.95">25783 10661 877 0,'0'0'17'0,"0"0"-15"0,0 0 33 15,0 0 74-15,0 0-11 16,0 0-31-16,0 0-25 0,12-33-18 15,-10 33-15 1,1 0-7-16,3 0 0 16,4 13-2-16,3 8 87 0,3 5-17 15,-2 6-45-15,0 5 0 0,-1 9 4 16,-2 4 25-16,-4 6 2 31,-1-3-43-31,1 2 13 16,1-4 21-16,1 2-4 15,-3-4-29-15,0 2 26 0,0-2-6 0,-3-1-18 0,0-1 6 32,1-8-6-32,4-8-7 15,1-7-7-15,-2-5 0 0,1-7 0 16,-1-1-2 0,-1-4 1-16,-2-5-1 0,-1-2 0 15,0 0 0-15,0 0 0 16,5 0 0-1,11 0 4-15,14-7 2 16,19-9-1-16,17-13-5 0,17-5-1 16,13-4-27-1,1 1-35-15,-6 6-56 16,-15 7-98-16,-19 6-142 0,-25 1-786 16</inkml:trace>
  <inkml:trace contextRef="#ctx0" brushRef="#br0" timeOffset="60273.18">27110 9197 739 0,'0'0'24'0,"0"0"-16"0,0 0 5 0,0 0 95 31,0 0 7-31,0 0-31 0,-6-69-14 16,6 69-44-16,0 6-26 15,9 17 4-15,12 13 50 16,2 11-11-16,4 12-1 15,1 11-6-15,1 8-12 0,0 11 18 0,2 7 11 32,3 5-28-32,-1 7 23 15,-1 0-27-15,0-4 18 16,-4-3-25-16,-4-2-4 0,2 1 20 16,-4-6-4-1,2-2 0-15,1-7-11 0,-4-12-7 0,1-8 11 16,-1-9-17-16,-6-10-1 0,1-9-1 0,-6-13-2 47,-3-9-3-47,-1-9-76 0,-4-5-36 15,-2-1-35-15,0-22-31 16,0-18-284-16</inkml:trace>
  <inkml:trace contextRef="#ctx0" brushRef="#br0" timeOffset="60936.33">29019 9008 620 0,'0'0'153'0,"0"0"-147"0,0 0 34 15,0 0 41-15,0 0-36 16,0 0 32-16,0-65-40 15,-1 53-17-15,-2 2 6 16,1 2 0-16,2 5 16 16,0 0-28-16,-1 1 8 0,1 2-17 15,0 0-5 1,0 16 0-16,9 12 11 0,6 13 28 16,1 10-17-1,2 12 10-15,-1 15 17 16,2 14-13-16,2 10-9 0,1 9 7 15,4 3 8-15,-1 0-18 0,2 2-2 16,0 2 10 0,-1-2 4-16,6-2 1 0,-1-3 9 15,3-4-28-15,-1-8-15 0,0-8-3 16,-3-11 1-16,-3-17-1 31,-5-11 0-31,-5-8-3 0,-8-8-76 0,-2-9-66 31,-7-10-63-31,0-11-264 0</inkml:trace>
  <inkml:trace contextRef="#ctx0" brushRef="#br0" timeOffset="62217.04">24612 12968 762 0,'0'0'138'0,"0"0"-138"15,0 0 0 1,0-84 1-16,-3 51 79 0,-6-6 41 15,-3-1-88-15,-3-1-12 16,-4 1 30-16,-4 3-5 16,-6 5-12-16,-10 4-11 15,-7 4 6-15,-8 8-2 0,-7 9-19 16,-3 7-7-16,-2 0-1 16,-1 24 1-16,1 13 4 15,-2 9 11-15,4 14 9 0,4 10 9 31,3 10 1-31,9 3 6 16,6 3 7-16,11-3-10 16,9-2-13-16,14 0-16 0,8-3-2 15,0-4 13-15,20 1 4 0,7-4-12 0,9-3-7 32,7-6 10-17,3-2 1-15,9-2-6 0,6-3 0 16,5-1 2-16,0-7 1 0,-1-11-6 0,0-3-6 31,1-10 0-31,3-5 4 16,4-9-2-16,2-6 0 15,-4-3-3-15,-2-9 0 0,1-18 3 0,2-12 1 16,-2-14-1 0,0-7 1-16,-6-11-2 15,-5 0 0-15,-10-1 0 16,-12 2 2-16,-9-4 0 15,-7 0-3-15,-13-5 0 16,-8-2 2-16,0-4-3 0,-26-2 3 0,-11-2-3 31,-9 0 2-31,-10 6-1 0,-6 8-1 0,-10 10 1 32,1 14 8-32,-5 15-3 15,3 10-6-15,2 12 1 0,3 10-1 16,2 4-3-1,5 3-37-15,9 22-118 0,7 15-111 16,9 7-151 0,8 4-502-16</inkml:trace>
  <inkml:trace contextRef="#ctx0" brushRef="#br0" timeOffset="63680.41">26077 16734 986 0,'0'0'41'0,"0"0"-35"0,0 0 13 15,0 0 126-15,0 0-39 16,0 0-27-16,0 0-3 0,-80-16-15 0,65 16-2 31,0 8 6-31,4 6-20 16,1 2-17-16,6 3 6 0,2 2-15 15,2-1 5 1,0-2-11 0,0-1-5-16,16-6-4 0,10 1-1 15,8-2 1-15,6-5 4 16,8-1-1-16,0 0 5 16,-2-3-8-16,-6 5 5 15,-4 1-3-15,-7 4-5 16,-6 3 6-16,-3 4-5 15,-5 5 18-15,-8 1-3 16,-7 6 4-16,0 3 9 0,-9 1-4 16,-15 1-12-16,-4-3-1 15,1-5-7-15,1-7-3 16,3-3 0-16,2-11-3 16,0-6 0-16,-1 0-42 0,-4-20-77 31,-4-15-135-31,-4-14-114 0,-3-10-367 15</inkml:trace>
  <inkml:trace contextRef="#ctx0" brushRef="#br0" timeOffset="63877.84">25909 16795 1354 0,'0'0'11'0,"0"0"9"0,116-71 12 15,-52 34 142-15,3 1-68 0,3 5-63 16,-7 7-35-16,-9 7-8 16,-3 6-14-16,-5 5-151 15,-6 5-79-15,-4 1-162 0</inkml:trace>
  <inkml:trace contextRef="#ctx0" brushRef="#br0" timeOffset="64139.6">26580 16554 1311 0,'0'0'156'0,"0"0"-156"0,0 0 0 0,0 0 113 16,100-2 24-16,-42 24-64 0,5 8-32 31,0 3-18-31,-2 6-17 15,-8 1-6-15,-8-5-2 0,-8-3-1 0,-10-3-72 32,-9-7-119-32,-10-4-30 15,-8-6-40-15,0-11-164 16</inkml:trace>
  <inkml:trace contextRef="#ctx0" brushRef="#br0" timeOffset="64336.34">26996 16472 1183 0,'0'0'174'0,"0"0"-158"0,0 0 71 0,0 0 46 0,-52 76 2 31,24-26-51-31,1 4-31 16,-1 0-20-16,5-5-9 15,5-2-5-15,2-4-12 16,7-4-7-16,3-8-1 15,6-10-15-15,0-9-75 0,6-12-160 0,21 0-88 32,4-30-85-32</inkml:trace>
  <inkml:trace contextRef="#ctx0" brushRef="#br0" timeOffset="64743.52">27347 16329 1182 0,'0'0'256'0,"0"0"-241"16,0 0-6-1,-105 30 135-15,86-9-41 16,10 0-59-16,9 4-36 16,9 4-4-16,22 2-3 15,14 4 6-15,12 5-2 16,6 3 10-16,4 1-6 0,-2 4-5 0,-11 2-2 15,-14-4 1 1,-17-2-3-16,-16-6 0 0,-7-4 2 31,-19-9 3-31,-19-4 3 0,-8-14-2 16,-3-7-1-16,0-1 2 0,7-25 3 16,6-9-2-1,6-9-4-15,9-7-4 0,12-6 2 0,9 2-2 31,0 3-6-31,18 8 5 0,5 10-2 16,-7 9-2 0,-1 9-40-16,-7 7-72 15,-5 5-65-15,-2 1-75 16,-1 0-234-16</inkml:trace>
  <inkml:trace contextRef="#ctx0" brushRef="#br0" timeOffset="65664.49">27708 16020 1431 0,'0'0'10'0,"0"0"11"16,0 0-3-1,0 0 84-15,0 0-50 0,0 0-46 0,-118 14-5 16,69 6 2 0,-11 5-3-1,-5 0 3-15,-9 1-3 0,-8 0 5 0,-6 3-4 16,-6-1 1 0,-9 3 1-16,-2-1 0 15,-1 0 7-15,4-3 27 0,2-2 13 0,6-1-18 0,7-2-23 31,-1 1 9-15,7-2 5-16,4 1-7 16,0 6-3-16,5 1 4 0,-1 8 1 0,3 5-9 0,0 8-6 31,1 2 6-31,2 0 5 16,6 2 0-16,3 3 3 0,2 5-2 0,4 5 3 31,7 2-5-31,7 0 0 0,10-3-1 0,8 0-6 31,11 1-6-31,9-2 0 16,0 0 0-16,17-1 0 15,12-9 0-15,9-1 0 16,9-5 0-16,7 0 0 16,9-5 0-16,1-9 0 0,0-4 0 15,-4-9 0-15,-8-7 0 16,-1-9 0-16,-2-3 0 15,2-3 0-15,5-6 0 0,7-16 0 16,9-7 0 0,8-9-13-16,13-5 1 0,11-3 9 15,14-1 3 1,13 3 3-16,11 6 0 0,7 7 1 0,3 3-2 31,0 8-2-31,-5 6-4 0,-8 7 3 16,-10 3 2-16,-6 4-4 15,-11 0 6-15,-12 0-3 16,-12 0 2 0,-10 0 0-16,-12 0-2 0,-9-10 0 15,-9-7-2 1,-9-2 2-16,-8-6-3 0,-9-5 3 16,-7-3 0-16,-9-10 3 15,-6-12-2-15,0-8 1 16,-3-12-1-1,-16-11 0-15,-7-11 3 0,-5-7-2 16,-5-2-1-16,-6 0 0 0,-11 11 1 16,-7 2 1-16,-3 6-6 0,2 10 3 0,3 2-1 31,6 9-23-31,2 5-86 16,1-5-149-16,1-2-179 15,-2 5-461 1</inkml:trace>
  <inkml:trace contextRef="#ctx0" brushRef="#br0" timeOffset="67949.58">22901 4724 553 0,'0'0'257'0,"0"0"-257"32,0 0-18-32,0 0 18 0,0 0 33 0,0 0 35 15,-79-15 25-15,51 15-21 31,-5 5-42-31,-3 7-14 0,-3-2-3 0,-6 5 2 32,-4 1 3-32,-9 3-12 0,-14 4-5 0,-8 2 3 31,-10 2-3-31,-4 3 8 0,-9-1-6 16,-3 1-3-16,-7-3 3 0,-4-1-3 15,-4-3 0-15,-1 1-1 16,-2 2 1-16,-4-4 4 15,9-1 13-15,5-1 21 16,17-3 52-16,17-1-36 0,16-2-14 31,13 3-13-31,12 0-18 0,6-1-7 16,10 4 3-16,5 8 0 0,1 6 1 16,7 8-3-16,1 7-1 15,3 3-1-15,2 4 9 31,2 6 8-31,-1 5-1 0,3 3-1 0,0 6 18 16,0 10-2 0,0 4-9-16,8 8 10 15,6 1-25-15,3-3 4 16,2-6-6-16,0-5-2 16,1-10 3-16,1-8-2 0,-1-9-2 15,0-6-3-15,1-5 0 16,0-6-1-16,1-4-1 15,5-7 3-15,3-1-2 16,3-9 1 0,3-3 0-16,4-7-2 0,2-5 4 15,7-5-2-15,5 0 4 16,12-6-3-16,12-14 0 16,15-8 0-16,11-7 6 15,13-6-3-15,17-6 1 0,5-6-4 16,8-2 10-16,5 0-11 15,-6 5-5-15,-8 2 3 0,-7 8 1 32,-10 1 0-32,-8 5 0 15,-5 3 1-15,-2 6 0 16,-12 2-7-16,-12 7-48 0,-15-1 7 16,-18 6 20-16,-7-3 21 15,-11 2 6-15,-4-2 0 16,-6-2 1-1,0-3 7-15,-6-7 0 0,-2-6 35 16,-7-7-13-16,-4-8-8 16,-2-4 21-16,-6-6-31 15,-23-7-5-15,-9-7-3 0,-16-8 7 16,-7-2-7 0,-8-2 2-16,-8 4 7 0,-3 5-7 15,2 8-5-15,-4 4-9 0,-1 13-79 31,-5 10-117-31,-10 6-577 0</inkml:trace>
  <inkml:trace contextRef="#ctx0" brushRef="#br0" timeOffset="70352.42">24427 13159 270 0,'0'0'278'15,"15"-97"-270"-15,-9 55 22 16,-2 3 28-16,3 2 60 16,-1 3 20-16,2 2-35 15,0 5-21-15,-1 4-15 0,-4 9-26 16,-1 8 22-16,-2 6 15 16,0 26-52-16,-9 36-16 0,-19 32 139 15,-17 26-26-15,-14 13-54 16,-2 0-47-1,5-11-16-15,11-12-6 0,16-9 0 16,10-7-4-16,16-6-75 0,3-5-192 31,0-17-271-31</inkml:trace>
  <inkml:trace contextRef="#ctx0" brushRef="#br0" timeOffset="71180.78">23358 15338 857 0,'0'0'113'0,"0"0"-105"0,0 0 21 0,0 0 38 0,0 0 16 0,0 0-28 31,-81 24-12-31,68 29 24 0,7 9 21 0,6 2-10 31,0-4-41-31,10-7 20 0,12-11-39 0,5-9-2 31,6-10 14-15,0-10-8-16,1-10-9 16,3-3-9-16,-1-3 3 0,-3-17 4 0,-5-7-6 15,-10-4 4 1,-9-4-1-16,-9-4 1 15,-2-1-3-15,-21 0-4 0,-6 0 7 0,-3 8-5 32,2 8-1-32,3 9 7 15,5 6 4-15,8 5-7 16,2 4-7-16,5 0-6 16,1 0-12-16,3 12-107 0,3 1-26 15,0 1-31 1,9-4-66-16,13-7-49 0,3-3-214 0</inkml:trace>
  <inkml:trace contextRef="#ctx0" brushRef="#br0" timeOffset="71651.22">23705 15262 610 0,'0'0'695'0,"0"0"-695"15,0 0 0 1,0 0 78-16,0 97 11 0,0-73-17 15,0-8-42-15,7-3-19 16,7-4-2-16,4-6-7 0,1-3-2 0,2 0 0 31,3-6-22-31,-2-13-35 0,-2 1 19 0,-1 2 12 32,-4 9 20-32,-3 7 4 15,0 0-6 1,1 19 8-16,2 5 42 0,5-3-10 0,2-5-7 15,-2-4 4-15,0-8-18 16,-2-4-4 0,0 0 4-16,0-18 0 0,-1-17 4 15,-1-14-9-15,-7-8-6 16,-6-5 0-16,-3 0-5 0,0 7 5 31,-5 10 0-31,-1 19 2 0,2 14 12 16,0 10 86-1,4 2-27-15,0 20-58 0,0 12-8 16,13 10 69 0,8 1-52-16,4-5-20 0,5-1-4 15,-2-3 0-15,-4-1-8 16,-8 1-82-16,-10 1-164 16,-6-9-120-16,-19-9-256 15</inkml:trace>
  <inkml:trace contextRef="#ctx0" brushRef="#br0" timeOffset="71786.05">24145 15246 1343 0,'0'0'194'0,"0"0"-194"0,93-73-34 0,-53 45 34 0,-7 4 0 16,-8 7-54 0,-7 3-181-16,-9 4-33 15,-4 2-250-15</inkml:trace>
  <inkml:trace contextRef="#ctx0" brushRef="#br0" timeOffset="72230.23">24247 14506 1289 0,'0'0'64'15,"-120"-29"-59"-15,37 29 55 0,-23 9 43 16,-19 29-28-16,-19 21 19 15,-12 16-49-15,-5 21-14 16,2 22-3-16,20 9-5 16,22 11-9-16,33 4 0 0,32-8-1 15,25 2 1 1,26-4-3-16,6-9-3 16,39-9 11-16,23-9 2 15,29-19 8-15,26-18-3 0,26-23-6 16,17-30-17-1,13-15-1-15,7-44 1 16,1-28 2-16,4-25-1 0,-5-17-1 16,-14-12 4-16,-20-3-6 0,-33-8-1 0,-41 0-1 31,-37 2-1-31,-40-3 2 0,-29 10-2 16,-46 10-4-16,-28 20 1 0,-27 29 5 31,-17 32 1-31,-19 26-1 0,-6 11-3 15,3 33-8-15,7 14-26 16,26 13-70 0,35 12-127-16,37 4-145 0,37-2-279 15</inkml:trace>
  <inkml:trace contextRef="#ctx0" brushRef="#br0" timeOffset="74233.38">27715 16174 740 0,'0'0'49'0,"0"0"-44"16,0 0 27-16,0 0 84 16,0 0-30-16,0 0-41 0,16-59-1 15,-16 59 15 1,0 0 22-16,-8 0-6 0,-7 0-50 16,-9 0-25-16,-7 6 11 15,-10 6-11-15,-5 3 1 0,-6-1 2 0,-3 3-3 31,-2-4 5-15,-1 0-2-16,4-3 3 0,6-2 8 16,7-1 5-16,8-3 6 15,6 1 9 1,9-2 7-16,5-2 1 16,7 0-1-16,1 1-21 15,2 0-8-15,-1 4-4 16,1 6-7-16,-3 9 0 0,1 9 13 15,2 9 20 1,0 6-20-16,2 6 21 0,1 7 8 16,-2 3 0-16,1 1-10 15,1 1-3-15,0-1-1 16,0 1-3-16,0-3-15 16,10-5 10-16,7-4-16 15,1-11 0-15,1-5-4 16,2-9-1-16,-3-6-1 15,0-5 0-15,-2-9 0 0,-1-2 0 0,2 0 1 16,-1 1 1-16,3-5-1 16,1 0 0-1,4 0-1-15,4 0 1 16,3 0-1-16,8-9 1 16,6-5-1-16,3-3 1 15,4-1-1-15,1 4 3 0,1 4-5 0,-3 4 4 31,-2 1-2-31,-7 2-1 0,-5 0-5 16,-7 0-6 0,-3-1 5-16,-5-2 3 0,-4-1 4 0,-2-5-9 31,0-2 9-31,-3-4-1 0,-7-5 2 16,-2-3 1-16,-4-2 1 15,0-3 0-15,0-3-2 0,0-4 0 16,-12-3 0-16,-2-7 0 15,-2-7-8-15,-1-7 2 16,-1-10 3-16,-3-3 0 16,-1 1 3-16,-5 6-1 15,-1 13 2-15,-2 14 0 16,-2 10 6 0,3 8 4-16,1 5 1 0,3 3-2 15,4 3-9-15,8 2-1 16,4 3 0-16,6 0-4 15,3 3-29-15,0 2-56 0,0 2-110 16,0 0-38 0,15 0-16-16,4 2 23 15,4 6-423-15</inkml:trace>
  <inkml:trace contextRef="#ctx0" brushRef="#br0" timeOffset="75131.14">29598 15668 1149 0,'0'0'51'0,"0"0"-47"0,0 0-4 16,0 0 70-16,0 0 66 16,0 0-37-16,-3-13-26 15,-22 23-40-15,-12 5-16 16,-12 4 4 0,-3 1 5-16,-1-2-5 15,4 0-6-15,8-5 0 0,9-4-2 0,6 0-5 31,8-5 9-31,5-3-1 0,7 2 10 0,3-3 3 16,3 4-9-16,0 8-15 0,-2 12-5 31,1 16 7-31,-2 20 32 0,1 16-2 32,1 9-4-32,1 4-1 0,0-2 3 15,4-4-35-15,14-6 0 0,8-8 0 16,10-8 0-16,11-16 0 15,13-14 0-15,12-12 0 16,13-19 0 0,9-2-22-16,7-32-127 15,9-19-141-15,3-21-108 0</inkml:trace>
  <inkml:trace contextRef="#ctx0" brushRef="#br0" timeOffset="75651.75">32973 15120 1 0,'0'0'1168'0,"0"0"-1168"0,0 0 0 16,0 0 26-16,0 0 96 15,0 0 6-15,-71-30-48 0,71 30-45 31,0 0-26-31,4 0-9 16,17 0 5-16,12 1 22 16,7 6 1-16,5 6-7 0,1 5-3 15,0 4 23 1,-2 10 3-16,-3 1-6 0,-5 9 8 16,-3 5-2-16,-8 6 7 0,-7 1-12 15,-8 2-3 1,-7 3-3-16,-3 1-26 0,-1 1-7 15,-18-4 0 1,-10-1 0-16,-7-7 0 0,-6-7 0 0,-7-8 0 31,-3-6 0-31,1-6 0 0,1-9 0 16,-2-6-99 0,-1-7-245-16,-5 0-311 0</inkml:trace>
  <inkml:trace contextRef="#ctx0" brushRef="#br0" timeOffset="76336.17">30171 17190 1083 0,'0'0'121'0,"0"0"-121"0,0 0 0 0,0 0 2 16,0 0 90-16,0 0-15 15,12-11-10-15,-37 11-34 16,-11 0-30-16,-8 0 2 16,-3 0 6-16,0 7 5 15,0 1 5-15,3-1 10 16,5 0 12-16,9-1 4 16,13-1-3-16,8-1 12 15,6-2-20-15,3 2-22 0,0 10-7 16,0 15-6-16,0 11 47 15,0 13-13 1,-3 6-14-16,-3 9 6 0,-1 4 9 16,2 4-5-16,4-2-11 15,1-4-7-15,7-8-7 16,17-7-6-16,6-8 0 16,7-11 0-16,7-6 0 15,9-14 0-15,11-15 0 16,15-1-63-16,12-17-69 15,12-18-112-15,6-13-66 16,9-9-395-16</inkml:trace>
  <inkml:trace contextRef="#ctx0" brushRef="#br0" timeOffset="76810.14">32761 16673 1053 0,'0'0'0'0,"0"0"-146"0,0 0 146 31,0 0 2-31,81-50 68 0,-56 44-39 16,-1 3-20-16,0 3-3 15,-5 0 42-15,-1 0 24 16,-4 7 19-16,-1 9 17 16,-1 8-7-1,1 2-15-15,2 5-14 0,3 6-6 16,0 4-12-16,7 7 2 0,1 5-5 15,2 4 2-15,2 1-13 16,-2 3-4-16,-3-1-19 16,-5 1-3-16,-8-6-12 15,-8-6 1 1,-4-13-5-16,0-7 0 0,-17-8 0 16,-15-5-2-16,-13-4-55 0,-16-1-82 31,-13 0-151-31,-14 2-177 0</inkml:trace>
  <inkml:trace contextRef="#ctx0" brushRef="#br0" timeOffset="77420.96">30244 18509 850 0,'0'0'97'0,"0"0"-96"16,0 0-1-16,0 0 134 0,0 0 62 15,0 0-112 1,-36-11-68-16,11 11 30 0,-5 0-21 0,-3 1-4 15,-1-1-2-15,-2 0 5 16,2 0 4 0,-2 0-17-16,2 0 15 15,3-1 22-15,6 1 2 16,9 0 28-16,9 0-28 16,4 0-20-16,3 19-22 0,0 4 3 15,1 14 17-15,11 9 5 16,1 5-9-16,-5 8-1 0,-5 6 4 31,-3 4 2-31,0-8-12 0,0-8-4 16,3-18-13-1,9-15 0-15,10-14 0 0,10 0 0 16,12-6-10-16,12 0-48 0,17 0-45 0,12-6-80 31,9-17-75-31,9-15-50 16,8-10-258-16</inkml:trace>
  <inkml:trace contextRef="#ctx0" brushRef="#br0" timeOffset="77960.53">32749 17984 967 0,'0'0'37'0,"0"0"-37"0,0 0 0 0,0 0 57 31,0 0 64-31,0 0-60 16,59-47-31-1,-40 47 0-15,3 0 2 0,4 0-3 0,1 0 15 0,1 2 16 32,6 10-13-32,2 3-6 15,3 5 7 1,-1 8 11-16,-5 1-10 0,-7 9-19 0,-7 7 4 0,-3-1 10 31,1 8-10-31,-2 1-14 16,-1 3 8-16,-3-4 4 15,-3-1-1-15,-7-8 3 16,-1-3-7-16,0-5-6 16,-18-4-21-16,-15-8 0 0,-11-4 0 0,-11-9 0 15,-13-8-58 1,-18-2-183-16,-28 0-375 15</inkml:trace>
  <inkml:trace contextRef="#ctx0" brushRef="#br0" timeOffset="79288.39">28322 16393 702 0,'0'0'256'0,"0"0"-254"16,0 0 44-1,0 0 151-15,0 0-34 16,0 0-74-16,0 0-51 16,-16 0-14-16,16 0-6 15,5 0-4-15,12 0-7 16,13 0 5-16,12-9-3 15,12-5 0-15,4-1-8 16,-1 2 1-16,-8 7-2 16,-11 6-3-16,-12 0 2 0,-10 24 1 0,-9 10 0 15,-7 9 29-15,0 8 35 0,-18 4 10 32,-8 0-3-32,-5-2-11 15,-2-5-11-15,5-11 1 16,7-11-22-16,10-9-11 0,7-11-6 15,4-6-10-15,0 0-1 16,18 0-3 0,16-6 3-16,15-12 0 0,6-6-4 0,-2-1-55 0,-6 0-71 31,-9 5-101-31,-7 0-48 16,-7-1-29-16,-9-1-181 15</inkml:trace>
  <inkml:trace contextRef="#ctx0" brushRef="#br0" timeOffset="79419.92">28907 16548 552 0,'0'0'790'16,"0"0"-733"-16,0 0-52 0,0 0 140 0,15 83 27 15,0-39-43-15,3 8-89 16,3 6-31-16,-3 5-9 0,0 6 0 0,-2 1-64 31,-1-1-199-15,-6-2-184-16</inkml:trace>
  <inkml:trace contextRef="#ctx0" brushRef="#br0" timeOffset="79841.86">28775 17551 937 0,'0'0'195'0,"0"0"-194"16,0 0 13-16,0 0 155 16,0 0-28-16,-53-72-79 0,70 63-50 31,14 0 1-31,8 2 34 0,7 2 3 15,-1 5 4-15,-3 5 7 16,-10 21-18-16,-9 14-6 16,-14 8-5-16,-9 8 22 15,-6 4-11-15,-16-7-3 0,1-4-12 16,6-12-14 0,6-15-14-16,8-11 0 15,1-8 0-15,10-3 0 16,18-10 0-16,14-20 0 0,7-16-97 15,2-7-131 1,-4 3-264-16,-9 4-400 0</inkml:trace>
  <inkml:trace contextRef="#ctx0" brushRef="#br0" timeOffset="80074.95">29330 17558 1448 0,'0'0'119'0,"0"0"-99"31,0 0-11-31,-53 93 180 16,40-60-92-16,7-4-71 16,6-2-16-16,0-1 2 0,19-5-1 0,14-9-7 31,12-12-1-31,15 0 1 0,9-25 0 16,2-7-1-16,-9-1-3 15,-12 8-12-15,-19 9-42 16,-18 12-94-16,-13 4-78 15,-8 13-78-15,-30 19-98 16</inkml:trace>
  <inkml:trace contextRef="#ctx0" brushRef="#br0" timeOffset="80459.86">28719 18798 1405 0,'0'0'60'0,"0"0"-60"16,0 0 0-16,0 0 11 0,0 0 74 15,0 0-6-15,63 75 8 16,-54-29-10-16,0 0-20 0,-1-9-16 31,2-11-1-31,0-12 1 0,1-14-15 0,4 6-17 32,1-6-9-32,10 0 0 0,8-10-9 15,7-20-100 1,1-9-103-16,-3-6-105 0,-6 8-126 15,-6 11-168-15</inkml:trace>
  <inkml:trace contextRef="#ctx0" brushRef="#br0" timeOffset="80666.1">29185 18842 745 0,'0'0'242'0,"0"0"-75"16,0 0-24-16,0 0-5 16,0 0-34-16,64 82-31 15,-49-64 5-15,7 2-25 16,4 1-14-16,3 2-4 15,1-5-16-15,-1-4-4 0,-8-10-2 0,-10 2-5 16,-11-6-3-16,-10 0 0 31,-29 0 0-31,-14 0-5 0,-8 0-2 16,-4 0-29-16,1 0-38 0,6 0-43 16,9 0-20-16,6 0-44 15,8 0-121 1,7-6-409-16</inkml:trace>
  <inkml:trace contextRef="#ctx0" brushRef="#br0" timeOffset="81788.92">29633 16781 1121 0,'0'0'39'0,"0"0"-19"16,0 0-20-16,0 0 124 16,0 0-24-16,0 0-50 0,120 70-27 0,-71-59-8 31,-1 0 6-31,3-5 8 16,0-6-14-16,-3 0-1 15,2-4-10-15,-2-16-1 16,1-9 2-16,3-8-3 0,-1-6 0 15,1-7-2-15,3-3 1 16,1 2-1-16,1 2 1 16,4 4 2-1,3 5-1-15,6 5 1 0,2 4-1 16,1 7 0-16,4 11 1 16,1 7 8-16,2 6-5 0,4 6 10 15,-8 16-3-15,-9 9 5 16,-12 3-9-1,-17 0 2-15,-14 0-6 16,-13-7 20-16,-8-3-12 16,-3-9-3-16,0-5-1 0,0-8-2 15,0-2 6 1,-4-1 1-16,-3-21-13 0,1-13-1 16,6-11-36-16,0-9 4 15,7-7-4-15,20 6-19 0,4 4 13 0,7 11 33 31,5 10 9-31,0 9 1 16,8 7 17-16,2 5 16 0,8 8 19 16,5 2-17-16,9 0-5 15,2 10-9 1,0 3-12-16,0 5-5 0,-8-4 0 0,-2-1 0 0,2-2-1 31,-5-7 7-31,1-4 8 16,-5 0 3-16,-5-19 5 0,-4-8 0 15,-8-5 7-15,-8-3 15 16,-10-5-11-16,-7 1-17 16,-9-1-21-1,-9 0 0-15,0 1 0 0,-18 6 0 0,-21 1-40 32,-9 10-218-32,-13 4-377 0</inkml:trace>
  <inkml:trace contextRef="#ctx0" brushRef="#br0" timeOffset="92396.25">26361 12045 960 0,'0'0'20'0,"0"0"27"16,0 0-47-16,0 0 109 0,0 0-29 0,0 0-51 31,0 0 22-31,-55-11 29 16,47 11-14-16,-1 5-17 15,-3 8 3-15,-1 6 13 16,-1 3 5-16,-1 3-19 16,5-3-18-16,3-7-9 15,5-1-11-15,2-5-9 16,0 0-2-16,15-6 3 15,8-2-2-15,9-1 0 0,8-1 4 16,2-11-1-16,3-1 3 16,-6 3 2-1,-6 7-2-15,-5 3 8 16,-4 0 0-16,-5 9-9 16,-4 9 1-16,-4 7 9 0,-7 5 15 0,-4 7-2 15,0 2-12 1,-14 1-7-16,-6-3-5 0,-2-3-6 15,2-9-1-15,2-6 1 0,4-7-1 0,0-8-6 32,0-4-28-17,-4 0-25-15,-3-25-49 16,0-13-159-16,1-14-95 16,2-2-211-16</inkml:trace>
  <inkml:trace contextRef="#ctx0" brushRef="#br0" timeOffset="92594.09">26246 12078 1032 0,'0'0'225'0,"0"0"-225"0,0 0 0 0,0 0 80 16,0 0 27-16,122-17-46 0,-73 8-32 15,2 2-20-15,-2 6-9 16,-4 1-4-16,-5 0-93 15,-4 0-100-15,-6 0-120 16,-6 5-341-16</inkml:trace>
  <inkml:trace contextRef="#ctx0" brushRef="#br0" timeOffset="92825.9">26707 11970 1193 0,'0'0'206'16,"0"0"-202"-16,0 0 69 16,0 0 24-16,0 0-49 0,0 0 40 15,95 34-14 1,-52-5-40-16,-2 2-29 16,-4 1-5-16,-5-4-2 0,-7-2-14 0,-10-7-121 31,-6-6-46-31,-8-6-76 0,-1-7-106 15,0-7-484-15</inkml:trace>
  <inkml:trace contextRef="#ctx0" brushRef="#br0" timeOffset="93026.07">26941 11841 707 0,'0'0'791'0,"0"0"-791"0,0 0 5 16,-63 82 145-1,43-40 19-15,0 2-81 0,8 2-40 16,6-5-26 0,6-7-20-16,0-9-2 0,0-5-2 15,5-8-69 1,4-6-42-16,7-6-160 0,4-6-132 0,3-20-417 31</inkml:trace>
  <inkml:trace contextRef="#ctx0" brushRef="#br0" timeOffset="93353.9">27274 11832 982 0,'0'0'217'31,"0"0"-197"-31,0 0-20 15,0 0 160-15,0 0-46 0,0 0-84 16,15-27-15 0,-8 61 85-16,2 10 6 0,-5 4-40 15,-2 1-11-15,3-7-17 16,1-3-8-16,1-10-19 16,5-11-3-16,0-8 7 0,9-10-12 15,7 0-2-15,9-18 0 16,7-10-1-1,-1-3 0-15,-4 2-39 0,-6 4-32 16,-7 4-56-16,-2 0-101 0,-3-1-148 31,0 5-318-31</inkml:trace>
  <inkml:trace contextRef="#ctx0" brushRef="#br0" timeOffset="93770.14">28048 11723 981 0,'0'0'169'0,"0"0"-164"15,0 0 67-15,0 0 76 16,0 0-71-16,0 0 2 16,-41-12-18-16,41 13-45 15,0 12-8-15,5 5 13 0,13 7 23 16,11 2-19-16,3 6 65 16,7 1-26-16,0 2-22 15,-5 5 7 1,-1 2-8-16,-6 0-23 15,-9-3-8-15,-5-7-10 16,-8-7 4-16,-5-9-4 0,0-6-1 16,-18-6-30-1,-10-5-44-15,-4-5-83 16,-4-20-93-16,2-13-70 0,4-10-93 0,0 0-231 16</inkml:trace>
  <inkml:trace contextRef="#ctx0" brushRef="#br0" timeOffset="93913.68">28046 11784 744 0,'0'0'584'16,"0"0"-564"-16,0 0-15 0,83-58 108 31,-46 38-63-31,0 1-50 0,-4 0-1 0,0 4-58 16,-5 1-202 0,-6 3-242-1</inkml:trace>
  <inkml:trace contextRef="#ctx0" brushRef="#br0" timeOffset="94120.36">28496 11672 1386 0,'0'0'19'16,"0"0"6"-16,0 0 145 15,94 56-87-15,-57-41-30 16,3 0-29-16,2-6-19 0,1-2-5 31,-6-1 0-31,-5-5-46 16,-12-1-107-16,-7 0-54 15,-12-1-65-15,-1-15-150 0,-1-8 18 0</inkml:trace>
  <inkml:trace contextRef="#ctx0" brushRef="#br0" timeOffset="94296.15">28724 11536 1013 0,'0'0'301'15,"0"0"-299"1,0 0 64-16,0 0 100 0,-58 74-25 16,48-30-30-1,5 3-29-15,2-2-24 16,3-1-47-16,0-9-11 16,0-6 3-16,8-9-6 0,8-8-78 0,4-11-144 0,2-1-85 31,0-13-196-31</inkml:trace>
  <inkml:trace contextRef="#ctx0" brushRef="#br0" timeOffset="94674.75">29045 11487 1144 0,'0'0'55'16,"0"0"-38"-16,0 0 13 0,0 0 117 16,0 0-67-1,89-23-2 1,-74 52 30-16,-6 9-40 0,-9 10-3 0,0 1-14 16,-10-1 14-1,-2-6-26-15,6-13-17 16,3-11-2-16,3-8-5 15,0-9-12-15,0-1-2 16,13-4 1-16,11-17 3 16,7-7-3-16,5-2 0 15,3-1-2-15,-2 6 0 16,-4 4-3-16,-6 5-16 16,-9 5-36-16,-6 3-33 0,-8 2-80 0,-4 2-39 15,0 1-158 1,0 2-336-16</inkml:trace>
  <inkml:trace contextRef="#ctx0" brushRef="#br0" timeOffset="97276.05">27263 11557 715 0,'0'0'329'0,"0"0"-329"15,0 0 0-15,0 0 84 16,0 0 29-16,0 0-4 0,-70-48-65 0,57 40-20 31,-7 3-7-31,-5 2 20 16,-8 3-28-16,-7 0-7 0,-9 0 3 15,-5 10 0-15,-3 5-3 16,-7 3 8-16,-1 7 0 16,-4 7-4-16,-3 3 7 15,-4 6 5-15,5-1 3 16,2-1 8-16,9-4-9 0,10-3 4 15,8-4 2 1,6-2 5-16,7 1-12 0,4-1-8 16,4 3 4-1,2 10 12-15,-2 6-7 0,0 9-4 16,0 8 17 0,-1 5 3-16,3 5-7 0,5 3-14 0,4 3 7 31,4 1 13-31,4-4-13 0,2 0-7 0,0-6-2 31,3-6-4-31,12-10-2 0,6-17-7 16,7-15 0-16,9-15 0 15,10-6 0-15,11-16 0 0,15-20-4 16,15-14-10-16,12-7 3 16,14-1 10-1,9 7 1-15,4 11 2 16,-4 14 1-16,-12 11-3 15,-15 10-7-15,-17 5 4 0,-14 0-20 0,-6 0 12 0,-7 0-3 32,-3-8 6-17,-4-9 2-15,-5-3-5 0,-7-6 8 0,-12-4 3 16,-8-4 1-16,-8-10 1 16,-5-10-2-16,0-8 2 15,-11-9-1-15,-6-7 1 0,-4 0-2 31,3 3 0-31,-2 7 2 16,5 11-1-16,1 13 0 16,3 8 0-16,3 11 0 15,1 5 0-15,6 9-1 16,-1 4-58-16,2 2-84 16,5 3-129-16,20-1-112 15,13 1-211-15</inkml:trace>
  <inkml:trace contextRef="#ctx0" brushRef="#br0" timeOffset="98147.76">29294 11097 1148 0,'0'0'41'0,"0"0"-31"16,-100 20-10-16,55-9 61 15,-7 4 0-15,-8 2-19 16,-7 1-4-16,-1 4-9 16,0-3 23-16,0 2-14 0,-3 1-18 15,-1-2-11 1,-2 4-2-16,6-2 17 16,3-1 24-16,7 1-23 15,6-4 2-15,7 1-17 0,2 1 7 16,3 3-2-16,2 2 0 15,7 3-3-15,3 7 12 16,4 1 9 0,5 8-7-16,4 4-7 0,0 4 14 0,4 4-11 15,2 3-6 1,2 5 8-16,0 3 0 16,5-1 3-16,2-1-14 15,0-6-6-15,6-6 0 16,15-11-5-16,7-11-2 15,8-9 1-15,7-9 1 16,5-3-2-16,4-6 0 0,-5 0 0 16,-6 1-2-1,-5 0-2-15,-6 5 1 0,-2 1 1 0,-1 1-3 16,3 0 2 0,3-6 1-16,2 0 1 15,7-5-12-15,7-1 6 16,10 0 6-16,5-7 0 15,6-3 0-15,3-2 1 16,2 3-1-16,-4-2 1 16,-3 1-2-16,-6 0-3 15,1-1-8-15,0-3-5 16,3-4-4-16,2-6-1 0,-4-5-2 16,-3-6 12-1,-10-9 6-15,-11-8 1 16,-10-9-7-16,-12-12 3 0,-8-6 5 0,-10-14 4 31,0-6 1-31,-18 6 2 16,-11 6-1-16,-13 13 2 0,-15 17 11 0,-15 10 7 15,-14 11-21-15,-7 13-15 16,-5 7-349-16,-2 3-890 16</inkml:trace>
  <inkml:trace contextRef="#ctx0" brushRef="#br0" timeOffset="106592.77">14510 10147 636 0,'0'0'72'15,"0"0"-71"1,0 0 7-16,0 0 31 16,0 0-9-16,0 0 36 15,0 0-2-15,0 0-10 0,9-69-12 0,-15 54-11 16,0 1 6-16,-1-4-35 16,-5 0 2-16,0-1-4 15,-3-1 0 1,-4-3-2-16,-5 4 2 15,-3 1 1-15,-4 4 1 16,-7 4-1-16,-2 4 4 0,-6 5 4 0,-2 1 3 31,-3 0 2-31,-5 1 8 0,-6 9-1 0,-5 0-7 32,-6 4-3-32,-6-2 13 15,-4 1-1-15,-4-1-9 0,-3 0 4 0,1-3-4 16,4-1 12-1,6 0-7 1,7-4-3-16,5-3 10 0,4-1-15 0,8 0-5 16,7 0-3-1,5 0 2 1,7 0-3-16,7 0 4 0,2 0 2 0,3 4 1 16,3 5 19-1,2 2-19-15,-2 6-7 0,4 2-1 0,1 3 4 31,7 6 2-31,1 7-4 16,2 5 26-16,-2 10 5 16,-3 8-13-16,-4 6 16 15,0 7 3-15,-1 3-26 16,4-1 21-16,4-7 7 0,4-4-18 16,4-1-13-16,0-4-2 15,0-4 5-15,12-5-2 16,4-8-9-16,2-5-1 15,1-8 6-15,0-8-4 16,-2-5-3-16,-3-4-2 16,1-4 1-16,-2-2 0 15,2-4 2-15,5 0-1 0,2 0 2 0,5-3 1 0,1-6-4 32,5-3 0-17,1 2 1-15,5 2-1 0,6 1 0 16,7 0 0-16,3 0 0 15,8-3 0-15,1-2-1 16,7-1 0-16,4-1 0 16,9-2-3-16,5 2 4 15,4 0 0-15,-4 1 0 0,-1 1 1 0,-4 2-1 32,-5 2 0-32,-6-2 0 15,-3-2-11-15,-7 2-2 16,1-7 3-16,-2 5 6 0,0-6-2 15,-4 1-4-15,-7 3-5 16,-4 0 7-16,-6 1-1 16,-5 1 1-1,-7 2-11-15,-5 1 6 0,-6 2 1 0,-4-1 7 0,-4 0 5 32,2-2 0-32,-2-2 3 15,-2 1-1-15,2-3-2 16,-2-2 4-16,-1-1-2 0,2-3-1 0,0 1-1 31,-1-1 1-31,-4 0 0 16,-1 1 3-16,-1-1-4 0,-1-3-1 0,1 0 1 31,-2 2 1-31,0 1-1 0,0-3 2 0,0 3 1 31,0-2-2-31,0-1 0 0,-3-3-1 16,-2-1 0-16,-1 0 2 0,0-3-2 0,-3 0 2 31,0 1-2-31,0 0 2 16,-2 1-1-16,0 0 6 0,-3 0 1 15,-2-1 7 1,-1 0-9-16,0-1 2 16,-4 1-1-16,3 1-5 15,-4 6 8-15,-2 3-6 0,-3 5 4 16,-7 6-7-16,-11 6-1 0,-17 2-11 31,-18 24-119-31,-20 15-163 16,-19 10-385-16</inkml:trace>
  <inkml:trace contextRef="#ctx0" brushRef="#br0" timeOffset="109842.81">12369 11278 675 0,'0'0'111'16,"0"0"-110"-16,0 0 69 15,0 0 74-15,0 0-29 16,0 0-37-16,0 0-19 16,-12-28 6-16,-6 24-56 0,-12 1 0 15,-11 3-9-15,-4 0-1 0,-9 0 0 32,-2 0 1-32,-4 4 2 15,-7 4-2-15,-8-1 1 16,-5 1-1-16,-5 0 0 0,-1 1-2 0,0 1 1 31,-2 0 0-31,0 1 1 16,0-4 0-16,-1 0 0 0,-5 0-1 15,-3-1 1 1,-5 0 0-16,-5 0 0 0,-4 2 3 16,-1-1-1-16,5 2-2 15,3-3-1-15,10 0-1 16,6-3 1-16,4-2 0 15,6-1-1-15,13 0 2 0,5 0 0 0,6 0 0 32,6 0 0-32,-1 0 1 15,7 0-1-15,1 0 3 0,7 4-3 0,4 5 0 32,0 2 0-32,0 5 0 15,-3 5 0-15,-3 8 1 0,2 6 4 0,-2 2 3 31,3 3 2-31,2 0 7 0,7-3 4 0,-1 5 14 16,5 0 1 0,1 6-7-16,4 3-11 0,5 1 36 0,4 6-23 31,1-2-16-31,5 1 17 16,0-2 10-16,0-3-23 15,0-1-11-15,0-4-6 16,0-4 1-16,0-2 1 15,0-4-2-15,2-5 0 16,1-2-2-16,-2-5 2 16,2-4-2-16,0-1 0 0,2-3-2 15,5-2 2-15,2 1 4 16,7-3-4-16,8-3 3 0,9-5-2 16,9-2 8-16,10-3-8 0,9 0-1 31,8 0-1-31,5-9 1 15,8-4 0-15,2 0 3 16,0-3 0-16,-4 4-3 0,2-3 1 16,-3 3-2-16,3 1 2 0,0-1 1 31,3 0 0-31,3-1 0 16,5-3 0-16,1-1-2 0,3-5-1 15,1 1-2-15,-3-1 2 0,-2 5 0 16,-5-1 1-1,-10 6 0-15,-7 2 0 0,-7 3 1 16,-2 1-2-16,-3 0 0 16,1-1 1-16,3-2 1 0,3 0 0 0,5 2 1 31,-1 0-1-31,1 1-1 16,-8 1-4-1,0-4 3-15,-4 4-4 0,3-4 3 16,-3 1-5-16,-1 2 2 15,-4-1-2-15,-5 0 4 0,-10 2 0 0,-8 2 0 32,-7 3 3-32,-5 0-2 15,-5 0 2 1,-2 0-4-16,-3 0 4 0,1 0-4 0,1 0 4 16,-1 0 1-1,-1 0 0-15,0 0-1 0,1 0-1 16,-4-1-1-16,2-2 1 15,2 0 1-15,-4-2 1 0,-1 1-1 0,-4-2 1 32,2 0 1-17,-2-1 1-15,-2-2-1 16,4-4 1-16,-4-3-3 0,-1-2 2 16,1-3-2-1,-1-3 0-15,-1-3 0 0,2-6-1 16,-2 0 2-16,0-6-1 0,0-1 0 15,0-5-2 1,-2 1 1-16,-7-3 1 0,-3-2-1 16,-3-2 1-1,-4 0-1 1,-1 0 1-16,-2 3 0 0,0 1 1 0,-2 4 2 16,0 2-3-16,-6 1 0 0,2 4 0 15,-10 5 3-15,-8 6-3 16,-13 10-3-16,-22 15-16 31,-28 18-114-31,-39 29-203 0,-32 12-538 16</inkml:trace>
  <inkml:trace contextRef="#ctx0" brushRef="#br0" timeOffset="114586.04">27430 14127 144 0,'0'0'296'16,"0"0"-289"-16,0 0-6 0,0 0 59 0,0 0 11 31,0 0-32-31,0 0-28 0,-7-40 25 0,7 37 11 16,0 2-5-16,0-2 18 15,0 1-11 1,0 1 1-16,0 0 4 0,0 1-2 0,0 0-11 0,0 0-13 31,0 0-11-31,0 0-11 16,0 0-6-16,12 18 7 15,1 11 63 1,5 13-5-16,0 9 9 0,2 11-3 0,-4 7-31 16,-4 2-22-16,-2 1-16 15,1-4-2-15,-2-4-135 16,-3-9-181-16,-2-14-687 31</inkml:trace>
  <inkml:trace contextRef="#ctx0" brushRef="#br0" timeOffset="122802.31">9960 4698 508 0,'0'0'192'0,"0"0"-115"31,0 0 8-31,0 0-44 16,0 0-25-16,0 0 12 15,0 0 12-15,-105 2-18 0,66 5-18 16,-5 0-4-16,2 1 3 15,0-2-2-15,1 1 0 16,-1 0 2-16,-1-1 3 16,-2-1-1-16,-6-4-2 15,-3-1 2-15,-7 0 3 0,-6 0 8 0,0 0-10 16,-3 0 4 0,-4 0 7-1,-3 0-5-15,-2 0 13 0,-2 3-5 16,-1-1-4-1,-7 0-15-15,-10 2-1 0,-10 3 0 0,-10 0 1 16,-11 2-1 0,2 1 16-16,-2 2 22 0,2 6-4 15,1-1-19 1,-3 5-11-16,-1 2 0 16,-2-2-1-16,0 1-1 15,-4 0-2-15,1-5 0 16,3-3 0-16,-1-1 0 15,3-3-1-15,6 0-2 16,-4-4 3-16,4-4 2 16,7-2-2-16,3-1 0 0,6 0 3 15,-1 0-2-15,4 0 0 0,2 0-1 32,7-1-2-32,4-2 1 0,4 0 0 15,1-1 0-15,3-2 0 16,4-3 1-16,7 1 1 15,3-2-1-15,3 0 0 16,2 1 1-16,6 0-1 16,-1 1 0-16,0 0 0 15,-3 1 3-15,-5 3-2 16,4-2-1-16,2 0-3 16,6 0 3-16,5-5-1 15,1 1 1-15,0-3-1 16,1-2 1-16,1-1-4 0,2-3 0 15,0-2-3-15,2-3-10 16,-1-2-15-16,4 1 18 16,0 3 6-16,2 0 3 15,4 4 5-15,2 4-2 0,2 1 2 16,1 1-13-16,1 3 3 16,3 0-3-16,4 0 10 15,4 1 2-15,5 0 1 16,3 2-2-16,2 4 3 15,-1 2-1-15,5 0 0 16,-4 0 0-16,0 2-1 16,-4 13-1-16,-1 1 2 15,1 4 1 1,3 7 2-16,-1 6 13 0,4 9 15 0,4 11 8 16,1 3 8-1,1 6-5-15,-2 0-17 16,-3 2-13-16,-2 0 5 0,-2 3-1 15,1-2 1 1,3-2 5-16,1-4 4 16,-3-3-7-16,2-3-11 0,-2-2-3 15,2-4-3-15,0-5 0 16,2-4 0-16,4-4-2 16,0-5 0-16,15 0 0 15,7-5 0-15,6-2 0 16,2-1 0-16,3-4 0 15,3-4-1 1,3-2 0-16,11-5 2 0,10-5-1 0,7-1 2 16,18 0 0-1,5-6 1-15,11-6-1 0,8 1 1 0,3 1-2 0,6 1 3 32,4 1-2-32,5-4 0 15,3 1-2 1,1-3-1-16,2-1-2 0,0-3 2 0,-2-1 1 31,-1 1 0-31,-8 0 2 0,1 4 0 16,-3-1-1-16,3 0 2 15,1 2-3-15,-2-1-4 0,2 0 1 32,-2-1 3-32,-3 1 0 0,-1-3 1 15,-5 3 0-15,-5 2-1 0,2 0 1 31,-2 3 3-31,-1-1-4 0,-1 3-3 0,-4 1 3 0,-6 1-3 32,-6 2 2-32,-3 0-2 0,-4 1 3 15,-1-3 1 1,2 2 1-16,-1 0-2 0,-1 2 4 16,1-2-4-16,-3 1 0 15,-1 1 2-15,-3-1-1 16,-4-1-1-16,-5-1-1 0,-5-1 1 0,1 0-2 31,0 0 0-31,-2 2 1 16,-3 3 2-16,-5 0 0 15,-4 0-1-15,-4 0 0 0,1 2 0 0,-4 5 0 32,-2-1 0-32,1 0 0 15,-3-2 0-15,-2 1 0 0,-3-2 0 16,-4-1-1-16,-2 2 1 15,0-2 2 1,1 2-2-16,1-2 0 16,2 2-1-16,3-2 1 15,-1 0 0-15,0-2 0 16,0 0 3-16,-3 0-3 0,1 0 0 16,-4 0 0-16,1 0-3 0,-1 0 2 15,0 0 1 1,1 0 0-16,-4 0-2 0,2 0 0 15,0 0 3-15,0 0-1 16,2-5 2-16,3-4-2 0,-1 1-1 31,-2-1 1-31,-2-1 0 16,-7 4 0-16,-1-2 1 16,-6 1 0-16,-1 3-1 0,-1-2 0 15,1 1 1 1,-4 2-1-16,2 0 0 0,-2 1 0 15,-2 0 0-15,-1 0 0 16,-1 2-1-16,-1 0 1 0,-2 0 0 0,0 0 0 31,0 0 0-31,3 0 1 16,-3-1 0-16,9 0-1 16,-2-4 0-16,7 1 0 15,2-2 0-15,3 2-1 0,-2-2 1 16,-4 6 0-16,-1-4-1 0,-3 3 1 31,3 1 0-31,-3-3 0 16,6 0 1-16,1 0-1 15,-2 0 3-15,2 1-3 16,-5 0 1-16,0 1-1 16,0-2 0-16,-2 1 3 0,1-3 1 15,-1 0-1-15,-4-1 2 16,-1 3-1-16,-2 0 9 15,-2 0 23-15,0-6 23 16,0-5-13-16,0-10-45 16,-3-7 1-16,-8-12 0 15,-6-11 4-15,-3-15-6 16,-7-15 0-16,-6-12-1 0,-4-2 0 16,-5 11-3-16,-7 18-32 15,-15 26-184-15,-20 14-423 0</inkml:trace>
  <inkml:trace contextRef="#ctx0" brushRef="#br0" timeOffset="125209.21">20953 8497 853 0,'0'0'305'0,"0"0"-301"0,0 0-2 0,0 0 104 0,0 0-15 31,0 0-31-31,-72 94 9 0,70-61-18 32,2 0-3-32,0-7-25 0,6-6-4 0,15-5-8 15,9-8 13-15,9-7 8 16,7 0-19-1,8 0 7-15,3-7 17 0,-2 4-10 16,-6 3-2 0,-13 1-9-16,-11 21 12 0,-13 2 1 0,-11 5 12 0,-1 4-3 31,-10-3-22-15,-17 3-7-16,-4-7-6 0,1-4-2 0,3-10-1 31,2-9-18-31,0-3-80 15,-7-9-87-15,-2-19-142 16,-8-11-250-16</inkml:trace>
  <inkml:trace contextRef="#ctx0" brushRef="#br0" timeOffset="125388.96">20863 8549 1413 0,'0'0'12'16,"0"0"-6"-16,118-41 118 0,-54 21-19 0,4-3-44 31,1 1-30-31,-5 1-31 16,-4 2-6-16,-2 1-122 15,-8 1-104-15,-6 0-112 16,-11 1-252-16</inkml:trace>
  <inkml:trace contextRef="#ctx0" brushRef="#br0" timeOffset="125602.28">21548 8156 754 0,'0'0'703'0,"0"0"-703"31,0 0 0-15,0 0 102-16,0 0 19 0,86 55-25 16,-56-21-20-1,0 3-42-15,0 3-17 0,-3-3-1 16,3-3-13-16,-2-5-3 0,-1-2-1 31,-4-8-13-31,-4-2-99 0,-6-5-96 0,-7-5-46 16,-6-3-85-1,0-4-189-15</inkml:trace>
  <inkml:trace contextRef="#ctx0" brushRef="#br0" timeOffset="125899.87">21878 8147 1076 0,'0'0'227'0,"0"0"-189"0,0 0 188 16,0 0-92-1,-86 60-74-15,37-1 27 0,-3 7-8 0,4-1-25 0,8-8-23 31,14-14-15-31,12-8-12 16,8-6-4-16,6-7-1 16,0-5-10-1,0-10-75-15,10-7-116 16,14-3-172-16,6-23-178 16</inkml:trace>
  <inkml:trace contextRef="#ctx0" brushRef="#br0" timeOffset="126184.11">22094 8060 1126 0,'0'0'299'16,"0"0"-288"-16,0 0 0 0,82-55 113 0,-60 72-76 31,-4 24 49-31,-5 14 6 15,-11 8-65-15,-2 5-8 16,0-5 1-16,0-13-11 16,0-13-8-16,12-16-3 0,7-10 4 15,5-11-6-15,9 0-7 16,7-23 10-16,9-16-9 0,4-8-1 31,2-3-18-31,-6 7-55 0,-9 13-43 0,-13 12-158 0,-21 18-178 31</inkml:trace>
  <inkml:trace contextRef="#ctx0" brushRef="#br0" timeOffset="126612.54">21415 9605 1205 0,'0'0'43'0,"0"0"-23"0,0 0 159 15,0 0-59-15,0 0-58 16,0 0-58-16,-12-1 6 16,37 12 19-16,11-1 3 15,9-3 7-15,10-2 14 0,2-2-5 16,-2 3-9 0,-7 2-14-16,-11 6-16 0,-13 4 0 0,-12 4-2 15,-12 5 0 1,0 0-1-16,-18-2 0 15,-13-4-6-15,-7-5-32 16,-1-8-61-16,-5-5-117 0,-6-3-145 16,-3-9-176-16</inkml:trace>
  <inkml:trace contextRef="#ctx0" brushRef="#br0" timeOffset="126750.4">21488 9578 1183 0,'0'0'180'0,"91"-85"-175"0,-37 35-5 15,3 2 106-15,-4 10-59 0,-8 12-47 32,-6 13-3-32,-13 7-133 0,-9 6-206 0,-11 0-295 31</inkml:trace>
  <inkml:trace contextRef="#ctx0" brushRef="#br0" timeOffset="126987.68">21937 9231 1363 0,'0'0'155'0,"0"0"-130"0,0 0 15 16,115-5 117-16,-60 5-87 16,8 0-29-16,-1 6-34 0,0 5-6 31,-12 0-1-31,-9 3-26 0,-15 3-60 15,-13-1-58-15,-12 2-37 16,-1-6-115-16,-15-7-170 16</inkml:trace>
  <inkml:trace contextRef="#ctx0" brushRef="#br0" timeOffset="127151">22291 9103 1090 0,'0'0'390'15,"0"0"-369"-15,0 0 70 0,0 0 88 16,-39 80-70-16,21-35-23 16,2 1-36-16,7-6-36 0,3-1-11 15,4-5-3 1,2-8-4-16,0-7-64 0,0-9-126 16,9-10-202-16,4-12-199 0</inkml:trace>
  <inkml:trace contextRef="#ctx0" brushRef="#br0" timeOffset="127522.51">22574 8997 1352 0,'0'0'0'16,"0"0"4"-16,0 0 105 15,0 0-42-15,0 0-49 0,-6-78 12 16,40 72-15-16,7 6 29 16,3 0 41-1,-3 19-26-15,-10 12 1 16,-10 10-18-16,-17 8 12 0,-4 6 0 16,-7-2-16-16,-12-10-22 15,4-13-16 1,9-13 0-16,6-11 0 0,0-6 0 0,16-4 0 15,18-25 0-15,17-13 0 16,12-9 0 0,2-2 0-16,-3 4 0 15,-13 10 0-15,-15 9-89 16,-26 11-269-16,-17 7-569 0</inkml:trace>
  <inkml:trace contextRef="#ctx0" brushRef="#br0" timeOffset="133329.59">18507 2249 1071 0,'0'0'63'0,"0"0"-34"0,0 0 129 47,0 0 45-47,0 0-51 0,0 0-80 0,0 0-22 16,0 0-18-16,-77-30-18 15,60 64-8 1,1 13 15-16,7 6 3 16,6 7-5-16,3 6-2 0,4 3 1 0,19 3-1 0,9-4-10 31,9-7 0-16,6-12-1-15,1-11-4 16,3-10 4-16,-2-10-3 0,-4-9-1 16,-2-8 0-16,-3-1-1 15,-4-8 3-15,0-18-2 0,-5-13 0 16,-2-13 3-16,-4-14-3 16,-10-11 1-1,-5-6-3-15,-10-3-2 16,0 2-5-16,-20 7-5 15,-15 8 3-15,-5 14 0 16,-8 18 4-16,-5 17 5 16,-5 18 0-16,-4 2 0 15,0 25 1-15,8 12 7 0,9 5 2 16,18 3-6-16,17-1 1 16,10-3-4-16,12-7 0 0,29-6-1 31,15-9 0-31,17-10 0 15,6-5 2-15,7-1-1 16,2 3 0-16,-4 4 0 0,-9 9 3 16,-10 10 11-16,-8 10 2 0,-11 10-17 0,-12 7 0 31,-14 3 0-31,-8 1 0 16,-11-3 0-16,-1-5 0 0,0-1 0 15,0-4 0 1,0 2 0-16,0-3 0 15,0 3-193-15,0-6-207 0,-10 0-304 16</inkml:trace>
  <inkml:trace contextRef="#ctx0" brushRef="#br0" timeOffset="133682.15">18907 3951 1090 0,'0'0'451'0,"0"0"-451"0,0 0 0 16,0 0 91-16,0 0 16 15,0 0-94-15,30 31 35 16,10 22 57-16,-2 13-51 16,-6 4-14-16,-2 5 8 15,-6-6-48-15,-3-6 0 16,-5-5 0-16,-2-10 0 0,-5-11 0 16,-6-11 0-16,-2-13-25 15,-1-12-71 1,0-1-110-16,0-32-57 0,-9-23-297 15</inkml:trace>
  <inkml:trace contextRef="#ctx0" brushRef="#br0" timeOffset="133975.99">19385 3788 1331 0,'0'0'162'0,"-68"87"-162"31,17-27 0-31,-7 1 109 0,3 0 46 15,9-5-79 1,12-8-43-16,12-11-14 0,11-11 1 0,11-6-7 0,6-4-8 31,25-5 9-15,17-3 8-16,16-3-2 0,18-5-2 16,7 0-12-16,4 0-3 15,-9 0-3-15,-10 0-7 16,-14 0-18-16,-12 5-72 15,-14 15-39-15,-15 6-126 16,-16 12-90-16,-3 6-203 16</inkml:trace>
  <inkml:trace contextRef="#ctx0" brushRef="#br0" timeOffset="134361.69">19385 5106 1747 0,'0'0'0'16,"0"0"-70"-16,0 0 70 0,0 0 97 0,81 111-5 15,-42-38-62-15,-2 7-21 16,-2 1-6-16,-2-7 4 15,-2-11 15-15,0-15 0 0,-3-11-6 32,-5-17 3-32,-1-14-8 15,-1-6-2-15,-3-26-2 16,3-21 0-16,0-19-4 16,-4-13-1-16,0-4-2 0,-5 6 1 15,0 8 0 1,-1 8-1-16,-2 9-17 0,2 5-21 15,3 7-53-15,4 7-74 0,3 5-110 32,4 3-119-32,5 5-486 0</inkml:trace>
  <inkml:trace contextRef="#ctx0" brushRef="#br0" timeOffset="134668.62">20475 4947 1473 0,'0'0'475'0,"0"0"-475"16,0 0 0-16,0 0 4 0,0 0 30 0,0 0-31 16,66-50 0-1,-31 32-3-15,-6 12-32 16,-8 6-49-16,-11 0-43 15,-5 22-11-15,-5 19 75 16,0 11 60-16,0 2 5 16,-6-2 64-16,6-15 34 15,0-14-20-15,1-13-40 16,20-10-4-16,6-10-22 0,2-27-17 16,1-16-22-1,-4-10-112-15,-7-6-151 0,-8-6-204 0</inkml:trace>
  <inkml:trace contextRef="#ctx0" brushRef="#br0" timeOffset="135045.96">20554 3902 1520 0,'0'0'221'15,"0"0"-221"-15,0 0 0 0,0 0 27 16,0 0 18-16,0 0-36 16,103-74-9-16,-78 59-47 0,-10 11-88 15,-6 4-74 1,-6 12-52-16,-3 24 45 15,-1 16 24-15,-14 6 148 16,-1 5 44-16,3-6 194 16,7-12-17-16,6-13-22 0,0-15 26 15,6-14-64-15,15-3-87 0,9-33-12 32,6-14-18-32,-2-16-81 0,-5-15-194 15,-14-7-425-15</inkml:trace>
  <inkml:trace contextRef="#ctx0" brushRef="#br0" timeOffset="135320.21">20384 2466 1574 0,'0'0'0'16,"0"0"0"-16,0 0 34 0,0 0 92 0,43-77-81 16,-4 47-41-16,-2 2-4 0,-2 7-41 31,-9 12-164-31,-12 9-91 15,-12 25-117-15</inkml:trace>
  <inkml:trace contextRef="#ctx0" brushRef="#br0" timeOffset="135416.01">20506 2771 1162 0,'0'0'173'0,"0"0"-123"16,0 0 28-16,116-32-25 15,-56-26-53-15,-4-6-155 0,-13 1-389 16</inkml:trace>
  <inkml:trace contextRef="#ctx0" brushRef="#br0" timeOffset="137661.91">21414 1996 1164 0,'0'0'141'16,"0"0"-141"-16,0 0 22 15,0 0 132-15,0 0 11 16,0 0-84-16,-20-48-61 16,20 58-20-16,15 23 7 0,10 18 32 15,4 12 13 1,-6 6-3-16,-1-1-12 0,-3-6-7 0,-2-9-14 0,0-10-10 31,-1-11-3-31,-4-11-1 16,-2-11-2-16,-6-7 0 15,-1-3 0-15,-2-5-1 16,1-23-9-16,1-11 3 16,-2-7-13-16,1 4 1 0,1 6 2 15,0 12 5-15,4 9 8 16,8 8 4-1,6 4-4-15,9 3-1 16,9 0 5-16,1 10 3 0,0 1 4 0,0-1-6 0,-4-5 4 31,-4-5-4-15,-4 0 4-16,-4 0 2 0,-3-18-3 0,-5-4 6 16,-7-7 8-16,-4-3-2 31,-5-3-3-31,-3-3-1 0,-17 1-2 0,-5 4 0 15,-4 1-5 1,1 7 5-16,4 7 1 16,4 6-1-16,6 5-10 15,6 4 0-15,3 3 0 16,3 0 0-16,2 0-39 0,0 0-95 16,0 11-142-1,0 0-9-15,9-5-193 0</inkml:trace>
  <inkml:trace contextRef="#ctx0" brushRef="#br0" timeOffset="137899.85">21864 1451 1386 0,'0'0'65'0,"0"0"-65"0,0 0 101 0,0 0 41 16,0 0 22-16,0 0-81 16,76 82-52-16,-53-46-13 15,-1-1-6-15,1 2-8 16,-3-2-4-16,-1 1-1 0,-3 0-72 16,-3 2-170-16,-3 0-220 15,-7 2-477-15</inkml:trace>
  <inkml:trace contextRef="#ctx0" brushRef="#br0" timeOffset="138586.03">22479 2141 881 0,'0'0'474'0,"0"0"-469"16,0 0 58-16,0 0 137 0,0 0-66 15,0 0-91-15,0 10-39 16,0 21 10 0,1 6 19-16,8 2 14 15,6 4-22-15,2 2 0 16,5 1-11-16,2-3-1 0,2-7-8 15,0-11-4-15,1-9 1 0,1-12 0 32,-3-4 0-32,2-2 2 15,-1-20 2-15,-5-9-2 16,0-9-1-16,-8-8-3 16,-7-5-5-16,-6-5-16 0,0-2-4 0,-13 0-25 15,-14 5 22 1,-8 10-1-16,-2 8 7 15,-3 14 19-15,1 15 3 16,-1 8 3-16,1 9 18 16,4 17 7-16,7 4 10 15,10 0-10-15,12-5-8 0,6-3-10 16,3-3-7-16,24-6 2 16,11-5-3-16,11-6 1 0,6-2 2 15,4 0-3 1,-3 2 0-1,-1 5 0-15,-6 6 2 0,-7 6 7 16,-6 6 2-16,-6 3 8 0,-8 0-16 16,-6 2-5-1,-8-2 0-15,-5-2 0 0,-3 0 0 0,0-9 0 0,0-4 0 32,0-7 0-32,0-5 0 15,0-1 0-15,0 0-11 16,0 0-63-16,-3-8-68 0,0-12-140 31,1-10-57-31,-1-12-253 16</inkml:trace>
  <inkml:trace contextRef="#ctx0" brushRef="#br0" timeOffset="138968.69">23256 1789 548 0,'0'0'1028'0,"0"0"-1024"0,0 0 30 0,0 0 196 15,0 0-125-15,0 0-57 16,-30 0-29-1,30 0-7-15,0 0 7 0,0 0-19 16,0-1 0-16,0 1 0 0,0-2 0 0,0 2 0 31,0 0 0-31,0 0 0 16,0 0 0-16,0 0 0 16,0 0 0-16,0 0 0 15,0 0 0-15,0 0 0 0,0 0 0 0,0 0 0 16,0 0 0-1,0-3 0 1,2-5-39-16,9-8-117 16,1-6-196-16,1-8-233 0</inkml:trace>
  <inkml:trace contextRef="#ctx0" brushRef="#br0" timeOffset="139278.04">23471 1349 1413 0,'0'0'74'0,"0"0"-74"32,0 0 0-17,0 0 74-15,82 33 31 16,-31-21-38-16,7 3-10 0,2 3-15 15,1 3-19-15,-2-2-9 16,0 5-7-16,-7 2-3 16,-6-1-4-16,-6-3 2 15,-9-2-2-15,-9-8-1 16,-6 0-57-16,-7-6-88 0,-8-6-70 16,-1 0-85-16,-1 0-47 15</inkml:trace>
  <inkml:trace contextRef="#ctx0" brushRef="#br0" timeOffset="140307.91">23905 1144 1260 0,'0'0'42'15,"-21"129"77"1,5-52 135-16,-2 6-33 16,3 1-112-16,4-1-72 0,1-3-32 0,2-3-5 31,-1-4 0-31,-2-2-49 15,-3-6-186-15,-7-10-346 0</inkml:trace>
  <inkml:trace contextRef="#ctx0" brushRef="#br0" timeOffset="141805.69">21825 3539 434 0,'0'0'467'15,"0"0"-461"1,0 0 35-16,0 0 110 16,0 0-7-16,0 0-45 0,-13-48-20 15,13 48-3-15,0 0 10 16,-2 0 0 0,2 0-29-16,0 0-15 0,0 0-6 15,0 0-14 1,0 0-18-16,5 14-4 15,14 16 0-15,11 9 25 16,1 8-5-16,1 2 17 16,-3-2-9-16,-3-2-3 15,-4-1-15-15,-1-9-7 16,-3-7-2-16,-6-8 0 0,-3-9-1 0,-2-5 0 16,-4-6 0-1,-1 0 0 1,1-6 0-16,1-23-2 0,4-10-3 15,-1-9-8-15,-1 3 8 16,-3 4-24-16,2 10 12 16,-2 6 0-16,4 8 12 15,3 7 0-15,2 6 5 16,9 4-5-16,4 0-4 0,8 0 9 16,5 12 2-16,2 1 3 0,-1-1-2 0,3 0 4 31,-5-1 2-16,-4 0-1-15,-3-5-3 0,-8-2-3 16,-4-2 1-16,-5-2 0 16,-4 0 0-16,-3-3 2 15,-1-14 8-15,-4-6 2 16,-1-7-5-16,0-4 4 16,0-5-7-16,-12-2 1 15,-7 0-4-15,-5-4-3 0,-1 9 0 16,-1 3 0-16,1 9 1 15,4 6 3 1,5 6 9-16,1 2 5 16,6 3-9-16,1 1-10 0,5 2 0 15,2 4 0 1,1 0 0-16,0 0 0 0,0 0 0 0,0 0 0 0,0 0 0 31,0 0 0-31,0 0 0 16,0 0 0-16,0 0 0 0,0 0 0 0,0 0 0 31,0 0 0-31,0 0 0 16,0 0 0-16,0 0 0 15,0 0 0-15,0 0 0 16,0 0 0-16,0 0-9 16,0 0-5-16,0 0-12 15,-2 0-17-15,2 0-54 16,-3 0-82-16,-2 0-105 0,0 0-164 15</inkml:trace>
  <inkml:trace contextRef="#ctx0" brushRef="#br0" timeOffset="143143.76">23447 3239 472 0,'0'0'613'0,"0"0"-580"0,0 0 102 0,0 0 91 15,0 0-85 1,0 0-35-16,0 0-33 0,-1 0-13 16,1 0-2-1,0 0-13-15,0 0-9 0,0 0-14 16,0 0 5 0,0 0-27-16,0 0 0 15,0 0 0-15,0 0 0 16,0 0 0-16,0 0 0 15,0 0 0-15,0 0 0 0,0 0 0 0,0 0 0 32,0 0 0-32,0 0-13 15,0 0-76-15,0-1-76 0,0-5-105 16,11 0 12-16,1-6-44 16,0-4-216-16</inkml:trace>
  <inkml:trace contextRef="#ctx0" brushRef="#br0" timeOffset="143657.72">23744 2794 772 0,'0'0'287'0,"0"0"-264"0,0 0 110 15,0 0 28 1,0 0-22-16,0 0-55 0,-3-32-46 0,3 39-13 16,13 12 19-1,7 13 85-15,2 10-56 16,-2 1-20-16,2 8 1 15,-3 3-22-15,-1 0-32 16,0-1 0-16,-3-5 0 16,0-6 0-16,-5-5 0 0,-1-8 0 15,-5-6 0 1,-2-10-9-16,0-5-83 0,-2-8-77 16,0 0-73-1,0-22 19-15,0-18-277 0</inkml:trace>
  <inkml:trace contextRef="#ctx0" brushRef="#br0" timeOffset="143939.14">24070 2673 845 0,'0'0'553'0,"0"0"-553"15,0 0 0-15,0 0 74 16,0 0 49-16,0 0-84 15,2-4-39-15,-2 8 0 16,0 0 0-16,0 0 0 16,0-4 0-16,0 0 0 0,0 0 0 0,0 0 3 15,0 0-1-15,0 0-1 16,0 0 3-16,0 0-4 16,0 1-10-1,0 0-67-15,-3 5-64 16,-3 0-33-16,2 2-90 0,-4 2-247 15</inkml:trace>
  <inkml:trace contextRef="#ctx0" brushRef="#br0" timeOffset="144510.74">23565 3108 687 0,'0'0'93'16,"0"0"1"-16,0 0 69 16,0 0-19-16,0 0-21 0,0 0-23 15,-5-19-21-15,5 19-35 0,18 0-31 32,15 0 37-32,13 0 74 15,14 2-50-15,10 9-14 16,11 4 11-16,5-3-22 15,2 0-12-15,-3-4-11 0,-6 0-14 16,-13-2-8-16,-15 0-4 16,-19-4-28-16,-16 6-98 15,-16-1-228-15,-17 2-306 16</inkml:trace>
  <inkml:trace contextRef="#ctx0" brushRef="#br0" timeOffset="145204.1">22477 2909 899 0,'0'0'76'0,"0"0"55"0,0 0 16 0,0 0-36 16,0 0-59-16,0 0 29 0,27 43 12 15,-21-21-45-15,0-1-9 16,-1-2 3-16,-1-6-16 0,0-5-13 0,-2-5-11 0,-2-3 1 31,0 0 1-15,0 0 11-16,0-11 46 15,0-6-8-15,-9-9-48 0,-2 2 3 0,-1 0 1 0,-1 3-6 32,3 5-1-32,2 6-1 0,2 6-1 31,6 4-2-31,0 0-29 15,0 4-114-15,9 21-113 0,11 9 83 16,0 9-195-16</inkml:trace>
  <inkml:trace contextRef="#ctx0" brushRef="#br0" timeOffset="145500.37">22804 3359 1243 0,'0'0'168'0,"0"0"-166"16,0 0 158-16,0 0 22 16,0 0-116-16,0 0-62 15,10 16 34-15,8 21 10 16,3 2-7-16,-2 1-19 0,1-2-8 0,-2-4-11 31,-3-3-3-31,-2-8-5 16,-4-4-64-16,-3-7-121 0,-4-12-147 15,-2 0-183 1</inkml:trace>
  <inkml:trace contextRef="#ctx0" brushRef="#br0" timeOffset="145698.29">22974 3350 1306 0,'0'0'207'16,"0"0"-197"-16,-19 76 50 15,13-48 149-15,6-1-118 16,1-7-50-16,31-5-27 0,17-5-6 16,13-9 2-1,12-1-8-15,4 0-2 16,-3 0-11-16,-11 0-108 15,-18 3-234-15,-26 17-250 16</inkml:trace>
  <inkml:trace contextRef="#ctx0" brushRef="#br0" timeOffset="146642.82">22312 4484 1081 0,'0'0'47'0,"0"0"-41"0,0 0 171 0,0 0 7 0,0 0-76 16,0 0-3 0,0-59-26-16,0 59-34 0,11 9-28 15,3 14-2 1,4 12 56-16,-3 7-36 0,0 2-2 0,-5-2-10 31,-1-5-16-31,0-9-3 0,-3-7-1 16,-1-9-3-16,-2-6 0 15,0-4-1-15,-2-2-3 0,1-3-5 0,2-20-7 0,2-10-6 32,3-5-10-32,1 1-3 15,4 8 12 1,-5 13 13-16,1 4 7 0,2 8 2 16,2 4-4-16,5 0 5 15,5 0 5 1,1 8 15-16,2 0-9 0,0-2 0 0,-2-5 3 15,-3-1 2 1,-2 0-8-16,-4-5-2 16,-5-8 1-1,-3-2-1-15,-6-5 8 16,-2 1 3-16,0-6-5 16,-10 0 0-16,-5-2-3 0,-8-2-9 15,4 1 0-15,1 6 0 16,0 7 0-16,6 2 0 15,3 4 0-15,-1 5 0 16,4 1 0-16,1-1 0 16,2 3-29-16,2 1-96 15,-1-1-140-15,2-2-146 16,-3 0-227-16</inkml:trace>
  <inkml:trace contextRef="#ctx0" brushRef="#br0" timeOffset="146977.7">22680 3892 273 0,'0'0'1216'0,"0"0"-1216"0,0 0 0 16,15 74 37-16,-6-54 46 0,4-4-22 15,-1-2-46 1,-1-6-11-1,-1-2 4-15,-4-6-5 16,-1 0 3-16,-5 0 0 0,0-2 18 16,0-17 25-1,0-8-35-15,-8-2-9 0,-8 0 17 0,-1 1 4 16,-4 1 3 0,5 1-18-1,1 6 13-15,8 7-10 0,2 4 15 16,3 6-26-16,2 3-3 15,0 0-16-15,0 0-56 0,8 15-45 16,7 9-23 0,0 8-131-16,-8 6-105 0,-2 4-393 0</inkml:trace>
  <inkml:trace contextRef="#ctx0" brushRef="#br0" timeOffset="147465.72">23019 4335 1149 0,'0'0'60'0,"0"0"-29"0,0 0 59 0,0 0 73 0,0 0-111 32,0 0-50-32,1-10 18 15,25 11 53-15,2 15-12 16,3 3-14-16,4 6-3 16,-2 3-25-16,-1-1-7 0,1-2 3 15,-7-3-9-15,-3-3-3 16,-3-6-1-16,-7-8 0 15,0-5 0-15,-5 0 2 16,1-15 3-16,-4-11 1 16,-4-10 7-16,-1-3-4 0,0-6 1 0,-6 0-2 15,-6 3-8-15,-4 1 0 16,4 8 5-16,1 8 3 0,2 8 0 31,6 7-6-31,2 5-4 16,1 5 0-16,0 0-42 15,0 0-77-15,7 5-149 0,10 7-90 0,-5 3-427 32</inkml:trace>
  <inkml:trace contextRef="#ctx0" brushRef="#br0" timeOffset="147703.67">23810 4089 1749 0,'0'0'58'16,"0"0"-17"-16,0 0-17 15,0 0 56-15,0 0-55 0,0 0-25 16,-20-22-2 0,20 22-35-16,0 0-58 15,12 0-64-15,2 0-86 16,0 0-139-1,-2 0-404-15</inkml:trace>
  <inkml:trace contextRef="#ctx0" brushRef="#br0" timeOffset="148761.04">24047 3764 1299 0,'0'0'125'0,"0"0"-93"0,0 0 15 16,0 0 86-16,0 0-87 16,0 0-46-16,-18-5 0 0,24 10 9 0,3 1 9 31,-3-3 14-31,-2-2 23 15,-1 1-17-15,-1-2-16 16,-2 0-3-16,0 0 9 16,0 0 1-16,0 0-9 15,0 0-6-15,0 0-2 0,0 0-7 16,0 0-3 0,0 0-1-16,0 0-1 0,0 0 0 15,0 0 0-15,1 0 0 0,-1 0 0 16,0 0 0-16,0 0 0 15,0 0 0-15,0 0 0 16,0 0 1-16,2 0 0 16,1 0 1-16,4 0-1 15,0 0 5-15,6 0 3 16,1 0-6-16,3 6-1 16,4 2 0-16,2 5 1 15,4 5 5-15,5 2 2 0,0 4-2 16,4 1-7-16,2 1 3 15,-2-1-4-15,-4-3 0 16,-2 0 0-16,-4-5 0 0,-4-3 0 0,-6-6 0 31,-1 0 0-15,-6-5 0-16,-4 2 0 16,-2-4-3-16,-3-1 2 15,0 0 1-15,0 0 0 0,0 0 4 16,0 0-4-1,0 0 0-15,0 0 0 0,0 0 0 0,1 0 0 0,-1 0 0 32,0 0 0-17,0 0 0-15,0 0 0 0,0 0 0 16,2 0-3 0,-2 0 3-16,0 0 3 0,0 0-3 15,0 0-4-15,0 0 3 16,0 0 1-16,0 0 0 0,0 0 2 15,0 0-2 1,0 0-1-16,0 0 1 16,0 0 0-16,0 0 0 15,0 0 0-15,0 0-1 16,0 0 1-16,0 0-1 16,0 0-2-16,0 0 3 15,2 0 0-15,-2 0-1 16,2 0 2-16,-2 0 0 0,1 0-1 15,1 0 0-15,-1 0 0 0,2 0 0 16,-3 0 0 0,2 0-3-16,-1 0 2 0,-1 0-1 15,0 0 2 1,2 0 0-16,-2 0 0 16,3 0 0-16,0 1 0 0,-1-1-1 15,-1 2 1 1,-1-2-8-16,0 0-8 15,0 1-18-15,0 0-10 16,0 1-26-16,0 0-18 0,0-2-16 16,0 0-35-16,0 0-18 15,0 0-25-15,-6 0-133 16</inkml:trace>
  <inkml:trace contextRef="#ctx0" brushRef="#br0" timeOffset="148974.12">24342 3616 1437 0,'0'0'243'0,"0"0"-228"0,18 82 60 16,-18-20 115-1,0 15-103-15,-14 9-87 0,-12 1 0 0,-4-1 0 16,4-4 0 0,0-7-96-16,-9-7-698 0</inkml:trace>
  <inkml:trace contextRef="#ctx0" brushRef="#br0" timeOffset="154039.16">7625 5578 313 0,'0'0'91'0,"0"0"-28"0,0 0 42 0,0 0-2 0,0 0 1 46,0 0-11-46,0 0 20 0,31-60-44 16,-31 59 8-16,0 1-13 0,0 0-33 16,0 0-13-16,0 0-7 15,0 0 1 1,0 0 0-16,-13 0-6 0,-11 0-6 0,-10 7-1 16,-8 1 0-1,-3 0 1-15,2-1 0 0,2-1 1 0,4-2 0 31,0-2 2-31,3-2 0 16,-5 0-3-16,-3 0 1 0,-6 0 0 31,-4 0 2-31,-2 0-2 0,-7-2 4 16,-3-1-4 0,-7-1 2-16,0 1 0 0,6 0-3 15,5 1-2-15,6 1 2 0,1 1-4 0,0 0 4 31,1 0-1-31,0 0 1 16,1 0 0-16,2 0 2 16,-6 0-2-16,0 1 0 15,-1 2 0-15,1 2 0 16,3-4-1-16,9 1 1 16,4-2 0-16,3 1 1 15,5 2 1-15,1 0-4 16,-1 1 4-16,-4 3-2 15,-5 1 1-15,-6 4-2 16,-5 0 1-16,-3 1 0 0,2-1 0 16,7-4-1-16,5-2 1 15,6 0 0-15,3-1 0 16,-1 1-3-16,-2-2 3 0,-2 0-1 16,0-1 1-1,-1-2 0-15,1-1 0 16,-1 2 0-16,11-2 2 15,1 0-2-15,9 0 1 0,7 0 0 0,1 0-1 32,1 0 1-32,1 0-1 15,3 0 0-15,-2 0 4 0,1 0 1 16,-5 0 1-16,-3 0-6 16,-3 9 0-16,-3 1 0 0,0 4 0 15,2 6 2 1,1 4 2-16,0 3 0 15,1 1 3-15,0 5 8 0,0 1 0 0,1-1 14 0,2 3-8 32,1-3 7-17,-2 3-6-15,3 1 11 0,0 1-18 0,3 4-5 32,5 2 18-32,1 2 9 0,0 2-20 0,0-2 15 15,0 2-16-15,1-4-2 16,1-3 5-1,2 1 0 1,-3 1-7-16,1-3 9 0,-1-2-1 16,4-4-3-16,-2-8-17 15,8-3 3-15,-1-3 1 16,0-7-4-16,1-1 2 0,7 0-2 16,1-6 4-16,5 0-1 15,3-2 0-15,7-3 1 16,3-1-4-16,4 0 5 15,4 0-4 1,5-8 1-16,8-4 0 16,2 0-1-16,10-3 0 15,2 3 2-15,7-1-3 0,3-1 1 0,-3 2-1 0,3-2 0 0,-1-2-2 32,1 1-3-17,1-1 5-15,2-1 0 16,-1 1 0-16,-1 3 0 0,1 0 0 15,-3 2 0-15,-4 2 0 16,-8-1 1 0,-5 3-1-16,-6-1 4 0,2-2-4 15,1 0 1-15,0 1 0 0,2-3-1 32,-5 2-1-32,-6 2 0 0,-7 2-2 0,-2 4 1 31,-3 0 2-31,1-1 0 0,-2 0-1 0,-1 1 1 15,1 0 0-15,-2-3 0 32,-1 2 0-32,2-1 0 0,-3-2 0 15,1 5-1-15,0-5 1 16,-2 4 0-16,-1-1-1 16,-5 2 0-16,-4 1-1 15,-3 0-1-15,-3 0-2 0,3 0 5 16,-3 0 0-16,3-3 0 15,1-1 1-15,-1-2-1 16,-2 0-1-16,-1 1 1 0,-6 1 0 16,-4 1 1-1,-5 0-1 1,-3 2 3-16,0-5 3 0,0-4 4 16,0-2-10-1,-3-7-2-15,-5-1 2 0,2-2 0 0,-4-4-1 16,4-1 3-16,0-2-1 15,-2-3-1 1,1-4-3-16,-5-5 3 0,0-6 3 0,0-4-2 31,0-6-1-31,2 3 0 0,-2 4 2 0,6 8-1 32,-2 6 1-32,2 2 6 15,-1 4 5-15,1 2-4 16,-3 3 9-16,1 0 6 0,-2 1-2 0,1 4-13 15,0-1 10-15,-4 3-13 0,2 4-6 32,-8 3 0-32,-7 8-4 15,-14 3-103-15,-15 12-152 16,-12 13-177-16,-14 9-627 16</inkml:trace>
  <inkml:trace contextRef="#ctx0" brushRef="#br0" timeOffset="157270.9">5517 5941 653 0,'0'0'33'15,"0"0"-23"-15,0 0-9 0,-5-77 2 0,5 55 33 32,5 1 28-32,1 3 68 15,-3-1-86-15,1 5 15 0,-4 3-2 16,0-3-34-16,0-2 5 15,-10-3-27-15,-1-3 12 0,-2 0 3 32,-2-3-16-17,-6 0 2-15,-4 2 3 0,-4 1 3 16,-8 2 3-16,0 3 14 16,-2 7-26-16,0 8 0 15,-7 2 11-15,1 6 23 0,-10 19-35 16,6 6 1-16,4 4-1 0,6 6 18 0,8 5 25 31,2 7-5-15,6 7 10-16,5 9-6 15,12 6-4-15,6 5-3 0,1 0 14 0,17 4 6 0,10-3-6 32,2-9-30-32,0-8-8 15,6-10-8-15,0-9 4 16,1-7 3-16,4-7 0 0,3-6 7 0,1-6-5 31,3-8-5-31,-5-5 1 16,0-6-3-16,-1-5 0 15,0-18 9-15,7-16 5 0,0-9-9 0,-1-15-2 32,-9-5-4-32,-12-3-4 15,-13 0 1-15,-14 0 2 16,0 4-1-16,-20 1-1 0,-16 2 0 15,-12 9 1-15,-3 8-2 0,-1 12-2 0,5 11-1 32,6 9 1-32,7 10-4 15,1 5-56-15,5 16-119 16,-2 20-108-16,-3 11-179 0</inkml:trace>
  <inkml:trace contextRef="#ctx0" brushRef="#br0" timeOffset="162336.79">9126 8632 658 0,'0'0'135'0,"0"0"-108"15,0 0-8-15,0 0 58 16,0 0 26-16,0 0-21 0,0 0-23 16,0 0-11-16,-15-6 17 0,-4 6-16 0,-10 0-33 31,-5 0 0-31,-8 6 5 15,-4-6 21-15,-1 0-28 16,-3 0 7-16,0 0-2 0,-3 0 0 0,1 0 2 31,4 0-17-31,2 0 0 16,5 0 12-16,7 5 5 16,1 2-7-16,8 0-8 0,1 2 1 0,5 3 16 31,4 5-3-31,4 12-14 15,1 11 10-15,4 13 39 16,3 7 0-16,3 4-9 16,0 1-16-16,0-5-9 15,0-2 2-15,0-4-1 0,0-2-4 0,0-5-14 16,0-2-2-16,0-8 1 16,1-11-3-1,-1-9 0-15,2-10 0 16,1-5 0-16,-2-2 0 15,2 0-1-15,6 0-4 0,8 0-5 16,8-15 8-16,17-3 2 16,5-5 0-16,7-2-2 0,3 5 1 0,-2 5 1 31,0 5-1-15,0 5-1-16,-2 2 1 0,1 3 0 15,-7 0 0-15,-5 0-1 16,-9 0 2-16,-6 0-1 15,-5-3 1-15,-4-2 0 16,-2-3 0-16,-2-7 1 16,1-9 1-16,-5-7 1 15,-1-11-2-15,-2-8 0 16,-2-6 3-16,-2-9-4 16,-3-6-1-16,0-1 1 15,-3 5 2-15,-10 8-2 0,-2 16-3 0,-6 9 3 31,-3 15-4-31,0 13-35 16,-7 6-151-16,-11 2-242 16</inkml:trace>
  <inkml:trace contextRef="#ctx0" brushRef="#br0" timeOffset="167983.53">10000 8993 82 0,'0'0'464'0,"0"0"-445"0,0 0-18 32,0 0 48-32,0 0 29 15,0 0-23-15,0 0-26 16,0 0-22-16,0 0-7 15,0 0-7-15,0 0-20 16,0 0 9-16,0 0 0 0,0 0-64 16,0 0-102-1,0 0-257-15</inkml:trace>
  <inkml:trace contextRef="#ctx0" brushRef="#br0" timeOffset="168715.83">10339 8856 391 0,'0'0'59'0,"0"0"-57"0,0 0 107 31,0 0 41-31,0-78-27 0,0 69 33 16,0 3-56-16,-3 0-24 15,-3 3-6-15,6 0-4 16,-3 1 6-16,1 2 3 15,2 0-12-15,0 0-31 16,0 0-21-16,0 0 12 0,0 0-9 16,-1 15-8-16,-2 15 0 0,-3 14 74 31,-2 11-18-31,-5 3-11 16,1 8 18-16,-1 2-8 15,-2-2-22-15,-3-4-2 0,9-8-1 16,1-5-28-16,7-2-8 0,1-5 0 15,0-4 0 1,0-9 0-16,0-6 0 16,6-7 0-16,-2-8 0 15,-2-3 0-15,-1-4 0 16,-1-1 0-16,0 0 0 0,0 0-5 16,0 0-67-1,0 0-29-15,0 0-35 16,5-14-72-16,4-15-43 0,1-13-206 15</inkml:trace>
  <inkml:trace contextRef="#ctx0" brushRef="#br0" timeOffset="169152.44">10519 8944 1120 0,'0'0'124'0,"0"0"-116"15,0 0 43-15,0 0 86 0,0 0 27 16,0 0-63 0,-15-31-84-16,15 62-14 0,0 12 89 15,8 5-8-15,4-4-62 16,4-7-3-16,5-6-10 15,3-6-5-15,-3-9-2 16,6-7-2-16,-5-7 0 16,0-2-2-16,1-7 1 15,-1-17 1-15,-1-9-3 16,-1-1-12-16,-4 3 0 16,-7 10 3-16,-6 9 5 0,1 7 7 15,-4 5 3-15,6 6 0 0,0 21-2 16,3 12 44-16,3 8-15 15,-5 5 4-15,4-1-5 0,2-5-29 0,-1-5 0 32,2-8 0-17,-1-8 0-15,-4-9 0 16,-1-7-19-16,0-9-87 16,3-2-126-16,4-31-91 15,0-18-272-15</inkml:trace>
  <inkml:trace contextRef="#ctx0" brushRef="#br0" timeOffset="169557.98">11425 8728 1339 0,'0'0'80'0,"0"0"-72"0,0 0 54 0,0 0 64 0,0 0-42 32,0 0-32-17,-14 4-29-15,20-4-14 16,12 0-8-16,9-7 52 16,5-7-16-16,-1-2-20 15,0-4 2-15,-1-1-5 16,-3 3-12-16,-5 2-2 0,-10 8-22 0,-7 6-66 15,-5 2-66 1,0 9-6-16,-6 22-7 0,-11 14 92 0,-2 7 65 0,5-2 10 31,3-10 0-15,6-13 51-16,5-10 29 0,0-7-35 16,2-7-24-16,14-3-6 15,5-4-15-15,10-18-25 16,2-11-243-16,4-7-334 15</inkml:trace>
  <inkml:trace contextRef="#ctx0" brushRef="#br0" timeOffset="169985.78">12172 8493 1236 0,'0'0'33'0,"0"0"28"16,0 0-61-16,0 0 74 0,-15-73 20 16,15 45-35-16,17-2-58 15,7 5 0-15,1 6 1 0,-1 9 9 16,-5 10 17-16,1 0 10 0,-4 21-2 31,-6 16 39-31,-8 10-22 0,-2 5-15 0,-16 3 0 0,-8-1-1 0,-2-9-10 31,6-8-9-15,7-12-1 0,5-11 3-16,5-8-7 0,3-6-5 0,0 0-6 15,0 0-2-15,14-5 0 0,16-10 0 32,9-8 3-32,5-3 0 15,0 1-3-15,-2 1 2 16,-6 2-2-16,-5 2 0 0,-7 3-1 15,-9 1-17-15,-9 5-49 16,-6 2-28 0,0-1-64-16,-16 1-149 0,-6 1-66 15,-3-2-183-15</inkml:trace>
  <inkml:trace contextRef="#ctx0" brushRef="#br0" timeOffset="170617.82">12466 8007 339 0,'0'0'983'0,"0"0"-982"0,0 0-1 0,0 0 58 16,0 0 103 0,0 0-38-16,-58-50-71 15,24 56-43 1,-18 17-9-16,-11 7 1 0,-6 4-1 15,0 0 6-15,3-3 6 16,6-4-8-16,7-5 2 16,6-4-3-16,10-4 9 15,10-6 8-15,12-2 6 0,6-5-6 16,9 4 9-16,0 10-22 16,0 19-4-16,13 17 8 15,5 14 51-15,5 3-23 16,0-1-11-1,0 0-21-15,-5 0 12 16,1-1-13-16,-1-7-6 16,1-5 0-16,2-9 0 0,-3-12 0 0,0-9 0 31,-1-11 0-31,-1-7 0 16,-1-6 0-16,9 0 0 0,6-13 0 15,7-11-14-15,7-4-3 16,0 5 11-16,2 2 4 0,-3 4 1 15,6 2 1 1,1 3 0-16,2 0 0 16,2 1 1-16,-1-1-1 15,-3-3 0-15,-3-2 1 0,-5-1 1 16,-6-5 0-16,-8 0 0 0,-10-5 1 16,-12-4-2-16,-6-6 15 15,-4-10-4-15,-25-7-12 16,-8-10 0-16,-12-3 0 15,-9 1 0 1,-3 3 0-16,-4 10 0 16,4 8 0-16,-3 17-33 15,-11 13-234-15,-20 16-795 0</inkml:trace>
  <inkml:trace contextRef="#ctx0" brushRef="#br0" timeOffset="185328.14">27838 12130 632 0,'0'0'0'0,"0"0"-59"16,0 0 48-16,0 0 10 31,0 0-4-31,0 0-66 15,0 0-55-15,0 0-196 0</inkml:trace>
  <inkml:trace contextRef="#ctx0" brushRef="#br0" timeOffset="187024.29">30386 11303 786 0,'0'0'117'0,"0"0"-117"16,0 0 91-16,0 0 9 15,0 0-58-15,0 0-1 16,3 0 17-16,-3 0 22 0,-3 0 10 15,-16 9-16 1,-8 3-28-16,-5-1-4 16,1-1 7-16,0-4 7 0,5 0-30 15,7-1-4-15,6-3 4 0,7-2-2 16,3 0-10-16,3 0-2 0,0 0-5 31,0 0-7-31,0 7 3 16,0 9-3-16,0 12 1 15,-3 14 11-15,-2 2 5 0,-2 3 8 0,2 0 13 32,4-5-21-32,-1-5-2 0,2-10-2 0,0-6-7 31,0-11-5-31,2-3 0 16,4-6-1-16,1-1 0 0,2 0 0 15,5-4 3-15,5-16 1 0,3-5-4 16,3-7 0-16,5 3-5 15,-2 2 0 1,3 7-3-16,0 5 5 16,2 6 0-16,-1 9 1 0,1 0 0 15,-3 10-2-15,-6 16 1 16,-3 7 3 0,-10 4 1-16,-6 6 1 15,-5-1 8-15,-5-1 4 0,-18 1 3 16,-10-5 3-16,-2-4-7 15,3-7 1-15,7-6-9 16,5-7-1 0,7-9-3-16,0-1 0 15,2-3-1-15,-2-4-47 0,4-20-66 16,7-6-171-16,2-9-66 16,0-4-163-16</inkml:trace>
  <inkml:trace contextRef="#ctx0" brushRef="#br0" timeOffset="187246.02">30520 11492 1064 0,'0'0'236'0,"0"0"-230"0,81 26 85 0,-41-7 120 15,4 5-93 1,3 0-60-16,1-1-16 0,1-1-25 0,-3-2-17 15,-5-3 0 1,-7-3-33 0,-9-1-77-16,-11-6-92 0,-8-5-51 15,-6-2-155-15</inkml:trace>
  <inkml:trace contextRef="#ctx0" brushRef="#br0" timeOffset="187465.65">30889 11422 1181 0,'0'0'153'16,"0"0"-143"-16,0 0 146 15,0 0 81-15,-29 109-138 16,17-67-20-16,-5 7-28 16,0 0-14-16,-1 1-13 15,1-9-14-15,4-6-8 0,4-7-2 0,6-10 0 31,3-7-38-31,0-9-94 16,3-2-165-16,16-24-29 16,7-17-234-16</inkml:trace>
  <inkml:trace contextRef="#ctx0" brushRef="#br0" timeOffset="187821.11">31048 11400 1111 0,'0'0'155'0,"0"0"-150"16,0 0 74-16,0 0 95 0,0 0-90 15,99-10-2-15,-80 41 8 16,-7 10-27-16,-5 5 14 16,-5-3-28-16,-2-1-24 15,0-7-1 1,0-7-7-16,0-9-5 0,0-9-12 15,0-6 0-15,0-4 0 16,5 0 0-16,7-5 0 0,11-17 0 16,7-3 0-16,6-6 0 31,0 3 0-31,-6 6 0 0,-6 3 0 16,-5 4-17-16,-4 5-61 15,-2 1-76 1,-2 0-172-16,1 2-133 0</inkml:trace>
  <inkml:trace contextRef="#ctx0" brushRef="#br0" timeOffset="188188.11">32041 11075 936 0,'0'0'275'0,"0"0"-272"0,0 0 73 0,0 0 43 0,0 0-72 15,0 0 4 1,28 75-14-16,10-43 5 0,6 1 1 15,1 5 7-15,-2 5 18 16,-6 0 32-16,-8-1-36 16,-14-3-17-1,-5-4 0-15,-10-6-25 0,0-3-12 16,-5-8-4-16,-14-5-6 0,-6-6-1 0,-5-7-56 31,-1 0-91-31,-2-5-189 0,0-19-146 16</inkml:trace>
  <inkml:trace contextRef="#ctx0" brushRef="#br0" timeOffset="188374.22">32069 11146 1240 0,'0'0'17'0,"0"0"-4"16,0 0 147-1,0 0-60-15,119-48-38 0,-67 41-43 0,-7 1-12 16,-3 2-7 0,-8 3 0-16,-1 1-68 15,-5 0-119-15,-2 0-134 16,-7 0-470-16</inkml:trace>
  <inkml:trace contextRef="#ctx0" brushRef="#br0" timeOffset="188794.21">32594 11026 1138 0,'0'0'37'0,"0"0"109"0,0 0 53 16,0 0-103-16,0 0-55 15,0 0-29-15,37 2 7 0,-8 14 32 0,3 8-17 31,3 2 13-31,1 3-9 16,-2 2-12-16,2 2 7 16,-3-5-3-16,-5 0-25 0,-6-6-4 0,-7-5-1 31,-5-1-5-31,-5-5-52 0,-3-2-57 16,-2-5-110-1,0-4-55-15,-7 0-35 16,-7-7-408-16</inkml:trace>
  <inkml:trace contextRef="#ctx0" brushRef="#br0" timeOffset="189013.06">32889 11012 1150 0,'0'0'122'16,"0"0"-112"-1,0 0 197-15,-42 77 10 0,23-35-86 0,2-1-49 16,1-5-22-1,7-4-25-15,2-4-22 0,3-7-11 16,4-6-2-16,0-4-4 16,0-4-48-16,0-4-66 15,0-3-116 1,10-4-12-16,8-20-49 16,1-8-333-16</inkml:trace>
  <inkml:trace contextRef="#ctx0" brushRef="#br0" timeOffset="189359.64">32961 11039 1008 0,'0'0'43'0,"0"0"-40"15,0 0 194-15,0 0-74 16,84-24-34 0,-64 27-22-16,-8 18-15 0,-2 8 4 15,-9 6 28 1,-1 6-12-16,0 2 4 0,-8-2-19 15,-2-5-18-15,2-7-10 0,3-7-12 32,3-8-9-32,2-4-3 0,0-6-1 0,0-4-3 15,13 0 2-15,10 0 1 32,12-8 0-32,7-5-3 0,7 0-1 15,-1 1-1-15,3 1 1 16,-6 0-1-16,-9 1 1 15,-6 1-1-15,-7 0-3 0,-8 2-52 16,-6 2-74-16,-9-2-105 16,0-2-73-16,-17-2-305 0</inkml:trace>
  <inkml:trace contextRef="#ctx0" brushRef="#br0" timeOffset="190083.25">33353 10687 1107 0,'0'0'95'0,"0"0"-85"0,0 0 111 16,0 0 6-16,0 0-92 15,-89-9-22 1,41 9-10-16,-13 6-3 0,-10 7 2 16,2 2-2-16,-1 1 3 15,-2 0 4-15,2-3 11 16,-3 2-7-16,-3-4 0 16,4-1 10-16,3-3 3 0,4-3 10 15,6-1-9 1,6-3-13-16,9 0 19 0,11 2 25 15,7-1-17 1,7 3-8-16,6 0 0 0,0 4-4 0,1 6-6 31,-1 8-4-31,-2 9 1 16,-1 15 3-16,-2 9 4 0,0 11-8 16,0 6 0-16,-5-1 0 15,6-2-17 1,5-2 0-16,5-13 0 0,7-7 0 15,0-9 0-15,11-10 0 16,5-6 0-16,2-4 0 0,9-6 0 0,9-3 0 31,13-4 0-31,12-4 0 16,8-1 0-16,10 0 0 16,2 0 0-16,4 0 0 15,3 5 0-15,0 4 0 0,-4-1 0 16,-3 3 0-16,-2-3 0 15,-2-4 0 1,-2-4 0-16,0 0 0 0,-6-8 0 16,-8-12 0-16,-9-5 0 15,-14-9 0-15,-10-8 0 0,-12-10 0 0,-16-9 0 32,0-7 0-32,-30-3 0 15,-17-2 0 1,-11 3 0-16,-11 4 0 0,-4 9 0 0,-3 12-14 0,-2 14-92 31,-8 15-158-31,-13 15-245 0</inkml:trace>
  <inkml:trace contextRef="#ctx0" brushRef="#br0" timeOffset="191099.12">31254 11103 750 0,'0'0'121'0,"0"0"-111"0,0 0 31 16,0 0 99-16,0 0-39 16,-44-81-32-16,22 76 10 0,-7 3-19 0,-11 2-15 31,-8 0-16-31,-10 13 26 16,-5 3-2-16,2 4 11 15,1 0 5-15,2-3-5 0,0 0-32 0,-3-3-3 16,1-3-13-16,6-3 5 31,5-2 1-31,11-1 0 16,9-1-4-16,3-1-5 0,6 0-9 15,3 1 3 1,-1 2 1-16,6 2 1 0,-2 0-3 0,3 8-3 16,-1 2 1-1,-3 9 0-15,0 12 6 16,-3 10 3-16,-2 10 3 15,0 6 24-15,-1 1-40 0,3 3 0 0,5 0 0 0,4-5 0 32,4-6 0-32,4-9 0 0,1-8 0 0,0-6 0 31,7-6 0-31,8-4 0 16,5-4 0-16,-1-3 0 0,-1-2 0 0,3-2 0 31,2-1 0-31,7-3 0 15,3-2 0-15,5-3 0 16,3-5 0-16,8 0 0 16,13 0 0-16,9-10 0 0,13-3 0 15,7-4 0-15,4 2 0 16,2 3 0 0,-4-1 0-16,-4 2 0 0,-15 3 0 15,-12-2 0-15,-13 4 0 16,-8-2 0-1,-8-1 0-15,-5-3 0 0,-4-4 0 16,-5-7 0 0,-7-5 0-16,-4-9 0 0,-8-9 0 0,0-10 0 15,-3-11 0 1,-14-2 0-16,-7 0 0 0,-4 2 0 0,-8 8 0 0,2 8 0 31,-1 10 0-15,1 11 0-16,5 11 0 15,-3 3 0-15,-7 2 0 16,-9 3-64-16,-20-4-526 16</inkml:trace>
  <inkml:trace contextRef="#ctx0" brushRef="#br0" timeOffset="194699.26">32394 11469 493 0,'0'0'47'15,"0"0"-43"1,0 0 0-16,94-30 33 0,-83 25-35 15,-11 2-2-15,-9-2-33 0</inkml:trace>
  <inkml:trace contextRef="#ctx0" brushRef="#br0" timeOffset="196962.2">27248 12578 1165 0,'0'0'0'31,"0"0"1"-15,0 0 22-16,0 0 77 0,0 0 44 16,0 0-97-1,0 0-40-15,55-14 22 0,11 40 29 16,10 9 10-16,11 14-28 16,5 10 2-16,7 5-6 15,10 5 7-15,10 1 4 16,17 3-23-16,10 1 15 15,14-2-17-15,1-2 4 16,-13-5-17-16,-12-8-5 16,-23-2-3-16,-19-4 0 15,-18-4 4-15,-19-6-5 0,-7-2 0 0,-12-8-1 32,-7-7 1-32,-4-7 0 15,-8-5 0-15,-5-8-11 16,-8-1-30-16,-2-2-7 0,-4-1 8 0,0 0-2 31,0-17-53-31,-7-7-174 0,-1-9-27 16,-1-1-102-16</inkml:trace>
  <inkml:trace contextRef="#ctx0" brushRef="#br0" timeOffset="197530.01">29103 12265 1087 0,'0'0'93'0,"0"0"-87"0,0 0 5 0,0 0 77 0,0 0-14 31,0 0 34-31,19 107 23 16,-1-35-46-16,-3 12-18 16,-6 11 33-16,-3 9-28 0,-4 3-44 0,1 2 16 31,0 0-15-31,2-6-10 15,1-3-14-15,2-9-5 0,3-12 0 16,2-13 0-16,0-11 0 16,2-12 0-16,-3-14-20 15,1-12-57-15,1-13-58 16,4-4-157-16,3-35-58 16,1-18-519-16</inkml:trace>
  <inkml:trace contextRef="#ctx0" brushRef="#br0" timeOffset="197979.07">30444 12029 1029 0,'0'0'124'0,"0"0"-124"16,0 0 0-1,0 0 80-15,-79 110 62 0,46-50-33 0,0 10-31 0,-7 11-4 31,-6 5 42-15,-8 6-29-16,-7 7-21 0,-8 3-26 16,-7 4 3-16,-6 4-14 15,0-7-11-15,4-3-10 16,7-7-4-16,9-7-4 16,4-11 0-1,8-8 0-15,8-12 0 0,8-11 0 16,13-14 0-16,11-14 0 15,7-8 0-15,3-8-59 0,3 0-46 0,25-26-34 32,15-18-119-32,10-18-93 15,-1-12-198-15</inkml:trace>
  <inkml:trace contextRef="#ctx0" brushRef="#br0" timeOffset="198822.17">32533 11479 708 0,'0'0'149'0,"0"0"-135"0,0 0 118 15,0 0 35-15,0 0-72 16,0 0-35-16,-134 96 37 0,69-35-26 0,-3 8 18 16,-2 4 45-16,-2 3-40 0,-6 5-28 0,-8 2-20 31,-5 3-13-31,-5 0 3 15,-1-1-11 1,1-3-3-16,2-2-13 0,1-3-9 0,1-2 0 0,-1 0 0 31,2 4 0-31,6 2 0 0,3-2 0 32,5-5 0-32,5-7 0 15,5-3 0-15,4-6 0 16,8-5 0-16,8-7 0 0,7-4 0 15,7-6 0-15,7-3 0 16,4-6 0-16,0-2 0 0,2-4 0 0,1-2 0 31,-1-5 0-31,0-2 0 16,5-4 0-16,5-2 0 16,-1-2 0-16,7-2 0 15,-1-1 0-15,-1 2 0 16,-2 1 0-16,-1 2 0 15,-2 1 0-15,-1-1 0 0,2 0 0 0,1 0 0 32,4-1 0-32,1-4 0 0,4 1 0 15,-3-2 0 1,2 1 0-16,-3 1 0 16,-2 0 0-16,-4 4 0 0,-3-1 0 15,-1 0-18-15,1-3-96 16,5-2-33-1,1-2-165-15,-2-22-283 0</inkml:trace>
  <inkml:trace contextRef="#ctx0" brushRef="#br0" timeOffset="200230.59">26044 13493 602 0,'0'0'405'0,"0"0"-405"16,0 0-12-16,0 0 12 0,0 0 119 15,0 0 1 1,-40 0-61-16,40 0-30 0,0 0-3 15,2 0 11 1,17 0 15-16,11-3-6 0,12-7 18 0,11-4-19 0,7-2-1 31,6-1 1-31,4 2-1 16,0-2-10-16,-8 5-6 0,-9 1-3 16,-9 3-22-1,-8 4-3-15,-6 0 0 0,-3 1 4 16,1 2-4-16,-4-3-4 0,-3 4 4 0,-5 0-45 31,-8 0-67-15,-8 0-85-16,0 4-104 0,-15 7-155 0</inkml:trace>
  <inkml:trace contextRef="#ctx0" brushRef="#br0" timeOffset="202225.91">18522 11269 1202 0,'0'0'15'0,"0"0"-11"16,0 0 34-16,0 0 58 15,0 0-46-15,0 0-33 0,22 75 113 0,-18-26-55 16,-4 3-12-16,0 0 19 16,0-1-45-1,0-2-12-15,0-7-2 0,0-12-13 0,0-8-10 16,0-10 0 0,1-7 0-16,1-4-3 15,-2-1 2-15,5 0-4 16,1-18 1-16,5-9-5 15,5-5-27-15,-1 5 26 0,3 5 8 16,-3 10 0 0,3 5 2-16,3 5-2 0,1 2 0 31,3 0 2-31,-2 7 3 0,-2 7 0 16,-2-1-3-16,3-1 3 15,1-2 0-15,-1-6-2 16,2-4 2-16,-2 0 0 15,-3-3-1-15,-2-17-1 0,-5-7 3 0,-4-5 5 32,-3-7-3-32,-5 0-5 15,0 2 11-15,-8 1-1 0,-7 4 12 16,-3 3 6-16,1 5-17 0,4 4 22 16,3 6-19-16,5 6-15 0,2 3 2 0,3 5-2 31,0 0-41-16,0 0-59-15,17 15-93 0,6 9 18 16,4 4-102 0,2-1-151-16</inkml:trace>
  <inkml:trace contextRef="#ctx0" brushRef="#br0" timeOffset="202465.74">19317 11328 733 0,'0'0'662'0,"0"0"-651"0,0 0 135 15,0 0 85 1,0 0-133-16,0 0-39 0,-42 47-5 16,38-8-20-16,2 4-15 15,2 3-19-15,0 1 0 0,3 2 0 0,9-1 0 31,-4 0 0-31,1 1-27 16,-6-1-100-16,-3 1-126 16,-6-4-261-16</inkml:trace>
  <inkml:trace contextRef="#ctx0" brushRef="#br0" timeOffset="203067.06">18650 12253 942 0,'0'0'404'16,"0"0"-404"-16,0 0 0 0,0 0 48 15,0 0 119-15,30 87-6 16,-26-44-103-16,0-1-33 0,0-6-6 0,1-6-7 31,2-3-6-15,2-11-6-16,-3-3 0 0,0-7-2 15,-3-3-6-15,0-3-42 16,3 0 14-16,4-20 3 0,4-5-39 16,5-3 42-16,1 1 25 15,0 7 5-15,3 9 0 0,-4 5 25 16,2 6 17 0,1 0 6-16,2 0-15 0,2 3 6 0,4 7-26 0,1-5 2 46,-1-2 1-46,-3-3-4 0,-4 0-6 16,-5-1 0-16,-6-10 8 0,-7-2 19 16,-5-5 8-16,0-4-23 15,-9-3 1 1,-12 0-7-16,1-4-10 0,0 2 0 0,2 2-4 0,6 1 2 31,4 6-12-31,7 3-90 0,1 6-164 16,1 8-232-1</inkml:trace>
  <inkml:trace contextRef="#ctx0" brushRef="#br0" timeOffset="203404.38">19372 12296 1253 0,'0'0'222'0,"0"0"-217"0,0 0 6 0,0 0 116 0,0 0-73 16,81-7-16-16,-81 38 42 0,0 6-28 31,-12 2-11-31,-9 1 24 16,2-2-35-16,3-7-4 15,8-8-18-15,8-7-4 0,0-7-3 16,19-8 0-16,19-1 0 0,17-10-1 0,13-13 0 31,11-8-1-31,2 1-3 16,-5 3 2-1,-12 8-2-15,-16 6-17 0,-19 8-91 0,-18 5-73 16,-11 1-147 0,-24 21-247-16</inkml:trace>
  <inkml:trace contextRef="#ctx0" brushRef="#br0" timeOffset="203951.45">18798 13027 1151 0,'0'0'365'16,"0"0"-365"-16,0 0 0 0,0 0 98 0,0 0 87 15,33 87-112 1,-24-43-35 0,-3-3-20-16,0-1 2 0,0-7-17 0,2-8-1 31,2-7-2-31,-3-6-3 0,2-10-27 15,1-2-19 1,4-11 12-16,4-16-18 0,1-6-23 16,4-2 59-16,-3 6 6 15,-3 6 13-15,-2 10 2 0,-5 3 27 16,2 6-2 0,2 3 2-16,3 1 0 0,3 0 5 15,4 0-11-15,0 0-6 0,1 0-1 31,-1 0-14-31,3-3 4 16,-2-9 4-16,-6 0-4 16,-5-5 6-16,-11-1 11 15,-3-4 7-15,0-3-17 16,-8 1 2-16,-9 1-5 0,0 1 6 16,-1 2-10-16,5 1-6 15,4 1-1-15,5 3-15 16,4 5-81-16,0 9-163 0,13 1-216 0,3 2-347 31</inkml:trace>
  <inkml:trace contextRef="#ctx0" brushRef="#br0" timeOffset="204303.28">19564 13024 1339 0,'0'0'115'0,"0"0"-110"0,0 0 37 0,0 0 106 0,0 0-75 0,0 0-73 16,7-60-5-16,28 57 2 16,3 3 3-16,2 0 0 15,-5 5 0-15,-7 15 17 0,-9 8 42 16,-11 8 1-1,-8-1-1-15,0 0 12 0,0-2-32 16,-6-8-20-16,1-8-10 16,2-5-9-16,3-7 0 0,-3 1 0 15,-2 3 0 1,-11 5 0 0,-9 6 0-16,-9 8-13 0,-8 1-94 0,-4 3-81 15,-1 1-202 1,0 0-372-16</inkml:trace>
  <inkml:trace contextRef="#ctx0" brushRef="#br0" timeOffset="204754.25">19038 13960 873 0,'0'0'839'0,"0"0"-838"16,0 0 7-1,0 0 47-15,0 0 37 16,0 0-37-16,2 62-16 16,2-30-34-16,2-3-1 15,0-7-4-15,0-6 0 16,3-8-2-16,1-4-25 15,2-4-23-15,4 0 9 0,3-10 25 16,2-4 14-16,-3 3 2 16,1 6 0-16,0-1 0 15,2 5 7-15,5-1 7 16,0-4 1-16,3-2-1 16,-2-6 8-16,-1-6-6 0,-4-2 2 15,-6-2-1-15,-10 2-8 0,-6 6 4 31,0 0 0-31,-14 4-9 16,-5 4-4-16,3 6-9 16,5 0-53-16,8 2-65 15,3 0-172-15,5 0-171 0,15 0-333 16</inkml:trace>
  <inkml:trace contextRef="#ctx0" brushRef="#br0" timeOffset="204938.89">19575 13965 1442 0,'0'0'178'16,"0"0"-162"-16,0 0 6 0,0 0 172 16,0 0-84-16,0 0-72 15,18 32-7 1,-10-22-15-16,2-2-16 16,-4 4 0-16,-1 7 0 0,-5 7-79 0,0 11-156 0,-11 13-187 31,-16 6-217-16</inkml:trace>
  <inkml:trace contextRef="#ctx0" brushRef="#br0" timeOffset="205385.67">19220 14732 1693 0,'0'0'197'0,"0"0"-197"0,0 0 0 16,0 0 43 0,0 0-14-16,0 0-29 15,-23 26-1-15,42-20-20 0,6-4-38 0,5-2-11 32,-2-2-5-32,-4-8 48 0,-6 2 27 0,-10 5 0 15,-5 3 28-15,-3 0 46 16,0 0-5-16,1 0-10 15,1 0-26-15,5 0-9 32,2 0 6-32,6 0-19 0,7-6-5 0,4-7-6 0,3-4-26 31,0-5-84-31,-1-1-72 0,-1 5-89 0,-3 4 26 16,0 6 21-16,-5 7 161 31,-4 1 63-31,0 1 98 15,-1 16 47-15,2 6 42 16,2 6-30-16,3 7-111 16,1 1-10-16,-2-2-7 15,-3 0-29-15,-6-3 0 0,-11-2-116 16,0-7-175-16,-23-6-249 16</inkml:trace>
  <inkml:trace contextRef="#ctx0" brushRef="#br0" timeOffset="205507.67">19590 14783 1802 0,'0'0'70'0,"54"-90"-70"0,-12 43 0 15,7-3 0-15,0 3-34 16,-4 6-283-16,-12 5-306 16</inkml:trace>
  <inkml:trace contextRef="#ctx0" brushRef="#br0" timeOffset="207225.84">20187 10953 684 0,'0'0'89'0,"0"0"-69"15,0 0 134-15,0 0-3 0,0 0-52 16,0 0-33-16,0 0 3 16,12-13-28-16,-31 29 23 0,-7 3-5 31,-1 1-25-31,-3-1-7 0,2-5-11 0,4-2 0 31,2-2 2-31,5-3-3 0,3-2 2 16,5-3 5-16,2 2 8 15,4-4 5 1,1 3 2-16,0 8-23 0,-2 8-11 16,-2 9 19-16,0 9 12 0,0 5-4 15,1 3-1-15,3 3 9 16,2 0-6-16,0-1 4 16,8-3-26-16,12-3 2 0,5-2-4 15,2-6-5-15,4-10-3 31,4-6-1-31,1-11-3 0,5-6-8 16,4-6-56-16,6-22-80 16,0-13-138-16,-2-7-161 0</inkml:trace>
  <inkml:trace contextRef="#ctx0" brushRef="#br0" timeOffset="207727.35">20950 10787 771 0,'0'0'213'0,"0"0"-213"0,0 0 2 0,0 0 81 0,0 0-1 15,0 0-52-15,91-77 10 16,-60 70-2-16,-1 3 38 16,-2 2-27-16,-7 2-25 0,-3 0 10 15,0 0 2-15,-5 0-1 16,3 0-12-16,-3 9-4 15,1 6 12 1,1 11 5-16,3 9 44 0,3 13-27 16,0 11 8-16,4 1-8 15,1 3-22 1,0-1-3-16,-4-3 5 0,-5-5-19 0,-3-6-5 31,-7-5-7-31,-4-9 2 0,-3-7 0 16,0-4-4-16,-6-7-2 15,-13-2-7-15,-10-3-91 16,-6 0-128-16,-14-1-207 16,-8 0-484-16</inkml:trace>
  <inkml:trace contextRef="#ctx0" brushRef="#br0" timeOffset="208382.02">20511 12175 953 0,'0'0'149'0,"0"0"-144"0,0 0-5 0,0 0 140 0,0 0 5 0,0 0-113 15,-19-25-14 1,-10 25-3-16,-8 0-3 0,-7 8 5 16,1-1 5-16,4-3 6 15,7-1 11-15,8-3 4 16,9 0 0-16,6 0 8 15,5 0 3-15,4 0-11 0,0 0-19 16,0 0-2-16,0 0-9 0,0 10-10 0,0 8-3 31,0 10 7-31,0 13 60 16,0 6-48 0,0 1 1-16,0 3 19 0,1-4-20 15,8-1-14 1,4-10-5-16,8-6 0 15,1-7 0-15,6-8 0 16,3-8 0-16,7-7 0 16,4 0-38-16,7-22-33 0,2-7-82 15,4-7-163-15,1-12-92 16</inkml:trace>
  <inkml:trace contextRef="#ctx0" brushRef="#br0" timeOffset="208749.03">21179 12006 1310 0,'0'0'0'0,"0"0"0"0,0 0 24 0,0 0 38 16,69-83-39-16,-38 67-5 0,-1 3 3 15,-5 3 21-15,-7 2 8 16,-6 8-13-16,-6 0-16 16,-1 0-12-16,2 15 10 15,2 15 70-15,3 8-19 16,2 7-52-16,3 7 48 0,6 4-39 16,-1 1-10-1,5 1 22-15,-3 0-21 0,-6-3-9 0,-12-4 6 0,-6-6 4 31,-3-7-13-15,-21-7-6-16,-6-8 0 0,-6-7-3 16,-7-6-38-16,-3-6-86 0,-6 2-139 31,-4-6-102-31,4 0-181 0</inkml:trace>
  <inkml:trace contextRef="#ctx0" brushRef="#br0" timeOffset="209366.7">20666 13132 995 0,'0'0'58'0,"0"0"-55"16,0 0 29-16,0 0 185 0,0 0-92 0,0 0-52 31,-42-30-47-31,5 34 18 0,-3 8 20 0,1-2-23 16,4-5-12-16,4-4 4 15,4-1 10 1,8 0-15-16,4 0-1 15,7 0-11-15,4 0 15 16,4 0-4-16,0-1-4 0,0 1-19 0,0 0-4 16,0 3-10-16,4 19 10 15,2 9 10 1,0 8 19-16,-1 5-3 0,1 3 1 0,6-2-1 0,3-6-26 31,6-3 0-15,2-9 0-16,2-7 0 15,4-9 0-15,3-4 0 0,6-7 0 0,6 0-73 16,5-21-126 0,0-12-152-1,-3-9-211-15</inkml:trace>
  <inkml:trace contextRef="#ctx0" brushRef="#br0" timeOffset="209658.93">21339 12882 275 0,'0'0'1069'0,"0"0"-1069"0,0 0 0 0,56-74 64 16,-21 68 63-16,8 6-64 15,6 7-11-15,-4 21 22 0,-5 7 7 16,-14 4-43-16,-10 7 13 15,-10-3-4-15,-6 1-18 16,0-2-4 0,-12-3-9-16,-12-3-16 15,-7-3-1-15,-6-2-19 16,-8-2-82-16,-4 2-129 0,-5 2-161 0,-3 1-159 31</inkml:trace>
  <inkml:trace contextRef="#ctx0" brushRef="#br0" timeOffset="210120.88">20814 13734 685 0,'0'0'361'16,"0"0"-356"-16,0 0-5 15,0 0 109-15,0 0 47 0,0 0-60 16,-2-55-49 0,-19 55-16-16,-5 0-20 0,-4 10 24 15,-2-2 23-15,3 3 8 0,7-8-14 31,3 2-16-31,8-5-1 16,4 0 6-16,4 0-15 0,3 3-18 16,0 2 1-16,0 12 0 0,-3 10-1 0,-3 13 55 31,2 9-31-15,-1 2-7-16,5 2 18 0,0-3-43 15,5-7 0-15,11-4 0 0,8-10 0 0,0-6 0 31,3-8 0-31,4-9-3 16,2-6-74-16,4-1-108 16,5-25-162-16,-2-11-131 15</inkml:trace>
  <inkml:trace contextRef="#ctx0" brushRef="#br0" timeOffset="210425.69">21320 13652 1065 0,'0'0'103'15,"0"0"-95"-15,0 0-8 16,0 0 115-16,94-55-68 0,-66 48-37 16,0 3-10-16,0 4 0 15,-2 0 5 1,-2 7 28-16,-5 14 64 0,-1 8-19 0,-3 5 64 31,-2 5-71-31,-4 9 11 16,-3 0-27-16,-1 2-24 0,-4 2-10 0,-1-8-20 15,0-5-1-15,0-4-6 32,-10-3-41-32,-14-2-98 0,-9 1-227 0,-9 0-250 0</inkml:trace>
  <inkml:trace contextRef="#ctx0" brushRef="#br0" timeOffset="210840.55">21022 14424 1322 0,'0'0'0'15,"0"0"0"-15,0 0 9 16,0 0 138-16,0 0-97 16,0 0-27-16,-101 12 25 0,70 5 43 15,1 3 6-15,3-2-22 0,6-1-16 0,5-3-15 31,8 1-13-15,5 1-4-16,3 8-16 0,0 5 2 16,3 5-13-16,11 6 0 0,2 3 0 15,2 0 0-15,-2-2 0 0,2-9 0 32,-1-5 0-32,2-10 0 15,1-7 0 1,2-7-51-16,5-3-74 0,4-17-33 0,2-16-116 0,0-9-109 31,-6-6-417-31</inkml:trace>
  <inkml:trace contextRef="#ctx0" brushRef="#br0" timeOffset="211195.46">21392 14393 1439 0,'0'0'0'0,"0"0"30"16,0 0-30-16,0 0 105 16,0 0-81-16,0 0-24 15,45-4 0-15,-19 4 0 0,2 0 0 16,2 0 0 0,3 0 1-16,2 0-1 0,-2 11 1 15,2 11 14-15,-5 9 64 16,-5 11-4-16,-1 9 5 15,-8 11-24-15,-4 10-22 0,-6 2 9 16,-6 1-15 0,0 0-13-16,-19-3 7 0,-13-5-22 15,-5-10 0-15,-5-16 0 0,-2-17 0 32,3-15 0-32,1-9 0 0,3-1-41 0,2-25-87 15,6-15-197 1,2-13-403-1</inkml:trace>
  <inkml:trace contextRef="#ctx0" brushRef="#br0" timeOffset="213689.97">24151 10368 882 0,'0'0'246'0,"0"0"-226"15,0 0 60 1,5-73 55-16,-5 71-1 0,5 2-58 0,4 7-60 0,4 17 17 31,3 8 82-31,-1 8-74 0,-2 1-26 0,-1 1 4 32,-1-4-6-32,0-9-8 0,-1-4-2 0,-1-9-3 31,4-6 0-31,-1-6-3 15,4-4-2-15,-1 0-19 16,4-15-13-16,1-5 7 16,1 3 15-16,0 5 2 15,1 10 11-15,2 2-6 16,3 2 8-16,3 10 0 0,-3-2 1 0,-2-4 2 16,-3-3 1-16,-4-3 18 15,-2 0 1 1,-2-19 6-16,-1-11 0 15,-5-2 2 1,-7-4 8-16,-1 3 1 0,-7 1-9 16,-14 2-10-16,-3 3-10 15,0 5 14-15,5 5-8 16,3 3-15-16,5 9-1 0,9 2-2 16,2 3-33-16,2 0-93 15,23 12-68-15,10 5-36 16,8-2-54-16,5-1-96 15</inkml:trace>
  <inkml:trace contextRef="#ctx0" brushRef="#br0" timeOffset="213864.78">24960 10370 1017 0,'0'0'437'0,"0"0"-429"0,0 0 62 15,0 80 96-15,0-50-35 0,0 2-40 16,6 2-76-1,3 2-15-15,3 0-6 16,-2 3-93-16,-4 0-133 0,-6 3-86 16,-2 7-280-1</inkml:trace>
  <inkml:trace contextRef="#ctx0" brushRef="#br0" timeOffset="214343.12">24515 11268 755 0,'0'0'684'0,"0"0"-684"15,0 0 0-15,0 0 54 16,0 0 36-16,0 0-70 15,-3 33 129-15,18 12-82 0,-2-1-55 16,-2-3-11 0,2-8 0-16,-2-10-2 15,-1-9 0-15,1-7-2 0,-4-6-24 0,1-1-9 16,1-10 6-16,5-11 17 0,0-4-13 31,2 6 22-31,-5 6 4 16,1 7 3-16,0 5 6 0,3 1 4 15,7 0 13-15,8 0-10 0,3 0-6 32,0-2 1-32,-1-6 0 15,-5-3 4-15,-8-1 1 0,-9-3 2 16,-10 0 7-16,0-4 16 16,-11 1-9-1,-10-3-15-15,-3 0-15 0,5 2-2 0,3 1-9 31,5 5-65-31,9 3-85 0,2 9-94 16,5 1-95-16,16 3-95 16</inkml:trace>
  <inkml:trace contextRef="#ctx0" brushRef="#br0" timeOffset="214598.54">25127 11356 1117 0,'0'0'283'0,"0"0"-273"0,0 0 5 0,0 0 156 16,0 0 0 0,18 91-60-16,-18-55-47 0,6-5-51 15,4-5 6-15,8-7-18 0,5-6-1 0,9-10 5 32,8-3-2-32,5-14-1 15,6-13-2-15,-3-3-2 16,-4 4-33-16,-12 7-50 0,-17 13-83 15,-14 6-124 1,-1 12-157-16,-29 20-250 16</inkml:trace>
  <inkml:trace contextRef="#ctx0" brushRef="#br0" timeOffset="-214429.06">24915 11937 1363 0,'0'0'81'15,"0"0"-80"-15,0 0 18 0,0 0 93 16,0 0 66 0,39 115-107-16,-26-65-50 0,-1-5-12 15,3-5 5-15,-1-11-13 0,2-9-1 0,2-12 0 31,1-8-7-15,2 0-20-16,3-20-12 0,1-10-18 0,1 0 9 31,-7 5 31-31,-2 7 17 0,-8 9 0 16,-2 9 8-16,0 0 6 16,4 0 15-16,5 2 24 15,4 2-21-15,0-1-21 0,3-3 0 0,-7 0 6 31,-1-9-2-31,-7-10-4 16,-8-3 3-16,0-4 13 16,-15 2 6-16,-9 0-24 15,-3 3 8-15,2 4-15 0,7 4-2 0,9 4-4 32,7 3-60-32,2 3-91 0,11 3-93 15,13 0 5-15,4 11-35 16,0 6-276-16</inkml:trace>
  <inkml:trace contextRef="#ctx0" brushRef="#br0" timeOffset="-214166.95">25473 12083 1127 0,'0'0'229'0,"0"0"-229"16,0 0 75-16,0 0 117 0,0 0-70 0,0 0-78 31,5 0-44-31,11 0-12 15,9 0 12-15,6 0 0 16,2 0-1-16,-1 11 0 16,-3 10 1-16,-9 5 3 0,-7 5 7 15,-11 5 40 1,-2-1 14-16,-15 5-17 0,-12-3-23 16,-1-1-21-16,1-3-3 0,4-6-5 15,11-3-29 1,5-3-48-16,4 1-89 0,2 2-127 15,-2 2-36-15,-8 5-331 0</inkml:trace>
  <inkml:trace contextRef="#ctx0" brushRef="#br0" timeOffset="-213741.22">25324 12743 1673 0,'0'0'0'0,"0"0"-102"15,0 0 102-15,0 0 104 0,0 0-68 16,-14 84-36 0,14-74-2-16,8-6-3 0,4-1-30 0,3-3-24 0,2-3 2 31,2-4 14-16,-2-2 42-15,0 8 1 16,-1 1 27-16,1 4-3 0,2 12 30 16,2-1 15-16,0-3-47 15,0-5-1-15,1-4 1 16,-1-3-16-16,3-12 11 0,-2-12 8 16,-5-3-2-1,-9 0 6-15,-8 5 4 16,-4 4 4-16,-18 3-1 15,-4 6-19-15,-2 1-17 16,7 4-2-16,8 3-39 16,7-1-56-16,6 2-55 15,1 0-132-15,23 0-67 16,9 0-65-16</inkml:trace>
  <inkml:trace contextRef="#ctx0" brushRef="#br0" timeOffset="-213522.43">25779 12804 960 0,'0'0'208'15,"0"0"-77"-15,4 74 6 16,-1-59-12-16,5-6-77 0,2-5-18 0,4-4-6 31,7 0-9-31,2-10-4 16,-1-3-1-16,-2 8 21 16,-4 5 15-16,-5 9-18 0,-6 20 2 0,-5 6-15 31,0 3-15-31,0 0-3 15,0-3-68-15,0-1-99 16,-3-2-93-16,-4 1-158 0</inkml:trace>
  <inkml:trace contextRef="#ctx0" brushRef="#br0" timeOffset="-213097.93">25481 13553 1318 0,'0'0'134'16,"0"0"-132"-16,0 88-2 15,0-61 57-15,5-8-5 16,7-6-38-16,2-10-14 16,4-3 0-16,2-7-22 0,-1-12-26 15,0 0-28 1,-7 6 34-16,-8 5 42 16,-2 5 59-16,-2 2 38 0,0 1-43 0,0 0-2 15,0 0 7 1,0-2-10-1,7-2-25-15,4-5-19 16,2-1-2-16,7-5 0 16,-3 4-3-16,-3 2 0 15,-7 7-3-15,-4 2-17 16,3 0-71-16,0 1-61 0,3 5-43 16,4-1-130-16,3-2-123 15</inkml:trace>
  <inkml:trace contextRef="#ctx0" brushRef="#br0" timeOffset="-212840.93">25982 13691 1221 0,'0'0'212'0,"46"87"-204"15,-28-46 19-15,-2-6 54 16,-1-10 13-16,-6-13-55 0,-4-6-39 0,-5-6-15 16,-2 0-70-1,-20-12-48-15,-4-14-117 16,-1-3 56-1,4-4 41-15,3 5 87 0,8 5 66 16,6 4 212 0,5 2-46-16,1-4-16 0,7-3-35 0,23-8-86 15,14-8-29-15,11-4-10 16,0-5-105-16,-3-2-115 0,-12-1-320 0</inkml:trace>
  <inkml:trace contextRef="#ctx0" brushRef="#br0" timeOffset="-211675.68">26458 9457 1174 0,'0'0'0'31,"0"0"-45"-31,0 0 45 0,0 0 55 16,0 0 25-16,0 0-80 16,-112 22 0-16,59 0 5 15,-6 3 0-15,4-4 13 0,6 0 9 16,5-7 18 0,7 3-8-16,2-4-7 0,7-3-2 15,9-1-5 1,10-5 2-16,6-2-11 15,3-2 0-15,0 3-9 16,0 3-4-16,4 2 5 16,7 9 16-16,1 6-2 0,1 9 3 15,2 10 18-15,0 5-11 16,-3 7 27-16,0-1-29 16,-5 6 1-16,-1 3-2 0,1 2-12 0,0 1 12 31,-1-1-11-31,0-3-11 15,1 2-4-15,2 8-1 16,0 5 2-16,2 9 6 0,3 6 20 16,4 8 17-1,8 8-34-15,4 3 15 0,4-2-18 0,2 0-7 32,2-5 2-32,1-3-1 0,-1 0-1 0,-3-2-1 31,-3 0 0-31,-2 0 1 0,-7 1 6 15,0-6 3 1,-5-4-4-16,3-7-6 0,-2-10 0 0,0-3 0 31,2-7 0-31,1-8 0 0,-2-5 0 16,4-8 0-16,-2-9 0 16,3-10 0-16,0-12 0 0,1-10-24 15,3-8-37-15,2-24-45 0,2-17-82 31,-3-14-106-31,-3-14-50 16,-8-15-491-16</inkml:trace>
  <inkml:trace contextRef="#ctx0" brushRef="#br0" timeOffset="-210792.52">27270 9418 656 0,'0'0'396'0,"0"0"-396"0,0 0-22 16,17-89 22-16,10 67 1 15,6 5 33-15,1 10 7 16,2 7-2-16,0 7-1 0,1 24 22 16,-1 11-13-16,-2 8 25 0,-2 9-34 15,-3 7-13 1,-3 11-4-16,-4 9 42 0,1 7-21 15,-3 9 18-15,0 5-25 16,5 6-10 0,7 7 39-16,8 4-13 15,6 3-24-15,11 0 3 16,7 3-7-16,9-2-6 0,6-1 9 0,3 0-10 31,-4-4-7-31,-8-6-3 16,-6-4-6-16,-16-3 0 15,-17-10 0-15,-19-8 1 0,-12-9 5 16,-12-18 9-16,-21-8 10 0,-9-10-2 0,-5-14-9 31,-1-10 4-31,0-12-13 16,3-11-5-16,4 0 0 16,2-17-39-16,6-13-59 15,6-8-109-15,10-8-49 0,10-9-61 0,4-13-305 31</inkml:trace>
  <inkml:trace contextRef="#ctx0" brushRef="#br0" timeOffset="-209603.06">30149 8632 1142 0,'0'0'15'15,"0"0"-14"-15,0 0-1 16,0 0 68-16,0 0-6 0,0 0-22 15,-58 0-30 1,14 17-7-16,-9 2 0 0,-9 1 4 16,-2-2-4-1,-3 1-1-15,3-4 3 16,7 2 12-16,7 1 10 0,14 1 0 16,6 4 5-16,9 1-12 15,8 5 0 1,5 5-3-16,8 5 7 15,0 10 20-15,4 8 9 16,18 12-16-16,6 6-15 0,3 19 56 16,5 7-53-1,-9 6 10-15,3 5 29 16,1 3-29-16,1 4-23 0,4 8 18 16,3 4 5-16,6 2-13 0,3 1-12 0,1-6-10 31,0-10 0-31,0-14 0 15,-4-21 0-15,0-20 0 16,-8-18 0-16,-2-18 0 16,-4-17 0-16,-4-10-24 15,0-18-43-15,-5-29-72 16,1-18-122-16,-1-23-49 0,-7-24-197 16</inkml:trace>
  <inkml:trace contextRef="#ctx0" brushRef="#br0" timeOffset="-209023.26">30810 8255 970 0,'0'0'12'0,"0"0"-12"0,98-23 0 0,-67 23 15 31,-2 1 61-15,-7 19-11-16,-2 9-21 0,-1 6 40 15,-1 4-25-15,-2 6 14 16,-2 5-18-16,-4 7-37 0,4 13 18 15,-1 6 14 1,6 8-17-16,5 4 15 16,3 1-14-16,6 6 0 15,3 1 13-15,6 1-18 16,5 7 7-16,1-2-18 16,0 0 6-16,-3-3-1 15,-1-5-13-15,-3 1-2 16,-2-1 5-16,-5 0-4 15,-6-5 6-15,-6-3-9 0,-8-8 3 0,-5-9 9 16,-8-10 9-16,-1-14-18 16,-7-5-1-16,-14-11-7 15,-6-4 0 1,-6-7 4-16,-4-8-4 16,-3-4 0-16,4-6-2 0,5 0 0 15,5-16 0 1,7-10-28-16,3-11-46 0,8-10-49 0,6-15-113 15,2-17-48-15,6-19-165 16</inkml:trace>
  <inkml:trace contextRef="#ctx0" brushRef="#br0" timeOffset="-208351.01">32664 7822 937 0,'0'0'108'0,"0"0"-99"0,0 0-8 0,0 0 22 15,-110 8 38-15,62 8 11 16,2 1-18-1,4 2-6-15,0-2-17 0,8 0 0 0,1-1-2 0,5-2-1 32,8-3 10-32,2-2-11 15,9-3-9-15,-2 4-1 16,2 3-4-16,-2 3 3 0,1 4 1 16,1 3-5-16,1 3-3 0,2 5 5 0,1 5 12 31,2 11-12-16,-1 10 32-15,1 11-9 0,-1 7 1 16,-1 9-20-16,2 6 2 16,3 5 5-16,0 6 21 15,0 1-12 1,9-2 1-16,12-4-13 0,2-7-6 0,7 0 6 31,3-3-8-31,3-5-3 16,5 0-1-16,-1-7-10 0,2-10 0 15,-6-6 0 1,-3-10 0-16,-4-10 0 16,-6-11-14-16,-5-12-11 0,-2-10-14 0,-1-5-12 15,6-14-24-15,6-19-55 16,2-13-101-16,0-15-29 16,-5-15-47-16</inkml:trace>
  <inkml:trace contextRef="#ctx0" brushRef="#br0" timeOffset="-207865.25">32892 7572 986 0,'0'0'127'15,"0"0"-127"-15,0 0 0 16,0 0 25-16,115-19 57 16,-70 19-3-16,12 0-15 0,1 13 5 15,-5 15-27-15,-1 16-17 16,-8 18 13-16,-7 15 42 0,-7 15 15 31,-6 11-29-31,-6 7-26 0,-3 9-8 0,-3 4 1 16,3 4 19-16,-3 3-13 15,7-8-8 1,4-1-2-16,5-7-16 16,2-3-13-16,0-6 0 0,-8-4 0 15,-6 1 0 1,-14-5 0-16,-2-7 0 0,-13-6 0 15,-20-15 0 1,-9-11 0-16,-10-13 0 0,-10-7 0 16,0-13 0-16,-4-9-87 15,-1-13-100 1,-3-3-197-16,7-26-136 0</inkml:trace>
  <inkml:trace contextRef="#ctx0" brushRef="#br0" timeOffset="-206125.59">20223 10453 699 0,'0'0'163'0,"0"0"-125"16,-6-75 48-1,6 51-67-15,0 3 3 0,4 6 54 16,-2 4 34-16,-2 5-88 16,0 4-6-16,-3-2 33 15,-17 4-17-15,-12 0-32 0,-16 0 0 16,-15 16 3-16,-13 10 11 16,-10 8-1-1,-5 4 3-15,3 2 17 0,7-1-15 0,6-2 2 0,13-3-3 31,7-1 3-31,13-4 7 16,10 1-3 0,13 3-5-16,12 9-3 0,7 7 9 15,0 8 38-15,6 12-29 16,10 2-11 0,-2 7 24-16,0 4-12 0,-2 1-22 0,-1 6 0 15,-1 8 14 1,1 11-15-16,-2 9 5 15,2 13 11-15,3 7 8 16,1 5-16-16,0 10-9 0,-2 4 3 16,-2 9-1-1,-5 4-8-15,1 7 7 16,5 4-6-16,3 2 3 16,9 6 3-16,7 11-12 0,7-2 0 0,12-1 0 0,13-11 0 31,13-22 0-31,14-19 0 15,9-22 0 1,9-24 0-16,10-24 0 0,13-22 0 16,15-26 0-1,9-19-65-15,11-7-120 0,7-37-207 16,-4-21-110-16</inkml:trace>
  <inkml:trace contextRef="#ctx0" brushRef="#br0" timeOffset="-205027.36">32664 7136 1042 0,'0'0'28'16,"0"0"-28"-16,0 0-6 15,0 0-15-15,81-85 21 16,-26 62 1-16,6 2 3 0,9 2 3 15,5 0-2-15,-4 7 8 16,7-3 2-16,-3 7 4 16,-7 2 7-16,-8 3-11 15,-17 3 15-15,-12 3-8 0,-8 18-2 16,-1 16 16 0,1 22 18-16,-4 25 16 0,-4 25-9 15,-6 28 10 1,-7 27-4-16,-2 29 14 0,-7 31-14 15,-12 17-3 1,0 7-11-16,4-4-27 0,10-22-13 0,5-17 0 0,6-20-7 31,12-18 9-31,-4-13-8 16,-11-20 4-16,-3-19-10 0,-26-21-1 16,-29-19 0-16,-27-19-19 0,-14-15-20 0,-5-13-25 31,2-14-87-31,10-12-111 15,11-7-167 1</inkml:trace>
  <inkml:trace contextRef="#ctx0" brushRef="#br0" timeOffset="-183356.1">18210 7976 0 0,'273'-93'0'0,"5"-7"0"0,14-9 0 0,20-8 0 15,16-23 0-15,29-10 0 0,14-4 0 0,10-20 0 16,17-1 0-16</inkml:trace>
  <inkml:trace contextRef="#ctx0" brushRef="#br0" timeOffset="-182830.98">18762 5942 0 0,'-120'0'0'0,"-55"7"0"0,112 28 0 31,-180-9 0-31,10 19 0 16,17-6 0-16,23 2 0 0,32-10 0 15,20-31 0 1,21 40 0-16,22-30 0 15,24-1 0-15,21-2 0 0,23 12 0 16,30-3 0 0,0-4 0-16,0 0 0 15,0-3 0-15,5 2 0 0,17 0 0 16,12 1 0-16,7 0 0 0,15 9 0 31,-7 9 0-31,4 9 0 16,11 11 0-16,7-7 0 15,9 0 0-15,15 7 0 16,23 2 0-16,22 10 0 0,29 21 0 16,14 17 0-16,10 26 0 0,10 7 0 0,2 0 0 31,18-9 0-31,21-6 0 0,12-6 0 0,14-3 0 31,19-2 0-31,22-13 0 16</inkml:trace>
</inkml:ink>
</file>

<file path=ppt/ink/ink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1-04T07:19:48.070"/>
    </inkml:context>
    <inkml:brush xml:id="br0">
      <inkml:brushProperty name="width" value="0.05292" units="cm"/>
      <inkml:brushProperty name="height" value="0.05292" units="cm"/>
      <inkml:brushProperty name="color" value="#FF0000"/>
    </inkml:brush>
  </inkml:definitions>
  <inkml:trace contextRef="#ctx0" brushRef="#br0">16720 2458 318 0,'0'0'10'0,"0"0"-10"31,0 0-118-31</inkml:trace>
  <inkml:trace contextRef="#ctx0" brushRef="#br0" timeOffset="537.79">16720 2458 157 0,'-20'-46'217'16,"19"44"-207"-16,1 0 56 0,0 2 18 15,-2 0-23-15,1 0-40 16,1 0-21-16,0 0-13 16,0 0-15-16,0 0-47 15,0 0 29 1,0 0 14-16,0 0 32 0,0 0 0 0,1-1 84 16,1 0 14-1,-2-3 2 1,1 1-2-16,-1-2-7 0,0-3-5 15,0 1-14-15,0 2 32 0,0 1-8 0,0 3-32 32,0-1 22-32,0 2-7 15,0 0-27-15,0 0-29 16,0 2-23-16,0 17 7 16,2 7 22-16,0 9 48 0,-1 6-28 15,-1 4 22-15,0 3-24 16,0-1 10-16,0-4-32 15,0-6-11-15,0-7-11 16,0-6-1-16,0-7-2 16,0-7 0-16,0-3-4 0,0-7-61 15,6 0-87-15,6-3-89 16,5-21-78-16,6-9-528 16</inkml:trace>
  <inkml:trace contextRef="#ctx0" brushRef="#br0" timeOffset="929.95">17251 2426 1098 0,'0'0'105'0,"0"0"-96"0,0 0 53 0,0 0 65 15,0 0-62-15,0 0-47 16,80-72 2-16,-45 92 21 0,-7 13-2 16,-13 8 3-16,-13 9 35 15,-2 3 2 1,-20 6-29-16,-7-5-22 16,2-5 0-16,4-16 5 0,11-10-12 0,5-13-13 31,5-7-4-31,0-3-1 0,17 0-2 15,21-8 4-15,16-10 6 16,14-6-9-16,4-1-2 16,-3 3 0-16,-6 6-6 0,-11 7-55 15,-13 9-69 1,-17 0-147 0,-21 19-61-16,-8 15-261 0</inkml:trace>
  <inkml:trace contextRef="#ctx0" brushRef="#br0" timeOffset="1555.35">16798 3577 711 0,'0'0'7'0,"0"0"15"16,0 0 86-16,0 0 3 15,0 0-28-15,0 0 7 0,10-9-24 16,-6 9 13-1,-1 0 8-15,0 0-44 16,-3 0-9-16,0 0 24 16,0 0-22-16,0 0-1 0,0 0 24 0,-12 0-6 31,-7 6-25-31,-5-2 2 16,4 0-1-16,4-4 3 15,6 0-17-15,4 0 2 0,3-9-5 16,3-2-5-16,0-3-7 0,0 4 0 15,18-1-2 1,4 5-2-16,5 6 0 16,1 0 0-16,-4 11 0 0,0 11 3 0,-9 8 1 0,-9 5 6 31,-6 6 8-31,-12 6 7 16,-15 0-9-16,-8 0 2 15,5-6-5-15,7-13-2 16,10-10 3-16,8-11-6 15,5-6-2-15,0-1 1 16,0 0 0-16,21-1-2 16,18-18 1-16,16-4 7 15,6-2-7-15,0-3-2 16,-6 2-3-16,-2 0-44 16,-1-1-94-16,-1 0-157 15,-5 1-130-15</inkml:trace>
  <inkml:trace contextRef="#ctx0" brushRef="#br0" timeOffset="1755.54">17561 3451 1267 0,'0'0'420'0,"0"0"-416"0,0 0 8 16,0 0 99-16,0 0-66 0,12 78 67 15,-12-22-87 1,0 11-19-16,0 8-6 0,0 4-20 15,0 1-120-15,0-7-217 0,-7-9-334 32</inkml:trace>
  <inkml:trace contextRef="#ctx0" brushRef="#br0" timeOffset="2397.84">16770 4700 1149 0,'0'0'235'0,"0"0"-232"0,0 0 54 0,0 0 60 15,0 0-84-15,0 0-33 16,123-58 6 0,-71 45-2-16,-4 7 5 0,-15 6-5 15,-11 5 5-15,-13 18 15 16,-9 5 35-16,0 4 3 0,0 1-14 31,-5-5-15-31,5-2-22 0,0-7-6 16,2-2-4-16,16 0-1 15,4-1 0-15,2 3 2 0,-7 1-2 16,-9 4 2-16,-8 5-1 16,-13 3 12-16,-24 2 16 15,-14-5-5-15,-3-4-7 16,4-6-2-1,6-8-6-15,9-9-9 0,12-2-1 0,8 0-22 0,15-16-60 0,0-5-75 47,32-11-126-47,12-7-78 16,6-3-470-16</inkml:trace>
  <inkml:trace contextRef="#ctx0" brushRef="#br0" timeOffset="2569.82">17530 4623 1611 0,'0'0'0'0,"0"0"0"16,0 0 129-16,6 113-16 15,-6-51-46 1,-3 7-28-16,1 0-29 16,2 0-10-16,0-7-2 15,0-1-134-15,2-8-245 16,0-3-454-16</inkml:trace>
  <inkml:trace contextRef="#ctx0" brushRef="#br0" timeOffset="3185.32">17036 5819 1295 0,'0'0'122'0,"0"0"-97"0,0 0 0 0,-60 96 119 0,45-51-29 0,9-5-49 0,6-5-41 15,0-7-16-15,20-7-7 16,5-8 0 0,8-8-2-16,4-5 2 15,6-6-2-15,2-15-1 16,-2-7-17-16,-4 1-9 0,-7 3 16 0,-10 6 5 31,-8 10 6-31,-7 4 0 16,-2 4 16-16,0 7 11 15,1 16 5-15,-1 12 61 0,-2 1-56 16,-2 4-8-16,-1 1-13 0,0-1-16 0,5-4 3 31,3-1-3-31,5-8-28 16,2-7-79-16,6-10-101 16,2-10-88-16,6-13-61 15,-3-21-669-15</inkml:trace>
  <inkml:trace contextRef="#ctx0" brushRef="#br0" timeOffset="3343.61">17652 5973 1561 0,'0'0'0'15,"0"0"0"-15,0 0 120 16,0 109-37-16,0-59-44 16,0 6-31-16,-1 6-7 15,-7 6-2-15,-5 5-58 16,-4 2-144-16,-6-5-174 0,-6-2-321 15</inkml:trace>
  <inkml:trace contextRef="#ctx0" brushRef="#br0" timeOffset="3689.23">17051 6967 1074 0,'0'0'110'0,"0"0"-83"16,0 0 84-1,0 0 85-15,0 0-112 16,0 0-77-16,62 4 88 15,-12 25 32-15,2 7-52 0,-4 10-25 0,-11 6-19 16,-12 0-19-16,-11 0-10 31,-13-9-2-31,-1-8-25 0,-23-8-74 0,-16-12-133 0,-9-12-171 0,-3-3-228 32</inkml:trace>
  <inkml:trace contextRef="#ctx0" brushRef="#br0" timeOffset="3805.95">17109 6888 1508 0,'0'0'0'0,"84"-47"-57"31,-31 28 56-31,1 4-3 0,-1 5-74 0,-1-1-201 16,-3 4-470-1</inkml:trace>
  <inkml:trace contextRef="#ctx0" brushRef="#br0" timeOffset="3965.56">17818 6709 1582 0,'0'0'96'0,"0"0"-66"15,22 95 66-15,-17-36 54 16,0 13-68-16,0 7-71 0,1 1-11 0,-1 0 0 31,-1-10-20-31,1-15-130 0,-4-16-253 31,-1-16-613-31</inkml:trace>
  <inkml:trace contextRef="#ctx0" brushRef="#br0" timeOffset="5365.69">21119 2282 429 0,'0'0'462'0,"0"0"-457"16,0 0 32-1,0 0 59-15,0 0-10 0,0 0-7 16,0 0-27-16,-41-63-19 0,41 48-13 15,0-1 6-15,15 4-1 16,4 0-12-16,4 5-7 31,-1 5 4-31,2 2 11 16,-6 9 3-16,-4 18 4 0,-8 11 16 16,-6 4-6-16,-6 7 12 15,-19-5 3-15,-3-2-7 0,3-11-11 16,5-9-14-16,7-8-7 15,7-5-2-15,3-6-3 16,3-3-7-16,0 0 5 0,0 0 5 0,20 0 2 31,12-10-2-31,8-6 7 0,4 1-11 32,-3 0-7-32,-7 3-1 15,-1 1 0-15,-4 1-1 16,-3 0-33-16,-1 3-130 0,1-5-83 15,1-1-144-15</inkml:trace>
  <inkml:trace contextRef="#ctx0" brushRef="#br0" timeOffset="5540.01">21831 2029 1398 0,'0'0'259'0,"0"0"-226"0,0 0-27 0,31 82 123 16,-25-35-39-16,1 9-53 16,3 3-35-16,3 5-2 15,5 3-1-15,-1 11-65 16,-1 9-103-16,-9 5-227 0,-7 1-400 16</inkml:trace>
  <inkml:trace contextRef="#ctx0" brushRef="#br0" timeOffset="6039.6">21079 3471 30 0,'0'0'1121'31,"0"0"-1118"-31,0 0 20 16,0 0 41-16,0 0 8 15,81-68-9-15,-44 59-8 16,-4 4-10-16,-8 5-9 0,-7 3-18 0,-13 17-4 31,-5 8 15-31,0 5 16 16,-10-3 8-16,0-1-14 0,6-7-16 15,4-6-21-15,0-4-2 0,16-5 0 16,5 0 2-16,3 2 1 0,-3-1-2 31,-11 0 2-31,-7 5-3 16,-3 1 5-16,-15 4 46 15,-16-2 24-15,-8-2-28 16,4-3-16-16,8-7-21 16,12-4-7-16,5 0-3 0,7-4-26 15,3-12-89 1,3-7-138-16,22-6-69 16,9-9-256-16</inkml:trace>
  <inkml:trace contextRef="#ctx0" brushRef="#br0" timeOffset="6241.58">21712 3298 1411 0,'0'0'55'0,"0"0"-23"0,0 0 43 0,7 86 95 16,-5-41-61 0,2 5-36-16,10 1-44 0,6 1-26 0,6-3-3 31,2 2-21-31,-2 4-100 15,-7 0-199-15,-15 2-179 16</inkml:trace>
  <inkml:trace contextRef="#ctx0" brushRef="#br0" timeOffset="6673.95">21270 4198 1269 0,'0'0'114'0,"0"0"-78"16,0 0-36-16,0 0 144 0,-21 105 11 15,21-60-81-15,0-7-43 16,11-5-22-16,14-9-7 15,0-10 3-15,7-10-4 0,2-4 4 0,4-7-5 32,0-16-6-32,-4-5-2 15,-4-1 1-15,-7 3 6 16,-5 7 2-16,-8 6 1 0,-3 8-2 16,-4 5 25-16,2 0-19 15,-1 10-5-15,1 17 8 16,1 4 36-16,-3 7-25 15,3 2-12 1,-2-5-6-16,2-2-2 16,3-5 0-16,0-9-48 15,5-7-103-15,1-10-125 16,2-2-22-16,4-22-208 0</inkml:trace>
  <inkml:trace contextRef="#ctx0" brushRef="#br0" timeOffset="6805.52">21944 4273 79 0,'0'0'1449'31,"0"0"-1449"-31,0 0 0 16,0 0 86-16,25 111-7 15,-24-59-52 1,1 4-27-16,-2 9-32 16,0 1-157-16,-5 3-149 0,-13-2-202 0</inkml:trace>
  <inkml:trace contextRef="#ctx0" brushRef="#br0" timeOffset="7116.66">21434 5306 1520 0,'0'0'0'0,"0"0"19"0,0 0-13 15,0 0 182-15,114 73-71 16,-60-35-56-16,-4 4-35 16,-12 5-16-16,-13-2-7 15,-12-5-3-15,-13-9 0 0,0-6-60 16,-27-9-65-16,-13-8-139 15,-5-8-83 1,-2-5-76-16</inkml:trace>
  <inkml:trace contextRef="#ctx0" brushRef="#br0" timeOffset="7210.61">21418 5461 921 0,'0'0'289'16,"0"0"-253"-16,100-94 65 0,-39 62-1 0,3 3-82 31,2 4-18-31,-7 3-165 15,-9 4-325-15</inkml:trace>
  <inkml:trace contextRef="#ctx0" brushRef="#br0" timeOffset="7398.19">22157 5157 1315 0,'0'0'489'0,"0"0"-485"16,8 85-4-16,-5-41 80 15,0 8-11-15,3 0-63 16,-1-1-6-16,-2-3-9 0,-2-2-78 0,-1-3-110 0,0-10-162 31,0-5-297-31</inkml:trace>
  <inkml:trace contextRef="#ctx0" brushRef="#br0" timeOffset="8152.21">21569 6591 692 0,'0'0'178'0,"0"0"-154"0,0 0 129 0,0 0 75 16,0 0-80-16,0 0-87 16,10-10-24-16,-3 40 131 15,3 3-92-15,-3 1-15 16,5-8-30-16,1-5-12 0,7-5-15 15,2-10-2-15,2-6 2 16,6 0-4-16,3-11-4 0,-3-12-5 16,-1-6-4-16,-3 2 2 31,-9 6 1-31,-4 7 8 0,-7 9 2 0,-2 5 0 16,2 11 10-1,0 21 13-15,-2 13 30 0,-1 10-14 16,-3 4-20-16,0-2-9 15,0-5-10 1,5-6-1-16,3-11 0 0,3-9-51 16,4-10-100-1,4-16-145-15,7 0-105 16,1-27-523-16</inkml:trace>
  <inkml:trace contextRef="#ctx0" brushRef="#br0" timeOffset="8397.53">22280 6582 1622 0,'0'0'43'0,"0"0"28"15,0 0-71-15,4 102 109 0,-4-52-46 16,-4 0-13-16,1 0-31 16,3-9-8-16,0-9 7 0,14-11-14 15,17-18-2-15,17-3 0 16,15-24-2-16,11-16 0 15,2-5-21 1,-9 2-64-16,-16 2-143 16,-23 6-290-16</inkml:trace>
  <inkml:trace contextRef="#ctx0" brushRef="#br0" timeOffset="9614.18">24658 2131 50 0,'0'0'912'0,"0"0"-900"16,0 0 56-16,0 0 61 0,-70-73-46 16,70 54-16-1,6 5-32-15,17 4-15 16,8 5 7-16,6 5 5 16,2 3 4-16,-3 20 10 15,-8 8-1-15,-14 10-15 0,-14 7 28 16,-5 5-4-1,-28 2-4-15,-7-3-15 16,-2-9-14-16,10-12 2 16,12-9 2-16,7-13-4 15,10-4-12-15,3-5-4 0,0 0 1 0,27-6 2 16,19-15 4 0,11-5-9-16,9-2-1 15,-3 2-2 1,-10 1-7-16,-4 1-75 0,-7 2-127 15,-7-5-75-15,-2-6-195 16</inkml:trace>
  <inkml:trace contextRef="#ctx0" brushRef="#br0" timeOffset="9789.29">25309 1924 1457 0,'0'0'77'0,"0"0"-60"31,37 83 188-31,-26-38-94 15,0 6-60-15,2 8-29 0,0 4-21 16,-3 8-1-16,-2 9-82 16,-7 10-156-16,-1 13-130 15,-9-1-251-15</inkml:trace>
  <inkml:trace contextRef="#ctx0" brushRef="#br0" timeOffset="10329.02">24657 3493 956 0,'0'0'196'0,"0"0"-194"0,0 0 25 15,0 0 97-15,-32-74-38 16,34 57-61-16,22-1-17 0,10 5 13 16,3 9-2-1,1 4 19-15,-5 4-5 0,-10 27 12 16,-12 10 3-16,-11 8 18 15,-5 5 4-15,-20-2-23 16,-3-8-4-16,7-8-9 0,6-13-2 16,10-11-10-16,5-10-15 15,4-2-6 1,27-8 1-16,19-19 9 0,15-11-11 16,3-5-36-1,-6 0-105-15,-10 0-162 0,-12 1-120 0</inkml:trace>
  <inkml:trace contextRef="#ctx0" brushRef="#br0" timeOffset="10579.49">25246 3291 1219 0,'0'0'13'16,"0"0"19"-16,0 0 171 0,36 79-46 15,-36-39-26-15,0 4-56 16,-3-3-24-16,-3-9-19 15,4-7-9 1,2-9-11-16,0-5-10 16,12-6-2-16,17-5 3 0,8 0-2 0,14-21 4 31,7-8-5-31,6-6-9 16,5 0-50-16,-5 5-44 15,-12 9-113-15,-18 11-136 0,-23 10-268 16</inkml:trace>
  <inkml:trace contextRef="#ctx0" brushRef="#br0" timeOffset="11247.17">24773 4435 220 0,'0'0'516'0,"0"0"-496"0,0 0 123 0,0 0 43 0,0 0-32 15,0 0-50-15,-6-10-33 16,8 6 7-16,14-3-14 16,9-2-50-16,10 0 25 15,4 2 22-15,0 4-30 16,-5 3 1-16,-9 0 3 16,-10 18-20-16,-14 3 8 15,-1 6 14-15,-10 3 2 0,-11-2-7 16,0-6-19-16,8-6-11 15,7-5-2-15,6-6-6 16,9 1-10 0,13-2-7-16,7 1 18 0,-1 2 5 15,-7 3-1-15,-11 5 2 16,-10 3-1-16,0 2 6 0,-18-2 7 31,-7-3 4-31,0-5-8 0,7-4-7 16,9-2-2-1,6-4-33-15,3 0-63 0,0-13-119 16,10-11-88-16,14-9-22 16,5-9-283-16</inkml:trace>
  <inkml:trace contextRef="#ctx0" brushRef="#br0" timeOffset="11475.55">25352 4360 1246 0,'0'0'266'0,"0"0"-265"15,0 0 41-15,0 0 73 0,0 0-19 16,55 72 25-16,-62-22-69 16,-11 2-27-1,3-2 1-15,6-11-10 0,9-9-11 16,0-14-3-16,23-13-3 16,11-3 2-16,15-13-2 0,9-12-4 15,9-2-27-15,-1 2-7 16,-5 3-21-16,-7 7-87 15,-15 8-180 1,-14 7-81-16</inkml:trace>
  <inkml:trace contextRef="#ctx0" brushRef="#br0" timeOffset="11903.54">25180 5351 788 0,'0'0'867'15,"0"0"-867"-15,-50 81 0 0,41-47 96 0,7-2 10 31,2-2-48-31,8-7-37 16,17-9-18-16,11-12-1 0,4-2 1 16,8-8-3-16,-3-16-13 15,-4 2-10-15,-12 4 2 0,-10 8 18 0,-10 7 3 32,-7 3 1-32,-2 13 8 15,0 17 39-15,0 15 11 0,-2 2-44 0,-7 2-13 31,3-5-2-31,2-6-2 16,4-8-29-16,0-9-53 0,0-6-77 16,0-13-105-1,6-2 11-15,7-10-2 16,5-21-150-16</inkml:trace>
  <inkml:trace contextRef="#ctx0" brushRef="#br0" timeOffset="12103.96">25619 5524 860 0,'0'0'532'0,"0"0"-483"0,0 0-1 0,0 0 205 16,0 0-120-16,12 105-62 16,-3-71-24-1,6-6-10-15,7-10-27 16,8-11-3-16,11-7-7 0,8-13 0 16,6-13 0-16,5-3-27 15,-5 4-34-15,-12 12-70 16,-17 12-129-16,-21 1-39 0,-6 22-244 31</inkml:trace>
  <inkml:trace contextRef="#ctx0" brushRef="#br0" timeOffset="12718.98">25342 6318 153 0,'0'0'1489'0,"0"0"-1468"0,0 0-18 15,58 101 75-15,-30-54 58 0,0 3-94 31,-2 6-33-31,-5-3-5 0,-8-6-2 16,-7-9 0-16,-6-14-2 16,0-11-4-16,0-13-24 15,-9 0-33-15,3-19-42 0,3-15-49 0,3-6 44 32,0 1 23-32,17 5 29 15,1 6 56-15,1 4 23 16,-2 1-13-16,2 1 10 0,2 1 34 15,-3 0-15-15,4-1-11 0,2 1 10 0,1-1-20 32,1 1-14-32,-5 5 9 15,-7 6 8 1,-6 6 3-16,-7 2-5 0,-1 2-2 16,0 0 8-16,0 7 28 15,0 4 4-15,0 4-19 16,0-1-6-16,0 7 4 15,0 4-10-15,0 8 3 0,0 6-13 16,0 10-7-16,0 5 2 0,-1 6 3 31,1-3-2-31,0-9-4 16,0-7 3-16,3-17-11 16,7-10 0-16,5-14-28 0,2-4-50 0,7-22-83 15,1-16-173-15,0-5-123 16</inkml:trace>
  <inkml:trace contextRef="#ctx0" brushRef="#br0" timeOffset="12917.44">26167 6236 1566 0,'0'0'184'0,"0"0"-182"0,21 98-2 16,-11-33 91 0,-3 11 4-16,-2 2-58 15,1-4-30-15,-3-13-7 0,0-14-15 16,1-16-101 0,-1-15-140-16,-3-16-238 0</inkml:trace>
  <inkml:trace contextRef="#ctx0" brushRef="#br0" timeOffset="13647.23">27902 1956 974 0,'0'0'40'15,"0"0"84"1,0 0 23-16,0 0-37 16,0 0-5-16,0 0-42 15,-41 13-44-15,66 17 72 16,12 10 20-16,2-1-45 15,1 2-28-15,-6-3 12 0,-7-6-37 0,-11-2-11 16,-8-8-1 0,-8-9-1-1,-5-3-105-15,-21-10-228 0,-13 0-252 0</inkml:trace>
  <inkml:trace contextRef="#ctx0" brushRef="#br0" timeOffset="13783.56">27833 1923 1489 0,'0'0'0'0,"84"-66"-37"16,-20 33 37-16,0 5 0 15,0 7 0-15,-4 4-51 0,-6 1-173 16,-5 2-168-16</inkml:trace>
  <inkml:trace contextRef="#ctx0" brushRef="#br0" timeOffset="13953.31">28517 1604 1256 0,'0'0'135'0,"0"0"-71"16,0 0 157-16,38 92-39 16,-27-30-71-16,-1 6-51 0,2 4-42 0,8 3-18 31,-1 2 0-31,-3 5 0 16,1 5-86-16,-8 5-129 15,-8-1-249-15,-1-4-640 16</inkml:trace>
  <inkml:trace contextRef="#ctx0" brushRef="#br0" timeOffset="14479.29">27957 3226 574 0,'0'0'497'0,"0"0"-490"0,0 0 49 16,0 0 108-16,0 0-75 15,0 0-23-15,-45 40-14 0,41-25 8 16,4-5-11-1,0-3-19-15,12-2-15 16,12-4 1-16,14 1 16 16,10 1-6-1,7 2 7-15,0 8-13 0,-8 6 18 0,-14 5-18 16,-12 2-6 0,-17-1-11-16,-4 0-1 15,-14-1 0-15,-14-6-2 16,-6-5-86-16,-6-9-125 0,1-4-98 15,-2-2-261-15</inkml:trace>
  <inkml:trace contextRef="#ctx0" brushRef="#br0" timeOffset="14592.4">27935 3301 1129 0,'0'0'172'16,"0"0"-171"-16,88-95 89 15,-24 58 1-15,6 1-73 0,7 3-18 16,-8 4-181-16,-9 7-418 15</inkml:trace>
  <inkml:trace contextRef="#ctx0" brushRef="#br0" timeOffset="14838.48">28643 3102 984 0,'0'0'593'0,"0"0"-582"0,0 0 80 16,13 88 72-16,-29-41-74 15,-3 1-26-15,6-5-31 16,8-2-25-16,5-8-4 0,5-8-3 31,20-11 0-15,12-14 0-16,14 0-1 0,7-25-24 16,8-6-9-16,-5 1-45 15,-7 9-88-15,-14 11-116 16,-21 10-59-16,-19 8-564 0</inkml:trace>
  <inkml:trace contextRef="#ctx0" brushRef="#br0" timeOffset="15245.4">28109 4351 1098 0,'0'0'187'0,"0"0"-177"16,0 0 86-16,91 53 99 15,-52-23-46-15,0 3-33 0,-8 4-68 0,-7-3-11 31,-12-5-32-31,-10-4-5 16,-2-8-3-16,-11-4-54 0,-20-8-103 16,-11-5-137-16,-6 0-9 15,-4-5-49-15,6-17-37 0,7-5 46 0,10-8 346 32,18-2 552-32,11-1-283 0,1-2-80 15,29 2-29-15,16-1-42 16,12 0-37-1,10-1-59-15,-1 1-22 16,-3 6-18-16,-9 8-252 16,-14 8-592-16</inkml:trace>
  <inkml:trace contextRef="#ctx0" brushRef="#br0" timeOffset="15595.17">28721 4220 1505 0,'0'0'0'16,"0"0"-1"-1,0 0 1-15,0 0 52 16,0 0-37-16,0 0 31 0,67 46-23 16,-61-13-15-1,3 2 3-15,4-6 8 0,2-3-1 16,6-4-6-16,3-2-1 15,6-4 0 1,1 0-1-16,3 3 31 16,-2 5-6-16,-11 4-8 0,-11 4-8 15,-10 6-5-15,-6 1 9 16,-24-2-1-16,-10-4-15 0,-2-4-7 16,-1-2-42-1,-3 2-75-15,-2 1-122 16,2 9-118-16,-2 1-234 15</inkml:trace>
  <inkml:trace contextRef="#ctx0" brushRef="#br0" timeOffset="15915.25">28471 5186 1706 0,'0'0'0'16,"0"0"0"-16,39 87 45 16,-17-46 55-16,-2 4-49 15,-3-6-44-15,-10-3-7 16,-5-9-26-16,-2-9-40 0,-5-8-90 16,-14-7-76-16,-5-3-16 0,-4-7-28 31,1-17-25-31,1-3 110 15,6-5 191-15,10-1 284 16,9 3-49-16,1 2-108 0,12 3-6 16,19 0 17-16,14 3-76 0,4 3-58 15,0 2-4-15,-2 4-90 32,-7 1-233-32,-7 1-466 0</inkml:trace>
  <inkml:trace contextRef="#ctx0" brushRef="#br0" timeOffset="16179.84">28839 5195 1419 0,'0'0'47'0,"0"0"-46"31,-9 74 32-15,9-59 75-16,9-5-63 0,13-8-37 16,4-2-3-1,5-12-3-15,3-12 0 16,1-1-2-16,-3 5 1 0,-6 9 6 15,-7 11 32-15,-5 0 10 0,-7 32-25 16,0 16 13-16,-4 15-19 0,-3 3-18 31,0-1-16-31,0-7-135 16,-11-6-51-16,-1-10-65 16,-8-8-236-16</inkml:trace>
  <inkml:trace contextRef="#ctx0" brushRef="#br0" timeOffset="16583.53">28560 6128 1500 0,'0'0'0'0,"0"0"1"0,0 0-1 31,104 60 164-31,-54-28-73 16,-4 7-57-16,-13 2-32 16,-14 0-2-16,-15-5 1 15,-4-10-1-15,-10-9-4 0,-14-11-32 16,-6-6-66-16,-5-7-86 0,-3-17-98 15,2-8 24 1,5-1-61-16,9 0 132 16,11 1 191-16,11 8 199 15,0 7-13-15,12 6 34 0,17 2-31 16,7 1-52 0,10-3-95-16,3-2-42 15,0 0-1-15,-1-4-182 0,-5 2-206 16,-4-2-63-16</inkml:trace>
  <inkml:trace contextRef="#ctx0" brushRef="#br0" timeOffset="16925.09">29092 6114 1256 0,'0'0'113'0,"0"0"-110"0,3 96 29 0,14-61 117 31,11 5 3-31,7 9-85 16,5 5-51-16,-1 8-8 0,-5 4 76 15,-12-1-23-15,-14-10-45 0,-8-11-12 0,-3-15 4 32,-20-19 3-17,-2-10-11-15,-6-9-10 0,-4-21-43 16,-3-8-36-16,-4-7 15 16,-1-10-10-16,7-6-14 0,10-7 32 0,14-1-37 31,12 6 42-31,2 10 44 15,22 7 17-15,7 13 2 16,2 11-2-16,1 6 6 0,1 7 29 0,-4 4 41 31,0 0-3-31,2-3-26 16,1-4-47-16,1-3-190 16,-5 0-288-16</inkml:trace>
  <inkml:trace contextRef="#ctx0" brushRef="#br0" timeOffset="18459.68">16575 1907 1015 0,'0'0'31'0,"0"0"-31"0,0 0 0 16,0 0-5-16,0 0 5 15,0 0 7-15,0 0 33 16,8-59 2-16,-52 78-29 16,-20 15-13-16,-19 9-1 15,-16 1 1-15,-9 1 0 16,-8-1 2-16,-2-5-1 0,-2 0-1 16,2-5 7-1,10-4 3-15,17-4 36 0,24-4 13 16,24-1-13-16,16 4-20 15,10 7-19-15,4 9-3 16,1 15 19-16,-2 18-4 0,0 6 21 16,2 7-14-16,-1 8-12 31,2 9-11-31,2 14 8 0,2 17 8 16,5 21 34-16,2 16 9 15,0 13-28-15,20 10-8 16,5 6-24-16,-2-5-1 15</inkml:trace>
  <inkml:trace contextRef="#ctx0" brushRef="#br0" timeOffset="21756.24">16251 5304 0 0,'0'-93'0'0,"-1"-34"0"0,-16 82 0 16,14-150 0-16,-14 4 0 16,9-5 0-16,-1 2 0 15,4 22 0-15,2-21 0 16,-5-13 0-16,5-2 0 0,3-5 0 15,8 19 0 1,14 22 0-16,-22-3 0 0,3 0 0 0,-17 9 0 31,-35 19 0-31,4 26 0 0,-4 23 0 16,-1 13 0-16,1 1 0 16,10 6 0-16,39-2 0 15,-6-2 0-15,-37-1 0 16,36 0 0-16,1 2 0 0,-7 16 0 15,8 13 0-15,5 13 0 16,0 10 0 0,19 24 0-16,22 2 0 0,5 0 0 15,-15 2 0 1,-5-11 0-16,-4 5 0 16,-13 2 0-16,0 3 0 15,-2-6 0-15,-1 4 0 0,11 0 0 0,1 3 0 31,-5 1 0-31,-2 27 0 16,3 20 0-16,6-2 0 16,8 1 0-16,7 8 0 15,-12 1 0-15,1 0 0 0,3 0 0 16,0-3 0-16,-3-2 0 0,0-6 0 16,-4-5 0-16,-16-1 0 15,-3-3 0-15,5-2 0 16,-4-5 0-16,-2-6 0 15,0-3 0-15,0-16 0 0,0 4 0 16,0-6 0 0,0-1 0-1,0-5 0-15,0-12 0 0,0-1 0 0,0 3 0 0,0 12 0 32,0-2 0-32,4 5 0 15,5 0 0-15,6 7 0 16,0-3 0-16,-2 4 0 15,5-1 0-15,-4-2 0 16,-7-5 0-16,15 1 0 0,-17-1 0 0,8 0 0 31,5 0 0-31,-5-3 0 16,3-4 0-16,1 1 0 16,1-3 0-16,-4-11 0 0,-7-7 0 15,-2 0 942-15,-5 27-930 16,0 0-8-1,0 0-4-15,0 0 0 0,0 0 14 0,0 0-11 0,-145-18 17 32,64 53 44-32,-17 10-9 15,-19 11-6-15,-12 1-28 16,-14 3-9-16,-10-3-12 16,6-5 4-16,14-4-4 15,12-10 0-15,21-1 4 16,18-10 0-16,16-4-2 15,17-4-2-15,16-3 9 16,7 4-8-16,4 7 1 0,2 8-2 16,-1 12 0-16,3 15 13 15,3 12 20-15,1 11-13 0,8 7-5 16,5 8 0-16,1 10 22 16,3 10-9-16,12 13 2 0,4 9-1 0,-2 20-12 31,-2 13 11-31,-9 16 0 15,-6 11-9 1,0 3 3-16,0 6 2 16,0 3 1-16,0 1 4 15,15 1-4-15,10-3-10 0,3-7-8 16,4 5-6 0,-2-7 2-16,-2 2 0 0,-3 0-2 0,-3-8 3 31,0 0 1-31,0-5-2 15,6-7 0-15,4-7-1 16,2-5-1-16,0-11-1 16,2-2 0-16,-3-6 0 15,-2-1 0-15,5-7 0 0,-3-5 4 0,1-9 24 16,5-15-8 0,0-14-5-16,4-21-15 15,5-20-3-15,7-20-8 16,11-18-20-16,12-20-42 15,16-5-40-15,20-38-98 16,17-19-76-16,27-29-110 16</inkml:trace>
  <inkml:trace contextRef="#ctx0" brushRef="#br0" timeOffset="22685.11">29552 1180 918 0,'0'0'48'0,"0"0"-48"0,0 0-14 15,88-88-5-15,-18 55 15 16,14-2 4-16,10-3 3 0,1 5 18 31,-10 8 11-31,-15 16 9 0,-19 9-8 16,-16 18-22-16,-13 27-1 0,-12 17-3 0,-10 18 10 0,0 19 5 31,-12 23-4-31,-8 10 0 16,4 18 2-16,7 12 13 15,9 15-13-15,0 15 10 0,17 27 11 32,11 16-20-32,8 7-9 15,9 5 13-15,6-4 14 0,4 0 14 0,4 4 14 32,6 6 4-32,3 2-6 0,-1 7-5 0,-11 4-24 0,-16-10-5 31,-22-10-22-31,-18-27-6 0,-12-24-3 0,-34-22 0 31,-17-25-1-31,-10-19 1 16,-9-24-3-16,-6-22-42 15,-5-22-79-15,-1-24 9 16,-3-23 10-16,3-14-14 16,2-27-114-16,-4-32-266 0</inkml:trace>
  <inkml:trace contextRef="#ctx0" brushRef="#br0" timeOffset="23499.17">17503 1570 775 0,'0'0'252'0,"0"0"-251"15,0 0 38-15,0 0 123 0,0 0-56 0,0 0-52 31,-27 4-22-15,27 1-9-16,18 2-20 16,15 3 61-16,11 5 26 15,12 7-21-15,4 4-2 16,-5 5 10-16,-11 6-28 16,-18 2-24-16,-13 3-11 15,-13 2 22-15,0 2-15 16,-22-6-13-16,-5-7-7 15,-3-9-1-15,-1-12-45 0,-2-6-119 16,-1-6-191-16,-5-24-322 0</inkml:trace>
  <inkml:trace contextRef="#ctx0" brushRef="#br0" timeOffset="23676.56">17494 1569 1259 0,'0'0'121'0,"0"0"-119"0,122-48 88 0,-73 38-15 32,1 3-55-32,-1-3-17 15,1 4-3-15,-1 1-59 0,-2 2-141 16,-3 0-113-16,-10 2-343 16</inkml:trace>
  <inkml:trace contextRef="#ctx0" brushRef="#br0" timeOffset="23874.15">18034 1408 996 0,'0'0'480'0,"0"0"-462"15,106 19 9-15,-58-1 111 0,-6 3-37 0,-2 1-44 32,-3 1-32-32,-1-1-25 15,-6 3 0-15,-6-3-8 16,-6-3-109-16,-8-7-139 15,-5-7-77-15,-5-5-125 16</inkml:trace>
  <inkml:trace contextRef="#ctx0" brushRef="#br0" timeOffset="23999.76">18415 1413 981 0,'0'0'527'0,"0"0"-509"16,-68 82 21-16,21-16 137 15,-7 4-66-15,2-5-34 16,12-12-51-1,18-13-25-15,21-13-7 0,2-10-94 16,29-12-206 0,11-5-87-16,5-19-187 0</inkml:trace>
  <inkml:trace contextRef="#ctx0" brushRef="#br0" timeOffset="24242.92">18659 1451 1371 0,'0'0'139'15,"0"0"-135"-15,0 0 56 16,54 81 31-16,-54-24 49 16,-16-1-58-16,3-6-42 0,5-12-14 15,8-13-14 1,0-8-8-16,8-11-3 0,15-6 1 16,14-5 4-16,10-19 1 15,11-14-5 1,9-7-2-16,3-4-3 15,6-1-79-15,6 1-92 0,5 5-141 16,1 8-60 0</inkml:trace>
  <inkml:trace contextRef="#ctx0" brushRef="#br0" timeOffset="24773.74">20776 1590 1337 0,'0'0'116'0,"0"0"-116"0,0 0 37 15,0 0 50-15,0 0-23 16,-33 83 1-16,66-56 20 16,15 5 3-16,12-1-27 0,1 0-24 15,-6-2-28 1,-14 0-1-16,-16-1-8 15,-15-3 0-15,-10-2 0 0,0-5-30 16,-24-3-131-16,-14-10-179 16,-9-5-221-16</inkml:trace>
  <inkml:trace contextRef="#ctx0" brushRef="#br0" timeOffset="24885.38">20735 1696 1487 0,'0'0'63'0,"0"0"-63"15,146-73 0-15,-69 39-1 16,2 2 0-16,-1 2-39 16,-11 4-139-16,-12 7-122 15,-16 0-410-15</inkml:trace>
  <inkml:trace contextRef="#ctx0" brushRef="#br0" timeOffset="25068.63">21307 1362 1381 0,'0'0'102'0,"0"0"-96"32,94 32 141-32,-46-13-24 0,3-1-69 15,1-3-23 1,-2 1-26-16,-6-4-5 0,-5 2-1 0,-9-6-122 16,-11-2-130-1,-10-4-84-15,-9-2-48 16,0-8-137-16</inkml:trace>
  <inkml:trace contextRef="#ctx0" brushRef="#br0" timeOffset="25217.7">21664 1391 1118 0,'0'0'210'15,"0"0"-81"-15,0 0-18 0,-79 99 45 16,42-40-45 0,0 2-30-16,5-5-47 0,14-8-34 15,10-10 0-15,8-9-35 16,8-11-97-16,23-12-173 15,5-6-130-15</inkml:trace>
  <inkml:trace contextRef="#ctx0" brushRef="#br0" timeOffset="25445.37">22012 1383 356 0,'0'0'1183'15,"0"0"-1183"-15,0 0 32 16,0 0 81-16,0 0-10 15,49 97 29 1,-73-39-86-16,-1-2-23 0,8-8-2 16,11-13-13-16,6-10-6 15,8-10-2-15,26-15-3 0,21-4 3 0,21-26 0 32,14-14-27-32,11-6-128 15,1 0-150-15,-4 3-55 16,-8 7-681-16</inkml:trace>
  <inkml:trace contextRef="#ctx0" brushRef="#br0" timeOffset="25787.18">24323 1449 1907 0,'0'0'1'16,"34"104"-1"-16,-7-46 3 0,-5-6-1 0,-7-7-3 0,-3-9 4 31,-3-7-3-31,-8-4 0 16,-1-7-41-16,-4-4-160 31,-23-9-161-31,-16-5-213 0</inkml:trace>
  <inkml:trace contextRef="#ctx0" brushRef="#br0" timeOffset="25918.9">24208 1521 1346 0,'0'0'128'16,"82"-75"-118"-16,-15 44 35 16,12 2-29-16,8 1-16 0,-2 8-7 15,-8 2-96-15,-20 3-300 16</inkml:trace>
  <inkml:trace contextRef="#ctx0" brushRef="#br0" timeOffset="26109.8">24772 1307 1648 0,'0'0'13'15,"0"0"10"-15,125 33-23 16,-65-21 26-16,0-2 13 0,-1-2-15 16,-2-4-24-1,-10-1-5-15,-8-3-156 16,-12 0-134-16,-13 0-64 0,-10-17-280 0</inkml:trace>
  <inkml:trace contextRef="#ctx0" brushRef="#br0" timeOffset="26255.12">25200 1267 804 0,'0'0'529'0,"0"0"-425"16,0 0 42-16,-111 110 29 16,71-58-67-16,5 3-32 0,8-2-50 15,13-6-26 1,10-8 0-16,4-13-70 15,4-12-141-15,21-14-100 16,7-4-80-16,2-25-294 16</inkml:trace>
  <inkml:trace contextRef="#ctx0" brushRef="#br0" timeOffset="26423.8">25336 1260 938 0,'0'0'568'0,"0"0"-567"16,0 0 52-16,0 0 115 15,58 92-43-15,-58-43-42 16,0-2-36-16,1-1-23 16,13-3-13-16,10-10-9 15,8-9-2-15,13-16 0 16,14-8-14-16,8-2-128 0,3-22-214 16,-6-4-347-16</inkml:trace>
  <inkml:trace contextRef="#ctx0" brushRef="#br0" timeOffset="26915.4">27480 1234 1078 0,'0'0'0'0,"0"0"0"0,0 0 58 0,0 0 191 16,-54 74-92-1,39-50-28-15,7 0-32 16,8 0-38-16,0-5-27 16,13 1-27-16,18-8 8 0,10-4-3 0,7-2 2 15,8-3-2 1,3 2 1-1,2 6 2-15,-6 7 6 0,-10 7 5 16,-12 5-13-16,-15-1-8 16,-17 1-1-16,-1-2-2 0,-26-3-5 0,-20-7-94 31,-10-5-190-31,-7-13-110 16,5 0-151-16</inkml:trace>
  <inkml:trace contextRef="#ctx0" brushRef="#br0" timeOffset="27041.57">27551 1330 805 0,'0'0'566'16,"0"0"-566"-16,124-67-6 0,-70 48-12 15,-2 2-121-15,-10 1-119 16,-11-1-386-16</inkml:trace>
  <inkml:trace contextRef="#ctx0" brushRef="#br0" timeOffset="27191.88">27954 1175 1494 0,'0'0'7'0,"82"24"26"16,-17-10 141-1,4-1-86-15,0-1-41 0,-2-4-23 0,-3-4-24 32,-5-3-17-32,-10-1-126 0,-12 0-212 0,-15-12-354 15</inkml:trace>
  <inkml:trace contextRef="#ctx0" brushRef="#br0" timeOffset="27352.24">28400 1082 1650 0,'0'0'85'0,"-59"87"-78"16,20-29 68-16,-3 3 0 15,2-4-46-15,10-4-21 16,10-7-8-16,13-8-30 0,7-9-142 15,0-19-157-15,21-10-196 16</inkml:trace>
  <inkml:trace contextRef="#ctx0" brushRef="#br0" timeOffset="27570.86">28614 1065 1585 0,'0'0'92'0,"0"0"-75"15,-11 95 88-15,-11-47-12 16,4 1-18-16,13-7-24 0,5-5-31 16,39-10-11-16,22-16-9 15,23-11 0-15,22-5 0 16,10-24 0-16,9-9 0 16,-6-7-42-1,-14-1-142-15,-29-1-245 16,-37 9-626-16</inkml:trace>
  <inkml:trace contextRef="#ctx0" brushRef="#br0" timeOffset="29011.75">16311 3334 829 0,'0'0'54'0,"0"0"5"0,0 0-20 32,-85-8-15-32,83 8 36 15,2 0-10-15,0 0-45 16,12 0-3-16,17 0-2 15,14-3 11-15,12-3 1 16,17-2 1-16,12-5-11 16,21-4-1-16,21 1 8 0,13-3 11 0,20 1 17 15,7 1-13-15,4 3 6 16,10-1-22 0,7 4-4-16,11-5 0 0,9 1 4 0,13-3-8 0,5-4 0 31,-1-2 2-31,4 1-2 15,-9-1 3-15,-1 5-2 0,-8 5 0 0,-12 2 0 32,-10 7 11-32,-12 5 22 15,-8 0-14-15,-2 0 4 16,-2 8 0-16,0 1-17 0,-3-5-6 31,0-4-2-31,-3 0 0 0,4-2 0 0,5-11-2 16,0-6-8-16,7 0-13 0,-3-3 3 31,-8 1 20-31,-4 1 1 16,-10 4 5-16,-6 2 4 15,5 1 3-15,1 0 0 0,9 0-12 16,5-2-2-16,5-4-4 16,4-3-3-16,-2-2-9 15,2 0 7 1,2 0 8-16,2 2 3 0,3 3 1 15,-4 1 1-15,1 0 4 16,0 4 0 0,4-5-6-16,10-2 2 0,8-5-4 15,14-2-7-15,3-3-9 0,-2-1-2 16,1-1 4 0,-7 0 4-16,-4 4 11 15,-3 4 1-15,-8 2 1 16,-5 0 9-16,-4 1-2 0,4 0-6 15,1-4 0-15,5 1-2 16,2-2-1-16,-10 1 0 0,-10 6 1 31,-16 4 6-31,-13 5 38 16,-12 4-13-16,-14 0 0 16,-16 1-17-16,-14 0-2 0,-17 0-4 15,-12 0-1 1,-12 0-5-16,-14 1-1 0,-13 1-1 15,-13 2 0-15,-9 1 0 16,0-2 13-16,-8 1-13 0,-22 2-167 16,-17 0-47-16,-19 0-126 15</inkml:trace>
  <inkml:trace contextRef="#ctx0" brushRef="#br0" timeOffset="31025.13">18174 13580 974 0,'0'0'130'16,"0"0"-128"-16,-91-2 21 15,57 20 137-15,0 4-18 16,2 7-46-16,4 6-28 0,4-1 6 15,12-2-8-15,8-7-14 16,4-7-40-16,18-7-5 16,29-7 3-16,24-4 5 15,20-1 1-15,10-9-9 0,5 6-4 16,-11 4 5 0,-15 5 14-16,-25 19-16 15,-19 8 0-15,-22 2 0 16,-14 2 8-16,0-3 2 15,-29 2-9-15,-15-4-1 16,-6-2 0-16,-1-8-6 0,8-8-32 16,7-10-70-16,6-3-109 0,5-17-85 0,1-23-193 31</inkml:trace>
  <inkml:trace contextRef="#ctx0" brushRef="#br0" timeOffset="31195.16">18137 13512 1457 0,'0'0'75'0,"0"0"-68"0,0 0-7 15,106-66 106 1,-51 45-46-16,8 1-43 0,4 2-17 0,9 3-1 0,7 9-97 31,-2 4-175-15,-3 2-162-16</inkml:trace>
  <inkml:trace contextRef="#ctx0" brushRef="#br0" timeOffset="31436.97">18899 13303 1353 0,'0'0'130'15,"0"0"-105"-15,91 16-25 0,-27 14 181 16,10 8-74-16,3 5-63 16,-1 5-29-1,-2 2-9-15,-6-2-6 16,-14-3-3-16,-12-7-29 0,-17-6-135 16,-16-4-83-16,-9-13-103 0,-11-12-247 15</inkml:trace>
  <inkml:trace contextRef="#ctx0" brushRef="#br0" timeOffset="31645">19307 13300 1205 0,'0'0'215'16,"0"0"-197"0,0 0 36-16,-94 108 108 15,58-44-19-15,-1 5-69 0,6 1-46 16,11-4-16-16,8-9-12 15,12-8-1 1,0-10-14-16,29-13-90 0,12-17-136 16,13-9-36-16,10-27-168 15</inkml:trace>
  <inkml:trace contextRef="#ctx0" brushRef="#br0" timeOffset="31969.15">19723 13189 1442 0,'0'0'73'0,"-79"14"-71"32,41 11 165-32,9 5-47 15,12 3-68-15,17 3-32 0,23 3-16 16,38 9 6-16,25 7 1 0,13 9-1 16,1 5 5-16,-14 1-7 31,-21 5-7-31,-28-6-1 0,-25-6 0 15,-12-9 1 1,-37-17 1-16,-13-18 1 0,-8-18 3 16,1-7-2-16,8-34 5 0,11-15-2 15,11-19-2-15,13-7-5 16,11-8 0 0,3-3-1-16,2-2 0 0,11-1-3 15,0 3-8-15,-4 7-77 16,-9 7-94-16,-1 3-255 0</inkml:trace>
  <inkml:trace contextRef="#ctx0" brushRef="#br0" timeOffset="34852.08">21752 13228 778 0,'0'0'217'0,"0"0"-193"0,0 0 35 32,0 0-2-32,0 0 21 15,-92-39-59-15,39 58-14 0,-14 7 10 16,-6 4 30-16,-7-3 9 15,2-3-4 1,8-5 13-16,7 0-11 16,11-2-15-16,7 2-1 0,10 0-26 0,9 6 1 15,7 1 1-15,7 9-2 0,6 10 4 32,6 10 6-17,0 15 21-15,19 14 4 0,8 11-20 0,4 12-7 16,4 9-9-16,-1 7 7 15,-1 8 0 1,-5 8 2-16,-3 7-3 0,-5 13 4 0,-4 10-1 31,-5 8-2-31,-3 8-1 0,-8 0-2 16,0 0-12-16,0 2 3 16,-5 4-1-1,-1 5-1-15,4 2-1 0,2 1 0 0,0-6 2 0,17 1-2 31,8-12 1-31,2-3 0 16,4-4 4 0,5-11-6-16,-3-8 6 0,3-11-6 15,1-6 1-15,6-6 1 16,6-9-2-16,5-14 2 16,3-17-2-16,4-24 1 15,5-20 0-15,8-27-1 16,10-22-50-16,8-15-61 15,4-39-132-15,-2-28-43 0,-8-26-77 16</inkml:trace>
  <inkml:trace contextRef="#ctx0" brushRef="#br0" timeOffset="35690.18">22103 13940 558 0,'0'0'205'0,"0"0"-193"15,0 0 52-15,-5-83 81 0,5 73 9 0,0 6-10 0,0 4-6 32,0 0-71-17,0 9-42-15,1 23-19 0,12 14 148 16,0 14-40-16,-3 8-37 15,-2 3-5-15,-3 2-37 16,-1-1 5-16,1-3-25 0,0-6-14 16,3-8 1-1,4-11-4-15,9-12-9 0,10-14-89 32,14-18-117-32,12-6-234 0,7-34-640 0</inkml:trace>
  <inkml:trace contextRef="#ctx0" brushRef="#br0" timeOffset="36066.49">23692 13961 1120 0,'0'0'358'15,"0"0"-358"-15,-9-84 0 16,9 44 13-16,0 3 55 16,19 6-28-1,9 9-22-15,5 9-5 0,3 12 3 0,-2 1 24 0,-10 31-19 32,-13 20 4-32,-11 15 34 15,-21 11-5-15,-20-2-8 16,-8-3-15-16,4-3 4 15,8-10-8-15,13-18-8 16,12-13-10-16,12-15-8 16,0-7-1-16,15-6 1 0,21 0-1 15,19-10 1 1,14-17 1-16,10-5-2 0,2-2-3 0,-7 3-52 16,-8 3-88-1,-13-1-169-15,-9-2-344 0</inkml:trace>
  <inkml:trace contextRef="#ctx0" brushRef="#br0" timeOffset="36522.67">25385 13604 1438 0,'0'0'15'0,"0"0"-4"0,-91-26 153 15,58 19-79-15,5 1-50 0,11 0-10 16,10-1-8-16,7-4 3 16,0-3-12-1,12-1-8-15,15 5-3 16,10 5 1-16,3 5 2 15,3 0 0-15,-1 21 1 16,-4 12-1-16,-5 5 4 0,-5 6 3 0,-9 2 19 31,-14 3-6-31,-5 1 24 0,-11-4 20 0,-8-9-37 32,7-13-3-32,5-13-7 0,5-6-17 15,2-4 0-15,0-1 0 16,15 0 0-1,21-7 0-15,16-14 0 0,10-6 0 0,6 2 0 0,-4-2-4 32,-3 4-81-32,5 0-121 0,-2 1-161 15,-3 3-85 1</inkml:trace>
  <inkml:trace contextRef="#ctx0" brushRef="#br0" timeOffset="36737.21">26443 13339 1394 0,'0'0'21'0,"0"0"79"0,0 0 107 0,0 0-61 32,42 123-50-32,-36-60-41 0,0 3-30 15,1 5-22-15,5 3-3 16,3-1 0-16,6 1 0 15,6-9-58-15,2-8-129 0,-3-15-310 16</inkml:trace>
  <inkml:trace contextRef="#ctx0" brushRef="#br0" timeOffset="37371.24">27538 13597 1290 0,'0'0'44'0,"0"0"-35"0,0 0-9 0,-87-63 58 16,72 34 5-16,6-1-23 15,9-2 33-15,0 4-28 16,9 2-36-16,18 6 7 0,7 5 9 16,8 8-7-16,3 7 20 15,-6 0 15-15,-6 23-25 0,-13 9-8 0,-14 11 6 31,-6 3 20-31,-20 7-8 0,-19-3-1 16,-6-1-13 0,2-9-3-16,9-9-1 0,14-15-14 15,13-7-6 1,5-7 0-16,2 0 0 16,12-2 0-16,28 0 0 15,23-9 0-15,15-11 0 16,8-4 0-16,-4 0 0 0,-7 2-17 15,-6-2-93 1,-11-2-177-16,-5-4-196 0</inkml:trace>
  <inkml:trace contextRef="#ctx0" brushRef="#br0" timeOffset="37635.22">28352 13161 394 0,'0'0'733'16,"0"0"-732"-16,0 0 96 0,0 0 114 0,0 0-48 31,0 0-37-31,53-39-76 16,-37 75 43-16,2 13-1 0,0 8-24 15,-4 2-49-15,2 2-19 16,1 0 0-16,2-2 0 0,3 2 0 15,0-6 0-15,-1-4 0 16,3-8 0-16,1-9-102 16,5-10-215-1,1-13-199-15</inkml:trace>
  <inkml:trace contextRef="#ctx0" brushRef="#br0" timeOffset="38011.53">29741 13037 1512 0,'0'0'66'15,"0"0"-61"-15,-85-10 107 16,69 10 31-16,7 0-85 16,8 14-42-16,1 4-10 0,0 8 5 0,22 4-3 15,14 5 9-15,10 9 22 0,5 3-5 0,1 6-21 32,-10 2-6-32,-8-3-7 15,-9-4 0-15,-14-3 0 16,-11-10 0-16,0-9 0 15,-18-8 0-15,-15-13 0 16,-13-5-44 0,-5-3-199-16,-4-23-237 15,4-9-220-15</inkml:trace>
  <inkml:trace contextRef="#ctx0" brushRef="#br0" timeOffset="38143.79">29627 13162 1075 0,'0'0'244'0,"84"-60"-240"0,-25 36 60 15,6-1 5 1,6 4-62-16,3-3-7 0,5-1-72 16,2-3-151-16,-4 1-159 15,-6-1-382-15</inkml:trace>
  <inkml:trace contextRef="#ctx0" brushRef="#br0" timeOffset="38289.03">30465 12766 749 0,'0'0'315'0,"0"0"-57"0,0 0 54 0,0 0-95 31,0 0-123-31,0 0-37 15,35 78-12 1,-35-6-45-16,3 14 0 0,5 9 0 0,3 5 0 0,5 4 0 31,-4-2 0-15,-7 0 0-16,-5-3-112 0,-24-9-444 0</inkml:trace>
  <inkml:trace contextRef="#ctx0" brushRef="#br0" timeOffset="39358.8">22704 15548 1097 0,'0'0'124'0,"0"0"-123"31,0 0 68-31,0 0 57 16,0 0-90-16,0 0-4 15,-105 0 8 1,85-11-1-16,3-5 10 16,8-4 0-16,9-1-22 0,0 1-14 15,11 4-7-15,13 5-5 0,10 11 1 32,3 0 1-32,-1 29 0 15,-8 21 16-15,-17 12 9 16,-11 10 26-16,-12 1-21 0,-18-4 4 0,-1-12-9 31,7-15-2-31,10-17 2 16,7-13-6-16,6-9-10 0,1-3-5 15,7 0-4-15,25-11-2 16,21-16 2-16,14-6-2 0,6 0 0 0,2 1-1 31,1 6-76-31,5 0-104 0,7-4-202 16,3-3-144-1</inkml:trace>
  <inkml:trace contextRef="#ctx0" brushRef="#br0" timeOffset="39538.89">24076 15243 1366 0,'0'0'293'31,"0"0"-280"-31,0 0-13 16,0 0 125-16,0 75 10 15,0-19-71-15,0 10-37 0,2 6-3 16,12 0-24 0,5 3 0-16,2 0 0 15,-2-5 0-15,2-5 0 0,0-5-80 16,0-14-211-16,-2-15-280 16</inkml:trace>
  <inkml:trace contextRef="#ctx0" brushRef="#br0" timeOffset="40495.1">25694 15340 1066 0,'0'0'36'0,"0"0"-27"0,0 0 141 0,0 0 11 15,0 0-77 1,0 0-45-16,-11-8-7 0,35-6-18 15,15-8-10 1,12 1 17-16,7 1-1 16,4 3-9-16,-6 9 11 15,-10 8 6-15,-15 3-9 16,-17 23-16-16,-14 13 28 16,-5 6 15-16,-20-1-2 15,-3 1-7-15,5-11-20 0,10-7-8 0,13-4-9 31,0-5-1-31,24 0-1 16,15 0 2-16,5 0 1 16,-2 3-1-16,-8-1 1 0,-14 5 6 15,-20 1 1-15,-6 3 22 0,-39 3 12 0,-13-2-21 32,-3-8-11-32,4-9-3 15,12-7-2-15,14-4-3 16,10-2-2-16,11-8-15 15,10-17-60-15,1-13-105 16,29-12-95-16,12-14-61 16,10-11-235-16</inkml:trace>
  <inkml:trace contextRef="#ctx0" brushRef="#br0" timeOffset="40680.51">26591 15125 1202 0,'0'0'196'0,"0"0"-177"0,0 0-19 16,52 84 139-16,-42-34 26 16,2 11-29-16,-1 6-73 0,2 4-34 15,6-6-24-15,5-4-4 0,6-8-1 16,3-6-16 0,6-6-96-16,7-10-164 0,-3-13-187 15</inkml:trace>
  <inkml:trace contextRef="#ctx0" brushRef="#br0" timeOffset="41297.3">27827 15151 761 0,'0'0'498'0,"0"0"-496"16,0 0 14-16,0 0 137 0,0 0-92 0,0 0 6 0,-44-27-4 0,44 7-41 47,0-7-20-47,17-3 4 0,10-1-3 15,4 6-3-15,5 11 7 16,3 11-3-16,-3 3 4 0,-3 28 6 0,-11 15-2 31,-13 10 22-31,-9 10 27 16,-16-2-11-16,-19-4-2 16,-2-9 0-16,6-11-5 15,10-12-9-15,8-12-10 16,8-7-18-16,5-6-6 0,0 0 0 15,9 0 0-15,27-17 0 0,21-12 0 16,15-7 0-16,6-7-50 0,0 1-138 31,-14 1-286-31,-8 4-470 16</inkml:trace>
  <inkml:trace contextRef="#ctx0" brushRef="#br0" timeOffset="41553.94">28578 14949 1390 0,'0'0'94'16,"0"0"-85"-1,83-40 85-15,-49 40 71 16,-5 16-107-16,-11 25-48 16,-9 12 41-16,-9 11 10 0,-8 0-23 0,-14-3-7 0,-4-7-17 31,6-8-2-16,5-13 3-15,6-13-10 0,7-10-5 16,2-10 0-16,2 0 0 16,28-13 0-16,19-18 0 0,12-10 0 15,8-7-20 1,-1-1-72-16,4-3-119 0,-5-1-206 16,-3 6-191-1</inkml:trace>
  <inkml:trace contextRef="#ctx0" brushRef="#br0" timeOffset="41838.86">29659 14756 1535 0,'0'0'43'0,"0"0"-16"15,0 0 47 1,72 110 45 0,-33-57 6-16,0 7-83 15,-4-2-14-15,-6 1-21 0,-10-8-6 16,-7-12 1 0,-7-9-4-16,-5-10-24 0,-5-10-100 0,-25-10-105 0,-9 0-89 31,-7-20-217-31</inkml:trace>
  <inkml:trace contextRef="#ctx0" brushRef="#br0" timeOffset="41954.02">29661 14884 921 0,'0'0'284'0,"0"0"-279"0,77-73 25 16,-29 49 74-16,12 1-64 0,7-4-40 0,0 2-18 31,-7-2-234-31,-11 6-600 16</inkml:trace>
  <inkml:trace contextRef="#ctx0" brushRef="#br0" timeOffset="42235.06">30292 14648 1283 0,'0'0'154'0,"0"0"-146"0,0 0 222 31,87 43-75-31,-68 2-38 0,-8 10-62 0,-11 8-17 31,-3 8-31-31,-26 2-7 0,-1-3 0 16,6-14 0-16,9-17 0 15,14-16 0-15,1-16 0 16,21-7 0-16,22-6 0 0,23-26 0 16,22-15 0-1,20-14 0-15,15-6 0 0,8-4 0 16,-1 5 0-16,-9 10-158 15,-21 13-232-15,-39 15-413 16</inkml:trace>
  <inkml:trace contextRef="#ctx0" brushRef="#br0" timeOffset="43242.72">22797 16743 568 0,'0'0'553'0,"0"0"-552"0,-94 48 37 16,74-37 145-16,10-5-40 31,7-3-68-31,3-3-35 15,6 0-10-15,25 0-24 16,23-2 26-16,16-6-5 0,10 3-8 16,-2 5 3-16,-8 16 13 0,-18 20-17 15,-13 8-7-15,-19 6 2 16,-12-1 10-16,-6-4-4 16,1-5-1-16,6-11-14 0,10-5-2 31,14-8-2-31,10-3-2 15,9-3 2-15,-4 2 0 16,-8 0 1-16,-14 2-1 0,-19 9 0 0,-7 6 5 31,-28 7 32-31,-27 4 2 16,-15-4-17-16,-11-2-12 16,6-15-2-16,14-5-7 15,15-6-1-15,19-4-2 0,15-4-7 16,11 0-45-16,1-7-43 15,36-21-214-15,17-13-116 16,19-15-19 0</inkml:trace>
  <inkml:trace contextRef="#ctx0" brushRef="#br0" timeOffset="43445.51">24479 16647 1484 0,'0'0'0'0,"0"0"0"0,0 0 32 16,14 89 156-16,-11-36-49 0,3 10-53 31,0 9-39-31,1 5-19 0,4 1-16 16,0 1-11-16,3-6-1 16,4 0-6-16,-2-12-85 0,4-9-129 15,-1-14-179 1,-1-12-225-16</inkml:trace>
  <inkml:trace contextRef="#ctx0" brushRef="#br0" timeOffset="44528.8">26229 16716 793 0,'0'0'47'0,"0"0"-23"0,0 0 147 0,0 0-50 31,0 0-9-31,0 0-7 16,0-48-6-16,0 48-35 0,0 18-34 0,0 20-15 31,0 11 161-31,0 4-108 0,5-4-41 16,8-4 6-16,5-9-9 15,4-5-20 1,3-14-3-16,3-8-1 0,8-9 2 16,7-1-1-16,0-24 1 15,0-8 1-15,-7-6-2 0,-9-3-1 16,-9 0-9-1,-3 3-2 1,-6 5 6-16,-5 9-1 0,-1 9 5 0,-3 9 1 31,0 6 0-31,0 1 0 0,2 7-5 0,1 20 3 0,1 13 2 0,1 11 24 0,-4 7-3 47,1 1 5-47,1 1 1 0,-2-5-9 16,2-4-15-16,0-6 0 15,0-8-3-15,0-5 0 16,3-11-6 0,-2-10-34-16,2-7-65 0,5-4-106 15,2-13-87-15,2-16-154 0</inkml:trace>
  <inkml:trace contextRef="#ctx0" brushRef="#br0" timeOffset="44747.26">27205 16616 1437 0,'0'0'229'0,"0"0"-216"0,0 0-13 0,16 107 109 16,-16-54 5-1,0 2-59-15,2 6-22 0,7-2-18 16,3 1-13-16,3-7-2 15,3-5-2-15,4-2-43 16,5-9-131-16,3-8-214 16,-2-11-218-16</inkml:trace>
  <inkml:trace contextRef="#ctx0" brushRef="#br0" timeOffset="45491.55">28521 16500 967 0,'0'0'147'0,"0"0"-141"0,0 0 88 0,0 0 59 16,0 0-61-16,0 0-52 0,-37-38-21 15,66 24-14-15,13-1 7 0,14 3 22 0,6 5 17 32,-2 5 1-32,-7 2-13 0,-17 13-24 31,-12 11-12-31,-21 10 3 0,-3 7 8 15,-22 3 29-15,-14-1-17 16,-1-6 2 0,5-6 2-16,12-8-8 15,10-5-15-15,9-2-7 0,1-4 0 16,0-1-4-16,7 1 4 16,1-4 2-1,-3-1-2-15,-5-1 0 0,0-2 1 16,-2 1-1-16,-12-5-5 15,0 0-90-15,5-10-67 16,7-16-116-16,2-13-120 0,6-12-272 16</inkml:trace>
  <inkml:trace contextRef="#ctx0" brushRef="#br0" timeOffset="45800.91">29227 16239 1372 0,'0'0'102'0,"94"-15"-96"0,-55 15 23 16,-8 24 108 0,-10 14-74-1,-14 16 24-15,-7 17 11 0,-12 11-34 0,-19 2-13 16,-4-2-22-16,4-10-20 16,7-14-9-1,10-18 0-15,8-18 0 0,6-12 0 16,0-9 0-16,11-1 0 0,28-20 0 31,27-20 0-31,23-15 0 0,10-9 0 16,0-3 0-16,-8 2 0 15,-11 2-90-15,-14 6-237 16,-19 9-324 0</inkml:trace>
  <inkml:trace contextRef="#ctx0" brushRef="#br0" timeOffset="46366.81">30414 15995 1149 0,'0'0'0'0,"0"0"-31"0,0 0 31 15,0 0 27-15,0 0-18 16,0 0 15-16,31-26 13 0,-31 25 11 15,0 1 16-15,0 0 23 16,0 0-1-16,0 0-4 16,0 0 10-1,0 7-27-15,-8 27-31 16,-12 19 36-16,-4 19 27 16,1 7-58-16,3-2 5 15,14-11-20-15,6-4-24 0,9-12 0 16,18-13 0-16,9-11 0 0,6-15 0 15,3-11 0-15,2-1 0 16,-8-19 0 0,-11-3 0-16,-16-3 0 0,-12-1 0 0,-19 0 0 0,-23 3 0 0,-9 6 0 47,-7 4 0-47,5 6 0 0,8-1 0 15,10 0 0-15,16-1 0 16,11-1-24-16,8-3-126 15,11-7-147-15,22-5-108 16,13-4-237-16</inkml:trace>
  <inkml:trace contextRef="#ctx0" brushRef="#br0" timeOffset="46696.58">30746 16048 1513 0,'0'0'22'0,"0"0"-14"0,0 0 60 0,0 0 8 16,0 0-36-16,0 0-19 0,76-36-3 31,-60 53-6-31,2 6 1 16,-1 4 6-16,5 2-3 0,2 1 0 15,7 2-4-15,9 0-5 0,9 0-2 16,3 5 7-16,1 3 25 15,-10 5 6-15,-13 5 7 0,-20 6-11 0,-10 2-39 32,-35-1 0-17,-31 0 0-15,-21-8 0 0,-13-6 0 16,-17-8 0-16,-10-7 0 16,-9-5 0-16,-6-4-112 15,-4-2-240-15,-5-4-146 0</inkml:trace>
  <inkml:trace contextRef="#ctx0" brushRef="#br0" timeOffset="48266.93">31406 12265 1217 0,'0'0'10'0,"0"0"-9"0,0 0 4 16,0 0-5-16,41-100-4 15,14 63 4-15,11-2 9 16,1 2 15-16,-1 6 25 16,-7 6-32-16,-8 11-7 0,-9 8-7 0,-5 6-3 31,-7 0-2-16,-5 15 1-15,-4 9 0 0,-6 7 2 16,0 7 7-16,-5 9 4 16,0 9 22-1,-3 8 5-15,0 11-12 0,4 11-1 0,0 17-5 32,6 19-2-32,1 17 28 0,-2 18-21 15,4 9-10-15,2 5 1 16,3 0 2-16,5 4-12 0,6 4-4 15,6 4 9-15,0 5 14 16,4 3-14-16,-3 0-5 16,0 2-3-16,-4 2-2 0,-1 2 1 15,-3-1 3 1,2-2-2-16,-1-3 12 0,-3-3 13 16,-2-4-14-16,-4-9-2 15,-4-5-13 1,-4-17 1-16,-4-10-1 0,-5-9 3 31,-5-15-3-31,-4-6 0 0,-1-2 1 0,0-7 11 16,0-8 11-1,-9-5 8-15,2-7-1 16,-5-7-1-16,0 1-11 0,-3-3-8 16,-1-5-4-1,0-12 3-15,0-3-5 0,0-10-4 16,-1-9 0-16,-8-5 0 15,-6-12-2 1,-15-9-23-16,-12-10-50 0,-13 0-37 0,-13-32-61 16,-17-17-111-16,-15-19-175 15</inkml:trace>
  <inkml:trace contextRef="#ctx0" brushRef="#br0" timeOffset="49771.08">19927 12472 772 0,'0'0'5'0,"0"0"31"16,0 0-14-16,0 0 59 0,0 0-23 31,0 0-46-31,-61-11 11 16,24 22 7-16,-8 4-14 16,-7 0 7-16,-12 4 1 0,-17 1-4 15,-19 7 0 1,-15 5-12-16,-14 5-4 0,-10 8-2 15,-1 1 3-15,-5 2-4 0,3-3 7 16,9-1 9-16,10-3 0 0,8 0 3 0,7 1-7 31,4-1 4-15,9 0 0-16,8-3-3 0,11-3 7 0,13-2 19 16,13-5-10-16,12 0-11 15,11-1-10-15,12 3-6 0,5 2 5 0,4 6 4 47,3 10 13-47,-5 10-3 0,-8 11 39 16,-10 11-9-1,-10 14 3-15,-8 5-21 0,2-1 0 16,2-3-14-16,10-7-4 16,12-8-5-16,9-8-2 15,9-8-8-15,0-14 0 16,18-15-1-16,20-9 4 0,15-8 0 0,23-9-3 31,13-5 1-31,13-4 0 16,13-4 0-16,15-18 0 15,7-2 1-15,11 0-3 0,3 4 0 16,-5 8-6-16,-4 10-9 16,-1 2-13-16,-3 1 2 15,6 12 19-15,7 0-9 0,4-5 11 16,6-5-4-1,-1-3-2-15,-9-6 8 16,-10-16 1-16,-15-3 2 16,-22-2 1-16,-20 2 3 15,-23-3-4-15,-19-5 1 16,-15-6 5-16,-13-11-1 16,-11-14 5-16,-3-22-6 15,-17-18 0-15,-18-17-1 16,-14-12 8-16,-10-6 1 0,-7-3 12 0,-8 4-1 15,-7 11-12 1,-3 12-5 0,-7 24-6-16,-9 26-9 0,-8 19-179 0,-18 11-503 15</inkml:trace>
  <inkml:trace contextRef="#ctx0" brushRef="#br0" timeOffset="63055.1">12577 13014 1097 0,'0'0'8'16,"0"0"-7"-16,0 0 4 15,0 0 5-15,-87-41 51 16,45 41 9-16,-4 0-22 16,0 6 8-16,-2 5-16 0,-4 2-6 15,4 0-7 1,2-1 2-16,5-1-14 15,6-4 4-15,8-3-1 0,6-1-11 16,8-1 0 0,8 0 2-16,5 2 0 15,0 8-9-15,0 11 0 16,0 11 19-16,13 10 20 0,0 12-13 16,-3 14 22-16,-3 11-18 0,-7 15 32 15,0 14-19-15,0 17 10 0,-1 3-16 31,-2 7 2-31,3-4-14 0,0-13-3 16,10-13-9 0,17-15-13-16,14-19 1 0,17-18-2 15,18-23 1 1,19-23-14-16,16-15-61 0,17-43-106 0,9-33-161 16,12-31-222-1</inkml:trace>
  <inkml:trace contextRef="#ctx0" brushRef="#br0" timeOffset="63475.04">14835 12597 1268 0,'0'0'51'0,"0"0"-44"16,-14-85 5-16,24 51 32 16,17 0 30-16,13-1-35 15,6 3-5-15,8 3-16 0,3 7-4 16,-2 8-4-16,-3 10-3 16,2 4-3-16,-1 22 4 15,3 23 12-15,-4 21 8 0,3 25 43 16,-1 20 5-1,-5 17-19-15,2 17-8 0,-8 5-2 16,-9 7 7-16,-16 1-23 16,-16-10-7-1,-2-8-24-15,-36-18 0 16,-14-17 0-16,-15-18 0 16,-2-20-5-16,0-19-35 15,1-16-47-15,3-19-74 16,1-13-124-16,1-20-110 15</inkml:trace>
  <inkml:trace contextRef="#ctx0" brushRef="#br0" timeOffset="64521.33">17701 2512 791 0,'0'0'37'16,"0"0"10"-16,12-118 49 15,-12 66 17-15,-22-4 20 16,-15-1-48-16,-17 2-14 0,-11 6-8 16,-16 7-19-16,-16 17-24 15,-17 19 7-15,-14 10-22 0,-17 41 0 16,-2 27 4-16,5 26 4 16,16 30 10-16,27 22 63 31,32 18-28-31,32 3-31 0,35-15-16 15,22-29-10-15,47-27 3 16,30-26 14-16,31-23 5 16,23-24 16-16,14-24-21 15,2-9-5-15,-7-35-3 16,-14-21-2-16,-9-16-1 16,-18-17 0-16,-20-10 1 0,-27-7-1 0,-33-2 10 31,-33 4 10-31,-22 9-14 15,-50 13-9-15,-24 20-4 16,-16 24-8-16,-2 15-5 16,8 22-35-16,20 7-49 0,21 24-108 15,26 12-177-15,22 1-260 16</inkml:trace>
  <inkml:trace contextRef="#ctx0" brushRef="#br0" timeOffset="65355.08">22033 2164 977 0,'-20'-73'41'0,"-4"1"19"0,-9-1-40 0,-13 8 25 31,-18 11 29-31,-15 19-38 0,-20 19 18 16,-17 16-12-16,-14 26-2 15,-11 32 5-15,-5 26-1 16,8 18-20-16,13 22-3 16,19 19 19-16,25 21 1 0,29 10 0 15,31 2-6-15,23-12-22 0,55-28-5 32,32-26-3-32,35-28-1 15,26-28 1-15,18-25 21 16,8-28-14-16,-3-9-2 15,-3-39 1-15,-8-19 0 0,-11-21-3 16,-12-19-8 0,-28-10-2-16,-31-12 2 0,-37-3 4 15,-39 6 1-15,-21 7-5 16,-49 16 7-16,-22 21-7 16,-17 17-2-16,-8 24 2 15,4 20-54-15,11 19-47 16,20 4-81-16,23 23-152 0,25 6-234 15</inkml:trace>
  <inkml:trace contextRef="#ctx0" brushRef="#br0" timeOffset="66089.2">25131 1827 1260 0,'0'0'38'0,"-53"-95"-36"0,18 59-2 0,-17 13-12 0,-21 10 2 0,-23 13 6 16,-20 20 4-16,-17 32 27 15,-7 24 16-15,4 18-14 16,8 14 9-16,22 13 7 15,28 5-6-15,28 9-25 16,32 5-3-16,18-2 3 16,36-12-6-16,37-13 6 0,33-21 24 15,29-20 7 1,21-19-15-16,20-27-10 0,10-25-17 16,1-10 20-16,-1-41-16 15,-8-21-6 1,-11-16 4-16,-18-20-2 15,-27-13 3-15,-32-8-6 0,-42-1 4 16,-41 6-3-16,-22 11 0 0,-52 11-1 0,-33 17 0 31,-18 16-2-31,-4 20-15 16,9 20-27-16,22 20-4 16,20 8-40-16,22 23-126 15,19 14-162-15,20 0-512 16</inkml:trace>
  <inkml:trace contextRef="#ctx0" brushRef="#br0" timeOffset="66805.23">28471 1646 690 0,'0'0'442'0,"-8"-102"-437"0,-19 66-2 0,-15 11-3 16,-24 11-7-16,-26 14 7 15,-20 9 0-15,-13 40 33 0,-7 23 42 16,7 21 14-16,10 23-14 0,15 14-17 31,21 15-24-31,24 5-4 16,31-6-14-16,24-7-1 0,48-17 0 16,48-18 13-1,39-22 32-15,23-23-25 16,21-23-20-16,6-26-4 0,2-12-4 0,-7-38-4 15,-20-29 6-15,-19-20 14 32,-34-13 26-32,-40-7-8 0,-45-4 8 15,-37 2-11-15,-65 1-21 0,-53 12-14 16,-43 22-3 0,-46 37-14-16,-33 32-140 0,-34 9-420 15</inkml:trace>
  <inkml:trace contextRef="#ctx0" brushRef="#br0" timeOffset="68529.03">18122 2607 795 0,'0'0'137'0,"0"0"-112"15,0 0 28-15,0 0 79 0,0 0-32 16,0 0-39 0,-92 1-8-16,78 8-15 0,-5 1-8 15,1 3 0 1,-3-1-4-16,6-1-8 0,5-3 4 16,5-2-13-1,5-6-9-15,0 0 0 16,0 4-2-16,0-4 2 15,13 1 0-15,9-1 7 16,9 0 2-16,6 0-2 0,5-9-4 0,-3-3 1 31,-2 1-2-31,-7 1-2 0,-11 3 0 16,-8 2 3-16,-10 4-3 0,-1 1 15 16,-9 0 41-16,-25 11 8 15,-20 15-52-15,-8 2-6 16,3 0 23-16,16-8 10 15,21-10-10 1,14-4-18-16,8-6-9 16,0 0-2-16,15 0-1 15,33-18 1-15,21-10 6 16,17-5-3-16,2-4-3 0,-12 7-1 16,-22 8 1-16,-24 11-4 15,-21 9 3-15,-9 2 1 16,-30 17 3-16,-20 15 6 15,-15 7-6-15,-2-3-3 16,11-6-46-16,18-10-121 16,18-9-100-16,17-11-146 0</inkml:trace>
  <inkml:trace contextRef="#ctx0" brushRef="#br0" timeOffset="68797.42">18292 2363 1246 0,'0'0'132'0,"0"0"-79"0,0 0-40 0,0 0 13 32,-10-97-4-32,74 68 73 15,30 3-9-15,20 13-27 0,5 13 7 16,-10 13-11-1,-32 33-15-15,-34 20-22 0,-37 21 11 16,-22 20 6-16,-41 10-20 16,-19 1-15-16,-3-1-53 15,-8-20-210-15,-2-24-396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DCA4E1-BF02-4238-B944-4FC3ED7F0BBE}" type="datetimeFigureOut">
              <a:rPr lang="en-IN" smtClean="0"/>
              <a:t>04-01-2026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B6D86D-2C9E-4615-9D1C-C5BF1781BF77}" type="slidenum">
              <a:rPr lang="en-IN" smtClean="0"/>
              <a:t>‹#›</a:t>
            </a:fld>
            <a:endParaRPr lang="en-IN"/>
          </a:p>
        </p:txBody>
      </p:sp>
    </p:spTree>
    <p:extLst>
      <p:ext uri="{BB962C8B-B14F-4D97-AF65-F5344CB8AC3E}">
        <p14:creationId xmlns:p14="http://schemas.microsoft.com/office/powerpoint/2010/main" val="3900612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AB6D86D-2C9E-4615-9D1C-C5BF1781BF77}" type="slidenum">
              <a:rPr lang="en-IN" smtClean="0"/>
              <a:t>16</a:t>
            </a:fld>
            <a:endParaRPr lang="en-IN"/>
          </a:p>
        </p:txBody>
      </p:sp>
    </p:spTree>
    <p:extLst>
      <p:ext uri="{BB962C8B-B14F-4D97-AF65-F5344CB8AC3E}">
        <p14:creationId xmlns:p14="http://schemas.microsoft.com/office/powerpoint/2010/main" val="3230026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61B4E-A449-DB95-8397-53BF6921B2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10E7D66-47F7-9B16-1D59-2128537318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600C20B-86D8-3328-3027-9B5DCDF12569}"/>
              </a:ext>
            </a:extLst>
          </p:cNvPr>
          <p:cNvSpPr>
            <a:spLocks noGrp="1"/>
          </p:cNvSpPr>
          <p:nvPr>
            <p:ph type="dt" sz="half" idx="10"/>
          </p:nvPr>
        </p:nvSpPr>
        <p:spPr/>
        <p:txBody>
          <a:bodyPr/>
          <a:lstStyle/>
          <a:p>
            <a:fld id="{7898A9F0-F503-4EEC-B16D-8A71E1A65C4C}" type="datetimeFigureOut">
              <a:rPr lang="en-IN" smtClean="0"/>
              <a:t>04-01-2026</a:t>
            </a:fld>
            <a:endParaRPr lang="en-IN"/>
          </a:p>
        </p:txBody>
      </p:sp>
      <p:sp>
        <p:nvSpPr>
          <p:cNvPr id="5" name="Footer Placeholder 4">
            <a:extLst>
              <a:ext uri="{FF2B5EF4-FFF2-40B4-BE49-F238E27FC236}">
                <a16:creationId xmlns:a16="http://schemas.microsoft.com/office/drawing/2014/main" id="{B6C234D6-1B47-1085-D08F-9E0B2AA493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3D741A-DED8-CB5B-409B-0C23C4F8BF7F}"/>
              </a:ext>
            </a:extLst>
          </p:cNvPr>
          <p:cNvSpPr>
            <a:spLocks noGrp="1"/>
          </p:cNvSpPr>
          <p:nvPr>
            <p:ph type="sldNum" sz="quarter" idx="12"/>
          </p:nvPr>
        </p:nvSpPr>
        <p:spPr/>
        <p:txBody>
          <a:bodyPr/>
          <a:lstStyle/>
          <a:p>
            <a:fld id="{92D3AC35-3C84-4C42-9866-DB4ADC77B682}" type="slidenum">
              <a:rPr lang="en-IN" smtClean="0"/>
              <a:t>‹#›</a:t>
            </a:fld>
            <a:endParaRPr lang="en-IN"/>
          </a:p>
        </p:txBody>
      </p:sp>
    </p:spTree>
    <p:extLst>
      <p:ext uri="{BB962C8B-B14F-4D97-AF65-F5344CB8AC3E}">
        <p14:creationId xmlns:p14="http://schemas.microsoft.com/office/powerpoint/2010/main" val="650618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25992-0AE4-0151-6184-4EC2BF69AF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CB8F740-A4F0-5412-903A-2773521BA3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30147A-BD21-9DE8-2CAC-68980FB2A0DD}"/>
              </a:ext>
            </a:extLst>
          </p:cNvPr>
          <p:cNvSpPr>
            <a:spLocks noGrp="1"/>
          </p:cNvSpPr>
          <p:nvPr>
            <p:ph type="dt" sz="half" idx="10"/>
          </p:nvPr>
        </p:nvSpPr>
        <p:spPr/>
        <p:txBody>
          <a:bodyPr/>
          <a:lstStyle/>
          <a:p>
            <a:fld id="{7898A9F0-F503-4EEC-B16D-8A71E1A65C4C}" type="datetimeFigureOut">
              <a:rPr lang="en-IN" smtClean="0"/>
              <a:t>04-01-2026</a:t>
            </a:fld>
            <a:endParaRPr lang="en-IN"/>
          </a:p>
        </p:txBody>
      </p:sp>
      <p:sp>
        <p:nvSpPr>
          <p:cNvPr id="5" name="Footer Placeholder 4">
            <a:extLst>
              <a:ext uri="{FF2B5EF4-FFF2-40B4-BE49-F238E27FC236}">
                <a16:creationId xmlns:a16="http://schemas.microsoft.com/office/drawing/2014/main" id="{7BED8974-5DFE-629D-67A5-E4A392AC5E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0D5DD9-469B-4115-0EFF-A15EB7898196}"/>
              </a:ext>
            </a:extLst>
          </p:cNvPr>
          <p:cNvSpPr>
            <a:spLocks noGrp="1"/>
          </p:cNvSpPr>
          <p:nvPr>
            <p:ph type="sldNum" sz="quarter" idx="12"/>
          </p:nvPr>
        </p:nvSpPr>
        <p:spPr/>
        <p:txBody>
          <a:bodyPr/>
          <a:lstStyle/>
          <a:p>
            <a:fld id="{92D3AC35-3C84-4C42-9866-DB4ADC77B682}" type="slidenum">
              <a:rPr lang="en-IN" smtClean="0"/>
              <a:t>‹#›</a:t>
            </a:fld>
            <a:endParaRPr lang="en-IN"/>
          </a:p>
        </p:txBody>
      </p:sp>
    </p:spTree>
    <p:extLst>
      <p:ext uri="{BB962C8B-B14F-4D97-AF65-F5344CB8AC3E}">
        <p14:creationId xmlns:p14="http://schemas.microsoft.com/office/powerpoint/2010/main" val="2118061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C95F1-77A2-6DB2-F57C-64E43E8727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62CCC56-4B10-9859-B8D1-CB86A651E04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4C2E81-B2B3-49D6-BDF0-966BA044EA72}"/>
              </a:ext>
            </a:extLst>
          </p:cNvPr>
          <p:cNvSpPr>
            <a:spLocks noGrp="1"/>
          </p:cNvSpPr>
          <p:nvPr>
            <p:ph type="dt" sz="half" idx="10"/>
          </p:nvPr>
        </p:nvSpPr>
        <p:spPr/>
        <p:txBody>
          <a:bodyPr/>
          <a:lstStyle/>
          <a:p>
            <a:fld id="{7898A9F0-F503-4EEC-B16D-8A71E1A65C4C}" type="datetimeFigureOut">
              <a:rPr lang="en-IN" smtClean="0"/>
              <a:t>04-01-2026</a:t>
            </a:fld>
            <a:endParaRPr lang="en-IN"/>
          </a:p>
        </p:txBody>
      </p:sp>
      <p:sp>
        <p:nvSpPr>
          <p:cNvPr id="5" name="Footer Placeholder 4">
            <a:extLst>
              <a:ext uri="{FF2B5EF4-FFF2-40B4-BE49-F238E27FC236}">
                <a16:creationId xmlns:a16="http://schemas.microsoft.com/office/drawing/2014/main" id="{DDAA308B-4184-3695-3668-B8B1EC64F2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117412-F991-8B57-8F19-F01C786179AB}"/>
              </a:ext>
            </a:extLst>
          </p:cNvPr>
          <p:cNvSpPr>
            <a:spLocks noGrp="1"/>
          </p:cNvSpPr>
          <p:nvPr>
            <p:ph type="sldNum" sz="quarter" idx="12"/>
          </p:nvPr>
        </p:nvSpPr>
        <p:spPr/>
        <p:txBody>
          <a:bodyPr/>
          <a:lstStyle/>
          <a:p>
            <a:fld id="{92D3AC35-3C84-4C42-9866-DB4ADC77B682}" type="slidenum">
              <a:rPr lang="en-IN" smtClean="0"/>
              <a:t>‹#›</a:t>
            </a:fld>
            <a:endParaRPr lang="en-IN"/>
          </a:p>
        </p:txBody>
      </p:sp>
    </p:spTree>
    <p:extLst>
      <p:ext uri="{BB962C8B-B14F-4D97-AF65-F5344CB8AC3E}">
        <p14:creationId xmlns:p14="http://schemas.microsoft.com/office/powerpoint/2010/main" val="16709893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4CCD0-2997-2E2E-3AC5-774BFF5DF6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B4088AD-C5F0-9392-073A-429BC812E5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584CC8D-ADF7-FDED-04F4-019C8E523C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90F33AD-CE5F-8DCE-49EF-98D638EA80B0}"/>
              </a:ext>
            </a:extLst>
          </p:cNvPr>
          <p:cNvSpPr>
            <a:spLocks noGrp="1"/>
          </p:cNvSpPr>
          <p:nvPr>
            <p:ph type="dt" sz="half" idx="10"/>
          </p:nvPr>
        </p:nvSpPr>
        <p:spPr/>
        <p:txBody>
          <a:bodyPr/>
          <a:lstStyle/>
          <a:p>
            <a:fld id="{7898A9F0-F503-4EEC-B16D-8A71E1A65C4C}" type="datetimeFigureOut">
              <a:rPr lang="en-IN" smtClean="0"/>
              <a:t>04-01-2026</a:t>
            </a:fld>
            <a:endParaRPr lang="en-IN"/>
          </a:p>
        </p:txBody>
      </p:sp>
      <p:sp>
        <p:nvSpPr>
          <p:cNvPr id="6" name="Footer Placeholder 5">
            <a:extLst>
              <a:ext uri="{FF2B5EF4-FFF2-40B4-BE49-F238E27FC236}">
                <a16:creationId xmlns:a16="http://schemas.microsoft.com/office/drawing/2014/main" id="{72C3F3F7-A0BA-A8BA-0EC6-A959143936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80CFD0D-1ED3-3EC1-D06F-C0666694C823}"/>
              </a:ext>
            </a:extLst>
          </p:cNvPr>
          <p:cNvSpPr>
            <a:spLocks noGrp="1"/>
          </p:cNvSpPr>
          <p:nvPr>
            <p:ph type="sldNum" sz="quarter" idx="12"/>
          </p:nvPr>
        </p:nvSpPr>
        <p:spPr/>
        <p:txBody>
          <a:bodyPr/>
          <a:lstStyle/>
          <a:p>
            <a:fld id="{92D3AC35-3C84-4C42-9866-DB4ADC77B682}" type="slidenum">
              <a:rPr lang="en-IN" smtClean="0"/>
              <a:t>‹#›</a:t>
            </a:fld>
            <a:endParaRPr lang="en-IN"/>
          </a:p>
        </p:txBody>
      </p:sp>
    </p:spTree>
    <p:extLst>
      <p:ext uri="{BB962C8B-B14F-4D97-AF65-F5344CB8AC3E}">
        <p14:creationId xmlns:p14="http://schemas.microsoft.com/office/powerpoint/2010/main" val="4164908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D792E-59FD-D043-A83C-1143187E710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B977799-D5D5-635D-DD2C-5001617285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02D4EE-D7EE-94D4-2E58-F9E8450B5C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5B6FB83-D9D1-AA79-B345-D65FE67070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5C62229-BD9B-238D-D231-B8FEFB601A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464983B-C5A0-B3F4-B6E3-704CE26D54D7}"/>
              </a:ext>
            </a:extLst>
          </p:cNvPr>
          <p:cNvSpPr>
            <a:spLocks noGrp="1"/>
          </p:cNvSpPr>
          <p:nvPr>
            <p:ph type="dt" sz="half" idx="10"/>
          </p:nvPr>
        </p:nvSpPr>
        <p:spPr/>
        <p:txBody>
          <a:bodyPr/>
          <a:lstStyle/>
          <a:p>
            <a:fld id="{7898A9F0-F503-4EEC-B16D-8A71E1A65C4C}" type="datetimeFigureOut">
              <a:rPr lang="en-IN" smtClean="0"/>
              <a:t>04-01-2026</a:t>
            </a:fld>
            <a:endParaRPr lang="en-IN"/>
          </a:p>
        </p:txBody>
      </p:sp>
      <p:sp>
        <p:nvSpPr>
          <p:cNvPr id="8" name="Footer Placeholder 7">
            <a:extLst>
              <a:ext uri="{FF2B5EF4-FFF2-40B4-BE49-F238E27FC236}">
                <a16:creationId xmlns:a16="http://schemas.microsoft.com/office/drawing/2014/main" id="{D0772185-3372-6661-59DE-88553312C29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A9A64A4-AE89-DA82-63C3-F44062F0C90F}"/>
              </a:ext>
            </a:extLst>
          </p:cNvPr>
          <p:cNvSpPr>
            <a:spLocks noGrp="1"/>
          </p:cNvSpPr>
          <p:nvPr>
            <p:ph type="sldNum" sz="quarter" idx="12"/>
          </p:nvPr>
        </p:nvSpPr>
        <p:spPr/>
        <p:txBody>
          <a:bodyPr/>
          <a:lstStyle/>
          <a:p>
            <a:fld id="{92D3AC35-3C84-4C42-9866-DB4ADC77B682}" type="slidenum">
              <a:rPr lang="en-IN" smtClean="0"/>
              <a:t>‹#›</a:t>
            </a:fld>
            <a:endParaRPr lang="en-IN"/>
          </a:p>
        </p:txBody>
      </p:sp>
    </p:spTree>
    <p:extLst>
      <p:ext uri="{BB962C8B-B14F-4D97-AF65-F5344CB8AC3E}">
        <p14:creationId xmlns:p14="http://schemas.microsoft.com/office/powerpoint/2010/main" val="3196406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1102F-48A8-DBAB-FB74-72D8AB31CF6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5438A39-FC87-3AD1-DB43-98F426AE82F3}"/>
              </a:ext>
            </a:extLst>
          </p:cNvPr>
          <p:cNvSpPr>
            <a:spLocks noGrp="1"/>
          </p:cNvSpPr>
          <p:nvPr>
            <p:ph type="dt" sz="half" idx="10"/>
          </p:nvPr>
        </p:nvSpPr>
        <p:spPr/>
        <p:txBody>
          <a:bodyPr/>
          <a:lstStyle/>
          <a:p>
            <a:fld id="{7898A9F0-F503-4EEC-B16D-8A71E1A65C4C}" type="datetimeFigureOut">
              <a:rPr lang="en-IN" smtClean="0"/>
              <a:t>04-01-2026</a:t>
            </a:fld>
            <a:endParaRPr lang="en-IN"/>
          </a:p>
        </p:txBody>
      </p:sp>
      <p:sp>
        <p:nvSpPr>
          <p:cNvPr id="4" name="Footer Placeholder 3">
            <a:extLst>
              <a:ext uri="{FF2B5EF4-FFF2-40B4-BE49-F238E27FC236}">
                <a16:creationId xmlns:a16="http://schemas.microsoft.com/office/drawing/2014/main" id="{3EBD23A0-EE58-A058-98F9-19279DF7E19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7CDE093-0CE0-0BD0-6901-4D17E5CD44B5}"/>
              </a:ext>
            </a:extLst>
          </p:cNvPr>
          <p:cNvSpPr>
            <a:spLocks noGrp="1"/>
          </p:cNvSpPr>
          <p:nvPr>
            <p:ph type="sldNum" sz="quarter" idx="12"/>
          </p:nvPr>
        </p:nvSpPr>
        <p:spPr/>
        <p:txBody>
          <a:bodyPr/>
          <a:lstStyle/>
          <a:p>
            <a:fld id="{92D3AC35-3C84-4C42-9866-DB4ADC77B682}" type="slidenum">
              <a:rPr lang="en-IN" smtClean="0"/>
              <a:t>‹#›</a:t>
            </a:fld>
            <a:endParaRPr lang="en-IN"/>
          </a:p>
        </p:txBody>
      </p:sp>
    </p:spTree>
    <p:extLst>
      <p:ext uri="{BB962C8B-B14F-4D97-AF65-F5344CB8AC3E}">
        <p14:creationId xmlns:p14="http://schemas.microsoft.com/office/powerpoint/2010/main" val="3448728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F1041F-07A3-94E1-5030-350A68D7CE0A}"/>
              </a:ext>
            </a:extLst>
          </p:cNvPr>
          <p:cNvSpPr>
            <a:spLocks noGrp="1"/>
          </p:cNvSpPr>
          <p:nvPr>
            <p:ph type="dt" sz="half" idx="10"/>
          </p:nvPr>
        </p:nvSpPr>
        <p:spPr/>
        <p:txBody>
          <a:bodyPr/>
          <a:lstStyle/>
          <a:p>
            <a:fld id="{7898A9F0-F503-4EEC-B16D-8A71E1A65C4C}" type="datetimeFigureOut">
              <a:rPr lang="en-IN" smtClean="0"/>
              <a:t>04-01-2026</a:t>
            </a:fld>
            <a:endParaRPr lang="en-IN"/>
          </a:p>
        </p:txBody>
      </p:sp>
      <p:sp>
        <p:nvSpPr>
          <p:cNvPr id="3" name="Footer Placeholder 2">
            <a:extLst>
              <a:ext uri="{FF2B5EF4-FFF2-40B4-BE49-F238E27FC236}">
                <a16:creationId xmlns:a16="http://schemas.microsoft.com/office/drawing/2014/main" id="{C5C66AD0-B322-60CC-BCDE-E2004B61B32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FB18666-00D1-DB71-0D46-32F11A61F42B}"/>
              </a:ext>
            </a:extLst>
          </p:cNvPr>
          <p:cNvSpPr>
            <a:spLocks noGrp="1"/>
          </p:cNvSpPr>
          <p:nvPr>
            <p:ph type="sldNum" sz="quarter" idx="12"/>
          </p:nvPr>
        </p:nvSpPr>
        <p:spPr/>
        <p:txBody>
          <a:bodyPr/>
          <a:lstStyle/>
          <a:p>
            <a:fld id="{92D3AC35-3C84-4C42-9866-DB4ADC77B682}" type="slidenum">
              <a:rPr lang="en-IN" smtClean="0"/>
              <a:t>‹#›</a:t>
            </a:fld>
            <a:endParaRPr lang="en-IN"/>
          </a:p>
        </p:txBody>
      </p:sp>
    </p:spTree>
    <p:extLst>
      <p:ext uri="{BB962C8B-B14F-4D97-AF65-F5344CB8AC3E}">
        <p14:creationId xmlns:p14="http://schemas.microsoft.com/office/powerpoint/2010/main" val="294899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671E0-339F-779B-4A21-941BDA36AA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67E32CC-9CD7-CFC4-989E-059BA1A9AC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AB83C5D-92DC-D1C4-1D67-4D41A09223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E7E6B6-2D82-5B1D-1CD4-B0C3C0D5A351}"/>
              </a:ext>
            </a:extLst>
          </p:cNvPr>
          <p:cNvSpPr>
            <a:spLocks noGrp="1"/>
          </p:cNvSpPr>
          <p:nvPr>
            <p:ph type="dt" sz="half" idx="10"/>
          </p:nvPr>
        </p:nvSpPr>
        <p:spPr/>
        <p:txBody>
          <a:bodyPr/>
          <a:lstStyle/>
          <a:p>
            <a:fld id="{7898A9F0-F503-4EEC-B16D-8A71E1A65C4C}" type="datetimeFigureOut">
              <a:rPr lang="en-IN" smtClean="0"/>
              <a:t>04-01-2026</a:t>
            </a:fld>
            <a:endParaRPr lang="en-IN"/>
          </a:p>
        </p:txBody>
      </p:sp>
      <p:sp>
        <p:nvSpPr>
          <p:cNvPr id="6" name="Footer Placeholder 5">
            <a:extLst>
              <a:ext uri="{FF2B5EF4-FFF2-40B4-BE49-F238E27FC236}">
                <a16:creationId xmlns:a16="http://schemas.microsoft.com/office/drawing/2014/main" id="{4D9531A0-19E7-7500-AF76-05035032A99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EC3977A-2CA1-C869-BACC-8D66B3271428}"/>
              </a:ext>
            </a:extLst>
          </p:cNvPr>
          <p:cNvSpPr>
            <a:spLocks noGrp="1"/>
          </p:cNvSpPr>
          <p:nvPr>
            <p:ph type="sldNum" sz="quarter" idx="12"/>
          </p:nvPr>
        </p:nvSpPr>
        <p:spPr/>
        <p:txBody>
          <a:bodyPr/>
          <a:lstStyle/>
          <a:p>
            <a:fld id="{92D3AC35-3C84-4C42-9866-DB4ADC77B682}" type="slidenum">
              <a:rPr lang="en-IN" smtClean="0"/>
              <a:t>‹#›</a:t>
            </a:fld>
            <a:endParaRPr lang="en-IN"/>
          </a:p>
        </p:txBody>
      </p:sp>
    </p:spTree>
    <p:extLst>
      <p:ext uri="{BB962C8B-B14F-4D97-AF65-F5344CB8AC3E}">
        <p14:creationId xmlns:p14="http://schemas.microsoft.com/office/powerpoint/2010/main" val="135354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8128B-6022-3013-7D8B-E0D7CFCE5B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88D24B0-0592-2DA1-2086-6165C0190B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D8E8812-C012-96F2-9515-F032240AD3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99F82E-10E7-561E-A179-7BAEA2A5160E}"/>
              </a:ext>
            </a:extLst>
          </p:cNvPr>
          <p:cNvSpPr>
            <a:spLocks noGrp="1"/>
          </p:cNvSpPr>
          <p:nvPr>
            <p:ph type="dt" sz="half" idx="10"/>
          </p:nvPr>
        </p:nvSpPr>
        <p:spPr/>
        <p:txBody>
          <a:bodyPr/>
          <a:lstStyle/>
          <a:p>
            <a:fld id="{7898A9F0-F503-4EEC-B16D-8A71E1A65C4C}" type="datetimeFigureOut">
              <a:rPr lang="en-IN" smtClean="0"/>
              <a:t>04-01-2026</a:t>
            </a:fld>
            <a:endParaRPr lang="en-IN"/>
          </a:p>
        </p:txBody>
      </p:sp>
      <p:sp>
        <p:nvSpPr>
          <p:cNvPr id="6" name="Footer Placeholder 5">
            <a:extLst>
              <a:ext uri="{FF2B5EF4-FFF2-40B4-BE49-F238E27FC236}">
                <a16:creationId xmlns:a16="http://schemas.microsoft.com/office/drawing/2014/main" id="{B729CA7D-421C-56BB-4830-A14EDFB4FAD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36EE9D9-72A3-4D4D-E3C6-958B9DFC2502}"/>
              </a:ext>
            </a:extLst>
          </p:cNvPr>
          <p:cNvSpPr>
            <a:spLocks noGrp="1"/>
          </p:cNvSpPr>
          <p:nvPr>
            <p:ph type="sldNum" sz="quarter" idx="12"/>
          </p:nvPr>
        </p:nvSpPr>
        <p:spPr/>
        <p:txBody>
          <a:bodyPr/>
          <a:lstStyle/>
          <a:p>
            <a:fld id="{92D3AC35-3C84-4C42-9866-DB4ADC77B682}" type="slidenum">
              <a:rPr lang="en-IN" smtClean="0"/>
              <a:t>‹#›</a:t>
            </a:fld>
            <a:endParaRPr lang="en-IN"/>
          </a:p>
        </p:txBody>
      </p:sp>
    </p:spTree>
    <p:extLst>
      <p:ext uri="{BB962C8B-B14F-4D97-AF65-F5344CB8AC3E}">
        <p14:creationId xmlns:p14="http://schemas.microsoft.com/office/powerpoint/2010/main" val="2189128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5AAEA-B3DD-9FF2-97BB-33365E4D788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E3A444-D58A-0C03-410B-668C09E0B0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565CFD-572A-99A0-F199-4A15E9463A16}"/>
              </a:ext>
            </a:extLst>
          </p:cNvPr>
          <p:cNvSpPr>
            <a:spLocks noGrp="1"/>
          </p:cNvSpPr>
          <p:nvPr>
            <p:ph type="dt" sz="half" idx="10"/>
          </p:nvPr>
        </p:nvSpPr>
        <p:spPr/>
        <p:txBody>
          <a:bodyPr/>
          <a:lstStyle/>
          <a:p>
            <a:fld id="{7898A9F0-F503-4EEC-B16D-8A71E1A65C4C}" type="datetimeFigureOut">
              <a:rPr lang="en-IN" smtClean="0"/>
              <a:t>04-01-2026</a:t>
            </a:fld>
            <a:endParaRPr lang="en-IN"/>
          </a:p>
        </p:txBody>
      </p:sp>
      <p:sp>
        <p:nvSpPr>
          <p:cNvPr id="5" name="Footer Placeholder 4">
            <a:extLst>
              <a:ext uri="{FF2B5EF4-FFF2-40B4-BE49-F238E27FC236}">
                <a16:creationId xmlns:a16="http://schemas.microsoft.com/office/drawing/2014/main" id="{7F0EF69F-17C5-C56E-F9A9-87352C5A8F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8BD903-4129-8DB6-2F7B-17AA18F91CDF}"/>
              </a:ext>
            </a:extLst>
          </p:cNvPr>
          <p:cNvSpPr>
            <a:spLocks noGrp="1"/>
          </p:cNvSpPr>
          <p:nvPr>
            <p:ph type="sldNum" sz="quarter" idx="12"/>
          </p:nvPr>
        </p:nvSpPr>
        <p:spPr/>
        <p:txBody>
          <a:bodyPr/>
          <a:lstStyle/>
          <a:p>
            <a:fld id="{92D3AC35-3C84-4C42-9866-DB4ADC77B682}" type="slidenum">
              <a:rPr lang="en-IN" smtClean="0"/>
              <a:t>‹#›</a:t>
            </a:fld>
            <a:endParaRPr lang="en-IN"/>
          </a:p>
        </p:txBody>
      </p:sp>
    </p:spTree>
    <p:extLst>
      <p:ext uri="{BB962C8B-B14F-4D97-AF65-F5344CB8AC3E}">
        <p14:creationId xmlns:p14="http://schemas.microsoft.com/office/powerpoint/2010/main" val="3154881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78AFC8-513C-ABF8-A019-0BBF14ECB4A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EB99746-59D9-69BE-389A-FF28D4C206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017DBF-6929-EDD7-F6C6-6C4F8C917D6E}"/>
              </a:ext>
            </a:extLst>
          </p:cNvPr>
          <p:cNvSpPr>
            <a:spLocks noGrp="1"/>
          </p:cNvSpPr>
          <p:nvPr>
            <p:ph type="dt" sz="half" idx="10"/>
          </p:nvPr>
        </p:nvSpPr>
        <p:spPr/>
        <p:txBody>
          <a:bodyPr/>
          <a:lstStyle/>
          <a:p>
            <a:fld id="{7898A9F0-F503-4EEC-B16D-8A71E1A65C4C}" type="datetimeFigureOut">
              <a:rPr lang="en-IN" smtClean="0"/>
              <a:t>04-01-2026</a:t>
            </a:fld>
            <a:endParaRPr lang="en-IN"/>
          </a:p>
        </p:txBody>
      </p:sp>
      <p:sp>
        <p:nvSpPr>
          <p:cNvPr id="5" name="Footer Placeholder 4">
            <a:extLst>
              <a:ext uri="{FF2B5EF4-FFF2-40B4-BE49-F238E27FC236}">
                <a16:creationId xmlns:a16="http://schemas.microsoft.com/office/drawing/2014/main" id="{34095E37-5B84-6CA9-46AC-8E390BB143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13C131-1E75-8440-17AB-BEB976081A3F}"/>
              </a:ext>
            </a:extLst>
          </p:cNvPr>
          <p:cNvSpPr>
            <a:spLocks noGrp="1"/>
          </p:cNvSpPr>
          <p:nvPr>
            <p:ph type="sldNum" sz="quarter" idx="12"/>
          </p:nvPr>
        </p:nvSpPr>
        <p:spPr/>
        <p:txBody>
          <a:bodyPr/>
          <a:lstStyle/>
          <a:p>
            <a:fld id="{92D3AC35-3C84-4C42-9866-DB4ADC77B682}" type="slidenum">
              <a:rPr lang="en-IN" smtClean="0"/>
              <a:t>‹#›</a:t>
            </a:fld>
            <a:endParaRPr lang="en-IN"/>
          </a:p>
        </p:txBody>
      </p:sp>
    </p:spTree>
    <p:extLst>
      <p:ext uri="{BB962C8B-B14F-4D97-AF65-F5344CB8AC3E}">
        <p14:creationId xmlns:p14="http://schemas.microsoft.com/office/powerpoint/2010/main" val="1137099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F505EC-91B1-4F40-336B-0181B93A9A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5A17C25-412C-A496-FD11-9A7B0FCB57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00953E-5982-56A7-6C5B-A13F2FCE60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898A9F0-F503-4EEC-B16D-8A71E1A65C4C}" type="datetimeFigureOut">
              <a:rPr lang="en-IN" smtClean="0"/>
              <a:t>04-01-2026</a:t>
            </a:fld>
            <a:endParaRPr lang="en-IN"/>
          </a:p>
        </p:txBody>
      </p:sp>
      <p:sp>
        <p:nvSpPr>
          <p:cNvPr id="5" name="Footer Placeholder 4">
            <a:extLst>
              <a:ext uri="{FF2B5EF4-FFF2-40B4-BE49-F238E27FC236}">
                <a16:creationId xmlns:a16="http://schemas.microsoft.com/office/drawing/2014/main" id="{0DDDA065-CD98-BF78-4B45-F48C05A4CC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F32C47F-3AC7-425A-14D5-2C04202E69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2D3AC35-3C84-4C42-9866-DB4ADC77B682}" type="slidenum">
              <a:rPr lang="en-IN" smtClean="0"/>
              <a:t>‹#›</a:t>
            </a:fld>
            <a:endParaRPr lang="en-IN"/>
          </a:p>
        </p:txBody>
      </p:sp>
    </p:spTree>
    <p:extLst>
      <p:ext uri="{BB962C8B-B14F-4D97-AF65-F5344CB8AC3E}">
        <p14:creationId xmlns:p14="http://schemas.microsoft.com/office/powerpoint/2010/main" val="42337954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customXml" Target="../ink/ink11.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customXml" Target="../ink/ink13.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image" Target="../media/image23.pn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customXml" Target="../ink/ink15.xml"/></Relationships>
</file>

<file path=ppt/slides/_rels/slide17.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image" Target="../media/image27.png"/><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customXml" Target="../ink/ink17.xml"/><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customXml" Target="../ink/ink18.xml"/><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customXml" Target="../ink/ink19.xml"/><Relationship Id="rId2" Type="http://schemas.openxmlformats.org/officeDocument/2006/relationships/image" Target="../media/image33.png"/><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customXml" Target="../ink/ink20.xml"/><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customXml" Target="../ink/ink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customXml" Target="../ink/ink22.xml"/><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42.png"/></Relationships>
</file>

<file path=ppt/slides/_rels/slide3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customXml" Target="../ink/ink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customXml" Target="../ink/ink24.xml"/><Relationship Id="rId2" Type="http://schemas.openxmlformats.org/officeDocument/2006/relationships/image" Target="../media/image190.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8.xml.rels><?xml version="1.0" encoding="UTF-8" standalone="yes"?>
<Relationships xmlns="http://schemas.openxmlformats.org/package/2006/relationships"><Relationship Id="rId3" Type="http://schemas.openxmlformats.org/officeDocument/2006/relationships/customXml" Target="../ink/ink25.xml"/><Relationship Id="rId2" Type="http://schemas.openxmlformats.org/officeDocument/2006/relationships/image" Target="../media/image45.png"/><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3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52.png"/><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6F1F2C8-798B-4CCE-A851-94AFAF350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0D93602-6BB5-71A4-9CE7-8F86B2463D8F}"/>
              </a:ext>
            </a:extLst>
          </p:cNvPr>
          <p:cNvSpPr txBox="1"/>
          <p:nvPr/>
        </p:nvSpPr>
        <p:spPr>
          <a:xfrm>
            <a:off x="970908" y="1220919"/>
            <a:ext cx="5425781" cy="2387600"/>
          </a:xfrm>
          <a:prstGeom prst="rect">
            <a:avLst/>
          </a:prstGeom>
          <a:solidFill>
            <a:schemeClr val="bg1">
              <a:lumMod val="85000"/>
            </a:schemeClr>
          </a:solidFill>
          <a:ln>
            <a:solidFill>
              <a:schemeClr val="tx1"/>
            </a:solidFill>
          </a:ln>
          <a:effectLst>
            <a:glow rad="139700">
              <a:schemeClr val="accent2">
                <a:satMod val="175000"/>
                <a:alpha val="40000"/>
              </a:schemeClr>
            </a:glow>
          </a:effectLst>
        </p:spPr>
        <p:txBody>
          <a:bodyPr vert="horz" lIns="91440" tIns="45720" rIns="91440" bIns="45720" rtlCol="0" anchor="b">
            <a:normAutofit/>
          </a:bodyPr>
          <a:lstStyle/>
          <a:p>
            <a:pPr>
              <a:lnSpc>
                <a:spcPct val="90000"/>
              </a:lnSpc>
              <a:spcBef>
                <a:spcPct val="0"/>
              </a:spcBef>
              <a:spcAft>
                <a:spcPts val="600"/>
              </a:spcAft>
            </a:pPr>
            <a:r>
              <a:rPr lang="en-US" sz="5100" b="1" i="0" kern="1200" dirty="0">
                <a:solidFill>
                  <a:schemeClr val="tx1"/>
                </a:solidFill>
                <a:effectLst/>
                <a:latin typeface="+mj-lt"/>
                <a:ea typeface="+mj-ea"/>
                <a:cs typeface="+mj-cs"/>
              </a:rPr>
              <a:t>Developmental History of Transformers</a:t>
            </a:r>
            <a:endParaRPr lang="en-US" sz="5100" kern="1200" dirty="0">
              <a:solidFill>
                <a:schemeClr val="tx1"/>
              </a:solidFill>
              <a:latin typeface="+mj-lt"/>
              <a:ea typeface="+mj-ea"/>
              <a:cs typeface="+mj-cs"/>
            </a:endParaRPr>
          </a:p>
        </p:txBody>
      </p:sp>
      <p:sp>
        <p:nvSpPr>
          <p:cNvPr id="9" name="Freeform: Shape 8">
            <a:extLst>
              <a:ext uri="{FF2B5EF4-FFF2-40B4-BE49-F238E27FC236}">
                <a16:creationId xmlns:a16="http://schemas.microsoft.com/office/drawing/2014/main" id="{755E9CD0-04B0-4A3C-B291-AD913379C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Oval 20">
            <a:extLst>
              <a:ext uri="{FF2B5EF4-FFF2-40B4-BE49-F238E27FC236}">
                <a16:creationId xmlns:a16="http://schemas.microsoft.com/office/drawing/2014/main" id="{1DD8BF3B-6066-418C-8D1A-75C5E396F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Block Arc 22">
            <a:extLst>
              <a:ext uri="{FF2B5EF4-FFF2-40B4-BE49-F238E27FC236}">
                <a16:creationId xmlns:a16="http://schemas.microsoft.com/office/drawing/2014/main" id="{80BC66F9-7A74-4286-AD22-1174052CC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02394"/>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7" name="Freeform: Shape 26">
            <a:extLst>
              <a:ext uri="{FF2B5EF4-FFF2-40B4-BE49-F238E27FC236}">
                <a16:creationId xmlns:a16="http://schemas.microsoft.com/office/drawing/2014/main" id="{D8142CC3-2B5C-48E6-9DF0-6C8ACBAF2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28" name="Straight Connector 27">
            <a:extLst>
              <a:ext uri="{FF2B5EF4-FFF2-40B4-BE49-F238E27FC236}">
                <a16:creationId xmlns:a16="http://schemas.microsoft.com/office/drawing/2014/main" id="{7B2D303B-3DD0-4319-9EAD-361847FEC7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9" name="Freeform: Shape 28">
            <a:extLst>
              <a:ext uri="{FF2B5EF4-FFF2-40B4-BE49-F238E27FC236}">
                <a16:creationId xmlns:a16="http://schemas.microsoft.com/office/drawing/2014/main" id="{46A89C79-8EF3-4AF9-B3D9-59A883F41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30" name="Arc 29">
            <a:extLst>
              <a:ext uri="{FF2B5EF4-FFF2-40B4-BE49-F238E27FC236}">
                <a16:creationId xmlns:a16="http://schemas.microsoft.com/office/drawing/2014/main" id="{EFE5CE34-4543-42E5-B82C-1F3D12422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2" name="Freeform: Shape 31">
            <a:extLst>
              <a:ext uri="{FF2B5EF4-FFF2-40B4-BE49-F238E27FC236}">
                <a16:creationId xmlns:a16="http://schemas.microsoft.com/office/drawing/2014/main" id="{72AF41FE-63D7-4695-81D2-66D2510E4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99412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D10EEF0-26F1-B763-BDBF-94C9EEA47A83}"/>
              </a:ext>
            </a:extLst>
          </p:cNvPr>
          <p:cNvSpPr txBox="1"/>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lnSpc>
                <a:spcPct val="90000"/>
              </a:lnSpc>
              <a:spcBef>
                <a:spcPct val="0"/>
              </a:spcBef>
              <a:spcAft>
                <a:spcPts val="600"/>
              </a:spcAft>
            </a:pPr>
            <a:r>
              <a:rPr lang="en-US" sz="2600" b="1" kern="1200">
                <a:solidFill>
                  <a:srgbClr val="FFFFFF"/>
                </a:solidFill>
                <a:latin typeface="+mj-lt"/>
                <a:ea typeface="+mj-ea"/>
                <a:cs typeface="+mj-cs"/>
              </a:rPr>
              <a:t>Agenda </a:t>
            </a:r>
          </a:p>
        </p:txBody>
      </p:sp>
      <p:graphicFrame>
        <p:nvGraphicFramePr>
          <p:cNvPr id="4" name="Table 3">
            <a:extLst>
              <a:ext uri="{FF2B5EF4-FFF2-40B4-BE49-F238E27FC236}">
                <a16:creationId xmlns:a16="http://schemas.microsoft.com/office/drawing/2014/main" id="{FC59DC32-B8AA-EF39-70A7-0F27A61E9EFB}"/>
              </a:ext>
            </a:extLst>
          </p:cNvPr>
          <p:cNvGraphicFramePr>
            <a:graphicFrameLocks noGrp="1"/>
          </p:cNvGraphicFramePr>
          <p:nvPr>
            <p:extLst>
              <p:ext uri="{D42A27DB-BD31-4B8C-83A1-F6EECF244321}">
                <p14:modId xmlns:p14="http://schemas.microsoft.com/office/powerpoint/2010/main" val="2360210465"/>
              </p:ext>
            </p:extLst>
          </p:nvPr>
        </p:nvGraphicFramePr>
        <p:xfrm>
          <a:off x="4038600" y="1593501"/>
          <a:ext cx="7188200" cy="3667612"/>
        </p:xfrm>
        <a:graphic>
          <a:graphicData uri="http://schemas.openxmlformats.org/drawingml/2006/table">
            <a:tbl>
              <a:tblPr firstRow="1" bandRow="1">
                <a:solidFill>
                  <a:srgbClr val="404040"/>
                </a:solidFill>
              </a:tblPr>
              <a:tblGrid>
                <a:gridCol w="1263113">
                  <a:extLst>
                    <a:ext uri="{9D8B030D-6E8A-4147-A177-3AD203B41FA5}">
                      <a16:colId xmlns:a16="http://schemas.microsoft.com/office/drawing/2014/main" val="1499056085"/>
                    </a:ext>
                  </a:extLst>
                </a:gridCol>
                <a:gridCol w="3631777">
                  <a:extLst>
                    <a:ext uri="{9D8B030D-6E8A-4147-A177-3AD203B41FA5}">
                      <a16:colId xmlns:a16="http://schemas.microsoft.com/office/drawing/2014/main" val="288996169"/>
                    </a:ext>
                  </a:extLst>
                </a:gridCol>
                <a:gridCol w="2293310">
                  <a:extLst>
                    <a:ext uri="{9D8B030D-6E8A-4147-A177-3AD203B41FA5}">
                      <a16:colId xmlns:a16="http://schemas.microsoft.com/office/drawing/2014/main" val="2618489486"/>
                    </a:ext>
                  </a:extLst>
                </a:gridCol>
              </a:tblGrid>
              <a:tr h="693052">
                <a:tc>
                  <a:txBody>
                    <a:bodyPr/>
                    <a:lstStyle/>
                    <a:p>
                      <a:pPr>
                        <a:buNone/>
                      </a:pPr>
                      <a:r>
                        <a:rPr lang="en-IN" sz="2700" b="0" cap="none" spc="0">
                          <a:solidFill>
                            <a:schemeClr val="bg1"/>
                          </a:solidFill>
                        </a:rPr>
                        <a:t>Part</a:t>
                      </a:r>
                    </a:p>
                  </a:txBody>
                  <a:tcPr marL="151763" marR="151763" marT="151763" marB="75882" anchor="ctr">
                    <a:lnL w="12700" cmpd="sng">
                      <a:noFill/>
                    </a:lnL>
                    <a:lnR w="12700" cmpd="sng">
                      <a:noFill/>
                    </a:lnR>
                    <a:lnT w="19050" cap="flat" cmpd="sng" algn="ctr">
                      <a:noFill/>
                      <a:prstDash val="solid"/>
                    </a:lnT>
                    <a:lnB w="38100" cmpd="sng">
                      <a:noFill/>
                    </a:lnB>
                    <a:solidFill>
                      <a:schemeClr val="accent2"/>
                    </a:solidFill>
                  </a:tcPr>
                </a:tc>
                <a:tc>
                  <a:txBody>
                    <a:bodyPr/>
                    <a:lstStyle/>
                    <a:p>
                      <a:pPr>
                        <a:buNone/>
                      </a:pPr>
                      <a:r>
                        <a:rPr lang="en-IN" sz="2700" b="0" cap="none" spc="0">
                          <a:solidFill>
                            <a:schemeClr val="bg1"/>
                          </a:solidFill>
                        </a:rPr>
                        <a:t>Topic / Component</a:t>
                      </a:r>
                    </a:p>
                  </a:txBody>
                  <a:tcPr marL="151763" marR="151763" marT="151763" marB="75882" anchor="ctr">
                    <a:lnL w="12700" cmpd="sng">
                      <a:noFill/>
                    </a:lnL>
                    <a:lnR w="12700" cmpd="sng">
                      <a:noFill/>
                    </a:lnR>
                    <a:lnT w="19050" cap="flat" cmpd="sng" algn="ctr">
                      <a:noFill/>
                      <a:prstDash val="solid"/>
                    </a:lnT>
                    <a:lnB w="38100" cmpd="sng">
                      <a:noFill/>
                    </a:lnB>
                    <a:solidFill>
                      <a:schemeClr val="accent2"/>
                    </a:solidFill>
                  </a:tcPr>
                </a:tc>
                <a:tc>
                  <a:txBody>
                    <a:bodyPr/>
                    <a:lstStyle/>
                    <a:p>
                      <a:pPr>
                        <a:buNone/>
                      </a:pPr>
                      <a:r>
                        <a:rPr lang="en-IN" sz="2700" b="0" cap="none" spc="0">
                          <a:solidFill>
                            <a:schemeClr val="bg1"/>
                          </a:solidFill>
                        </a:rPr>
                        <a:t>Time (mins)</a:t>
                      </a:r>
                    </a:p>
                  </a:txBody>
                  <a:tcPr marL="151763" marR="151763" marT="151763" marB="75882" anchor="ctr">
                    <a:lnL w="12700" cmpd="sng">
                      <a:noFill/>
                    </a:lnL>
                    <a:lnR w="12700" cmpd="sng">
                      <a:noFill/>
                    </a:lnR>
                    <a:lnT w="19050" cap="flat" cmpd="sng" algn="ctr">
                      <a:noFill/>
                      <a:prstDash val="solid"/>
                    </a:lnT>
                    <a:lnB w="38100" cmpd="sng">
                      <a:noFill/>
                    </a:lnB>
                    <a:solidFill>
                      <a:schemeClr val="accent2"/>
                    </a:solidFill>
                  </a:tcPr>
                </a:tc>
                <a:extLst>
                  <a:ext uri="{0D108BD9-81ED-4DB2-BD59-A6C34878D82A}">
                    <a16:rowId xmlns:a16="http://schemas.microsoft.com/office/drawing/2014/main" val="1048327560"/>
                  </a:ext>
                </a:extLst>
              </a:tr>
              <a:tr h="591877">
                <a:tc>
                  <a:txBody>
                    <a:bodyPr/>
                    <a:lstStyle/>
                    <a:p>
                      <a:pPr>
                        <a:buNone/>
                      </a:pPr>
                      <a:r>
                        <a:rPr lang="en-IN" sz="2000" b="1" cap="none" spc="0">
                          <a:solidFill>
                            <a:schemeClr val="bg1"/>
                          </a:solidFill>
                        </a:rPr>
                        <a:t>Part I</a:t>
                      </a:r>
                      <a:endParaRPr lang="en-IN" sz="2000" cap="none" spc="0">
                        <a:solidFill>
                          <a:schemeClr val="bg1"/>
                        </a:solidFill>
                      </a:endParaRPr>
                    </a:p>
                  </a:txBody>
                  <a:tcPr marL="151763" marR="151763" marT="151763" marB="75882"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404040"/>
                    </a:solidFill>
                  </a:tcPr>
                </a:tc>
                <a:tc>
                  <a:txBody>
                    <a:bodyPr/>
                    <a:lstStyle/>
                    <a:p>
                      <a:pPr>
                        <a:buNone/>
                      </a:pPr>
                      <a:r>
                        <a:rPr lang="en-IN" sz="2000" cap="none" spc="0">
                          <a:solidFill>
                            <a:schemeClr val="bg1"/>
                          </a:solidFill>
                        </a:rPr>
                        <a:t>Introduction</a:t>
                      </a:r>
                    </a:p>
                  </a:txBody>
                  <a:tcPr marL="151763" marR="151763" marT="151763" marB="75882"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404040"/>
                    </a:solidFill>
                  </a:tcPr>
                </a:tc>
                <a:tc>
                  <a:txBody>
                    <a:bodyPr/>
                    <a:lstStyle/>
                    <a:p>
                      <a:pPr>
                        <a:buNone/>
                      </a:pPr>
                      <a:r>
                        <a:rPr lang="en-US" sz="2000" cap="none" spc="0">
                          <a:solidFill>
                            <a:schemeClr val="bg1"/>
                          </a:solidFill>
                        </a:rPr>
                        <a:t>1</a:t>
                      </a:r>
                      <a:r>
                        <a:rPr lang="en-IN" sz="2000" cap="none" spc="0">
                          <a:solidFill>
                            <a:schemeClr val="bg1"/>
                          </a:solidFill>
                        </a:rPr>
                        <a:t>0</a:t>
                      </a:r>
                    </a:p>
                  </a:txBody>
                  <a:tcPr marL="151763" marR="151763" marT="151763" marB="75882"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2669837155"/>
                  </a:ext>
                </a:extLst>
              </a:tr>
              <a:tr h="895403">
                <a:tc>
                  <a:txBody>
                    <a:bodyPr/>
                    <a:lstStyle/>
                    <a:p>
                      <a:pPr>
                        <a:buNone/>
                      </a:pPr>
                      <a:r>
                        <a:rPr lang="en-IN" sz="2000" b="1" cap="none" spc="0">
                          <a:solidFill>
                            <a:schemeClr val="bg1"/>
                          </a:solidFill>
                        </a:rPr>
                        <a:t>Part II</a:t>
                      </a:r>
                      <a:endParaRPr lang="en-IN" sz="2000" cap="none" spc="0">
                        <a:solidFill>
                          <a:schemeClr val="bg1"/>
                        </a:solidFill>
                      </a:endParaRPr>
                    </a:p>
                  </a:txBody>
                  <a:tcPr marL="151763" marR="151763" marT="151763" marB="75882"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buNone/>
                      </a:pPr>
                      <a:r>
                        <a:rPr lang="en-US" sz="2000" cap="none" spc="0">
                          <a:solidFill>
                            <a:schemeClr val="bg1"/>
                          </a:solidFill>
                        </a:rPr>
                        <a:t>Focused Teaching – Intro to Transformers</a:t>
                      </a:r>
                    </a:p>
                  </a:txBody>
                  <a:tcPr marL="151763" marR="151763" marT="151763" marB="75882"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buNone/>
                      </a:pPr>
                      <a:r>
                        <a:rPr lang="en-IN" sz="2000" cap="none" spc="0">
                          <a:solidFill>
                            <a:schemeClr val="bg1"/>
                          </a:solidFill>
                        </a:rPr>
                        <a:t>60</a:t>
                      </a:r>
                    </a:p>
                  </a:txBody>
                  <a:tcPr marL="151763" marR="151763" marT="151763" marB="75882"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2102805443"/>
                  </a:ext>
                </a:extLst>
              </a:tr>
              <a:tr h="895403">
                <a:tc>
                  <a:txBody>
                    <a:bodyPr/>
                    <a:lstStyle/>
                    <a:p>
                      <a:pPr>
                        <a:buNone/>
                      </a:pPr>
                      <a:r>
                        <a:rPr lang="en-IN" sz="2000" b="1" cap="none" spc="0">
                          <a:solidFill>
                            <a:schemeClr val="bg1"/>
                          </a:solidFill>
                        </a:rPr>
                        <a:t>Part II</a:t>
                      </a:r>
                      <a:endParaRPr lang="en-IN" sz="2000" cap="none" spc="0">
                        <a:solidFill>
                          <a:schemeClr val="bg1"/>
                        </a:solidFill>
                      </a:endParaRPr>
                    </a:p>
                  </a:txBody>
                  <a:tcPr marL="151763" marR="151763" marT="151763" marB="75882"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buNone/>
                      </a:pPr>
                      <a:r>
                        <a:rPr lang="en-IN" sz="2000" cap="none" spc="0">
                          <a:solidFill>
                            <a:schemeClr val="bg1"/>
                          </a:solidFill>
                        </a:rPr>
                        <a:t>Focused Teaching – Dissecting Transformers</a:t>
                      </a:r>
                    </a:p>
                  </a:txBody>
                  <a:tcPr marL="151763" marR="151763" marT="151763" marB="75882"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buNone/>
                      </a:pPr>
                      <a:r>
                        <a:rPr lang="en-IN" sz="2000" cap="none" spc="0">
                          <a:solidFill>
                            <a:schemeClr val="bg1"/>
                          </a:solidFill>
                        </a:rPr>
                        <a:t>60</a:t>
                      </a:r>
                    </a:p>
                  </a:txBody>
                  <a:tcPr marL="151763" marR="151763" marT="151763" marB="75882"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606192584"/>
                  </a:ext>
                </a:extLst>
              </a:tr>
              <a:tr h="591877">
                <a:tc>
                  <a:txBody>
                    <a:bodyPr/>
                    <a:lstStyle/>
                    <a:p>
                      <a:pPr>
                        <a:buNone/>
                      </a:pPr>
                      <a:r>
                        <a:rPr lang="en-IN" sz="2000" b="1" cap="none" spc="0">
                          <a:solidFill>
                            <a:schemeClr val="bg1"/>
                          </a:solidFill>
                        </a:rPr>
                        <a:t>Part III</a:t>
                      </a:r>
                      <a:endParaRPr lang="en-IN" sz="2000" cap="none" spc="0">
                        <a:solidFill>
                          <a:schemeClr val="bg1"/>
                        </a:solidFill>
                      </a:endParaRPr>
                    </a:p>
                  </a:txBody>
                  <a:tcPr marL="151763" marR="151763" marT="151763" marB="75882"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buNone/>
                      </a:pPr>
                      <a:r>
                        <a:rPr lang="en-IN" sz="2000" cap="none" spc="0">
                          <a:solidFill>
                            <a:schemeClr val="bg1"/>
                          </a:solidFill>
                        </a:rPr>
                        <a:t>Doubt Resolution</a:t>
                      </a:r>
                    </a:p>
                  </a:txBody>
                  <a:tcPr marL="151763" marR="151763" marT="151763" marB="75882"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buNone/>
                      </a:pPr>
                      <a:r>
                        <a:rPr lang="en-IN" sz="2000" cap="none" spc="0">
                          <a:solidFill>
                            <a:schemeClr val="bg1"/>
                          </a:solidFill>
                        </a:rPr>
                        <a:t>20</a:t>
                      </a:r>
                    </a:p>
                  </a:txBody>
                  <a:tcPr marL="151763" marR="151763" marT="151763" marB="75882"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916575251"/>
                  </a:ext>
                </a:extLst>
              </a:tr>
            </a:tbl>
          </a:graphicData>
        </a:graphic>
      </p:graphicFrame>
    </p:spTree>
    <p:extLst>
      <p:ext uri="{BB962C8B-B14F-4D97-AF65-F5344CB8AC3E}">
        <p14:creationId xmlns:p14="http://schemas.microsoft.com/office/powerpoint/2010/main" val="22508780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5D0E5B2-71CF-D7E6-1364-7344D45263D4}"/>
              </a:ext>
            </a:extLst>
          </p:cNvPr>
          <p:cNvSpPr txBox="1"/>
          <p:nvPr/>
        </p:nvSpPr>
        <p:spPr>
          <a:xfrm>
            <a:off x="545123" y="270696"/>
            <a:ext cx="10297047" cy="3693319"/>
          </a:xfrm>
          <a:prstGeom prst="rect">
            <a:avLst/>
          </a:prstGeom>
          <a:noFill/>
        </p:spPr>
        <p:txBody>
          <a:bodyPr wrap="square">
            <a:spAutoFit/>
          </a:bodyPr>
          <a:lstStyle/>
          <a:p>
            <a:pPr>
              <a:buNone/>
            </a:pPr>
            <a:r>
              <a:rPr lang="en-IN" b="1" dirty="0"/>
              <a:t>Encoder-Decoder Models:</a:t>
            </a:r>
            <a:endParaRPr lang="en-IN" dirty="0"/>
          </a:p>
          <a:p>
            <a:pPr>
              <a:buFont typeface="Arial" panose="020B0604020202020204" pitchFamily="34" charset="0"/>
              <a:buChar char="•"/>
            </a:pPr>
            <a:r>
              <a:rPr lang="en-IN" dirty="0"/>
              <a:t>Sequence-to-sequence tasks: e.g., translation, summarization</a:t>
            </a:r>
          </a:p>
          <a:p>
            <a:pPr>
              <a:buFont typeface="Arial" panose="020B0604020202020204" pitchFamily="34" charset="0"/>
              <a:buChar char="•"/>
            </a:pPr>
            <a:r>
              <a:rPr lang="en-IN" b="1" dirty="0"/>
              <a:t>Encoder:</a:t>
            </a:r>
            <a:r>
              <a:rPr lang="en-IN" dirty="0"/>
              <a:t> Converts input → context vector</a:t>
            </a:r>
          </a:p>
          <a:p>
            <a:pPr>
              <a:buFont typeface="Arial" panose="020B0604020202020204" pitchFamily="34" charset="0"/>
              <a:buChar char="•"/>
            </a:pPr>
            <a:r>
              <a:rPr lang="en-IN" b="1" dirty="0"/>
              <a:t>Decoder:</a:t>
            </a:r>
            <a:r>
              <a:rPr lang="en-IN" dirty="0"/>
              <a:t> Generates output from context vector</a:t>
            </a:r>
          </a:p>
          <a:p>
            <a:pPr>
              <a:buNone/>
            </a:pPr>
            <a:r>
              <a:rPr lang="en-IN" b="1" dirty="0"/>
              <a:t>Limitation:</a:t>
            </a:r>
            <a:endParaRPr lang="en-IN" dirty="0"/>
          </a:p>
          <a:p>
            <a:pPr>
              <a:buFont typeface="Arial" panose="020B0604020202020204" pitchFamily="34" charset="0"/>
              <a:buChar char="•"/>
            </a:pPr>
            <a:r>
              <a:rPr lang="en-IN" dirty="0"/>
              <a:t>Fixed context vector struggles with long sequences</a:t>
            </a:r>
          </a:p>
          <a:p>
            <a:pPr>
              <a:buNone/>
            </a:pPr>
            <a:r>
              <a:rPr lang="en-IN" b="1" dirty="0"/>
              <a:t>Attention Mechanism:</a:t>
            </a:r>
            <a:endParaRPr lang="en-IN" dirty="0"/>
          </a:p>
          <a:p>
            <a:pPr>
              <a:buFont typeface="Arial" panose="020B0604020202020204" pitchFamily="34" charset="0"/>
              <a:buChar char="•"/>
            </a:pPr>
            <a:r>
              <a:rPr lang="en-IN" dirty="0"/>
              <a:t>Decoder “focuses” on relevant input tokens at each step</a:t>
            </a:r>
          </a:p>
          <a:p>
            <a:pPr>
              <a:buFont typeface="Arial" panose="020B0604020202020204" pitchFamily="34" charset="0"/>
              <a:buChar char="•"/>
            </a:pPr>
            <a:r>
              <a:rPr lang="en-IN" dirty="0"/>
              <a:t>Computes </a:t>
            </a:r>
            <a:r>
              <a:rPr lang="en-IN" b="1" dirty="0"/>
              <a:t>attention weights</a:t>
            </a:r>
            <a:r>
              <a:rPr lang="en-IN" dirty="0"/>
              <a:t> → dynamic context vector</a:t>
            </a:r>
          </a:p>
          <a:p>
            <a:pPr>
              <a:buNone/>
            </a:pPr>
            <a:r>
              <a:rPr lang="en-IN" b="1" dirty="0"/>
              <a:t>Benefits:</a:t>
            </a:r>
            <a:endParaRPr lang="en-IN" dirty="0"/>
          </a:p>
          <a:p>
            <a:pPr>
              <a:buFont typeface="Arial" panose="020B0604020202020204" pitchFamily="34" charset="0"/>
              <a:buChar char="•"/>
            </a:pPr>
            <a:r>
              <a:rPr lang="en-IN" dirty="0"/>
              <a:t>Handles long sequences better</a:t>
            </a:r>
          </a:p>
          <a:p>
            <a:pPr>
              <a:buFont typeface="Arial" panose="020B0604020202020204" pitchFamily="34" charset="0"/>
              <a:buChar char="•"/>
            </a:pPr>
            <a:r>
              <a:rPr lang="en-IN" dirty="0"/>
              <a:t>Improves accuracy</a:t>
            </a:r>
          </a:p>
          <a:p>
            <a:pPr>
              <a:buFont typeface="Arial" panose="020B0604020202020204" pitchFamily="34" charset="0"/>
              <a:buChar char="•"/>
            </a:pPr>
            <a:r>
              <a:rPr lang="en-IN" dirty="0"/>
              <a:t>Adds interpretability</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FDBDCDD3-4DF5-25C4-9C3B-91887BE2C86E}"/>
                  </a:ext>
                </a:extLst>
              </p14:cNvPr>
              <p14:cNvContentPartPr/>
              <p14:nvPr/>
            </p14:nvContentPartPr>
            <p14:xfrm>
              <a:off x="1274400" y="386640"/>
              <a:ext cx="9506160" cy="3508560"/>
            </p14:xfrm>
          </p:contentPart>
        </mc:Choice>
        <mc:Fallback>
          <p:pic>
            <p:nvPicPr>
              <p:cNvPr id="2" name="Ink 1">
                <a:extLst>
                  <a:ext uri="{FF2B5EF4-FFF2-40B4-BE49-F238E27FC236}">
                    <a16:creationId xmlns:a16="http://schemas.microsoft.com/office/drawing/2014/main" id="{FDBDCDD3-4DF5-25C4-9C3B-91887BE2C86E}"/>
                  </a:ext>
                </a:extLst>
              </p:cNvPr>
              <p:cNvPicPr/>
              <p:nvPr/>
            </p:nvPicPr>
            <p:blipFill>
              <a:blip r:embed="rId3"/>
              <a:stretch>
                <a:fillRect/>
              </a:stretch>
            </p:blipFill>
            <p:spPr>
              <a:xfrm>
                <a:off x="1265040" y="377280"/>
                <a:ext cx="9524880" cy="3527280"/>
              </a:xfrm>
              <a:prstGeom prst="rect">
                <a:avLst/>
              </a:prstGeom>
            </p:spPr>
          </p:pic>
        </mc:Fallback>
      </mc:AlternateContent>
    </p:spTree>
    <p:extLst>
      <p:ext uri="{BB962C8B-B14F-4D97-AF65-F5344CB8AC3E}">
        <p14:creationId xmlns:p14="http://schemas.microsoft.com/office/powerpoint/2010/main" val="1438972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3B3D072-7DF5-4CC4-8E57-DD17ACC66E30}"/>
              </a:ext>
            </a:extLst>
          </p:cNvPr>
          <p:cNvSpPr txBox="1"/>
          <p:nvPr/>
        </p:nvSpPr>
        <p:spPr>
          <a:xfrm>
            <a:off x="404446" y="197346"/>
            <a:ext cx="11191352" cy="4524315"/>
          </a:xfrm>
          <a:prstGeom prst="rect">
            <a:avLst/>
          </a:prstGeom>
          <a:noFill/>
        </p:spPr>
        <p:txBody>
          <a:bodyPr wrap="square">
            <a:spAutoFit/>
          </a:bodyPr>
          <a:lstStyle/>
          <a:p>
            <a:pPr>
              <a:buNone/>
            </a:pPr>
            <a:r>
              <a:rPr lang="en-US" b="1" dirty="0"/>
              <a:t>Issues with Attention in RNN Encoder-Decoder</a:t>
            </a:r>
          </a:p>
          <a:p>
            <a:pPr>
              <a:buNone/>
            </a:pPr>
            <a:r>
              <a:rPr lang="en-US" dirty="0"/>
              <a:t>Even with attention, there are some problems:</a:t>
            </a:r>
          </a:p>
          <a:p>
            <a:pPr>
              <a:buFont typeface="+mj-lt"/>
              <a:buAutoNum type="arabicPeriod"/>
            </a:pPr>
            <a:r>
              <a:rPr lang="en-US" b="1" dirty="0"/>
              <a:t>Sequential processing</a:t>
            </a:r>
            <a:endParaRPr lang="en-US" dirty="0"/>
          </a:p>
          <a:p>
            <a:pPr marL="742950" lvl="1" indent="-285750">
              <a:buFont typeface="+mj-lt"/>
              <a:buAutoNum type="arabicPeriod"/>
            </a:pPr>
            <a:r>
              <a:rPr lang="en-US" dirty="0"/>
              <a:t>RNNs/LSTMs process input </a:t>
            </a:r>
            <a:r>
              <a:rPr lang="en-US" b="1" dirty="0"/>
              <a:t>one token at a time</a:t>
            </a:r>
            <a:r>
              <a:rPr lang="en-US" dirty="0"/>
              <a:t>, so attention is computed over sequential states.</a:t>
            </a:r>
          </a:p>
          <a:p>
            <a:pPr marL="742950" lvl="1" indent="-285750">
              <a:buFont typeface="+mj-lt"/>
              <a:buAutoNum type="arabicPeriod"/>
            </a:pPr>
            <a:r>
              <a:rPr lang="en-US" dirty="0"/>
              <a:t>This means </a:t>
            </a:r>
            <a:r>
              <a:rPr lang="en-US" b="1" dirty="0"/>
              <a:t>long sequences are slow</a:t>
            </a:r>
            <a:r>
              <a:rPr lang="en-US" dirty="0"/>
              <a:t> because you can’t parallelize computations easily.</a:t>
            </a:r>
          </a:p>
          <a:p>
            <a:pPr>
              <a:buFont typeface="+mj-lt"/>
              <a:buAutoNum type="arabicPeriod"/>
            </a:pPr>
            <a:r>
              <a:rPr lang="en-US" b="1" dirty="0"/>
              <a:t>Distance bias</a:t>
            </a:r>
            <a:endParaRPr lang="en-US" dirty="0"/>
          </a:p>
          <a:p>
            <a:pPr marL="742950" lvl="1" indent="-285750">
              <a:buFont typeface="+mj-lt"/>
              <a:buAutoNum type="arabicPeriod"/>
            </a:pPr>
            <a:r>
              <a:rPr lang="en-US" b="1" dirty="0"/>
              <a:t>Attention works better for nearby words</a:t>
            </a:r>
            <a:r>
              <a:rPr lang="en-US" dirty="0"/>
              <a:t> because the RNN struggles to propagate information across long distances.</a:t>
            </a:r>
          </a:p>
          <a:p>
            <a:pPr marL="742950" lvl="1" indent="-285750">
              <a:buFont typeface="+mj-lt"/>
              <a:buAutoNum type="arabicPeriod"/>
            </a:pPr>
            <a:r>
              <a:rPr lang="en-US" dirty="0"/>
              <a:t>So even attention may be </a:t>
            </a:r>
            <a:r>
              <a:rPr lang="en-US" b="1" dirty="0"/>
              <a:t>biased toward recent hidden states</a:t>
            </a:r>
            <a:r>
              <a:rPr lang="en-US" dirty="0"/>
              <a:t>, and long-range dependencies are harder to capture.</a:t>
            </a:r>
          </a:p>
          <a:p>
            <a:pPr>
              <a:buFont typeface="+mj-lt"/>
              <a:buAutoNum type="arabicPeriod"/>
            </a:pPr>
            <a:r>
              <a:rPr lang="en-US" b="1" dirty="0"/>
              <a:t>Inefficiency in decoder attention</a:t>
            </a:r>
            <a:endParaRPr lang="en-US" dirty="0"/>
          </a:p>
          <a:p>
            <a:pPr marL="742950" lvl="1" indent="-285750">
              <a:buFont typeface="+mj-lt"/>
              <a:buAutoNum type="arabicPeriod"/>
            </a:pPr>
            <a:r>
              <a:rPr lang="en-US" dirty="0"/>
              <a:t>Each decoder step recomputes attention over all encoder states, which can be </a:t>
            </a:r>
            <a:r>
              <a:rPr lang="en-US" b="1" dirty="0"/>
              <a:t>computationally expensive</a:t>
            </a:r>
            <a:r>
              <a:rPr lang="en-US" dirty="0"/>
              <a:t> for long sequences.</a:t>
            </a:r>
          </a:p>
          <a:p>
            <a:pPr>
              <a:buFont typeface="+mj-lt"/>
              <a:buAutoNum type="arabicPeriod"/>
            </a:pPr>
            <a:r>
              <a:rPr lang="en-US" b="1" dirty="0"/>
              <a:t>Limited context representation</a:t>
            </a:r>
            <a:endParaRPr lang="en-US" dirty="0"/>
          </a:p>
          <a:p>
            <a:pPr marL="742950" lvl="1" indent="-285750">
              <a:buFont typeface="+mj-lt"/>
              <a:buAutoNum type="arabicPeriod"/>
            </a:pPr>
            <a:r>
              <a:rPr lang="en-US" dirty="0"/>
              <a:t>Even with attention, the encoder states themselves are still </a:t>
            </a:r>
            <a:r>
              <a:rPr lang="en-US" b="1" dirty="0"/>
              <a:t>RNN hidden states</a:t>
            </a:r>
            <a:r>
              <a:rPr lang="en-US" dirty="0"/>
              <a:t>, which might not fully capture complex global dependencies in the sequence.</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1C01CC08-EBA4-7828-C026-AB83804C7DDD}"/>
                  </a:ext>
                </a:extLst>
              </p14:cNvPr>
              <p14:cNvContentPartPr/>
              <p14:nvPr/>
            </p14:nvContentPartPr>
            <p14:xfrm>
              <a:off x="561600" y="113760"/>
              <a:ext cx="11615400" cy="6743880"/>
            </p14:xfrm>
          </p:contentPart>
        </mc:Choice>
        <mc:Fallback>
          <p:pic>
            <p:nvPicPr>
              <p:cNvPr id="2" name="Ink 1">
                <a:extLst>
                  <a:ext uri="{FF2B5EF4-FFF2-40B4-BE49-F238E27FC236}">
                    <a16:creationId xmlns:a16="http://schemas.microsoft.com/office/drawing/2014/main" id="{1C01CC08-EBA4-7828-C026-AB83804C7DDD}"/>
                  </a:ext>
                </a:extLst>
              </p:cNvPr>
              <p:cNvPicPr/>
              <p:nvPr/>
            </p:nvPicPr>
            <p:blipFill>
              <a:blip r:embed="rId3"/>
              <a:stretch>
                <a:fillRect/>
              </a:stretch>
            </p:blipFill>
            <p:spPr>
              <a:xfrm>
                <a:off x="552240" y="104400"/>
                <a:ext cx="11634120" cy="6762600"/>
              </a:xfrm>
              <a:prstGeom prst="rect">
                <a:avLst/>
              </a:prstGeom>
            </p:spPr>
          </p:pic>
        </mc:Fallback>
      </mc:AlternateContent>
    </p:spTree>
    <p:extLst>
      <p:ext uri="{BB962C8B-B14F-4D97-AF65-F5344CB8AC3E}">
        <p14:creationId xmlns:p14="http://schemas.microsoft.com/office/powerpoint/2010/main" val="2644340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5CAB7C-90CC-E76C-65E6-D0AE0E8620FB}"/>
              </a:ext>
            </a:extLst>
          </p:cNvPr>
          <p:cNvSpPr txBox="1"/>
          <p:nvPr/>
        </p:nvSpPr>
        <p:spPr>
          <a:xfrm>
            <a:off x="249174" y="502242"/>
            <a:ext cx="3445002" cy="461665"/>
          </a:xfrm>
          <a:prstGeom prst="rect">
            <a:avLst/>
          </a:prstGeom>
          <a:solidFill>
            <a:srgbClr val="FFC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pPr algn="l" rtl="0"/>
            <a:r>
              <a:rPr lang="en-US" sz="2400" b="1" i="0">
                <a:effectLst/>
                <a:latin typeface="Studio-Feixen-Sans"/>
              </a:rPr>
              <a:t>What Are Transformers?</a:t>
            </a:r>
            <a:endParaRPr lang="en-US" sz="2400" b="1" i="0" dirty="0">
              <a:effectLst/>
              <a:latin typeface="Studio-Feixen-Sans"/>
            </a:endParaRPr>
          </a:p>
        </p:txBody>
      </p:sp>
      <p:sp>
        <p:nvSpPr>
          <p:cNvPr id="5" name="TextBox 4">
            <a:extLst>
              <a:ext uri="{FF2B5EF4-FFF2-40B4-BE49-F238E27FC236}">
                <a16:creationId xmlns:a16="http://schemas.microsoft.com/office/drawing/2014/main" id="{4F65A3FD-C5C2-1B32-C92B-D757F471BD9E}"/>
              </a:ext>
            </a:extLst>
          </p:cNvPr>
          <p:cNvSpPr txBox="1"/>
          <p:nvPr/>
        </p:nvSpPr>
        <p:spPr>
          <a:xfrm>
            <a:off x="176022" y="1178508"/>
            <a:ext cx="11942290" cy="923330"/>
          </a:xfrm>
          <a:prstGeom prst="rect">
            <a:avLst/>
          </a:prstGeom>
          <a:solidFill>
            <a:schemeClr val="accent3">
              <a:lumMod val="40000"/>
              <a:lumOff val="60000"/>
            </a:schemeClr>
          </a:solidFill>
          <a:ln w="3175">
            <a:noFill/>
          </a:ln>
          <a:effectLst>
            <a:glow rad="63500">
              <a:schemeClr val="accent5">
                <a:satMod val="175000"/>
                <a:alpha val="4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spAutoFit/>
          </a:bodyPr>
          <a:lstStyle/>
          <a:p>
            <a:r>
              <a:rPr lang="en-US" dirty="0"/>
              <a:t>Transformers were first created for tasks like machine translation, where one sequence (such as a sentence) is turned into another sequence. They are called </a:t>
            </a:r>
            <a:r>
              <a:rPr lang="en-US" i="1" dirty="0"/>
              <a:t>Transformers</a:t>
            </a:r>
            <a:r>
              <a:rPr lang="en-US" dirty="0"/>
              <a:t> because they transform an input sequence into an output sequence</a:t>
            </a:r>
            <a:endParaRPr lang="en-US" b="0" i="0" dirty="0">
              <a:solidFill>
                <a:srgbClr val="05192D"/>
              </a:solidFill>
              <a:effectLst/>
              <a:latin typeface="Studio-Feixen-Sans"/>
            </a:endParaRPr>
          </a:p>
        </p:txBody>
      </p:sp>
      <p:sp>
        <p:nvSpPr>
          <p:cNvPr id="8" name="TextBox 7">
            <a:extLst>
              <a:ext uri="{FF2B5EF4-FFF2-40B4-BE49-F238E27FC236}">
                <a16:creationId xmlns:a16="http://schemas.microsoft.com/office/drawing/2014/main" id="{16158492-B294-CD78-C0C0-4FEFCFCABF63}"/>
              </a:ext>
            </a:extLst>
          </p:cNvPr>
          <p:cNvSpPr txBox="1"/>
          <p:nvPr/>
        </p:nvSpPr>
        <p:spPr>
          <a:xfrm>
            <a:off x="176022" y="2316439"/>
            <a:ext cx="5792699" cy="2862322"/>
          </a:xfrm>
          <a:prstGeom prst="rect">
            <a:avLst/>
          </a:prstGeom>
          <a:solidFill>
            <a:schemeClr val="tx2">
              <a:lumMod val="25000"/>
              <a:lumOff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Text Summarization</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Input Sequence: A long article or document.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Output Sequence: A shorter summary of the article.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Example: A 1000-word article → A 100-word summary.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Text Generation</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Input Sequence: A prompt or starting text.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Output Sequence: Continuation of the text.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Example: "Once upon a time" → "Once upon a time, there was a brave knight who..."</a:t>
            </a:r>
          </a:p>
        </p:txBody>
      </p:sp>
      <p:sp>
        <p:nvSpPr>
          <p:cNvPr id="10" name="Rectangle 4">
            <a:extLst>
              <a:ext uri="{FF2B5EF4-FFF2-40B4-BE49-F238E27FC236}">
                <a16:creationId xmlns:a16="http://schemas.microsoft.com/office/drawing/2014/main" id="{C40B77C8-96F3-0257-144F-A1603654A1E2}"/>
              </a:ext>
            </a:extLst>
          </p:cNvPr>
          <p:cNvSpPr>
            <a:spLocks noChangeArrowheads="1"/>
          </p:cNvSpPr>
          <p:nvPr/>
        </p:nvSpPr>
        <p:spPr bwMode="auto">
          <a:xfrm>
            <a:off x="6625215" y="2316439"/>
            <a:ext cx="4809809" cy="4247317"/>
          </a:xfrm>
          <a:prstGeom prst="rect">
            <a:avLst/>
          </a:prstGeom>
          <a:solidFill>
            <a:schemeClr val="accent4">
              <a:lumMod val="20000"/>
              <a:lumOff val="80000"/>
            </a:schemeClr>
          </a:solidFill>
          <a:ln w="9525">
            <a:noFill/>
            <a:miter lim="800000"/>
            <a:headEnd/>
            <a:tailEnd/>
          </a:ln>
          <a:effectLst>
            <a:glow rad="101600">
              <a:schemeClr val="accent5">
                <a:satMod val="175000"/>
                <a:alpha val="4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Language Translation</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Input Sequence: A sentence in English.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Output Sequence: The same sentence translated into Spanish.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Example: "Hello, how are you?" → "Hola, ¿</a:t>
            </a:r>
            <a:r>
              <a:rPr kumimoji="0" lang="en-US" altLang="en-US" sz="1800" b="0" i="0" u="none" strike="noStrike" cap="none" normalizeH="0" baseline="0" dirty="0" err="1">
                <a:ln>
                  <a:noFill/>
                </a:ln>
                <a:solidFill>
                  <a:schemeClr val="tx1"/>
                </a:solidFill>
                <a:effectLst/>
                <a:latin typeface="Arial" panose="020B0604020202020204" pitchFamily="34" charset="0"/>
              </a:rPr>
              <a:t>cómo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estás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Speech Recognition</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Input Sequence: Audio signal of spoken words.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Output Sequence: Text representing the spoken words.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Example: Audio of "Good morning" → Text "Good morning"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A5761B98-35BB-F3ED-C652-7021739D1F2B}"/>
                  </a:ext>
                </a:extLst>
              </p14:cNvPr>
              <p14:cNvContentPartPr/>
              <p14:nvPr/>
            </p14:nvContentPartPr>
            <p14:xfrm>
              <a:off x="1209960" y="1044360"/>
              <a:ext cx="9778680" cy="5201640"/>
            </p14:xfrm>
          </p:contentPart>
        </mc:Choice>
        <mc:Fallback>
          <p:pic>
            <p:nvPicPr>
              <p:cNvPr id="2" name="Ink 1">
                <a:extLst>
                  <a:ext uri="{FF2B5EF4-FFF2-40B4-BE49-F238E27FC236}">
                    <a16:creationId xmlns:a16="http://schemas.microsoft.com/office/drawing/2014/main" id="{A5761B98-35BB-F3ED-C652-7021739D1F2B}"/>
                  </a:ext>
                </a:extLst>
              </p:cNvPr>
              <p:cNvPicPr/>
              <p:nvPr/>
            </p:nvPicPr>
            <p:blipFill>
              <a:blip r:embed="rId3"/>
              <a:stretch>
                <a:fillRect/>
              </a:stretch>
            </p:blipFill>
            <p:spPr>
              <a:xfrm>
                <a:off x="1200600" y="1035000"/>
                <a:ext cx="9797400" cy="5220360"/>
              </a:xfrm>
              <a:prstGeom prst="rect">
                <a:avLst/>
              </a:prstGeom>
            </p:spPr>
          </p:pic>
        </mc:Fallback>
      </mc:AlternateContent>
    </p:spTree>
    <p:extLst>
      <p:ext uri="{BB962C8B-B14F-4D97-AF65-F5344CB8AC3E}">
        <p14:creationId xmlns:p14="http://schemas.microsoft.com/office/powerpoint/2010/main" val="1378694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903DEF4-A243-6D05-34E1-676DAB5E0383}"/>
              </a:ext>
            </a:extLst>
          </p:cNvPr>
          <p:cNvPicPr>
            <a:picLocks noChangeAspect="1"/>
          </p:cNvPicPr>
          <p:nvPr/>
        </p:nvPicPr>
        <p:blipFill>
          <a:blip r:embed="rId2"/>
          <a:stretch>
            <a:fillRect/>
          </a:stretch>
        </p:blipFill>
        <p:spPr>
          <a:xfrm>
            <a:off x="1016830" y="757958"/>
            <a:ext cx="10158340" cy="5342083"/>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C20C048E-E84A-B48E-EB54-16C6C113EDBD}"/>
                  </a:ext>
                </a:extLst>
              </p14:cNvPr>
              <p14:cNvContentPartPr/>
              <p14:nvPr/>
            </p14:nvContentPartPr>
            <p14:xfrm>
              <a:off x="1271160" y="420120"/>
              <a:ext cx="8374680" cy="6068880"/>
            </p14:xfrm>
          </p:contentPart>
        </mc:Choice>
        <mc:Fallback>
          <p:pic>
            <p:nvPicPr>
              <p:cNvPr id="2" name="Ink 1">
                <a:extLst>
                  <a:ext uri="{FF2B5EF4-FFF2-40B4-BE49-F238E27FC236}">
                    <a16:creationId xmlns:a16="http://schemas.microsoft.com/office/drawing/2014/main" id="{C20C048E-E84A-B48E-EB54-16C6C113EDBD}"/>
                  </a:ext>
                </a:extLst>
              </p:cNvPr>
              <p:cNvPicPr/>
              <p:nvPr/>
            </p:nvPicPr>
            <p:blipFill>
              <a:blip r:embed="rId4"/>
              <a:stretch>
                <a:fillRect/>
              </a:stretch>
            </p:blipFill>
            <p:spPr>
              <a:xfrm>
                <a:off x="1261800" y="410760"/>
                <a:ext cx="8393400" cy="6087600"/>
              </a:xfrm>
              <a:prstGeom prst="rect">
                <a:avLst/>
              </a:prstGeom>
            </p:spPr>
          </p:pic>
        </mc:Fallback>
      </mc:AlternateContent>
    </p:spTree>
    <p:extLst>
      <p:ext uri="{BB962C8B-B14F-4D97-AF65-F5344CB8AC3E}">
        <p14:creationId xmlns:p14="http://schemas.microsoft.com/office/powerpoint/2010/main" val="417080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2F8F16F-2A1B-9B6D-F5A2-A6AC10A03504}"/>
              </a:ext>
            </a:extLst>
          </p:cNvPr>
          <p:cNvPicPr>
            <a:picLocks noChangeAspect="1"/>
          </p:cNvPicPr>
          <p:nvPr/>
        </p:nvPicPr>
        <p:blipFill>
          <a:blip r:embed="rId2"/>
          <a:stretch>
            <a:fillRect/>
          </a:stretch>
        </p:blipFill>
        <p:spPr>
          <a:xfrm>
            <a:off x="1329277" y="773200"/>
            <a:ext cx="9533446" cy="5311600"/>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B7F42285-3923-5C6D-B7C7-566EE8B79EFC}"/>
                  </a:ext>
                </a:extLst>
              </p14:cNvPr>
              <p14:cNvContentPartPr/>
              <p14:nvPr/>
            </p14:nvContentPartPr>
            <p14:xfrm>
              <a:off x="2082240" y="773280"/>
              <a:ext cx="4389840" cy="5740200"/>
            </p14:xfrm>
          </p:contentPart>
        </mc:Choice>
        <mc:Fallback>
          <p:pic>
            <p:nvPicPr>
              <p:cNvPr id="2" name="Ink 1">
                <a:extLst>
                  <a:ext uri="{FF2B5EF4-FFF2-40B4-BE49-F238E27FC236}">
                    <a16:creationId xmlns:a16="http://schemas.microsoft.com/office/drawing/2014/main" id="{B7F42285-3923-5C6D-B7C7-566EE8B79EFC}"/>
                  </a:ext>
                </a:extLst>
              </p:cNvPr>
              <p:cNvPicPr/>
              <p:nvPr/>
            </p:nvPicPr>
            <p:blipFill>
              <a:blip r:embed="rId4"/>
              <a:stretch>
                <a:fillRect/>
              </a:stretch>
            </p:blipFill>
            <p:spPr>
              <a:xfrm>
                <a:off x="2072880" y="763920"/>
                <a:ext cx="4408560" cy="5758920"/>
              </a:xfrm>
              <a:prstGeom prst="rect">
                <a:avLst/>
              </a:prstGeom>
            </p:spPr>
          </p:pic>
        </mc:Fallback>
      </mc:AlternateContent>
    </p:spTree>
    <p:extLst>
      <p:ext uri="{BB962C8B-B14F-4D97-AF65-F5344CB8AC3E}">
        <p14:creationId xmlns:p14="http://schemas.microsoft.com/office/powerpoint/2010/main" val="961447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350661-542D-D457-B2F7-A69953DFB140}"/>
              </a:ext>
            </a:extLst>
          </p:cNvPr>
          <p:cNvPicPr>
            <a:picLocks noChangeAspect="1"/>
          </p:cNvPicPr>
          <p:nvPr/>
        </p:nvPicPr>
        <p:blipFill>
          <a:blip r:embed="rId2"/>
          <a:stretch>
            <a:fillRect/>
          </a:stretch>
        </p:blipFill>
        <p:spPr>
          <a:xfrm>
            <a:off x="1462638" y="868458"/>
            <a:ext cx="9266723" cy="5121084"/>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2075DB00-BB16-7AD6-7E2E-F67383FE507B}"/>
                  </a:ext>
                </a:extLst>
              </p14:cNvPr>
              <p14:cNvContentPartPr/>
              <p14:nvPr/>
            </p14:nvContentPartPr>
            <p14:xfrm>
              <a:off x="2191680" y="740160"/>
              <a:ext cx="4204800" cy="5667840"/>
            </p14:xfrm>
          </p:contentPart>
        </mc:Choice>
        <mc:Fallback>
          <p:pic>
            <p:nvPicPr>
              <p:cNvPr id="2" name="Ink 1">
                <a:extLst>
                  <a:ext uri="{FF2B5EF4-FFF2-40B4-BE49-F238E27FC236}">
                    <a16:creationId xmlns:a16="http://schemas.microsoft.com/office/drawing/2014/main" id="{2075DB00-BB16-7AD6-7E2E-F67383FE507B}"/>
                  </a:ext>
                </a:extLst>
              </p:cNvPr>
              <p:cNvPicPr/>
              <p:nvPr/>
            </p:nvPicPr>
            <p:blipFill>
              <a:blip r:embed="rId4"/>
              <a:stretch>
                <a:fillRect/>
              </a:stretch>
            </p:blipFill>
            <p:spPr>
              <a:xfrm>
                <a:off x="2182320" y="730800"/>
                <a:ext cx="4223520" cy="5686560"/>
              </a:xfrm>
              <a:prstGeom prst="rect">
                <a:avLst/>
              </a:prstGeom>
            </p:spPr>
          </p:pic>
        </mc:Fallback>
      </mc:AlternateContent>
    </p:spTree>
    <p:extLst>
      <p:ext uri="{BB962C8B-B14F-4D97-AF65-F5344CB8AC3E}">
        <p14:creationId xmlns:p14="http://schemas.microsoft.com/office/powerpoint/2010/main" val="1408228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064C0D-3010-F734-8C5D-6B4FA4DC3AE1}"/>
              </a:ext>
            </a:extLst>
          </p:cNvPr>
          <p:cNvPicPr>
            <a:picLocks noChangeAspect="1"/>
          </p:cNvPicPr>
          <p:nvPr/>
        </p:nvPicPr>
        <p:blipFill>
          <a:blip r:embed="rId2"/>
          <a:stretch>
            <a:fillRect/>
          </a:stretch>
        </p:blipFill>
        <p:spPr>
          <a:xfrm>
            <a:off x="948298" y="655098"/>
            <a:ext cx="9038103" cy="5128704"/>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86A25443-5F62-F121-5AF6-1D69C22B06BF}"/>
                  </a:ext>
                </a:extLst>
              </p14:cNvPr>
              <p14:cNvContentPartPr/>
              <p14:nvPr/>
            </p14:nvContentPartPr>
            <p14:xfrm>
              <a:off x="1094400" y="460800"/>
              <a:ext cx="4957920" cy="5832000"/>
            </p14:xfrm>
          </p:contentPart>
        </mc:Choice>
        <mc:Fallback>
          <p:pic>
            <p:nvPicPr>
              <p:cNvPr id="2" name="Ink 1">
                <a:extLst>
                  <a:ext uri="{FF2B5EF4-FFF2-40B4-BE49-F238E27FC236}">
                    <a16:creationId xmlns:a16="http://schemas.microsoft.com/office/drawing/2014/main" id="{86A25443-5F62-F121-5AF6-1D69C22B06BF}"/>
                  </a:ext>
                </a:extLst>
              </p:cNvPr>
              <p:cNvPicPr/>
              <p:nvPr/>
            </p:nvPicPr>
            <p:blipFill>
              <a:blip r:embed="rId4"/>
              <a:stretch>
                <a:fillRect/>
              </a:stretch>
            </p:blipFill>
            <p:spPr>
              <a:xfrm>
                <a:off x="1085040" y="451440"/>
                <a:ext cx="4976640" cy="5850720"/>
              </a:xfrm>
              <a:prstGeom prst="rect">
                <a:avLst/>
              </a:prstGeom>
            </p:spPr>
          </p:pic>
        </mc:Fallback>
      </mc:AlternateContent>
    </p:spTree>
    <p:extLst>
      <p:ext uri="{BB962C8B-B14F-4D97-AF65-F5344CB8AC3E}">
        <p14:creationId xmlns:p14="http://schemas.microsoft.com/office/powerpoint/2010/main" val="35207518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AA474011-A49D-4C7A-BF41-0ACD0A2693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6D72081E-AD41-4FBB-B02B-698A68DBCA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421890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25960ACD-FAA1-8B68-9CA3-895944E33791}"/>
              </a:ext>
            </a:extLst>
          </p:cNvPr>
          <p:cNvSpPr txBox="1"/>
          <p:nvPr/>
        </p:nvSpPr>
        <p:spPr>
          <a:xfrm>
            <a:off x="1051560" y="4444332"/>
            <a:ext cx="3558466" cy="1645920"/>
          </a:xfrm>
          <a:prstGeom prst="rect">
            <a:avLst/>
          </a:prstGeom>
          <a:scene3d>
            <a:camera prst="orthographicFront">
              <a:rot lat="0" lon="0" rev="0"/>
            </a:camera>
            <a:lightRig rig="balanced" dir="t">
              <a:rot lat="0" lon="0" rev="8700000"/>
            </a:lightRig>
          </a:scene3d>
        </p:spPr>
        <p:txBody>
          <a:bodyPr vert="horz" lIns="91440" tIns="45720" rIns="91440" bIns="45720" rtlCol="0" anchor="ctr">
            <a:normAutofit/>
          </a:bodyPr>
          <a:lstStyle/>
          <a:p>
            <a:pPr>
              <a:lnSpc>
                <a:spcPct val="90000"/>
              </a:lnSpc>
              <a:spcBef>
                <a:spcPct val="0"/>
              </a:spcBef>
              <a:spcAft>
                <a:spcPts val="600"/>
              </a:spcAft>
            </a:pPr>
            <a:r>
              <a:rPr lang="en-US" sz="3200" b="1" i="0" kern="1200">
                <a:solidFill>
                  <a:schemeClr val="tx1"/>
                </a:solidFill>
                <a:effectLst/>
                <a:latin typeface="+mj-lt"/>
                <a:ea typeface="+mj-ea"/>
                <a:cs typeface="+mj-cs"/>
              </a:rPr>
              <a:t>What Are Transformer Models?</a:t>
            </a:r>
          </a:p>
        </p:txBody>
      </p:sp>
      <p:pic>
        <p:nvPicPr>
          <p:cNvPr id="9" name="Picture 8">
            <a:extLst>
              <a:ext uri="{FF2B5EF4-FFF2-40B4-BE49-F238E27FC236}">
                <a16:creationId xmlns:a16="http://schemas.microsoft.com/office/drawing/2014/main" id="{0D81C4E0-D3D0-450F-5324-5C8F3738CD1D}"/>
              </a:ext>
            </a:extLst>
          </p:cNvPr>
          <p:cNvPicPr>
            <a:picLocks noChangeAspect="1"/>
          </p:cNvPicPr>
          <p:nvPr/>
        </p:nvPicPr>
        <p:blipFill>
          <a:blip r:embed="rId2"/>
          <a:stretch>
            <a:fillRect/>
          </a:stretch>
        </p:blipFill>
        <p:spPr>
          <a:xfrm>
            <a:off x="557784" y="714353"/>
            <a:ext cx="11164824" cy="2930765"/>
          </a:xfrm>
          <a:prstGeom prst="rect">
            <a:avLst/>
          </a:prstGeom>
        </p:spPr>
      </p:pic>
      <p:sp>
        <p:nvSpPr>
          <p:cNvPr id="18" name="Rectangle 17">
            <a:extLst>
              <a:ext uri="{FF2B5EF4-FFF2-40B4-BE49-F238E27FC236}">
                <a16:creationId xmlns:a16="http://schemas.microsoft.com/office/drawing/2014/main" id="{716248AD-805F-41BF-9B57-FC53E5B32F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491151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20" name="Rectangle 19">
            <a:extLst>
              <a:ext uri="{FF2B5EF4-FFF2-40B4-BE49-F238E27FC236}">
                <a16:creationId xmlns:a16="http://schemas.microsoft.com/office/drawing/2014/main" id="{1F82758F-B2B3-4F0A-BB90-4BFFEDD166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525441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 name="TextBox 6">
            <a:extLst>
              <a:ext uri="{FF2B5EF4-FFF2-40B4-BE49-F238E27FC236}">
                <a16:creationId xmlns:a16="http://schemas.microsoft.com/office/drawing/2014/main" id="{7B1F6399-B04A-EA46-96E6-417894523C6F}"/>
              </a:ext>
            </a:extLst>
          </p:cNvPr>
          <p:cNvSpPr txBox="1"/>
          <p:nvPr/>
        </p:nvSpPr>
        <p:spPr>
          <a:xfrm>
            <a:off x="5349240" y="4440602"/>
            <a:ext cx="6007608" cy="1645920"/>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a:t>A </a:t>
            </a:r>
            <a:r>
              <a:rPr lang="en-US" b="1"/>
              <a:t>transformer model</a:t>
            </a:r>
            <a:r>
              <a:rPr lang="en-US"/>
              <a:t> is an AI model that understands and generates text by learning patterns from large amounts of data. Instead of using RNNs, it uses </a:t>
            </a:r>
            <a:r>
              <a:rPr lang="en-US" b="1"/>
              <a:t>attention</a:t>
            </a:r>
            <a:r>
              <a:rPr lang="en-US"/>
              <a:t> to understand how words relate to each other, which helps it capture context better and perform well on language tasks.</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BC85E034-D0F0-318C-1B57-2BD43474D1DF}"/>
                  </a:ext>
                </a:extLst>
              </p14:cNvPr>
              <p14:cNvContentPartPr/>
              <p14:nvPr/>
            </p14:nvContentPartPr>
            <p14:xfrm>
              <a:off x="4088880" y="1131840"/>
              <a:ext cx="6085440" cy="4580640"/>
            </p14:xfrm>
          </p:contentPart>
        </mc:Choice>
        <mc:Fallback>
          <p:pic>
            <p:nvPicPr>
              <p:cNvPr id="2" name="Ink 1">
                <a:extLst>
                  <a:ext uri="{FF2B5EF4-FFF2-40B4-BE49-F238E27FC236}">
                    <a16:creationId xmlns:a16="http://schemas.microsoft.com/office/drawing/2014/main" id="{BC85E034-D0F0-318C-1B57-2BD43474D1DF}"/>
                  </a:ext>
                </a:extLst>
              </p:cNvPr>
              <p:cNvPicPr/>
              <p:nvPr/>
            </p:nvPicPr>
            <p:blipFill>
              <a:blip r:embed="rId4"/>
              <a:stretch>
                <a:fillRect/>
              </a:stretch>
            </p:blipFill>
            <p:spPr>
              <a:xfrm>
                <a:off x="4079520" y="1122480"/>
                <a:ext cx="6104160" cy="4599360"/>
              </a:xfrm>
              <a:prstGeom prst="rect">
                <a:avLst/>
              </a:prstGeom>
            </p:spPr>
          </p:pic>
        </mc:Fallback>
      </mc:AlternateContent>
    </p:spTree>
    <p:extLst>
      <p:ext uri="{BB962C8B-B14F-4D97-AF65-F5344CB8AC3E}">
        <p14:creationId xmlns:p14="http://schemas.microsoft.com/office/powerpoint/2010/main" val="2700723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4F9D7D-047B-813D-D9CE-8BA4B76C3072}"/>
              </a:ext>
            </a:extLst>
          </p:cNvPr>
          <p:cNvSpPr txBox="1"/>
          <p:nvPr/>
        </p:nvSpPr>
        <p:spPr>
          <a:xfrm>
            <a:off x="630936" y="640080"/>
            <a:ext cx="4818888" cy="1481328"/>
          </a:xfrm>
          <a:prstGeom prst="rect">
            <a:avLst/>
          </a:prstGeom>
          <a:scene3d>
            <a:camera prst="orthographicFront">
              <a:rot lat="0" lon="0" rev="0"/>
            </a:camera>
            <a:lightRig rig="balanced" dir="t">
              <a:rot lat="0" lon="0" rev="8700000"/>
            </a:lightRig>
          </a:scene3d>
        </p:spPr>
        <p:txBody>
          <a:bodyPr vert="horz" lIns="91440" tIns="45720" rIns="91440" bIns="45720" rtlCol="0" anchor="b">
            <a:normAutofit/>
          </a:bodyPr>
          <a:lstStyle/>
          <a:p>
            <a:pPr>
              <a:lnSpc>
                <a:spcPct val="90000"/>
              </a:lnSpc>
              <a:spcBef>
                <a:spcPct val="0"/>
              </a:spcBef>
              <a:spcAft>
                <a:spcPts val="600"/>
              </a:spcAft>
            </a:pPr>
            <a:r>
              <a:rPr lang="en-US" sz="5000" b="1" i="0" kern="1200">
                <a:solidFill>
                  <a:schemeClr val="tx1"/>
                </a:solidFill>
                <a:effectLst/>
                <a:latin typeface="+mj-lt"/>
                <a:ea typeface="+mj-ea"/>
                <a:cs typeface="+mj-cs"/>
              </a:rPr>
              <a:t>The Transformer Architecture</a:t>
            </a:r>
          </a:p>
        </p:txBody>
      </p:sp>
      <p:sp>
        <p:nvSpPr>
          <p:cNvPr id="6" name="TextBox 5">
            <a:extLst>
              <a:ext uri="{FF2B5EF4-FFF2-40B4-BE49-F238E27FC236}">
                <a16:creationId xmlns:a16="http://schemas.microsoft.com/office/drawing/2014/main" id="{7023BCCA-08C1-B1AA-A432-E27B2C48C7C7}"/>
              </a:ext>
            </a:extLst>
          </p:cNvPr>
          <p:cNvSpPr txBox="1"/>
          <p:nvPr/>
        </p:nvSpPr>
        <p:spPr>
          <a:xfrm>
            <a:off x="630936" y="2660904"/>
            <a:ext cx="4818888" cy="3547872"/>
          </a:xfrm>
          <a:prstGeom prst="rect">
            <a:avLst/>
          </a:prstGeom>
          <a:solidFill>
            <a:schemeClr val="accent6">
              <a:lumMod val="20000"/>
              <a:lumOff val="8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200" b="0" i="0" dirty="0">
                <a:effectLst/>
              </a:rPr>
              <a:t>The encoder takes in our input and outputs a matrix representation of that input. For instance, the English sentence “How are you?”</a:t>
            </a:r>
          </a:p>
          <a:p>
            <a:pPr>
              <a:lnSpc>
                <a:spcPct val="90000"/>
              </a:lnSpc>
              <a:spcAft>
                <a:spcPts val="600"/>
              </a:spcAft>
            </a:pPr>
            <a:endParaRPr lang="en-US" sz="2200" b="0" i="0" dirty="0">
              <a:effectLst/>
            </a:endParaRPr>
          </a:p>
          <a:p>
            <a:pPr indent="-228600">
              <a:lnSpc>
                <a:spcPct val="90000"/>
              </a:lnSpc>
              <a:spcAft>
                <a:spcPts val="600"/>
              </a:spcAft>
              <a:buFont typeface="Arial" panose="020B0604020202020204" pitchFamily="34" charset="0"/>
              <a:buChar char="•"/>
            </a:pPr>
            <a:r>
              <a:rPr lang="en-US" sz="2200" b="0" i="0" dirty="0">
                <a:effectLst/>
              </a:rPr>
              <a:t>The decoder takes in that encoded representation and iteratively generates an output. In our example, the translated sentence “¿</a:t>
            </a:r>
            <a:r>
              <a:rPr lang="en-US" sz="2200" b="0" i="0" dirty="0" err="1">
                <a:effectLst/>
              </a:rPr>
              <a:t>Cómo</a:t>
            </a:r>
            <a:r>
              <a:rPr lang="en-US" sz="2200" b="0" i="0" dirty="0">
                <a:effectLst/>
              </a:rPr>
              <a:t> </a:t>
            </a:r>
            <a:r>
              <a:rPr lang="en-US" sz="2200" b="0" i="0" dirty="0" err="1">
                <a:effectLst/>
              </a:rPr>
              <a:t>estás</a:t>
            </a:r>
            <a:r>
              <a:rPr lang="en-US" sz="2200" b="0" i="0" dirty="0">
                <a:effectLst/>
              </a:rPr>
              <a:t>?”</a:t>
            </a:r>
          </a:p>
        </p:txBody>
      </p:sp>
      <p:pic>
        <p:nvPicPr>
          <p:cNvPr id="4" name="Picture 3" descr="A diagram of a process&#10;&#10;Description automatically generated">
            <a:extLst>
              <a:ext uri="{FF2B5EF4-FFF2-40B4-BE49-F238E27FC236}">
                <a16:creationId xmlns:a16="http://schemas.microsoft.com/office/drawing/2014/main" id="{027B5343-5DDF-333E-D576-E81659F5F6FE}"/>
              </a:ext>
            </a:extLst>
          </p:cNvPr>
          <p:cNvPicPr>
            <a:picLocks noChangeAspect="1"/>
          </p:cNvPicPr>
          <p:nvPr/>
        </p:nvPicPr>
        <p:blipFill>
          <a:blip r:embed="rId2"/>
          <a:stretch>
            <a:fillRect/>
          </a:stretch>
        </p:blipFill>
        <p:spPr>
          <a:xfrm>
            <a:off x="6099048" y="1607070"/>
            <a:ext cx="5458968" cy="3643860"/>
          </a:xfrm>
          <a:prstGeom prst="rect">
            <a:avLst/>
          </a:prstGeom>
        </p:spPr>
      </p:pic>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A8C91623-438A-1081-6D33-AD53F3A3BC25}"/>
                  </a:ext>
                </a:extLst>
              </p14:cNvPr>
              <p14:cNvContentPartPr/>
              <p14:nvPr/>
            </p14:nvContentPartPr>
            <p14:xfrm>
              <a:off x="6225840" y="1549800"/>
              <a:ext cx="5195880" cy="3744000"/>
            </p14:xfrm>
          </p:contentPart>
        </mc:Choice>
        <mc:Fallback>
          <p:pic>
            <p:nvPicPr>
              <p:cNvPr id="3" name="Ink 2">
                <a:extLst>
                  <a:ext uri="{FF2B5EF4-FFF2-40B4-BE49-F238E27FC236}">
                    <a16:creationId xmlns:a16="http://schemas.microsoft.com/office/drawing/2014/main" id="{A8C91623-438A-1081-6D33-AD53F3A3BC25}"/>
                  </a:ext>
                </a:extLst>
              </p:cNvPr>
              <p:cNvPicPr/>
              <p:nvPr/>
            </p:nvPicPr>
            <p:blipFill>
              <a:blip r:embed="rId4"/>
              <a:stretch>
                <a:fillRect/>
              </a:stretch>
            </p:blipFill>
            <p:spPr>
              <a:xfrm>
                <a:off x="6216480" y="1540440"/>
                <a:ext cx="5214600" cy="3762720"/>
              </a:xfrm>
              <a:prstGeom prst="rect">
                <a:avLst/>
              </a:prstGeom>
            </p:spPr>
          </p:pic>
        </mc:Fallback>
      </mc:AlternateContent>
    </p:spTree>
    <p:extLst>
      <p:ext uri="{BB962C8B-B14F-4D97-AF65-F5344CB8AC3E}">
        <p14:creationId xmlns:p14="http://schemas.microsoft.com/office/powerpoint/2010/main" val="3705706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FDAC05-038D-F66C-08AE-8BA4742ACE36}"/>
              </a:ext>
            </a:extLst>
          </p:cNvPr>
          <p:cNvSpPr txBox="1"/>
          <p:nvPr/>
        </p:nvSpPr>
        <p:spPr>
          <a:xfrm>
            <a:off x="176022" y="467005"/>
            <a:ext cx="11354562" cy="1754326"/>
          </a:xfrm>
          <a:prstGeom prst="rect">
            <a:avLst/>
          </a:prstGeom>
          <a:solidFill>
            <a:schemeClr val="accent6">
              <a:lumMod val="20000"/>
              <a:lumOff val="80000"/>
            </a:schemeClr>
          </a:solidFill>
          <a:ln>
            <a:solidFill>
              <a:schemeClr val="tx1"/>
            </a:solidFill>
          </a:ln>
          <a:effectLst>
            <a:innerShdw blurRad="63500" dist="50800" dir="13500000">
              <a:prstClr val="black">
                <a:alpha val="50000"/>
              </a:prstClr>
            </a:innerShdw>
          </a:effectLst>
        </p:spPr>
        <p:txBody>
          <a:bodyPr wrap="square">
            <a:spAutoFit/>
          </a:bodyPr>
          <a:lstStyle/>
          <a:p>
            <a:r>
              <a:rPr lang="en-US" b="0" i="0" dirty="0">
                <a:effectLst/>
                <a:latin typeface="Studio-Feixen-Sans"/>
              </a:rPr>
              <a:t>Encoder and the decoder are actually a stack with multiple layers (same number for each). All encoders present the same structure, and the input gets into each of them and is passed to the next one. All decoders present the same structure as well and get the input from the last encoder and the previous decoder.</a:t>
            </a:r>
          </a:p>
          <a:p>
            <a:endParaRPr lang="en-US" dirty="0">
              <a:latin typeface="Studio-Feixen-Sans"/>
            </a:endParaRPr>
          </a:p>
          <a:p>
            <a:r>
              <a:rPr lang="en-US" b="0" i="0" dirty="0">
                <a:solidFill>
                  <a:srgbClr val="05192D"/>
                </a:solidFill>
                <a:effectLst/>
                <a:latin typeface="Studio-Feixen-Sans"/>
              </a:rPr>
              <a:t>The original architecture consisted of 6 encoders and 6 decoders, but we can replicate as many layers as we want. So let’s assume N layers of each.</a:t>
            </a:r>
            <a:endParaRPr lang="en-IN" dirty="0"/>
          </a:p>
        </p:txBody>
      </p:sp>
      <p:pic>
        <p:nvPicPr>
          <p:cNvPr id="5" name="Picture 4">
            <a:extLst>
              <a:ext uri="{FF2B5EF4-FFF2-40B4-BE49-F238E27FC236}">
                <a16:creationId xmlns:a16="http://schemas.microsoft.com/office/drawing/2014/main" id="{8708D811-931F-37CF-6AEC-7919DB560020}"/>
              </a:ext>
            </a:extLst>
          </p:cNvPr>
          <p:cNvPicPr>
            <a:picLocks noChangeAspect="1"/>
          </p:cNvPicPr>
          <p:nvPr/>
        </p:nvPicPr>
        <p:blipFill>
          <a:blip r:embed="rId2"/>
          <a:stretch>
            <a:fillRect/>
          </a:stretch>
        </p:blipFill>
        <p:spPr>
          <a:xfrm>
            <a:off x="3496650" y="3145425"/>
            <a:ext cx="3863675" cy="2560542"/>
          </a:xfrm>
          <a:prstGeom prst="rect">
            <a:avLst/>
          </a:prstGeom>
          <a:ln>
            <a:noFill/>
          </a:ln>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675F1892-7E35-F9A2-7EB9-DE050A2300CD}"/>
                  </a:ext>
                </a:extLst>
              </p14:cNvPr>
              <p14:cNvContentPartPr/>
              <p14:nvPr/>
            </p14:nvContentPartPr>
            <p14:xfrm>
              <a:off x="2670840" y="2510640"/>
              <a:ext cx="7941240" cy="3375360"/>
            </p14:xfrm>
          </p:contentPart>
        </mc:Choice>
        <mc:Fallback>
          <p:pic>
            <p:nvPicPr>
              <p:cNvPr id="2" name="Ink 1">
                <a:extLst>
                  <a:ext uri="{FF2B5EF4-FFF2-40B4-BE49-F238E27FC236}">
                    <a16:creationId xmlns:a16="http://schemas.microsoft.com/office/drawing/2014/main" id="{675F1892-7E35-F9A2-7EB9-DE050A2300CD}"/>
                  </a:ext>
                </a:extLst>
              </p:cNvPr>
              <p:cNvPicPr/>
              <p:nvPr/>
            </p:nvPicPr>
            <p:blipFill>
              <a:blip r:embed="rId4"/>
              <a:stretch>
                <a:fillRect/>
              </a:stretch>
            </p:blipFill>
            <p:spPr>
              <a:xfrm>
                <a:off x="2661480" y="2501280"/>
                <a:ext cx="7959960" cy="33940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FEF87473-18D9-C222-DFA5-39A5D93709A0}"/>
                  </a:ext>
                </a:extLst>
              </p14:cNvPr>
              <p14:cNvContentPartPr/>
              <p14:nvPr/>
            </p14:nvContentPartPr>
            <p14:xfrm>
              <a:off x="3581280" y="742680"/>
              <a:ext cx="4355640" cy="4332960"/>
            </p14:xfrm>
          </p:contentPart>
        </mc:Choice>
        <mc:Fallback>
          <p:pic>
            <p:nvPicPr>
              <p:cNvPr id="4" name="Ink 3">
                <a:extLst>
                  <a:ext uri="{FF2B5EF4-FFF2-40B4-BE49-F238E27FC236}">
                    <a16:creationId xmlns:a16="http://schemas.microsoft.com/office/drawing/2014/main" id="{FEF87473-18D9-C222-DFA5-39A5D93709A0}"/>
                  </a:ext>
                </a:extLst>
              </p:cNvPr>
              <p:cNvPicPr/>
              <p:nvPr/>
            </p:nvPicPr>
            <p:blipFill>
              <a:blip r:embed="rId6"/>
              <a:stretch>
                <a:fillRect/>
              </a:stretch>
            </p:blipFill>
            <p:spPr>
              <a:xfrm>
                <a:off x="3571920" y="733320"/>
                <a:ext cx="4374360" cy="4351680"/>
              </a:xfrm>
              <a:prstGeom prst="rect">
                <a:avLst/>
              </a:prstGeom>
            </p:spPr>
          </p:pic>
        </mc:Fallback>
      </mc:AlternateContent>
    </p:spTree>
    <p:extLst>
      <p:ext uri="{BB962C8B-B14F-4D97-AF65-F5344CB8AC3E}">
        <p14:creationId xmlns:p14="http://schemas.microsoft.com/office/powerpoint/2010/main" val="4977094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descr="A diagram of a software system&#10;&#10;AI-generated content may be incorrect.">
            <a:extLst>
              <a:ext uri="{FF2B5EF4-FFF2-40B4-BE49-F238E27FC236}">
                <a16:creationId xmlns:a16="http://schemas.microsoft.com/office/drawing/2014/main" id="{54371014-6B4C-27D6-70D0-B23C5BCDB758}"/>
              </a:ext>
            </a:extLst>
          </p:cNvPr>
          <p:cNvPicPr>
            <a:picLocks noChangeAspect="1"/>
          </p:cNvPicPr>
          <p:nvPr/>
        </p:nvPicPr>
        <p:blipFill>
          <a:blip r:embed="rId2"/>
          <a:stretch>
            <a:fillRect/>
          </a:stretch>
        </p:blipFill>
        <p:spPr>
          <a:xfrm>
            <a:off x="3442779" y="643466"/>
            <a:ext cx="5306442" cy="5571067"/>
          </a:xfrm>
          <a:prstGeom prst="rect">
            <a:avLst/>
          </a:prstGeom>
        </p:spPr>
      </p:pic>
      <p:sp>
        <p:nvSpPr>
          <p:cNvPr id="4" name="AutoShape 2">
            <a:extLst>
              <a:ext uri="{FF2B5EF4-FFF2-40B4-BE49-F238E27FC236}">
                <a16:creationId xmlns:a16="http://schemas.microsoft.com/office/drawing/2014/main" id="{582F661B-5A77-B96F-1965-AABB44632AE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4">
            <a:extLst>
              <a:ext uri="{FF2B5EF4-FFF2-40B4-BE49-F238E27FC236}">
                <a16:creationId xmlns:a16="http://schemas.microsoft.com/office/drawing/2014/main" id="{BD22B918-A730-26AD-2EE0-808F703293BF}"/>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TextBox 9">
            <a:extLst>
              <a:ext uri="{FF2B5EF4-FFF2-40B4-BE49-F238E27FC236}">
                <a16:creationId xmlns:a16="http://schemas.microsoft.com/office/drawing/2014/main" id="{726FA398-813E-809A-A7FA-B308462CF77B}"/>
              </a:ext>
            </a:extLst>
          </p:cNvPr>
          <p:cNvSpPr txBox="1"/>
          <p:nvPr/>
        </p:nvSpPr>
        <p:spPr>
          <a:xfrm>
            <a:off x="395617" y="578935"/>
            <a:ext cx="1955697" cy="369332"/>
          </a:xfrm>
          <a:prstGeom prst="rect">
            <a:avLst/>
          </a:prstGeom>
          <a:noFill/>
        </p:spPr>
        <p:txBody>
          <a:bodyPr wrap="square">
            <a:spAutoFit/>
          </a:bodyPr>
          <a:lstStyle/>
          <a:p>
            <a:r>
              <a:rPr lang="en-IN" b="1">
                <a:solidFill>
                  <a:srgbClr val="05192D"/>
                </a:solidFill>
                <a:latin typeface="Studio-Feixen-Sans"/>
              </a:rPr>
              <a:t>A</a:t>
            </a:r>
            <a:r>
              <a:rPr lang="en-IN" b="1" i="0">
                <a:solidFill>
                  <a:srgbClr val="05192D"/>
                </a:solidFill>
                <a:effectLst/>
                <a:latin typeface="Studio-Feixen-Sans"/>
              </a:rPr>
              <a:t>rchitecture</a:t>
            </a:r>
            <a:endParaRPr lang="en-IN" b="1" dirty="0"/>
          </a:p>
        </p:txBody>
      </p:sp>
    </p:spTree>
    <p:extLst>
      <p:ext uri="{BB962C8B-B14F-4D97-AF65-F5344CB8AC3E}">
        <p14:creationId xmlns:p14="http://schemas.microsoft.com/office/powerpoint/2010/main" val="4241019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69AD1E-7589-DABC-B07B-4E5181BC79A1}"/>
              </a:ext>
            </a:extLst>
          </p:cNvPr>
          <p:cNvSpPr txBox="1"/>
          <p:nvPr/>
        </p:nvSpPr>
        <p:spPr>
          <a:xfrm>
            <a:off x="630936" y="640080"/>
            <a:ext cx="4818888" cy="1481328"/>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000" b="1" i="0" kern="1200">
                <a:solidFill>
                  <a:schemeClr val="tx1"/>
                </a:solidFill>
                <a:effectLst/>
                <a:latin typeface="+mj-lt"/>
                <a:ea typeface="+mj-ea"/>
                <a:cs typeface="+mj-cs"/>
              </a:rPr>
              <a:t>The Encoder Workflow</a:t>
            </a:r>
          </a:p>
        </p:txBody>
      </p:sp>
      <p:sp>
        <p:nvSpPr>
          <p:cNvPr id="5" name="TextBox 4">
            <a:extLst>
              <a:ext uri="{FF2B5EF4-FFF2-40B4-BE49-F238E27FC236}">
                <a16:creationId xmlns:a16="http://schemas.microsoft.com/office/drawing/2014/main" id="{443550A4-D8C2-B01D-F98D-CDA1E2ADC72B}"/>
              </a:ext>
            </a:extLst>
          </p:cNvPr>
          <p:cNvSpPr txBox="1"/>
          <p:nvPr/>
        </p:nvSpPr>
        <p:spPr>
          <a:xfrm>
            <a:off x="630936" y="2660904"/>
            <a:ext cx="4818888" cy="354787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400" dirty="0"/>
              <a:t>The </a:t>
            </a:r>
            <a:r>
              <a:rPr lang="en-US" sz="2400" b="1" dirty="0"/>
              <a:t>encoder</a:t>
            </a:r>
            <a:r>
              <a:rPr lang="en-US" sz="2400" dirty="0"/>
              <a:t> is a key part of the Transformer. Its main job is to turn input tokens into representations that include </a:t>
            </a:r>
            <a:r>
              <a:rPr lang="en-US" sz="2400" b="1" dirty="0"/>
              <a:t>context</a:t>
            </a:r>
            <a:r>
              <a:rPr lang="en-US" sz="2400" dirty="0"/>
              <a:t>. Instead of treating each token separately, the encoder understands each token based on </a:t>
            </a:r>
            <a:r>
              <a:rPr lang="en-US" sz="2400" b="1" dirty="0"/>
              <a:t>the entire sequence</a:t>
            </a:r>
            <a:r>
              <a:rPr lang="en-US" sz="2400" dirty="0"/>
              <a:t>.</a:t>
            </a:r>
            <a:endParaRPr lang="en-US" sz="2200" dirty="0"/>
          </a:p>
        </p:txBody>
      </p:sp>
      <p:pic>
        <p:nvPicPr>
          <p:cNvPr id="7" name="Picture 6">
            <a:extLst>
              <a:ext uri="{FF2B5EF4-FFF2-40B4-BE49-F238E27FC236}">
                <a16:creationId xmlns:a16="http://schemas.microsoft.com/office/drawing/2014/main" id="{684E6235-83B7-E899-947C-AA8E7D08DE26}"/>
              </a:ext>
            </a:extLst>
          </p:cNvPr>
          <p:cNvPicPr>
            <a:picLocks noChangeAspect="1"/>
          </p:cNvPicPr>
          <p:nvPr/>
        </p:nvPicPr>
        <p:blipFill>
          <a:blip r:embed="rId2"/>
          <a:stretch>
            <a:fillRect/>
          </a:stretch>
        </p:blipFill>
        <p:spPr>
          <a:xfrm>
            <a:off x="6890232" y="640080"/>
            <a:ext cx="3876599" cy="5577840"/>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BA213EFC-83B2-83A8-0714-9B49FC65E420}"/>
                  </a:ext>
                </a:extLst>
              </p14:cNvPr>
              <p14:cNvContentPartPr/>
              <p14:nvPr/>
            </p14:nvContentPartPr>
            <p14:xfrm>
              <a:off x="796320" y="1270440"/>
              <a:ext cx="7699320" cy="5335200"/>
            </p14:xfrm>
          </p:contentPart>
        </mc:Choice>
        <mc:Fallback>
          <p:pic>
            <p:nvPicPr>
              <p:cNvPr id="2" name="Ink 1">
                <a:extLst>
                  <a:ext uri="{FF2B5EF4-FFF2-40B4-BE49-F238E27FC236}">
                    <a16:creationId xmlns:a16="http://schemas.microsoft.com/office/drawing/2014/main" id="{BA213EFC-83B2-83A8-0714-9B49FC65E420}"/>
                  </a:ext>
                </a:extLst>
              </p:cNvPr>
              <p:cNvPicPr/>
              <p:nvPr/>
            </p:nvPicPr>
            <p:blipFill>
              <a:blip r:embed="rId4"/>
              <a:stretch>
                <a:fillRect/>
              </a:stretch>
            </p:blipFill>
            <p:spPr>
              <a:xfrm>
                <a:off x="786960" y="1261080"/>
                <a:ext cx="7718040" cy="53539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406850D3-1F3B-9EBF-3B3E-4AFFD4F044A0}"/>
                  </a:ext>
                </a:extLst>
              </p14:cNvPr>
              <p14:cNvContentPartPr/>
              <p14:nvPr/>
            </p14:nvContentPartPr>
            <p14:xfrm>
              <a:off x="8561880" y="2160"/>
              <a:ext cx="2976840" cy="6324840"/>
            </p14:xfrm>
          </p:contentPart>
        </mc:Choice>
        <mc:Fallback>
          <p:pic>
            <p:nvPicPr>
              <p:cNvPr id="4" name="Ink 3">
                <a:extLst>
                  <a:ext uri="{FF2B5EF4-FFF2-40B4-BE49-F238E27FC236}">
                    <a16:creationId xmlns:a16="http://schemas.microsoft.com/office/drawing/2014/main" id="{406850D3-1F3B-9EBF-3B3E-4AFFD4F044A0}"/>
                  </a:ext>
                </a:extLst>
              </p:cNvPr>
              <p:cNvPicPr/>
              <p:nvPr/>
            </p:nvPicPr>
            <p:blipFill>
              <a:blip r:embed="rId6"/>
              <a:stretch>
                <a:fillRect/>
              </a:stretch>
            </p:blipFill>
            <p:spPr>
              <a:xfrm>
                <a:off x="8552520" y="-7200"/>
                <a:ext cx="2995560" cy="6343560"/>
              </a:xfrm>
              <a:prstGeom prst="rect">
                <a:avLst/>
              </a:prstGeom>
            </p:spPr>
          </p:pic>
        </mc:Fallback>
      </mc:AlternateContent>
    </p:spTree>
    <p:extLst>
      <p:ext uri="{BB962C8B-B14F-4D97-AF65-F5344CB8AC3E}">
        <p14:creationId xmlns:p14="http://schemas.microsoft.com/office/powerpoint/2010/main" val="13801684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38F8C5-E06D-6962-5155-9E90265D60E6}"/>
              </a:ext>
            </a:extLst>
          </p:cNvPr>
          <p:cNvSpPr txBox="1"/>
          <p:nvPr/>
        </p:nvSpPr>
        <p:spPr>
          <a:xfrm>
            <a:off x="630936" y="502920"/>
            <a:ext cx="3419856" cy="146304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100" b="1" i="0" kern="1200" dirty="0">
                <a:solidFill>
                  <a:schemeClr val="tx1"/>
                </a:solidFill>
                <a:effectLst/>
                <a:latin typeface="+mj-lt"/>
                <a:ea typeface="+mj-ea"/>
                <a:cs typeface="+mj-cs"/>
              </a:rPr>
              <a:t>Input Embeddings</a:t>
            </a:r>
          </a:p>
        </p:txBody>
      </p:sp>
      <p:sp>
        <p:nvSpPr>
          <p:cNvPr id="7" name="TextBox 6">
            <a:extLst>
              <a:ext uri="{FF2B5EF4-FFF2-40B4-BE49-F238E27FC236}">
                <a16:creationId xmlns:a16="http://schemas.microsoft.com/office/drawing/2014/main" id="{81490B48-433F-A759-667C-46798E892191}"/>
              </a:ext>
            </a:extLst>
          </p:cNvPr>
          <p:cNvSpPr txBox="1"/>
          <p:nvPr/>
        </p:nvSpPr>
        <p:spPr>
          <a:xfrm>
            <a:off x="4654294" y="502920"/>
            <a:ext cx="7242953" cy="1463040"/>
          </a:xfrm>
          <a:prstGeom prst="rect">
            <a:avLst/>
          </a:prstGeom>
        </p:spPr>
        <p:txBody>
          <a:bodyPr vert="horz" lIns="91440" tIns="45720" rIns="91440" bIns="45720" rtlCol="0" anchor="ctr">
            <a:normAutofit/>
          </a:bodyPr>
          <a:lstStyle/>
          <a:p>
            <a:r>
              <a:rPr lang="en-US" sz="1400" dirty="0">
                <a:highlight>
                  <a:srgbClr val="FFFFFF"/>
                </a:highlight>
              </a:rPr>
              <a:t>The embedding step happens only in the </a:t>
            </a:r>
            <a:r>
              <a:rPr lang="en-US" sz="1400" b="1" dirty="0">
                <a:highlight>
                  <a:srgbClr val="FFFFFF"/>
                </a:highlight>
              </a:rPr>
              <a:t>first (bottom) encoder</a:t>
            </a:r>
            <a:r>
              <a:rPr lang="en-US" sz="1400" dirty="0">
                <a:highlight>
                  <a:srgbClr val="FFFFFF"/>
                </a:highlight>
              </a:rPr>
              <a:t>. It converts input words or </a:t>
            </a:r>
            <a:r>
              <a:rPr lang="en-US" sz="1400" dirty="0" err="1">
                <a:highlight>
                  <a:srgbClr val="FFFFFF"/>
                </a:highlight>
              </a:rPr>
              <a:t>subwords</a:t>
            </a:r>
            <a:r>
              <a:rPr lang="en-US" sz="1400" dirty="0">
                <a:highlight>
                  <a:srgbClr val="FFFFFF"/>
                </a:highlight>
              </a:rPr>
              <a:t> into numerical vectors that represent their meaning.</a:t>
            </a:r>
          </a:p>
          <a:p>
            <a:endParaRPr lang="en-US" sz="1400" dirty="0">
              <a:highlight>
                <a:srgbClr val="FFFFFF"/>
              </a:highlight>
            </a:endParaRPr>
          </a:p>
          <a:p>
            <a:r>
              <a:rPr lang="en-US" sz="1400" dirty="0">
                <a:highlight>
                  <a:srgbClr val="FFFFFF"/>
                </a:highlight>
              </a:rPr>
              <a:t>Each encoder layer then works with a list of vectors of the same fixed size (for example, 512). The first encoder uses word embeddings as input, and every encoder above it uses the output from the encoder below.</a:t>
            </a:r>
          </a:p>
          <a:p>
            <a:pPr indent="-228600">
              <a:lnSpc>
                <a:spcPct val="90000"/>
              </a:lnSpc>
              <a:spcAft>
                <a:spcPts val="600"/>
              </a:spcAft>
              <a:buFont typeface="Arial" panose="020B0604020202020204" pitchFamily="34" charset="0"/>
              <a:buChar char="•"/>
            </a:pPr>
            <a:endParaRPr lang="en-US" sz="1400" b="0" i="0" dirty="0">
              <a:effectLst/>
              <a:highlight>
                <a:srgbClr val="FFFFFF"/>
              </a:highlight>
            </a:endParaRPr>
          </a:p>
        </p:txBody>
      </p:sp>
      <p:pic>
        <p:nvPicPr>
          <p:cNvPr id="5" name="Picture 4">
            <a:extLst>
              <a:ext uri="{FF2B5EF4-FFF2-40B4-BE49-F238E27FC236}">
                <a16:creationId xmlns:a16="http://schemas.microsoft.com/office/drawing/2014/main" id="{F564F1E4-D673-2D31-CF8C-4BB342193132}"/>
              </a:ext>
            </a:extLst>
          </p:cNvPr>
          <p:cNvPicPr>
            <a:picLocks noChangeAspect="1"/>
          </p:cNvPicPr>
          <p:nvPr/>
        </p:nvPicPr>
        <p:blipFill>
          <a:blip r:embed="rId2"/>
          <a:stretch>
            <a:fillRect/>
          </a:stretch>
        </p:blipFill>
        <p:spPr>
          <a:xfrm>
            <a:off x="630936" y="2410964"/>
            <a:ext cx="10917936" cy="3739391"/>
          </a:xfrm>
          <a:prstGeom prst="rect">
            <a:avLst/>
          </a:prstGeom>
          <a:ln>
            <a:solidFill>
              <a:schemeClr val="tx1"/>
            </a:solidFill>
          </a:ln>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1B10BA90-29A6-B2EB-8507-00C836E2E398}"/>
                  </a:ext>
                </a:extLst>
              </p14:cNvPr>
              <p14:cNvContentPartPr/>
              <p14:nvPr/>
            </p14:nvContentPartPr>
            <p14:xfrm>
              <a:off x="1046880" y="2356560"/>
              <a:ext cx="10839960" cy="4259520"/>
            </p14:xfrm>
          </p:contentPart>
        </mc:Choice>
        <mc:Fallback>
          <p:pic>
            <p:nvPicPr>
              <p:cNvPr id="2" name="Ink 1">
                <a:extLst>
                  <a:ext uri="{FF2B5EF4-FFF2-40B4-BE49-F238E27FC236}">
                    <a16:creationId xmlns:a16="http://schemas.microsoft.com/office/drawing/2014/main" id="{1B10BA90-29A6-B2EB-8507-00C836E2E398}"/>
                  </a:ext>
                </a:extLst>
              </p:cNvPr>
              <p:cNvPicPr/>
              <p:nvPr/>
            </p:nvPicPr>
            <p:blipFill>
              <a:blip r:embed="rId4"/>
              <a:stretch>
                <a:fillRect/>
              </a:stretch>
            </p:blipFill>
            <p:spPr>
              <a:xfrm>
                <a:off x="1037520" y="2347200"/>
                <a:ext cx="10858680" cy="4278240"/>
              </a:xfrm>
              <a:prstGeom prst="rect">
                <a:avLst/>
              </a:prstGeom>
            </p:spPr>
          </p:pic>
        </mc:Fallback>
      </mc:AlternateContent>
    </p:spTree>
    <p:extLst>
      <p:ext uri="{BB962C8B-B14F-4D97-AF65-F5344CB8AC3E}">
        <p14:creationId xmlns:p14="http://schemas.microsoft.com/office/powerpoint/2010/main" val="4233570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flowchart&#10;&#10;Description automatically generated">
            <a:extLst>
              <a:ext uri="{FF2B5EF4-FFF2-40B4-BE49-F238E27FC236}">
                <a16:creationId xmlns:a16="http://schemas.microsoft.com/office/drawing/2014/main" id="{21B9584E-4073-D371-F40B-A356AA347C09}"/>
              </a:ext>
            </a:extLst>
          </p:cNvPr>
          <p:cNvPicPr>
            <a:picLocks noChangeAspect="1"/>
          </p:cNvPicPr>
          <p:nvPr/>
        </p:nvPicPr>
        <p:blipFill>
          <a:blip r:embed="rId3"/>
          <a:stretch>
            <a:fillRect/>
          </a:stretch>
        </p:blipFill>
        <p:spPr>
          <a:xfrm>
            <a:off x="643467" y="1534244"/>
            <a:ext cx="10905066" cy="3789511"/>
          </a:xfrm>
          <a:prstGeom prst="rect">
            <a:avLst/>
          </a:prstGeom>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86A0DE97-A0C3-5B50-4249-B8F7EC4B0611}"/>
                  </a:ext>
                </a:extLst>
              </p14:cNvPr>
              <p14:cNvContentPartPr/>
              <p14:nvPr/>
            </p14:nvContentPartPr>
            <p14:xfrm>
              <a:off x="1786320" y="591120"/>
              <a:ext cx="9844920" cy="5596920"/>
            </p14:xfrm>
          </p:contentPart>
        </mc:Choice>
        <mc:Fallback>
          <p:pic>
            <p:nvPicPr>
              <p:cNvPr id="2" name="Ink 1">
                <a:extLst>
                  <a:ext uri="{FF2B5EF4-FFF2-40B4-BE49-F238E27FC236}">
                    <a16:creationId xmlns:a16="http://schemas.microsoft.com/office/drawing/2014/main" id="{86A0DE97-A0C3-5B50-4249-B8F7EC4B0611}"/>
                  </a:ext>
                </a:extLst>
              </p:cNvPr>
              <p:cNvPicPr/>
              <p:nvPr/>
            </p:nvPicPr>
            <p:blipFill>
              <a:blip r:embed="rId5"/>
              <a:stretch>
                <a:fillRect/>
              </a:stretch>
            </p:blipFill>
            <p:spPr>
              <a:xfrm>
                <a:off x="1776960" y="581760"/>
                <a:ext cx="9863640" cy="5615640"/>
              </a:xfrm>
              <a:prstGeom prst="rect">
                <a:avLst/>
              </a:prstGeom>
            </p:spPr>
          </p:pic>
        </mc:Fallback>
      </mc:AlternateContent>
    </p:spTree>
    <p:extLst>
      <p:ext uri="{BB962C8B-B14F-4D97-AF65-F5344CB8AC3E}">
        <p14:creationId xmlns:p14="http://schemas.microsoft.com/office/powerpoint/2010/main" val="23025368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6A88233-F2DB-3083-047F-603930B40BA5}"/>
              </a:ext>
            </a:extLst>
          </p:cNvPr>
          <p:cNvSpPr txBox="1"/>
          <p:nvPr/>
        </p:nvSpPr>
        <p:spPr>
          <a:xfrm>
            <a:off x="630936" y="639520"/>
            <a:ext cx="3429000" cy="171907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800" b="1" i="0" kern="1200" dirty="0">
                <a:solidFill>
                  <a:schemeClr val="tx1"/>
                </a:solidFill>
                <a:effectLst/>
                <a:highlight>
                  <a:srgbClr val="FFFFFF"/>
                </a:highlight>
                <a:latin typeface="+mj-lt"/>
                <a:ea typeface="+mj-ea"/>
                <a:cs typeface="+mj-cs"/>
              </a:rPr>
              <a:t>Positional Encoding</a:t>
            </a:r>
          </a:p>
        </p:txBody>
      </p:sp>
      <p:sp>
        <p:nvSpPr>
          <p:cNvPr id="9" name="TextBox 8">
            <a:extLst>
              <a:ext uri="{FF2B5EF4-FFF2-40B4-BE49-F238E27FC236}">
                <a16:creationId xmlns:a16="http://schemas.microsoft.com/office/drawing/2014/main" id="{F9899C0E-16C1-15E8-D103-2849374008AE}"/>
              </a:ext>
            </a:extLst>
          </p:cNvPr>
          <p:cNvSpPr txBox="1"/>
          <p:nvPr/>
        </p:nvSpPr>
        <p:spPr>
          <a:xfrm>
            <a:off x="329487" y="2703007"/>
            <a:ext cx="4624350" cy="3501758"/>
          </a:xfrm>
          <a:prstGeom prst="rect">
            <a:avLst/>
          </a:prstGeom>
        </p:spPr>
        <p:txBody>
          <a:bodyPr vert="horz" lIns="91440" tIns="45720" rIns="91440" bIns="45720" rtlCol="0" anchor="t">
            <a:normAutofit/>
          </a:bodyPr>
          <a:lstStyle/>
          <a:p>
            <a:r>
              <a:rPr lang="en-US" sz="1400">
                <a:highlight>
                  <a:srgbClr val="FFFFFF"/>
                </a:highlight>
              </a:rPr>
              <a:t>Transformers do not process words one by one like RNNs, so they need another way to know </a:t>
            </a:r>
            <a:r>
              <a:rPr lang="en-US" sz="1400" b="1">
                <a:highlight>
                  <a:srgbClr val="FFFFFF"/>
                </a:highlight>
              </a:rPr>
              <a:t>word order</a:t>
            </a:r>
            <a:r>
              <a:rPr lang="en-US" sz="1400">
                <a:highlight>
                  <a:srgbClr val="FFFFFF"/>
                </a:highlight>
              </a:rPr>
              <a:t>. They do this by adding </a:t>
            </a:r>
            <a:r>
              <a:rPr lang="en-US" sz="1400" b="1">
                <a:highlight>
                  <a:srgbClr val="FFFFFF"/>
                </a:highlight>
              </a:rPr>
              <a:t>positional encodings</a:t>
            </a:r>
            <a:r>
              <a:rPr lang="en-US" sz="1400">
                <a:highlight>
                  <a:srgbClr val="FFFFFF"/>
                </a:highlight>
              </a:rPr>
              <a:t> to word embeddings, which tell the model where each word appears in a sentence.</a:t>
            </a:r>
          </a:p>
          <a:p>
            <a:endParaRPr lang="en-US" sz="1400">
              <a:highlight>
                <a:srgbClr val="FFFFFF"/>
              </a:highlight>
            </a:endParaRPr>
          </a:p>
          <a:p>
            <a:endParaRPr lang="en-US" sz="1400">
              <a:highlight>
                <a:srgbClr val="FFFFFF"/>
              </a:highlight>
            </a:endParaRPr>
          </a:p>
          <a:p>
            <a:r>
              <a:rPr lang="en-US" sz="1400">
                <a:highlight>
                  <a:srgbClr val="FFFFFF"/>
                </a:highlight>
              </a:rPr>
              <a:t>These positional encodings are created using </a:t>
            </a:r>
            <a:r>
              <a:rPr lang="en-US" sz="1400" b="1">
                <a:highlight>
                  <a:srgbClr val="FFFFFF"/>
                </a:highlight>
              </a:rPr>
              <a:t>sine and cosine functions</a:t>
            </a:r>
            <a:r>
              <a:rPr lang="en-US" sz="1400">
                <a:highlight>
                  <a:srgbClr val="FFFFFF"/>
                </a:highlight>
              </a:rPr>
              <a:t>, allowing the model to handle sentences of any length. Each position gets a unique pattern of values (between −1 and 1) across dimensions, helping the transformer understand the position of each word.</a:t>
            </a:r>
          </a:p>
          <a:p>
            <a:pPr indent="-228600">
              <a:lnSpc>
                <a:spcPct val="90000"/>
              </a:lnSpc>
              <a:spcAft>
                <a:spcPts val="600"/>
              </a:spcAft>
              <a:buFont typeface="Arial" panose="020B0604020202020204" pitchFamily="34" charset="0"/>
              <a:buChar char="•"/>
            </a:pPr>
            <a:endParaRPr lang="en-US" sz="1400" b="0" i="0" dirty="0">
              <a:effectLst/>
              <a:highlight>
                <a:srgbClr val="FFFFFF"/>
              </a:highlight>
            </a:endParaRPr>
          </a:p>
        </p:txBody>
      </p:sp>
      <p:pic>
        <p:nvPicPr>
          <p:cNvPr id="7" name="Picture 6">
            <a:extLst>
              <a:ext uri="{FF2B5EF4-FFF2-40B4-BE49-F238E27FC236}">
                <a16:creationId xmlns:a16="http://schemas.microsoft.com/office/drawing/2014/main" id="{753EAE2D-06B3-560B-D5A8-150516991AAC}"/>
              </a:ext>
            </a:extLst>
          </p:cNvPr>
          <p:cNvPicPr>
            <a:picLocks noChangeAspect="1"/>
          </p:cNvPicPr>
          <p:nvPr/>
        </p:nvPicPr>
        <p:blipFill rotWithShape="1">
          <a:blip r:embed="rId2"/>
          <a:srcRect l="530"/>
          <a:stretch/>
        </p:blipFill>
        <p:spPr>
          <a:xfrm>
            <a:off x="5524885" y="1399368"/>
            <a:ext cx="5588592" cy="4059264"/>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7B237206-12BF-202B-CC73-22061A592DEE}"/>
                  </a:ext>
                </a:extLst>
              </p14:cNvPr>
              <p14:cNvContentPartPr/>
              <p14:nvPr/>
            </p14:nvContentPartPr>
            <p14:xfrm>
              <a:off x="1638360" y="318240"/>
              <a:ext cx="6626160" cy="3148560"/>
            </p14:xfrm>
          </p:contentPart>
        </mc:Choice>
        <mc:Fallback>
          <p:pic>
            <p:nvPicPr>
              <p:cNvPr id="2" name="Ink 1">
                <a:extLst>
                  <a:ext uri="{FF2B5EF4-FFF2-40B4-BE49-F238E27FC236}">
                    <a16:creationId xmlns:a16="http://schemas.microsoft.com/office/drawing/2014/main" id="{7B237206-12BF-202B-CC73-22061A592DEE}"/>
                  </a:ext>
                </a:extLst>
              </p:cNvPr>
              <p:cNvPicPr/>
              <p:nvPr/>
            </p:nvPicPr>
            <p:blipFill>
              <a:blip r:embed="rId4"/>
              <a:stretch>
                <a:fillRect/>
              </a:stretch>
            </p:blipFill>
            <p:spPr>
              <a:xfrm>
                <a:off x="1629000" y="308880"/>
                <a:ext cx="6644880" cy="3167280"/>
              </a:xfrm>
              <a:prstGeom prst="rect">
                <a:avLst/>
              </a:prstGeom>
            </p:spPr>
          </p:pic>
        </mc:Fallback>
      </mc:AlternateContent>
    </p:spTree>
    <p:extLst>
      <p:ext uri="{BB962C8B-B14F-4D97-AF65-F5344CB8AC3E}">
        <p14:creationId xmlns:p14="http://schemas.microsoft.com/office/powerpoint/2010/main" val="15635435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69780F3-EEDB-B722-6144-3CF623950192}"/>
              </a:ext>
            </a:extLst>
          </p:cNvPr>
          <p:cNvSpPr txBox="1"/>
          <p:nvPr/>
        </p:nvSpPr>
        <p:spPr>
          <a:xfrm>
            <a:off x="294894" y="291930"/>
            <a:ext cx="6094476" cy="2031325"/>
          </a:xfrm>
          <a:prstGeom prst="rect">
            <a:avLst/>
          </a:prstGeom>
          <a:solidFill>
            <a:schemeClr val="accent2">
              <a:lumMod val="40000"/>
              <a:lumOff val="6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r>
              <a:rPr lang="en-US" sz="1800" dirty="0">
                <a:solidFill>
                  <a:srgbClr val="000000"/>
                </a:solidFill>
                <a:effectLst/>
                <a:latin typeface="Arial" panose="020B0604020202020204" pitchFamily="34" charset="0"/>
                <a:cs typeface="Arial" panose="020B0604020202020204" pitchFamily="34" charset="0"/>
              </a:rPr>
              <a:t>• We want each word to carry some information about its position in the sentence. </a:t>
            </a:r>
            <a:endParaRPr lang="en-US" dirty="0">
              <a:latin typeface="Arial" panose="020B0604020202020204" pitchFamily="34" charset="0"/>
              <a:cs typeface="Arial" panose="020B0604020202020204" pitchFamily="34" charset="0"/>
            </a:endParaRPr>
          </a:p>
          <a:p>
            <a:r>
              <a:rPr lang="en-US" sz="1800" dirty="0">
                <a:solidFill>
                  <a:srgbClr val="000000"/>
                </a:solidFill>
                <a:effectLst/>
                <a:latin typeface="Arial" panose="020B0604020202020204" pitchFamily="34" charset="0"/>
                <a:cs typeface="Arial" panose="020B0604020202020204" pitchFamily="34" charset="0"/>
              </a:rPr>
              <a:t>• We want the model to treat words that appear close to each other as “close” and words that are </a:t>
            </a:r>
            <a:endParaRPr lang="en-US" dirty="0">
              <a:latin typeface="Arial" panose="020B0604020202020204" pitchFamily="34" charset="0"/>
              <a:cs typeface="Arial" panose="020B0604020202020204" pitchFamily="34" charset="0"/>
            </a:endParaRPr>
          </a:p>
          <a:p>
            <a:r>
              <a:rPr lang="en-US" sz="1800" dirty="0">
                <a:solidFill>
                  <a:srgbClr val="000000"/>
                </a:solidFill>
                <a:effectLst/>
                <a:latin typeface="Arial" panose="020B0604020202020204" pitchFamily="34" charset="0"/>
                <a:cs typeface="Arial" panose="020B0604020202020204" pitchFamily="34" charset="0"/>
              </a:rPr>
              <a:t>distant as “distant”. </a:t>
            </a:r>
            <a:endParaRPr lang="en-US" dirty="0">
              <a:latin typeface="Arial" panose="020B0604020202020204" pitchFamily="34" charset="0"/>
              <a:cs typeface="Arial" panose="020B0604020202020204" pitchFamily="34" charset="0"/>
            </a:endParaRPr>
          </a:p>
          <a:p>
            <a:r>
              <a:rPr lang="en-US" sz="1800" dirty="0">
                <a:solidFill>
                  <a:srgbClr val="000000"/>
                </a:solidFill>
                <a:effectLst/>
                <a:latin typeface="Arial" panose="020B0604020202020204" pitchFamily="34" charset="0"/>
                <a:cs typeface="Arial" panose="020B0604020202020204" pitchFamily="34" charset="0"/>
              </a:rPr>
              <a:t>• We want the positional encoding to represent a pattern that can be learned by the model.</a:t>
            </a:r>
            <a:endParaRPr lang="en-IN"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E7F6526E-C97C-7DDC-5601-78EC087D7D0E}"/>
              </a:ext>
            </a:extLst>
          </p:cNvPr>
          <p:cNvPicPr>
            <a:picLocks noChangeAspect="1"/>
          </p:cNvPicPr>
          <p:nvPr/>
        </p:nvPicPr>
        <p:blipFill>
          <a:blip r:embed="rId2"/>
          <a:stretch>
            <a:fillRect/>
          </a:stretch>
        </p:blipFill>
        <p:spPr>
          <a:xfrm>
            <a:off x="556587" y="2458038"/>
            <a:ext cx="10036410" cy="4008467"/>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70B6FBF1-BB1A-EEB6-EC99-B1DF1D4168DD}"/>
                  </a:ext>
                </a:extLst>
              </p14:cNvPr>
              <p14:cNvContentPartPr/>
              <p14:nvPr/>
            </p14:nvContentPartPr>
            <p14:xfrm>
              <a:off x="362880" y="3199680"/>
              <a:ext cx="3087000" cy="3120480"/>
            </p14:xfrm>
          </p:contentPart>
        </mc:Choice>
        <mc:Fallback>
          <p:pic>
            <p:nvPicPr>
              <p:cNvPr id="2" name="Ink 1">
                <a:extLst>
                  <a:ext uri="{FF2B5EF4-FFF2-40B4-BE49-F238E27FC236}">
                    <a16:creationId xmlns:a16="http://schemas.microsoft.com/office/drawing/2014/main" id="{70B6FBF1-BB1A-EEB6-EC99-B1DF1D4168DD}"/>
                  </a:ext>
                </a:extLst>
              </p:cNvPr>
              <p:cNvPicPr/>
              <p:nvPr/>
            </p:nvPicPr>
            <p:blipFill>
              <a:blip r:embed="rId4"/>
              <a:stretch>
                <a:fillRect/>
              </a:stretch>
            </p:blipFill>
            <p:spPr>
              <a:xfrm>
                <a:off x="353520" y="3190320"/>
                <a:ext cx="3105720" cy="3139200"/>
              </a:xfrm>
              <a:prstGeom prst="rect">
                <a:avLst/>
              </a:prstGeom>
            </p:spPr>
          </p:pic>
        </mc:Fallback>
      </mc:AlternateContent>
    </p:spTree>
    <p:extLst>
      <p:ext uri="{BB962C8B-B14F-4D97-AF65-F5344CB8AC3E}">
        <p14:creationId xmlns:p14="http://schemas.microsoft.com/office/powerpoint/2010/main" val="4306815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diagram&#10;&#10;Description automatically generated">
            <a:extLst>
              <a:ext uri="{FF2B5EF4-FFF2-40B4-BE49-F238E27FC236}">
                <a16:creationId xmlns:a16="http://schemas.microsoft.com/office/drawing/2014/main" id="{B09FEE27-9C1E-69BE-8366-BA254EB94FD1}"/>
              </a:ext>
            </a:extLst>
          </p:cNvPr>
          <p:cNvPicPr>
            <a:picLocks noChangeAspect="1"/>
          </p:cNvPicPr>
          <p:nvPr/>
        </p:nvPicPr>
        <p:blipFill>
          <a:blip r:embed="rId2"/>
          <a:stretch>
            <a:fillRect/>
          </a:stretch>
        </p:blipFill>
        <p:spPr>
          <a:xfrm>
            <a:off x="643467" y="1193462"/>
            <a:ext cx="10905066" cy="4471076"/>
          </a:xfrm>
          <a:prstGeom prst="rect">
            <a:avLst/>
          </a:prstGeom>
        </p:spPr>
      </p:pic>
      <p:sp>
        <p:nvSpPr>
          <p:cNvPr id="6" name="TextBox 5">
            <a:extLst>
              <a:ext uri="{FF2B5EF4-FFF2-40B4-BE49-F238E27FC236}">
                <a16:creationId xmlns:a16="http://schemas.microsoft.com/office/drawing/2014/main" id="{3CC24BCE-F592-0783-197A-8700A791CFC5}"/>
              </a:ext>
            </a:extLst>
          </p:cNvPr>
          <p:cNvSpPr txBox="1"/>
          <p:nvPr/>
        </p:nvSpPr>
        <p:spPr>
          <a:xfrm>
            <a:off x="643467" y="5897880"/>
            <a:ext cx="10762149" cy="646331"/>
          </a:xfrm>
          <a:prstGeom prst="rect">
            <a:avLst/>
          </a:prstGeom>
          <a:solidFill>
            <a:schemeClr val="bg2"/>
          </a:solidFill>
          <a:ln>
            <a:solidFill>
              <a:schemeClr val="tx1"/>
            </a:solidFill>
          </a:ln>
          <a:effectLst>
            <a:glow rad="139700">
              <a:schemeClr val="accent3">
                <a:satMod val="175000"/>
                <a:alpha val="40000"/>
              </a:schemeClr>
            </a:glow>
          </a:effectLst>
        </p:spPr>
        <p:txBody>
          <a:bodyPr wrap="square" rtlCol="0">
            <a:spAutoFit/>
          </a:bodyPr>
          <a:lstStyle/>
          <a:p>
            <a:r>
              <a:rPr lang="en-US" dirty="0"/>
              <a:t>Trigonometric functions like cos and sin naturally represent a pattern that the model can recognize as continuous, so relative positions are easier to see for the model.</a:t>
            </a:r>
            <a:endParaRPr lang="en-IN" dirty="0"/>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9F451F34-8F75-E406-92D0-95D03FD71CA3}"/>
                  </a:ext>
                </a:extLst>
              </p14:cNvPr>
              <p14:cNvContentPartPr/>
              <p14:nvPr/>
            </p14:nvContentPartPr>
            <p14:xfrm>
              <a:off x="871920" y="735840"/>
              <a:ext cx="10342080" cy="3876480"/>
            </p14:xfrm>
          </p:contentPart>
        </mc:Choice>
        <mc:Fallback>
          <p:pic>
            <p:nvPicPr>
              <p:cNvPr id="2" name="Ink 1">
                <a:extLst>
                  <a:ext uri="{FF2B5EF4-FFF2-40B4-BE49-F238E27FC236}">
                    <a16:creationId xmlns:a16="http://schemas.microsoft.com/office/drawing/2014/main" id="{9F451F34-8F75-E406-92D0-95D03FD71CA3}"/>
                  </a:ext>
                </a:extLst>
              </p:cNvPr>
              <p:cNvPicPr/>
              <p:nvPr/>
            </p:nvPicPr>
            <p:blipFill>
              <a:blip r:embed="rId4"/>
              <a:stretch>
                <a:fillRect/>
              </a:stretch>
            </p:blipFill>
            <p:spPr>
              <a:xfrm>
                <a:off x="862560" y="726480"/>
                <a:ext cx="10360800" cy="3895200"/>
              </a:xfrm>
              <a:prstGeom prst="rect">
                <a:avLst/>
              </a:prstGeom>
            </p:spPr>
          </p:pic>
        </mc:Fallback>
      </mc:AlternateContent>
    </p:spTree>
    <p:extLst>
      <p:ext uri="{BB962C8B-B14F-4D97-AF65-F5344CB8AC3E}">
        <p14:creationId xmlns:p14="http://schemas.microsoft.com/office/powerpoint/2010/main" val="17684335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55D7F9F-BFAB-4BA6-B9EA-D43C9BDD0D5F}"/>
              </a:ext>
            </a:extLst>
          </p:cNvPr>
          <p:cNvSpPr txBox="1"/>
          <p:nvPr/>
        </p:nvSpPr>
        <p:spPr>
          <a:xfrm>
            <a:off x="630936" y="639520"/>
            <a:ext cx="3429000" cy="171907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800" b="1" i="0" kern="1200" dirty="0">
                <a:solidFill>
                  <a:schemeClr val="tx1"/>
                </a:solidFill>
                <a:effectLst/>
                <a:highlight>
                  <a:srgbClr val="FFFFFF"/>
                </a:highlight>
                <a:latin typeface="+mj-lt"/>
                <a:ea typeface="+mj-ea"/>
                <a:cs typeface="+mj-cs"/>
              </a:rPr>
              <a:t>Stack of Encoder Layers</a:t>
            </a:r>
          </a:p>
        </p:txBody>
      </p:sp>
      <p:sp>
        <p:nvSpPr>
          <p:cNvPr id="10"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184EEC9-D1A8-8BD6-C14E-B56384856DFD}"/>
              </a:ext>
            </a:extLst>
          </p:cNvPr>
          <p:cNvSpPr txBox="1"/>
          <p:nvPr/>
        </p:nvSpPr>
        <p:spPr>
          <a:xfrm>
            <a:off x="630936" y="2807208"/>
            <a:ext cx="3429000" cy="341071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1500">
                <a:highlight>
                  <a:srgbClr val="FFFFFF"/>
                </a:highlight>
              </a:rPr>
              <a:t>The Transformer encoder is made of several identical layers (6 in the original model). Each layer helps convert the input sequence into a richer representation that captures information from the whole sequence.</a:t>
            </a:r>
          </a:p>
          <a:p>
            <a:pPr indent="-228600">
              <a:lnSpc>
                <a:spcPct val="90000"/>
              </a:lnSpc>
              <a:spcAft>
                <a:spcPts val="600"/>
              </a:spcAft>
              <a:buFont typeface="Arial" panose="020B0604020202020204" pitchFamily="34" charset="0"/>
              <a:buChar char="•"/>
            </a:pPr>
            <a:r>
              <a:rPr lang="en-US" sz="1500">
                <a:highlight>
                  <a:srgbClr val="FFFFFF"/>
                </a:highlight>
              </a:rPr>
              <a:t>Each encoder layer has:</a:t>
            </a:r>
          </a:p>
          <a:p>
            <a:pPr indent="-228600">
              <a:lnSpc>
                <a:spcPct val="90000"/>
              </a:lnSpc>
              <a:spcAft>
                <a:spcPts val="600"/>
              </a:spcAft>
              <a:buFont typeface="Arial" panose="020B0604020202020204" pitchFamily="34" charset="0"/>
              <a:buChar char="•"/>
            </a:pPr>
            <a:r>
              <a:rPr lang="en-US" sz="1500" b="1">
                <a:highlight>
                  <a:srgbClr val="FFFFFF"/>
                </a:highlight>
              </a:rPr>
              <a:t>Multi-head attention</a:t>
            </a:r>
            <a:r>
              <a:rPr lang="en-US" sz="1500">
                <a:highlight>
                  <a:srgbClr val="FFFFFF"/>
                </a:highlight>
              </a:rPr>
              <a:t> to focus on important parts of the sequence</a:t>
            </a:r>
          </a:p>
          <a:p>
            <a:pPr indent="-228600">
              <a:lnSpc>
                <a:spcPct val="90000"/>
              </a:lnSpc>
              <a:spcAft>
                <a:spcPts val="600"/>
              </a:spcAft>
              <a:buFont typeface="Arial" panose="020B0604020202020204" pitchFamily="34" charset="0"/>
              <a:buChar char="•"/>
            </a:pPr>
            <a:r>
              <a:rPr lang="en-US" sz="1500" b="1">
                <a:highlight>
                  <a:srgbClr val="FFFFFF"/>
                </a:highlight>
              </a:rPr>
              <a:t>A feed-forward (fully connected) network</a:t>
            </a:r>
            <a:r>
              <a:rPr lang="en-US" sz="1500">
                <a:highlight>
                  <a:srgbClr val="FFFFFF"/>
                </a:highlight>
              </a:rPr>
              <a:t> to process the information</a:t>
            </a:r>
          </a:p>
          <a:p>
            <a:pPr indent="-228600">
              <a:lnSpc>
                <a:spcPct val="90000"/>
              </a:lnSpc>
              <a:spcAft>
                <a:spcPts val="600"/>
              </a:spcAft>
              <a:buFont typeface="Arial" panose="020B0604020202020204" pitchFamily="34" charset="0"/>
              <a:buChar char="•"/>
            </a:pPr>
            <a:r>
              <a:rPr lang="en-US" sz="1500">
                <a:highlight>
                  <a:srgbClr val="FFFFFF"/>
                </a:highlight>
              </a:rPr>
              <a:t>To improve learning, </a:t>
            </a:r>
            <a:r>
              <a:rPr lang="en-US" sz="1500" b="1">
                <a:highlight>
                  <a:srgbClr val="FFFFFF"/>
                </a:highlight>
              </a:rPr>
              <a:t>residual connections</a:t>
            </a:r>
            <a:r>
              <a:rPr lang="en-US" sz="1500">
                <a:highlight>
                  <a:srgbClr val="FFFFFF"/>
                </a:highlight>
              </a:rPr>
              <a:t> and </a:t>
            </a:r>
            <a:r>
              <a:rPr lang="en-US" sz="1500" b="1">
                <a:highlight>
                  <a:srgbClr val="FFFFFF"/>
                </a:highlight>
              </a:rPr>
              <a:t>layer normalization</a:t>
            </a:r>
            <a:r>
              <a:rPr lang="en-US" sz="1500">
                <a:highlight>
                  <a:srgbClr val="FFFFFF"/>
                </a:highlight>
              </a:rPr>
              <a:t> are applied around each part.</a:t>
            </a:r>
          </a:p>
        </p:txBody>
      </p:sp>
      <p:pic>
        <p:nvPicPr>
          <p:cNvPr id="7" name="Picture 6">
            <a:extLst>
              <a:ext uri="{FF2B5EF4-FFF2-40B4-BE49-F238E27FC236}">
                <a16:creationId xmlns:a16="http://schemas.microsoft.com/office/drawing/2014/main" id="{A2895991-6869-A9B5-4FF2-1DBD129AAE88}"/>
              </a:ext>
            </a:extLst>
          </p:cNvPr>
          <p:cNvPicPr>
            <a:picLocks noChangeAspect="1"/>
          </p:cNvPicPr>
          <p:nvPr/>
        </p:nvPicPr>
        <p:blipFill>
          <a:blip r:embed="rId2"/>
          <a:stretch>
            <a:fillRect/>
          </a:stretch>
        </p:blipFill>
        <p:spPr>
          <a:xfrm>
            <a:off x="4654296" y="1841144"/>
            <a:ext cx="6903720" cy="3175712"/>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306FCAB2-D5A7-2936-11EC-5DBE5098EA7D}"/>
                  </a:ext>
                </a:extLst>
              </p14:cNvPr>
              <p14:cNvContentPartPr/>
              <p14:nvPr/>
            </p14:nvContentPartPr>
            <p14:xfrm>
              <a:off x="4736160" y="2876040"/>
              <a:ext cx="4116960" cy="3815280"/>
            </p14:xfrm>
          </p:contentPart>
        </mc:Choice>
        <mc:Fallback>
          <p:pic>
            <p:nvPicPr>
              <p:cNvPr id="2" name="Ink 1">
                <a:extLst>
                  <a:ext uri="{FF2B5EF4-FFF2-40B4-BE49-F238E27FC236}">
                    <a16:creationId xmlns:a16="http://schemas.microsoft.com/office/drawing/2014/main" id="{306FCAB2-D5A7-2936-11EC-5DBE5098EA7D}"/>
                  </a:ext>
                </a:extLst>
              </p:cNvPr>
              <p:cNvPicPr/>
              <p:nvPr/>
            </p:nvPicPr>
            <p:blipFill>
              <a:blip r:embed="rId4"/>
              <a:stretch>
                <a:fillRect/>
              </a:stretch>
            </p:blipFill>
            <p:spPr>
              <a:xfrm>
                <a:off x="4726800" y="2866680"/>
                <a:ext cx="4135680" cy="3834000"/>
              </a:xfrm>
              <a:prstGeom prst="rect">
                <a:avLst/>
              </a:prstGeom>
            </p:spPr>
          </p:pic>
        </mc:Fallback>
      </mc:AlternateContent>
    </p:spTree>
    <p:extLst>
      <p:ext uri="{BB962C8B-B14F-4D97-AF65-F5344CB8AC3E}">
        <p14:creationId xmlns:p14="http://schemas.microsoft.com/office/powerpoint/2010/main" val="5606961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267C6B7-7CAD-FDE4-C742-95DB4FBE23F5}"/>
              </a:ext>
            </a:extLst>
          </p:cNvPr>
          <p:cNvPicPr>
            <a:picLocks noChangeAspect="1"/>
          </p:cNvPicPr>
          <p:nvPr/>
        </p:nvPicPr>
        <p:blipFill>
          <a:blip r:embed="rId2"/>
          <a:stretch>
            <a:fillRect/>
          </a:stretch>
        </p:blipFill>
        <p:spPr>
          <a:xfrm>
            <a:off x="572756" y="752859"/>
            <a:ext cx="10458375" cy="5352282"/>
          </a:xfrm>
          <a:prstGeom prst="rect">
            <a:avLst/>
          </a:prstGeom>
        </p:spPr>
      </p:pic>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BF7F6077-A68B-44F5-628C-C64E577173EA}"/>
                  </a:ext>
                </a:extLst>
              </p14:cNvPr>
              <p14:cNvContentPartPr/>
              <p14:nvPr/>
            </p14:nvContentPartPr>
            <p14:xfrm>
              <a:off x="1585800" y="832680"/>
              <a:ext cx="7563960" cy="3590280"/>
            </p14:xfrm>
          </p:contentPart>
        </mc:Choice>
        <mc:Fallback>
          <p:pic>
            <p:nvPicPr>
              <p:cNvPr id="5" name="Ink 4">
                <a:extLst>
                  <a:ext uri="{FF2B5EF4-FFF2-40B4-BE49-F238E27FC236}">
                    <a16:creationId xmlns:a16="http://schemas.microsoft.com/office/drawing/2014/main" id="{BF7F6077-A68B-44F5-628C-C64E577173EA}"/>
                  </a:ext>
                </a:extLst>
              </p:cNvPr>
              <p:cNvPicPr/>
              <p:nvPr/>
            </p:nvPicPr>
            <p:blipFill>
              <a:blip r:embed="rId4"/>
              <a:stretch>
                <a:fillRect/>
              </a:stretch>
            </p:blipFill>
            <p:spPr>
              <a:xfrm>
                <a:off x="1576440" y="823320"/>
                <a:ext cx="7582680" cy="3609000"/>
              </a:xfrm>
              <a:prstGeom prst="rect">
                <a:avLst/>
              </a:prstGeom>
            </p:spPr>
          </p:pic>
        </mc:Fallback>
      </mc:AlternateContent>
    </p:spTree>
    <p:extLst>
      <p:ext uri="{BB962C8B-B14F-4D97-AF65-F5344CB8AC3E}">
        <p14:creationId xmlns:p14="http://schemas.microsoft.com/office/powerpoint/2010/main" val="18387361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C81236-8F0C-C16A-6E67-0FD7E700B839}"/>
              </a:ext>
            </a:extLst>
          </p:cNvPr>
          <p:cNvSpPr txBox="1"/>
          <p:nvPr/>
        </p:nvSpPr>
        <p:spPr>
          <a:xfrm>
            <a:off x="203479" y="289679"/>
            <a:ext cx="11744011" cy="1754326"/>
          </a:xfrm>
          <a:prstGeom prst="rect">
            <a:avLst/>
          </a:prstGeom>
          <a:noFill/>
        </p:spPr>
        <p:txBody>
          <a:bodyPr wrap="square">
            <a:spAutoFit/>
          </a:bodyPr>
          <a:lstStyle/>
          <a:p>
            <a:pPr>
              <a:buNone/>
            </a:pPr>
            <a:r>
              <a:rPr lang="en-US" b="1" dirty="0"/>
              <a:t>Transformers is Attention-Driven Architecture for Complex Language Tasks</a:t>
            </a:r>
          </a:p>
          <a:p>
            <a:pPr>
              <a:buNone/>
            </a:pPr>
            <a:endParaRPr lang="en-US" dirty="0"/>
          </a:p>
          <a:p>
            <a:pPr>
              <a:buFont typeface="Arial" panose="020B0604020202020204" pitchFamily="34" charset="0"/>
              <a:buChar char="•"/>
            </a:pPr>
            <a:r>
              <a:rPr lang="en-US" dirty="0"/>
              <a:t>The </a:t>
            </a:r>
            <a:r>
              <a:rPr lang="en-US" b="1" dirty="0"/>
              <a:t>Transformer architecture</a:t>
            </a:r>
            <a:r>
              <a:rPr lang="en-US" dirty="0"/>
              <a:t>, introduced in </a:t>
            </a:r>
            <a:r>
              <a:rPr lang="en-US" i="1" dirty="0"/>
              <a:t>“</a:t>
            </a:r>
            <a:r>
              <a:rPr lang="en-US" b="1" i="1" dirty="0"/>
              <a:t>Attention Is All You Need</a:t>
            </a:r>
            <a:r>
              <a:rPr lang="en-US" i="1" dirty="0"/>
              <a:t>”</a:t>
            </a:r>
            <a:r>
              <a:rPr lang="en-US" dirty="0"/>
              <a:t>, replaces sequential processing (used in RNNs) with a </a:t>
            </a:r>
            <a:r>
              <a:rPr lang="en-US" b="1" dirty="0"/>
              <a:t>fully attention-based design</a:t>
            </a:r>
            <a:r>
              <a:rPr lang="en-US" dirty="0"/>
              <a:t>.</a:t>
            </a:r>
          </a:p>
          <a:p>
            <a:pPr>
              <a:buFont typeface="Arial" panose="020B0604020202020204" pitchFamily="34" charset="0"/>
              <a:buChar char="•"/>
            </a:pPr>
            <a:r>
              <a:rPr lang="en-US" dirty="0"/>
              <a:t>Unlike RNN-based encoder–decoder models, transformers </a:t>
            </a:r>
            <a:r>
              <a:rPr lang="en-US" b="1" dirty="0"/>
              <a:t>process entire sequences in parallel</a:t>
            </a:r>
            <a:r>
              <a:rPr lang="en-US" dirty="0"/>
              <a:t>, significantly improving speed and scalability.</a:t>
            </a:r>
          </a:p>
        </p:txBody>
      </p:sp>
      <p:sp>
        <p:nvSpPr>
          <p:cNvPr id="4" name="Rectangle 1">
            <a:extLst>
              <a:ext uri="{FF2B5EF4-FFF2-40B4-BE49-F238E27FC236}">
                <a16:creationId xmlns:a16="http://schemas.microsoft.com/office/drawing/2014/main" id="{DA5BFC02-2B26-9A6B-9B93-2A066CF8D6AD}"/>
              </a:ext>
            </a:extLst>
          </p:cNvPr>
          <p:cNvSpPr>
            <a:spLocks noChangeArrowheads="1"/>
          </p:cNvSpPr>
          <p:nvPr/>
        </p:nvSpPr>
        <p:spPr bwMode="auto">
          <a:xfrm>
            <a:off x="203479" y="2228673"/>
            <a:ext cx="1198852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core mechanism is </a:t>
            </a:r>
            <a:r>
              <a:rPr kumimoji="0" lang="en-US" altLang="en-US" sz="1800" b="1" i="0" u="none" strike="noStrike" cap="none" normalizeH="0" baseline="0" dirty="0">
                <a:ln>
                  <a:noFill/>
                </a:ln>
                <a:solidFill>
                  <a:schemeClr val="tx1"/>
                </a:solidFill>
                <a:effectLst/>
                <a:latin typeface="Arial" panose="020B0604020202020204" pitchFamily="34" charset="0"/>
              </a:rPr>
              <a:t>Self-Attention</a:t>
            </a:r>
            <a:r>
              <a:rPr kumimoji="0" lang="en-US" altLang="en-US" sz="1800" b="0" i="0" u="none" strike="noStrike" cap="none" normalizeH="0" baseline="0" dirty="0">
                <a:ln>
                  <a:noFill/>
                </a:ln>
                <a:solidFill>
                  <a:schemeClr val="tx1"/>
                </a:solidFill>
                <a:effectLst/>
                <a:latin typeface="Arial" panose="020B0604020202020204" pitchFamily="34" charset="0"/>
              </a:rPr>
              <a:t>, which allows each word to:</a:t>
            </a:r>
          </a:p>
          <a:p>
            <a:pPr lvl="1"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Examine all other words in the sentence simultaneously</a:t>
            </a:r>
          </a:p>
          <a:p>
            <a:pPr lvl="1"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Determine contextual importance regardless of position or distance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This approach overcomes major RNN limitations:</a:t>
            </a:r>
          </a:p>
          <a:p>
            <a:pPr lvl="1"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Difficulty handling </a:t>
            </a:r>
            <a:r>
              <a:rPr kumimoji="0" lang="en-US" altLang="en-US" b="1" i="0" u="none" strike="noStrike" cap="none" normalizeH="0" baseline="0" dirty="0">
                <a:ln>
                  <a:noFill/>
                </a:ln>
                <a:solidFill>
                  <a:schemeClr val="tx1"/>
                </a:solidFill>
                <a:effectLst/>
                <a:latin typeface="Arial" panose="020B0604020202020204" pitchFamily="34" charset="0"/>
              </a:rPr>
              <a:t>long sentences</a:t>
            </a:r>
            <a:endParaRPr kumimoji="0" lang="en-US" altLang="en-US" b="0" i="0" u="none" strike="noStrike" cap="none" normalizeH="0" baseline="0" dirty="0">
              <a:ln>
                <a:noFill/>
              </a:ln>
              <a:solidFill>
                <a:schemeClr val="tx1"/>
              </a:solidFill>
              <a:effectLst/>
              <a:latin typeface="Arial" panose="020B0604020202020204" pitchFamily="34" charset="0"/>
            </a:endParaRPr>
          </a:p>
          <a:p>
            <a:pPr lvl="1"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Vanishing gradient problems</a:t>
            </a:r>
          </a:p>
          <a:p>
            <a:pPr lvl="1"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Slow training due to sequential computation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7D2E4B11-82E6-E87E-9CBB-395468BD8E15}"/>
              </a:ext>
            </a:extLst>
          </p:cNvPr>
          <p:cNvSpPr txBox="1"/>
          <p:nvPr/>
        </p:nvSpPr>
        <p:spPr>
          <a:xfrm>
            <a:off x="203479" y="4167779"/>
            <a:ext cx="6094324" cy="1200329"/>
          </a:xfrm>
          <a:prstGeom prst="rect">
            <a:avLst/>
          </a:prstGeom>
          <a:noFill/>
        </p:spPr>
        <p:txBody>
          <a:bodyPr wrap="square">
            <a:spAutoFit/>
          </a:bodyPr>
          <a:lstStyle/>
          <a:p>
            <a:pPr>
              <a:buNone/>
            </a:pPr>
            <a:r>
              <a:rPr lang="en-US" b="1" dirty="0"/>
              <a:t>Multi-Head Attention</a:t>
            </a:r>
            <a:r>
              <a:rPr lang="en-US" dirty="0"/>
              <a:t> enables the model to capture:</a:t>
            </a:r>
          </a:p>
          <a:p>
            <a:pPr lvl="1">
              <a:buFont typeface="Arial" panose="020B0604020202020204" pitchFamily="34" charset="0"/>
              <a:buChar char="•"/>
            </a:pPr>
            <a:r>
              <a:rPr lang="en-US" dirty="0"/>
              <a:t>Syntactic relationships (grammar)</a:t>
            </a:r>
          </a:p>
          <a:p>
            <a:pPr lvl="1">
              <a:buFont typeface="Arial" panose="020B0604020202020204" pitchFamily="34" charset="0"/>
              <a:buChar char="•"/>
            </a:pPr>
            <a:r>
              <a:rPr lang="en-US" dirty="0"/>
              <a:t>Semantic meaning (context and intent)</a:t>
            </a:r>
          </a:p>
          <a:p>
            <a:pPr lvl="1">
              <a:buFont typeface="Arial" panose="020B0604020202020204" pitchFamily="34" charset="0"/>
              <a:buChar char="•"/>
            </a:pPr>
            <a:r>
              <a:rPr lang="en-US" dirty="0"/>
              <a:t>Long-range dependencies between distant words</a:t>
            </a:r>
          </a:p>
        </p:txBody>
      </p:sp>
      <p:pic>
        <p:nvPicPr>
          <p:cNvPr id="8" name="Picture 7" descr="A diagram of a transformer&#10;&#10;AI-generated content may be incorrect.">
            <a:extLst>
              <a:ext uri="{FF2B5EF4-FFF2-40B4-BE49-F238E27FC236}">
                <a16:creationId xmlns:a16="http://schemas.microsoft.com/office/drawing/2014/main" id="{BF3C38D6-5F52-6B8B-F9AF-621ABD009DCD}"/>
              </a:ext>
            </a:extLst>
          </p:cNvPr>
          <p:cNvPicPr>
            <a:picLocks noChangeAspect="1"/>
          </p:cNvPicPr>
          <p:nvPr/>
        </p:nvPicPr>
        <p:blipFill>
          <a:blip r:embed="rId2"/>
          <a:stretch>
            <a:fillRect/>
          </a:stretch>
        </p:blipFill>
        <p:spPr>
          <a:xfrm>
            <a:off x="7113522" y="3551893"/>
            <a:ext cx="3833192" cy="2339543"/>
          </a:xfrm>
          <a:prstGeom prst="rect">
            <a:avLst/>
          </a:prstGeom>
        </p:spPr>
      </p:pic>
    </p:spTree>
    <p:extLst>
      <p:ext uri="{BB962C8B-B14F-4D97-AF65-F5344CB8AC3E}">
        <p14:creationId xmlns:p14="http://schemas.microsoft.com/office/powerpoint/2010/main" val="17094118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D49CD-A3EA-49F0-2799-D0A62903D0D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4D13E47-FFF8-A94E-41AB-9129867D887C}"/>
              </a:ext>
            </a:extLst>
          </p:cNvPr>
          <p:cNvSpPr txBox="1"/>
          <p:nvPr/>
        </p:nvSpPr>
        <p:spPr>
          <a:xfrm>
            <a:off x="424543" y="236195"/>
            <a:ext cx="10467870" cy="2585323"/>
          </a:xfrm>
          <a:prstGeom prst="rect">
            <a:avLst/>
          </a:prstGeom>
          <a:noFill/>
        </p:spPr>
        <p:txBody>
          <a:bodyPr wrap="square">
            <a:spAutoFit/>
          </a:bodyPr>
          <a:lstStyle/>
          <a:p>
            <a:pPr>
              <a:buNone/>
            </a:pPr>
            <a:r>
              <a:rPr lang="en-US" b="1" dirty="0"/>
              <a:t>Parallelization in Transformers: Enabling Advanced NLP and Code Generation</a:t>
            </a:r>
            <a:endParaRPr lang="en-US" dirty="0"/>
          </a:p>
          <a:p>
            <a:pPr>
              <a:buNone/>
            </a:pPr>
            <a:r>
              <a:rPr lang="en-US" b="1" dirty="0"/>
              <a:t>Key Points:</a:t>
            </a:r>
            <a:endParaRPr lang="en-US" dirty="0"/>
          </a:p>
          <a:p>
            <a:pPr>
              <a:buFont typeface="Arial" panose="020B0604020202020204" pitchFamily="34" charset="0"/>
              <a:buChar char="•"/>
            </a:pPr>
            <a:r>
              <a:rPr lang="en-US" dirty="0"/>
              <a:t>Transformers process tokens </a:t>
            </a:r>
            <a:r>
              <a:rPr lang="en-US" b="1" dirty="0"/>
              <a:t>simultaneously</a:t>
            </a:r>
            <a:r>
              <a:rPr lang="en-US" dirty="0"/>
              <a:t>, unlike RNNs which process one step at a time.</a:t>
            </a:r>
          </a:p>
          <a:p>
            <a:pPr>
              <a:buFont typeface="Arial" panose="020B0604020202020204" pitchFamily="34" charset="0"/>
              <a:buChar char="•"/>
            </a:pPr>
            <a:r>
              <a:rPr lang="en-US" dirty="0"/>
              <a:t>Parallelization enables:</a:t>
            </a:r>
          </a:p>
          <a:p>
            <a:pPr marL="742950" lvl="1" indent="-285750">
              <a:buFont typeface="Arial" panose="020B0604020202020204" pitchFamily="34" charset="0"/>
              <a:buChar char="•"/>
            </a:pPr>
            <a:r>
              <a:rPr lang="en-US" dirty="0"/>
              <a:t>Efficient handling of </a:t>
            </a:r>
            <a:r>
              <a:rPr lang="en-US" b="1" dirty="0"/>
              <a:t>long sentences</a:t>
            </a:r>
            <a:endParaRPr lang="en-US" dirty="0"/>
          </a:p>
          <a:p>
            <a:pPr marL="742950" lvl="1" indent="-285750">
              <a:buFont typeface="Arial" panose="020B0604020202020204" pitchFamily="34" charset="0"/>
              <a:buChar char="•"/>
            </a:pPr>
            <a:r>
              <a:rPr lang="en-US" dirty="0"/>
              <a:t>Reduced training time on large corpora</a:t>
            </a:r>
          </a:p>
          <a:p>
            <a:pPr marL="742950" lvl="1" indent="-285750">
              <a:buFont typeface="Arial" panose="020B0604020202020204" pitchFamily="34" charset="0"/>
              <a:buChar char="•"/>
            </a:pPr>
            <a:r>
              <a:rPr lang="en-US" dirty="0"/>
              <a:t>Improved performance on complex reasoning tasks</a:t>
            </a:r>
          </a:p>
          <a:p>
            <a:pPr>
              <a:buFont typeface="Arial" panose="020B0604020202020204" pitchFamily="34" charset="0"/>
              <a:buChar char="•"/>
            </a:pPr>
            <a:r>
              <a:rPr lang="en-US" dirty="0"/>
              <a:t>Attention allows the model to dynamically focus on </a:t>
            </a:r>
            <a:r>
              <a:rPr lang="en-US" b="1" dirty="0"/>
              <a:t>relevant context</a:t>
            </a:r>
            <a:r>
              <a:rPr lang="en-US" dirty="0"/>
              <a:t>, ensuring meaning is preserved across the entire input.</a:t>
            </a:r>
          </a:p>
        </p:txBody>
      </p:sp>
      <p:sp>
        <p:nvSpPr>
          <p:cNvPr id="5" name="TextBox 4">
            <a:extLst>
              <a:ext uri="{FF2B5EF4-FFF2-40B4-BE49-F238E27FC236}">
                <a16:creationId xmlns:a16="http://schemas.microsoft.com/office/drawing/2014/main" id="{A7A7FEE9-1B5D-D1AF-623C-5E50D2526EAB}"/>
              </a:ext>
            </a:extLst>
          </p:cNvPr>
          <p:cNvSpPr txBox="1"/>
          <p:nvPr/>
        </p:nvSpPr>
        <p:spPr>
          <a:xfrm>
            <a:off x="424542" y="3300105"/>
            <a:ext cx="9684099" cy="2031325"/>
          </a:xfrm>
          <a:prstGeom prst="rect">
            <a:avLst/>
          </a:prstGeom>
          <a:noFill/>
        </p:spPr>
        <p:txBody>
          <a:bodyPr wrap="square">
            <a:spAutoFit/>
          </a:bodyPr>
          <a:lstStyle/>
          <a:p>
            <a:pPr>
              <a:buNone/>
            </a:pPr>
            <a:r>
              <a:rPr lang="en-US" b="1" dirty="0"/>
              <a:t>Strategic Value:</a:t>
            </a:r>
            <a:endParaRPr lang="en-US" dirty="0"/>
          </a:p>
          <a:p>
            <a:pPr>
              <a:buFont typeface="Arial" panose="020B0604020202020204" pitchFamily="34" charset="0"/>
              <a:buChar char="•"/>
            </a:pPr>
            <a:r>
              <a:rPr lang="en-US" dirty="0"/>
              <a:t>Powers modern AI systems such as </a:t>
            </a:r>
            <a:r>
              <a:rPr lang="en-US" b="1" dirty="0"/>
              <a:t>GPT models</a:t>
            </a:r>
            <a:endParaRPr lang="en-US" dirty="0"/>
          </a:p>
          <a:p>
            <a:pPr>
              <a:buFont typeface="Arial" panose="020B0604020202020204" pitchFamily="34" charset="0"/>
              <a:buChar char="•"/>
            </a:pPr>
            <a:r>
              <a:rPr lang="en-US" dirty="0"/>
              <a:t>Enables applications beyond translation:</a:t>
            </a:r>
          </a:p>
          <a:p>
            <a:pPr marL="742950" lvl="1" indent="-285750">
              <a:buFont typeface="Arial" panose="020B0604020202020204" pitchFamily="34" charset="0"/>
              <a:buChar char="•"/>
            </a:pPr>
            <a:r>
              <a:rPr lang="en-US" dirty="0"/>
              <a:t>Code generation</a:t>
            </a:r>
          </a:p>
          <a:p>
            <a:pPr marL="742950" lvl="1" indent="-285750">
              <a:buFont typeface="Arial" panose="020B0604020202020204" pitchFamily="34" charset="0"/>
              <a:buChar char="•"/>
            </a:pPr>
            <a:r>
              <a:rPr lang="en-US" dirty="0"/>
              <a:t>Question answering</a:t>
            </a:r>
          </a:p>
          <a:p>
            <a:pPr marL="742950" lvl="1" indent="-285750">
              <a:buFont typeface="Arial" panose="020B0604020202020204" pitchFamily="34" charset="0"/>
              <a:buChar char="•"/>
            </a:pPr>
            <a:r>
              <a:rPr lang="en-US" dirty="0"/>
              <a:t>Summarization</a:t>
            </a:r>
          </a:p>
          <a:p>
            <a:pPr marL="742950" lvl="1" indent="-285750">
              <a:buFont typeface="Arial" panose="020B0604020202020204" pitchFamily="34" charset="0"/>
              <a:buChar char="•"/>
            </a:pPr>
            <a:r>
              <a:rPr lang="en-US" dirty="0"/>
              <a:t>Conversational AI</a:t>
            </a:r>
          </a:p>
        </p:txBody>
      </p:sp>
    </p:spTree>
    <p:extLst>
      <p:ext uri="{BB962C8B-B14F-4D97-AF65-F5344CB8AC3E}">
        <p14:creationId xmlns:p14="http://schemas.microsoft.com/office/powerpoint/2010/main" val="22888828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EA31D-003B-AB5E-3C57-5B858A80424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3F45330-29F5-F15B-9078-EBCDCF95FEE8}"/>
              </a:ext>
            </a:extLst>
          </p:cNvPr>
          <p:cNvSpPr txBox="1"/>
          <p:nvPr/>
        </p:nvSpPr>
        <p:spPr>
          <a:xfrm>
            <a:off x="170822" y="445713"/>
            <a:ext cx="11203912" cy="4247317"/>
          </a:xfrm>
          <a:prstGeom prst="rect">
            <a:avLst/>
          </a:prstGeom>
          <a:noFill/>
        </p:spPr>
        <p:txBody>
          <a:bodyPr wrap="square">
            <a:spAutoFit/>
          </a:bodyPr>
          <a:lstStyle/>
          <a:p>
            <a:r>
              <a:rPr lang="en-US" b="1" dirty="0"/>
              <a:t>Encoder–Decoder with Attention: Intuitive Understanding</a:t>
            </a:r>
          </a:p>
          <a:p>
            <a:endParaRPr lang="en-US" b="1" dirty="0"/>
          </a:p>
          <a:p>
            <a:r>
              <a:rPr lang="en-US" dirty="0"/>
              <a:t>The encoder–decoder mechanism is like </a:t>
            </a:r>
            <a:r>
              <a:rPr lang="en-US" b="1" dirty="0"/>
              <a:t>translating a sentence</a:t>
            </a:r>
            <a:r>
              <a:rPr lang="en-US" dirty="0"/>
              <a:t>:</a:t>
            </a:r>
          </a:p>
          <a:p>
            <a:pPr lvl="1"/>
            <a:r>
              <a:rPr lang="en-US" dirty="0"/>
              <a:t>First, the input is read and its </a:t>
            </a:r>
            <a:r>
              <a:rPr lang="en-US" b="1" dirty="0"/>
              <a:t>context is understood</a:t>
            </a:r>
            <a:endParaRPr lang="en-US" dirty="0"/>
          </a:p>
          <a:p>
            <a:pPr lvl="1"/>
            <a:r>
              <a:rPr lang="en-US" dirty="0"/>
              <a:t>Then, the output is generated </a:t>
            </a:r>
            <a:r>
              <a:rPr lang="en-US" b="1" dirty="0"/>
              <a:t>step by step</a:t>
            </a:r>
            <a:endParaRPr lang="en-US" dirty="0"/>
          </a:p>
          <a:p>
            <a:r>
              <a:rPr lang="en-US" dirty="0"/>
              <a:t>The </a:t>
            </a:r>
            <a:r>
              <a:rPr lang="en-US" b="1" dirty="0"/>
              <a:t>encoder</a:t>
            </a:r>
            <a:r>
              <a:rPr lang="en-US" dirty="0"/>
              <a:t> converts the input sequence</a:t>
            </a:r>
            <a:br>
              <a:rPr lang="en-US" dirty="0"/>
            </a:br>
            <a:r>
              <a:rPr lang="en-US" i="1" dirty="0"/>
              <a:t>(x₁, x₂, …, xₙ)</a:t>
            </a:r>
            <a:r>
              <a:rPr lang="en-US" dirty="0"/>
              <a:t> into a </a:t>
            </a:r>
            <a:r>
              <a:rPr lang="en-US" b="1" dirty="0"/>
              <a:t>richer representation </a:t>
            </a:r>
            <a:r>
              <a:rPr lang="en-US" i="1" dirty="0"/>
              <a:t>(z₁, z₂, …, zₙ)</a:t>
            </a:r>
            <a:r>
              <a:rPr lang="en-US" dirty="0"/>
              <a:t>, capturing details the raw input may miss.</a:t>
            </a:r>
          </a:p>
          <a:p>
            <a:r>
              <a:rPr lang="en-US" dirty="0"/>
              <a:t>The key idea of </a:t>
            </a:r>
            <a:r>
              <a:rPr lang="en-US" b="1" dirty="0"/>
              <a:t>context capture remains unchanged</a:t>
            </a:r>
            <a:r>
              <a:rPr lang="en-US" dirty="0"/>
              <a:t>:</a:t>
            </a:r>
            <a:br>
              <a:rPr lang="en-US" dirty="0"/>
            </a:br>
            <a:r>
              <a:rPr lang="en-US" dirty="0"/>
              <a:t>each word’s representation depends on other words.</a:t>
            </a:r>
          </a:p>
          <a:p>
            <a:r>
              <a:rPr lang="en-US" dirty="0"/>
              <a:t>In transformers, this dependency is handled using </a:t>
            </a:r>
            <a:r>
              <a:rPr lang="en-US" b="1" dirty="0"/>
              <a:t>attention</a:t>
            </a:r>
            <a:r>
              <a:rPr lang="en-US" dirty="0"/>
              <a:t>.</a:t>
            </a:r>
          </a:p>
          <a:p>
            <a:r>
              <a:rPr lang="en-US" dirty="0"/>
              <a:t>The </a:t>
            </a:r>
            <a:r>
              <a:rPr lang="en-US" b="1" dirty="0"/>
              <a:t>decoder</a:t>
            </a:r>
            <a:r>
              <a:rPr lang="en-US" dirty="0"/>
              <a:t> generates the output sequence</a:t>
            </a:r>
            <a:br>
              <a:rPr lang="en-US" dirty="0"/>
            </a:br>
            <a:r>
              <a:rPr lang="en-US" i="1" dirty="0"/>
              <a:t>(y₁, y₂, …, yₘ)</a:t>
            </a:r>
            <a:r>
              <a:rPr lang="en-US" dirty="0"/>
              <a:t>, where the output length </a:t>
            </a:r>
            <a:r>
              <a:rPr lang="en-US" i="1" dirty="0"/>
              <a:t>m</a:t>
            </a:r>
            <a:r>
              <a:rPr lang="en-US" dirty="0"/>
              <a:t> may differ from input length </a:t>
            </a:r>
            <a:r>
              <a:rPr lang="en-US" i="1" dirty="0"/>
              <a:t>n</a:t>
            </a:r>
            <a:r>
              <a:rPr lang="en-US" dirty="0"/>
              <a:t>.</a:t>
            </a:r>
          </a:p>
          <a:p>
            <a:r>
              <a:rPr lang="en-US" dirty="0"/>
              <a:t>To generate each word </a:t>
            </a:r>
            <a:r>
              <a:rPr lang="en-US" i="1" dirty="0"/>
              <a:t>yᵢ</a:t>
            </a:r>
            <a:r>
              <a:rPr lang="en-US" dirty="0"/>
              <a:t>, the decoder uses:</a:t>
            </a:r>
          </a:p>
          <a:p>
            <a:pPr lvl="1"/>
            <a:r>
              <a:rPr lang="en-US" b="1" dirty="0"/>
              <a:t>Encoder–Decoder Attention:</a:t>
            </a:r>
            <a:r>
              <a:rPr lang="en-US" dirty="0"/>
              <a:t> focuses on </a:t>
            </a:r>
            <a:r>
              <a:rPr lang="en-US" i="1" dirty="0"/>
              <a:t>(z₁, z₂, …, zₙ)</a:t>
            </a:r>
            <a:r>
              <a:rPr lang="en-US" dirty="0"/>
              <a:t> to understand input context</a:t>
            </a:r>
          </a:p>
          <a:p>
            <a:pPr lvl="1"/>
            <a:r>
              <a:rPr lang="en-US" b="1" dirty="0"/>
              <a:t>Self-Attention:</a:t>
            </a:r>
            <a:r>
              <a:rPr lang="en-US" dirty="0"/>
              <a:t> considers previously generated words </a:t>
            </a:r>
            <a:r>
              <a:rPr lang="en-US" i="1" dirty="0"/>
              <a:t>(y₁, y₂, …, yᵢ₋₁)</a:t>
            </a:r>
            <a:r>
              <a:rPr lang="en-US" dirty="0"/>
              <a:t> for coherence</a:t>
            </a:r>
          </a:p>
        </p:txBody>
      </p:sp>
    </p:spTree>
    <p:extLst>
      <p:ext uri="{BB962C8B-B14F-4D97-AF65-F5344CB8AC3E}">
        <p14:creationId xmlns:p14="http://schemas.microsoft.com/office/powerpoint/2010/main" val="41206907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519D5-DD6E-A139-8D0E-1892E2AB6AFB}"/>
            </a:ext>
          </a:extLst>
        </p:cNvPr>
        <p:cNvGrpSpPr/>
        <p:nvPr/>
      </p:nvGrpSpPr>
      <p:grpSpPr>
        <a:xfrm>
          <a:off x="0" y="0"/>
          <a:ext cx="0" cy="0"/>
          <a:chOff x="0" y="0"/>
          <a:chExt cx="0" cy="0"/>
        </a:xfrm>
      </p:grpSpPr>
      <p:sp>
        <p:nvSpPr>
          <p:cNvPr id="34" name="TextBox 33">
            <a:extLst>
              <a:ext uri="{FF2B5EF4-FFF2-40B4-BE49-F238E27FC236}">
                <a16:creationId xmlns:a16="http://schemas.microsoft.com/office/drawing/2014/main" id="{B4B75065-CE65-C35A-A1B2-AC6DA3892B50}"/>
              </a:ext>
            </a:extLst>
          </p:cNvPr>
          <p:cNvSpPr txBox="1"/>
          <p:nvPr/>
        </p:nvSpPr>
        <p:spPr>
          <a:xfrm>
            <a:off x="464735" y="412212"/>
            <a:ext cx="10417629" cy="4247317"/>
          </a:xfrm>
          <a:prstGeom prst="rect">
            <a:avLst/>
          </a:prstGeom>
          <a:noFill/>
        </p:spPr>
        <p:txBody>
          <a:bodyPr wrap="square">
            <a:spAutoFit/>
          </a:bodyPr>
          <a:lstStyle/>
          <a:p>
            <a:pPr>
              <a:buNone/>
            </a:pPr>
            <a:r>
              <a:rPr lang="en-US" b="1" dirty="0"/>
              <a:t>Intuition Behind Attention (Team Project Analogy)</a:t>
            </a:r>
          </a:p>
          <a:p>
            <a:pPr>
              <a:buFont typeface="Arial" panose="020B0604020202020204" pitchFamily="34" charset="0"/>
              <a:buChar char="•"/>
            </a:pPr>
            <a:r>
              <a:rPr lang="en-US" dirty="0"/>
              <a:t>Attention can be understood using a </a:t>
            </a:r>
            <a:r>
              <a:rPr lang="en-US" b="1" dirty="0"/>
              <a:t>group project analogy</a:t>
            </a:r>
            <a:r>
              <a:rPr lang="en-US" dirty="0"/>
              <a:t>.</a:t>
            </a:r>
          </a:p>
          <a:p>
            <a:pPr>
              <a:buFont typeface="Arial" panose="020B0604020202020204" pitchFamily="34" charset="0"/>
              <a:buChar char="•"/>
            </a:pPr>
            <a:r>
              <a:rPr lang="en-US" dirty="0"/>
              <a:t>Imagine a team of five people:</a:t>
            </a:r>
          </a:p>
          <a:p>
            <a:pPr marL="742950" lvl="1" indent="-285750">
              <a:buFont typeface="Arial" panose="020B0604020202020204" pitchFamily="34" charset="0"/>
              <a:buChar char="•"/>
            </a:pPr>
            <a:r>
              <a:rPr lang="en-US" dirty="0"/>
              <a:t>Each person reads </a:t>
            </a:r>
            <a:r>
              <a:rPr lang="en-US" b="1" dirty="0"/>
              <a:t>different chapters</a:t>
            </a:r>
            <a:r>
              <a:rPr lang="en-US" dirty="0"/>
              <a:t> of a book independently.</a:t>
            </a:r>
          </a:p>
          <a:p>
            <a:pPr marL="742950" lvl="1" indent="-285750">
              <a:buFont typeface="Arial" panose="020B0604020202020204" pitchFamily="34" charset="0"/>
              <a:buChar char="•"/>
            </a:pPr>
            <a:r>
              <a:rPr lang="en-US" dirty="0"/>
              <a:t>Everyone develops:</a:t>
            </a:r>
          </a:p>
          <a:p>
            <a:pPr marL="1143000" lvl="2" indent="-228600">
              <a:buFont typeface="Arial" panose="020B0604020202020204" pitchFamily="34" charset="0"/>
              <a:buChar char="•"/>
            </a:pPr>
            <a:r>
              <a:rPr lang="en-US" b="1" dirty="0"/>
              <a:t>Understanding of content</a:t>
            </a:r>
            <a:r>
              <a:rPr lang="en-US" dirty="0"/>
              <a:t> → called </a:t>
            </a:r>
            <a:r>
              <a:rPr lang="en-US" b="1" dirty="0"/>
              <a:t>Values (V)</a:t>
            </a:r>
            <a:endParaRPr lang="en-US" dirty="0"/>
          </a:p>
          <a:p>
            <a:pPr marL="1143000" lvl="2" indent="-228600">
              <a:buFont typeface="Arial" panose="020B0604020202020204" pitchFamily="34" charset="0"/>
              <a:buChar char="•"/>
            </a:pPr>
            <a:r>
              <a:rPr lang="en-US" b="1" dirty="0"/>
              <a:t>Questions about the content</a:t>
            </a:r>
            <a:r>
              <a:rPr lang="en-US" dirty="0"/>
              <a:t> → called </a:t>
            </a:r>
            <a:r>
              <a:rPr lang="en-US" b="1" dirty="0"/>
              <a:t>Queries (Q)</a:t>
            </a:r>
            <a:endParaRPr lang="en-US" dirty="0"/>
          </a:p>
          <a:p>
            <a:pPr marL="1143000" lvl="2" indent="-228600">
              <a:buFont typeface="Arial" panose="020B0604020202020204" pitchFamily="34" charset="0"/>
              <a:buChar char="•"/>
            </a:pPr>
            <a:r>
              <a:rPr lang="en-US" b="1" dirty="0"/>
              <a:t>Key insights or summaries</a:t>
            </a:r>
            <a:r>
              <a:rPr lang="en-US" dirty="0"/>
              <a:t> → called </a:t>
            </a:r>
            <a:r>
              <a:rPr lang="en-US" b="1" dirty="0"/>
              <a:t>Keys (K)</a:t>
            </a:r>
            <a:endParaRPr lang="en-US" dirty="0"/>
          </a:p>
          <a:p>
            <a:pPr>
              <a:buFont typeface="Arial" panose="020B0604020202020204" pitchFamily="34" charset="0"/>
              <a:buChar char="•"/>
            </a:pPr>
            <a:r>
              <a:rPr lang="en-US" dirty="0"/>
              <a:t>When the team meets:</a:t>
            </a:r>
          </a:p>
          <a:p>
            <a:pPr marL="742950" lvl="1" indent="-285750">
              <a:buFont typeface="Arial" panose="020B0604020202020204" pitchFamily="34" charset="0"/>
              <a:buChar char="•"/>
            </a:pPr>
            <a:r>
              <a:rPr lang="en-US" dirty="0"/>
              <a:t>Each person asks questions (</a:t>
            </a:r>
            <a:r>
              <a:rPr lang="en-US" b="1" dirty="0"/>
              <a:t>Queries</a:t>
            </a:r>
            <a:r>
              <a:rPr lang="en-US" dirty="0"/>
              <a:t>)</a:t>
            </a:r>
          </a:p>
          <a:p>
            <a:pPr marL="742950" lvl="1" indent="-285750">
              <a:buFont typeface="Arial" panose="020B0604020202020204" pitchFamily="34" charset="0"/>
              <a:buChar char="•"/>
            </a:pPr>
            <a:r>
              <a:rPr lang="en-US" dirty="0"/>
              <a:t>Others respond if their insights (</a:t>
            </a:r>
            <a:r>
              <a:rPr lang="en-US" b="1" dirty="0"/>
              <a:t>Keys</a:t>
            </a:r>
            <a:r>
              <a:rPr lang="en-US" dirty="0"/>
              <a:t>) are relevant</a:t>
            </a:r>
          </a:p>
          <a:p>
            <a:pPr>
              <a:buFont typeface="Arial" panose="020B0604020202020204" pitchFamily="34" charset="0"/>
              <a:buChar char="•"/>
            </a:pPr>
            <a:r>
              <a:rPr lang="en-US" dirty="0"/>
              <a:t>Similarly, in a transformer:</a:t>
            </a:r>
          </a:p>
          <a:p>
            <a:pPr marL="742950" lvl="1" indent="-285750">
              <a:buFont typeface="Arial" panose="020B0604020202020204" pitchFamily="34" charset="0"/>
              <a:buChar char="•"/>
            </a:pPr>
            <a:r>
              <a:rPr lang="en-US" dirty="0"/>
              <a:t>The </a:t>
            </a:r>
            <a:r>
              <a:rPr lang="en-US" b="1" dirty="0"/>
              <a:t>decoder provides Queries (Q)</a:t>
            </a:r>
            <a:endParaRPr lang="en-US" dirty="0"/>
          </a:p>
          <a:p>
            <a:pPr marL="742950" lvl="1" indent="-285750">
              <a:buFont typeface="Arial" panose="020B0604020202020204" pitchFamily="34" charset="0"/>
              <a:buChar char="•"/>
            </a:pPr>
            <a:r>
              <a:rPr lang="en-US" dirty="0"/>
              <a:t>The </a:t>
            </a:r>
            <a:r>
              <a:rPr lang="en-US" b="1" dirty="0"/>
              <a:t>encoder provides Keys (K) and Values (V)</a:t>
            </a:r>
            <a:endParaRPr lang="en-US" dirty="0"/>
          </a:p>
          <a:p>
            <a:pPr marL="742950" lvl="1" indent="-285750">
              <a:buFont typeface="Arial" panose="020B0604020202020204" pitchFamily="34" charset="0"/>
              <a:buChar char="•"/>
            </a:pPr>
            <a:r>
              <a:rPr lang="en-US" dirty="0"/>
              <a:t>Attention determines </a:t>
            </a:r>
            <a:r>
              <a:rPr lang="en-US" b="1" dirty="0"/>
              <a:t>which information is most relevant</a:t>
            </a:r>
            <a:endParaRPr lang="en-US" dirty="0"/>
          </a:p>
        </p:txBody>
      </p:sp>
    </p:spTree>
    <p:extLst>
      <p:ext uri="{BB962C8B-B14F-4D97-AF65-F5344CB8AC3E}">
        <p14:creationId xmlns:p14="http://schemas.microsoft.com/office/powerpoint/2010/main" val="950859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63C5431-D980-4489-B49E-B95A71287D61}"/>
              </a:ext>
            </a:extLst>
          </p:cNvPr>
          <p:cNvSpPr txBox="1"/>
          <p:nvPr/>
        </p:nvSpPr>
        <p:spPr>
          <a:xfrm>
            <a:off x="401934" y="361470"/>
            <a:ext cx="10892414" cy="5632311"/>
          </a:xfrm>
          <a:prstGeom prst="rect">
            <a:avLst/>
          </a:prstGeom>
          <a:noFill/>
        </p:spPr>
        <p:txBody>
          <a:bodyPr wrap="square">
            <a:spAutoFit/>
          </a:bodyPr>
          <a:lstStyle/>
          <a:p>
            <a:pPr>
              <a:buNone/>
            </a:pPr>
            <a:r>
              <a:rPr lang="en-US" b="1" dirty="0"/>
              <a:t>Intuition Behind Queries (Q), Keys (K), and Values (V)</a:t>
            </a:r>
          </a:p>
          <a:p>
            <a:pPr>
              <a:buNone/>
            </a:pPr>
            <a:r>
              <a:rPr lang="en-US" dirty="0"/>
              <a:t>Think again about the </a:t>
            </a:r>
            <a:r>
              <a:rPr lang="en-US" b="1" dirty="0"/>
              <a:t>group project</a:t>
            </a:r>
            <a:r>
              <a:rPr lang="en-US" dirty="0"/>
              <a:t>.</a:t>
            </a:r>
          </a:p>
          <a:p>
            <a:pPr>
              <a:buNone/>
            </a:pPr>
            <a:r>
              <a:rPr lang="en-US" dirty="0"/>
              <a:t>Each person reads a different chapter and comes to the meeting prepared.</a:t>
            </a:r>
          </a:p>
          <a:p>
            <a:pPr>
              <a:buNone/>
            </a:pPr>
            <a:r>
              <a:rPr lang="en-US" b="1" dirty="0"/>
              <a:t>1. Keys (K) – “What do I know?”</a:t>
            </a:r>
          </a:p>
          <a:p>
            <a:pPr>
              <a:buFont typeface="Arial" panose="020B0604020202020204" pitchFamily="34" charset="0"/>
              <a:buChar char="•"/>
            </a:pPr>
            <a:r>
              <a:rPr lang="en-US" dirty="0"/>
              <a:t>A </a:t>
            </a:r>
            <a:r>
              <a:rPr lang="en-US" b="1" dirty="0"/>
              <a:t>Key</a:t>
            </a:r>
            <a:r>
              <a:rPr lang="en-US" dirty="0"/>
              <a:t> is like a short label or summary of what someone knows.</a:t>
            </a:r>
          </a:p>
          <a:p>
            <a:pPr>
              <a:buFont typeface="Arial" panose="020B0604020202020204" pitchFamily="34" charset="0"/>
              <a:buChar char="•"/>
            </a:pPr>
            <a:r>
              <a:rPr lang="en-US" dirty="0"/>
              <a:t>It helps others decide </a:t>
            </a:r>
            <a:r>
              <a:rPr lang="en-US" b="1" dirty="0"/>
              <a:t>whether this person is relevant</a:t>
            </a:r>
            <a:r>
              <a:rPr lang="en-US" dirty="0"/>
              <a:t> to their question.</a:t>
            </a:r>
          </a:p>
          <a:p>
            <a:pPr>
              <a:buFont typeface="Arial" panose="020B0604020202020204" pitchFamily="34" charset="0"/>
              <a:buChar char="•"/>
            </a:pPr>
            <a:r>
              <a:rPr lang="en-US" dirty="0"/>
              <a:t>Example:</a:t>
            </a:r>
            <a:br>
              <a:rPr lang="en-US" dirty="0"/>
            </a:br>
            <a:r>
              <a:rPr lang="en-US" i="1" dirty="0"/>
              <a:t>“I studied Chapter 3 about photosynthesis.”</a:t>
            </a:r>
            <a:endParaRPr lang="en-US" dirty="0"/>
          </a:p>
          <a:p>
            <a:pPr>
              <a:buNone/>
            </a:pPr>
            <a:r>
              <a:rPr lang="en-US" b="1" dirty="0"/>
              <a:t>2. Queries (Q) – “What am I looking for?”</a:t>
            </a:r>
          </a:p>
          <a:p>
            <a:pPr>
              <a:buFont typeface="Arial" panose="020B0604020202020204" pitchFamily="34" charset="0"/>
              <a:buChar char="•"/>
            </a:pPr>
            <a:r>
              <a:rPr lang="en-US" dirty="0"/>
              <a:t>A </a:t>
            </a:r>
            <a:r>
              <a:rPr lang="en-US" b="1" dirty="0"/>
              <a:t>Query</a:t>
            </a:r>
            <a:r>
              <a:rPr lang="en-US" dirty="0"/>
              <a:t> is a question someone asks to find useful information.</a:t>
            </a:r>
          </a:p>
          <a:p>
            <a:pPr>
              <a:buFont typeface="Arial" panose="020B0604020202020204" pitchFamily="34" charset="0"/>
              <a:buChar char="•"/>
            </a:pPr>
            <a:r>
              <a:rPr lang="en-US" dirty="0"/>
              <a:t>Example:</a:t>
            </a:r>
            <a:br>
              <a:rPr lang="en-US" dirty="0"/>
            </a:br>
            <a:r>
              <a:rPr lang="en-US" i="1" dirty="0"/>
              <a:t>“Who knows how plants make food?”</a:t>
            </a:r>
            <a:endParaRPr lang="en-US" dirty="0"/>
          </a:p>
          <a:p>
            <a:pPr>
              <a:buNone/>
            </a:pPr>
            <a:r>
              <a:rPr lang="en-US" b="1" dirty="0"/>
              <a:t>3. Matching Queries and Keys</a:t>
            </a:r>
          </a:p>
          <a:p>
            <a:pPr>
              <a:buFont typeface="Arial" panose="020B0604020202020204" pitchFamily="34" charset="0"/>
              <a:buChar char="•"/>
            </a:pPr>
            <a:r>
              <a:rPr lang="en-US" dirty="0"/>
              <a:t>When someone asks a question (</a:t>
            </a:r>
            <a:r>
              <a:rPr lang="en-US" b="1" dirty="0"/>
              <a:t>Query</a:t>
            </a:r>
            <a:r>
              <a:rPr lang="en-US" dirty="0"/>
              <a:t>), they compare it with everyone else’s </a:t>
            </a:r>
            <a:r>
              <a:rPr lang="en-US" b="1" dirty="0"/>
              <a:t>Keys</a:t>
            </a:r>
            <a:r>
              <a:rPr lang="en-US" dirty="0"/>
              <a:t>.</a:t>
            </a:r>
          </a:p>
          <a:p>
            <a:pPr>
              <a:buFont typeface="Arial" panose="020B0604020202020204" pitchFamily="34" charset="0"/>
              <a:buChar char="•"/>
            </a:pPr>
            <a:r>
              <a:rPr lang="en-US" dirty="0"/>
              <a:t>If a Key matches the Query well, that person is considered </a:t>
            </a:r>
            <a:r>
              <a:rPr lang="en-US" b="1" dirty="0"/>
              <a:t>important</a:t>
            </a:r>
            <a:r>
              <a:rPr lang="en-US" dirty="0"/>
              <a:t> for that question.</a:t>
            </a:r>
          </a:p>
          <a:p>
            <a:pPr>
              <a:buNone/>
            </a:pPr>
            <a:r>
              <a:rPr lang="en-US" b="1" dirty="0"/>
              <a:t>4. Values (V) – “The actual information”</a:t>
            </a:r>
          </a:p>
          <a:p>
            <a:pPr>
              <a:buFont typeface="Arial" panose="020B0604020202020204" pitchFamily="34" charset="0"/>
              <a:buChar char="•"/>
            </a:pPr>
            <a:r>
              <a:rPr lang="en-US" b="1" dirty="0"/>
              <a:t>Values</a:t>
            </a:r>
            <a:r>
              <a:rPr lang="en-US" dirty="0"/>
              <a:t> are the </a:t>
            </a:r>
            <a:r>
              <a:rPr lang="en-US" b="1" dirty="0"/>
              <a:t>full knowledge or details</a:t>
            </a:r>
            <a:r>
              <a:rPr lang="en-US" dirty="0"/>
              <a:t> a person has.</a:t>
            </a:r>
          </a:p>
          <a:p>
            <a:pPr>
              <a:buFont typeface="Arial" panose="020B0604020202020204" pitchFamily="34" charset="0"/>
              <a:buChar char="•"/>
            </a:pPr>
            <a:r>
              <a:rPr lang="en-US" dirty="0"/>
              <a:t>Once attention decides </a:t>
            </a:r>
            <a:r>
              <a:rPr lang="en-US" i="1" dirty="0"/>
              <a:t>who is relevant</a:t>
            </a:r>
            <a:r>
              <a:rPr lang="en-US" dirty="0"/>
              <a:t>, it takes information from their </a:t>
            </a:r>
            <a:r>
              <a:rPr lang="en-US" b="1" dirty="0"/>
              <a:t>Values</a:t>
            </a:r>
            <a:r>
              <a:rPr lang="en-US" dirty="0"/>
              <a:t>.</a:t>
            </a:r>
          </a:p>
          <a:p>
            <a:pPr>
              <a:buFont typeface="Arial" panose="020B0604020202020204" pitchFamily="34" charset="0"/>
              <a:buChar char="•"/>
            </a:pPr>
            <a:r>
              <a:rPr lang="en-US" dirty="0"/>
              <a:t>Example:</a:t>
            </a:r>
            <a:br>
              <a:rPr lang="en-US" dirty="0"/>
            </a:br>
            <a:r>
              <a:rPr lang="en-US" i="1" dirty="0"/>
              <a:t>Explanation of photosynthesis, equations, examples, diagrams.</a:t>
            </a:r>
            <a:endParaRPr lang="en-US" dirty="0"/>
          </a:p>
        </p:txBody>
      </p:sp>
    </p:spTree>
    <p:extLst>
      <p:ext uri="{BB962C8B-B14F-4D97-AF65-F5344CB8AC3E}">
        <p14:creationId xmlns:p14="http://schemas.microsoft.com/office/powerpoint/2010/main" val="33655749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1CF59D7-DBCE-4E5F-8E7E-DBF222645FBE}"/>
              </a:ext>
            </a:extLst>
          </p:cNvPr>
          <p:cNvSpPr txBox="1"/>
          <p:nvPr/>
        </p:nvSpPr>
        <p:spPr>
          <a:xfrm>
            <a:off x="514978" y="389599"/>
            <a:ext cx="6094324" cy="1200329"/>
          </a:xfrm>
          <a:prstGeom prst="rect">
            <a:avLst/>
          </a:prstGeom>
          <a:noFill/>
        </p:spPr>
        <p:txBody>
          <a:bodyPr wrap="square">
            <a:spAutoFit/>
          </a:bodyPr>
          <a:lstStyle/>
          <a:p>
            <a:pPr>
              <a:buNone/>
            </a:pPr>
            <a:r>
              <a:rPr lang="en-US" b="1" dirty="0"/>
              <a:t>How this maps to Transformers</a:t>
            </a:r>
          </a:p>
          <a:p>
            <a:pPr>
              <a:buFont typeface="Arial" panose="020B0604020202020204" pitchFamily="34" charset="0"/>
              <a:buChar char="•"/>
            </a:pPr>
            <a:r>
              <a:rPr lang="en-US" b="1" dirty="0"/>
              <a:t>Query (Q):</a:t>
            </a:r>
            <a:r>
              <a:rPr lang="en-US" dirty="0"/>
              <a:t> What the model is currently trying to understand</a:t>
            </a:r>
          </a:p>
          <a:p>
            <a:pPr>
              <a:buFont typeface="Arial" panose="020B0604020202020204" pitchFamily="34" charset="0"/>
              <a:buChar char="•"/>
            </a:pPr>
            <a:r>
              <a:rPr lang="en-US" b="1" dirty="0"/>
              <a:t>Key (K):</a:t>
            </a:r>
            <a:r>
              <a:rPr lang="en-US" dirty="0"/>
              <a:t> A tag describing each word’s information</a:t>
            </a:r>
          </a:p>
          <a:p>
            <a:pPr>
              <a:buFont typeface="Arial" panose="020B0604020202020204" pitchFamily="34" charset="0"/>
              <a:buChar char="•"/>
            </a:pPr>
            <a:r>
              <a:rPr lang="en-US" b="1" dirty="0"/>
              <a:t>Value (V):</a:t>
            </a:r>
            <a:r>
              <a:rPr lang="en-US" dirty="0"/>
              <a:t> The actual meaning or information of each word</a:t>
            </a:r>
          </a:p>
        </p:txBody>
      </p:sp>
      <p:sp>
        <p:nvSpPr>
          <p:cNvPr id="7" name="TextBox 6">
            <a:extLst>
              <a:ext uri="{FF2B5EF4-FFF2-40B4-BE49-F238E27FC236}">
                <a16:creationId xmlns:a16="http://schemas.microsoft.com/office/drawing/2014/main" id="{F3D6BAB3-E80D-08CB-93AA-B187BD7B1AB7}"/>
              </a:ext>
            </a:extLst>
          </p:cNvPr>
          <p:cNvSpPr txBox="1"/>
          <p:nvPr/>
        </p:nvSpPr>
        <p:spPr>
          <a:xfrm>
            <a:off x="514978" y="2039705"/>
            <a:ext cx="10457822" cy="923330"/>
          </a:xfrm>
          <a:prstGeom prst="rect">
            <a:avLst/>
          </a:prstGeom>
          <a:noFill/>
        </p:spPr>
        <p:txBody>
          <a:bodyPr wrap="square">
            <a:spAutoFit/>
          </a:bodyPr>
          <a:lstStyle/>
          <a:p>
            <a:pPr>
              <a:buNone/>
            </a:pPr>
            <a:r>
              <a:rPr lang="en-US" b="1" dirty="0"/>
              <a:t>Important relationship:</a:t>
            </a:r>
            <a:endParaRPr lang="en-US" dirty="0"/>
          </a:p>
          <a:p>
            <a:pPr>
              <a:buNone/>
            </a:pPr>
            <a:r>
              <a:rPr lang="en-US" dirty="0"/>
              <a:t>🔑 Queries are matched with Keys to decide </a:t>
            </a:r>
            <a:r>
              <a:rPr lang="en-US" b="1" dirty="0"/>
              <a:t>how much attention</a:t>
            </a:r>
            <a:r>
              <a:rPr lang="en-US" dirty="0"/>
              <a:t> to give,</a:t>
            </a:r>
            <a:br>
              <a:rPr lang="en-US" dirty="0"/>
            </a:br>
            <a:r>
              <a:rPr lang="en-US" dirty="0"/>
              <a:t>📦 and Values provide the </a:t>
            </a:r>
            <a:r>
              <a:rPr lang="en-US" b="1" dirty="0"/>
              <a:t>information that gets passed forward</a:t>
            </a:r>
            <a:r>
              <a:rPr lang="en-US" dirty="0"/>
              <a:t>.</a:t>
            </a:r>
          </a:p>
        </p:txBody>
      </p:sp>
      <p:sp>
        <p:nvSpPr>
          <p:cNvPr id="9" name="TextBox 8">
            <a:extLst>
              <a:ext uri="{FF2B5EF4-FFF2-40B4-BE49-F238E27FC236}">
                <a16:creationId xmlns:a16="http://schemas.microsoft.com/office/drawing/2014/main" id="{5F46787F-E350-32F0-718E-F2987CAB7CB3}"/>
              </a:ext>
            </a:extLst>
          </p:cNvPr>
          <p:cNvSpPr txBox="1"/>
          <p:nvPr/>
        </p:nvSpPr>
        <p:spPr>
          <a:xfrm>
            <a:off x="514977" y="3429000"/>
            <a:ext cx="8659167" cy="830997"/>
          </a:xfrm>
          <a:prstGeom prst="rect">
            <a:avLst/>
          </a:prstGeom>
          <a:noFill/>
        </p:spPr>
        <p:txBody>
          <a:bodyPr wrap="square">
            <a:spAutoFit/>
          </a:bodyPr>
          <a:lstStyle/>
          <a:p>
            <a:r>
              <a:rPr lang="en-US" sz="2400" b="1" dirty="0"/>
              <a:t>Queries ask, Keys decide relevance, and Values deliver the information.</a:t>
            </a:r>
            <a:endParaRPr lang="en-IN" sz="2400" b="1" dirty="0"/>
          </a:p>
        </p:txBody>
      </p:sp>
    </p:spTree>
    <p:extLst>
      <p:ext uri="{BB962C8B-B14F-4D97-AF65-F5344CB8AC3E}">
        <p14:creationId xmlns:p14="http://schemas.microsoft.com/office/powerpoint/2010/main" val="4884723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66CC2-95CD-14D7-F33C-D28C1CB4C58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D50D5CB-1E82-FB12-04F6-94C9424CE98E}"/>
              </a:ext>
            </a:extLst>
          </p:cNvPr>
          <p:cNvSpPr txBox="1"/>
          <p:nvPr/>
        </p:nvSpPr>
        <p:spPr>
          <a:xfrm>
            <a:off x="327618" y="117693"/>
            <a:ext cx="11536764" cy="6740307"/>
          </a:xfrm>
          <a:prstGeom prst="rect">
            <a:avLst/>
          </a:prstGeom>
          <a:noFill/>
        </p:spPr>
        <p:txBody>
          <a:bodyPr wrap="square">
            <a:spAutoFit/>
          </a:bodyPr>
          <a:lstStyle/>
          <a:p>
            <a:r>
              <a:rPr lang="en-US" b="1" dirty="0"/>
              <a:t>Intuition Behind the Attention Formula</a:t>
            </a:r>
          </a:p>
          <a:p>
            <a:r>
              <a:rPr lang="en-US" b="1" dirty="0"/>
              <a:t>Goal:</a:t>
            </a:r>
            <a:r>
              <a:rPr lang="en-US" dirty="0"/>
              <a:t> Decide </a:t>
            </a:r>
            <a:r>
              <a:rPr lang="en-US" i="1" dirty="0"/>
              <a:t>which information matters most</a:t>
            </a:r>
            <a:r>
              <a:rPr lang="en-US" dirty="0"/>
              <a:t> for the current word.</a:t>
            </a:r>
          </a:p>
          <a:p>
            <a:r>
              <a:rPr lang="en-US" b="1" dirty="0"/>
              <a:t>Step-by-Step</a:t>
            </a:r>
          </a:p>
          <a:p>
            <a:r>
              <a:rPr lang="en-US" b="1" dirty="0"/>
              <a:t>Query (Q):</a:t>
            </a:r>
            <a:br>
              <a:rPr lang="en-US" dirty="0"/>
            </a:br>
            <a:r>
              <a:rPr lang="en-US" dirty="0"/>
              <a:t>What am I looking for right now?</a:t>
            </a:r>
          </a:p>
          <a:p>
            <a:r>
              <a:rPr lang="en-US" b="1" dirty="0"/>
              <a:t>Keys (K):</a:t>
            </a:r>
            <a:br>
              <a:rPr lang="en-US" dirty="0"/>
            </a:br>
            <a:r>
              <a:rPr lang="en-US" dirty="0"/>
              <a:t>What does each word/person know?</a:t>
            </a:r>
          </a:p>
          <a:p>
            <a:r>
              <a:rPr lang="en-US" b="1" dirty="0"/>
              <a:t>Similarity Score:</a:t>
            </a:r>
            <a:br>
              <a:rPr lang="en-US" dirty="0"/>
            </a:br>
            <a:r>
              <a:rPr lang="en-US" dirty="0"/>
              <a:t>Query · Key</a:t>
            </a:r>
            <a:br>
              <a:rPr lang="en-US" dirty="0"/>
            </a:br>
            <a:r>
              <a:rPr lang="en-US" dirty="0"/>
              <a:t>→ Measures how relevant each key is to the query</a:t>
            </a:r>
          </a:p>
          <a:p>
            <a:r>
              <a:rPr lang="en-US" b="1" dirty="0"/>
              <a:t>SoftMax:</a:t>
            </a:r>
            <a:br>
              <a:rPr lang="en-US" dirty="0"/>
            </a:br>
            <a:r>
              <a:rPr lang="en-US" dirty="0"/>
              <a:t>Attention Weight = SoftMax(Q · K)</a:t>
            </a:r>
            <a:br>
              <a:rPr lang="en-US" dirty="0"/>
            </a:br>
            <a:r>
              <a:rPr lang="en-US" dirty="0"/>
              <a:t>→ Converts scores into percentages</a:t>
            </a:r>
            <a:br>
              <a:rPr lang="en-US" dirty="0"/>
            </a:br>
            <a:r>
              <a:rPr lang="en-US" dirty="0"/>
              <a:t>→ All weights sum to </a:t>
            </a:r>
            <a:r>
              <a:rPr lang="en-US" b="1" dirty="0"/>
              <a:t>1</a:t>
            </a:r>
            <a:br>
              <a:rPr lang="en-US" dirty="0"/>
            </a:br>
            <a:r>
              <a:rPr lang="en-US" dirty="0"/>
              <a:t>→ More relevant keys get higher weight</a:t>
            </a:r>
          </a:p>
          <a:p>
            <a:r>
              <a:rPr lang="en-US" b="1" dirty="0"/>
              <a:t>Values (V):</a:t>
            </a:r>
            <a:br>
              <a:rPr lang="en-US" dirty="0"/>
            </a:br>
            <a:r>
              <a:rPr lang="en-US" dirty="0"/>
              <a:t>The actual information to use</a:t>
            </a:r>
          </a:p>
          <a:p>
            <a:r>
              <a:rPr lang="en-US" b="1" dirty="0"/>
              <a:t>Final Output:</a:t>
            </a:r>
            <a:br>
              <a:rPr lang="en-US" dirty="0"/>
            </a:br>
            <a:r>
              <a:rPr lang="en-US" dirty="0"/>
              <a:t>Attention Output = Attention Weights × Values</a:t>
            </a:r>
            <a:br>
              <a:rPr lang="en-US" dirty="0"/>
            </a:br>
            <a:r>
              <a:rPr lang="en-US" dirty="0"/>
              <a:t>→ Take more information from important values</a:t>
            </a:r>
            <a:br>
              <a:rPr lang="en-US" dirty="0"/>
            </a:br>
            <a:r>
              <a:rPr lang="en-US" dirty="0"/>
              <a:t>→ Take less from unimportant ones</a:t>
            </a:r>
          </a:p>
          <a:p>
            <a:r>
              <a:rPr lang="en-US" dirty="0"/>
              <a:t>The final attention output represents a </a:t>
            </a:r>
            <a:r>
              <a:rPr lang="en-US" b="1" dirty="0"/>
              <a:t>weighted combination of information</a:t>
            </a:r>
            <a:r>
              <a:rPr lang="en-US" dirty="0"/>
              <a:t>, focusing on what matters most for the current query.</a:t>
            </a:r>
            <a:endParaRPr lang="en-IN" dirty="0"/>
          </a:p>
          <a:p>
            <a:endParaRPr lang="en-US" dirty="0"/>
          </a:p>
        </p:txBody>
      </p:sp>
    </p:spTree>
    <p:extLst>
      <p:ext uri="{BB962C8B-B14F-4D97-AF65-F5344CB8AC3E}">
        <p14:creationId xmlns:p14="http://schemas.microsoft.com/office/powerpoint/2010/main" val="19191993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13299-5FA0-94C3-9A80-9D944B3F6B1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D1ACAE0-DCC9-6065-7AED-F7B8157BBAA4}"/>
              </a:ext>
            </a:extLst>
          </p:cNvPr>
          <p:cNvSpPr txBox="1"/>
          <p:nvPr/>
        </p:nvSpPr>
        <p:spPr>
          <a:xfrm>
            <a:off x="504930" y="345390"/>
            <a:ext cx="10075984" cy="3139321"/>
          </a:xfrm>
          <a:prstGeom prst="rect">
            <a:avLst/>
          </a:prstGeom>
          <a:noFill/>
        </p:spPr>
        <p:txBody>
          <a:bodyPr wrap="square">
            <a:spAutoFit/>
          </a:bodyPr>
          <a:lstStyle/>
          <a:p>
            <a:pPr>
              <a:buNone/>
            </a:pPr>
            <a:r>
              <a:rPr lang="en-US" dirty="0"/>
              <a:t>Convert a natural language instruction into Python code</a:t>
            </a:r>
          </a:p>
          <a:p>
            <a:pPr>
              <a:buNone/>
            </a:pPr>
            <a:r>
              <a:rPr lang="en-US" i="1" dirty="0"/>
              <a:t>“Python program to print Hello, world!”</a:t>
            </a:r>
            <a:endParaRPr lang="en-US" dirty="0"/>
          </a:p>
          <a:p>
            <a:pPr>
              <a:buFont typeface="Arial" panose="020B0604020202020204" pitchFamily="34" charset="0"/>
              <a:buChar char="•"/>
            </a:pPr>
            <a:r>
              <a:rPr lang="en-US" dirty="0"/>
              <a:t>In a transformer, </a:t>
            </a:r>
            <a:r>
              <a:rPr lang="en-US" b="1" dirty="0"/>
              <a:t>each word works like a team member in a group project</a:t>
            </a:r>
            <a:r>
              <a:rPr lang="en-US" dirty="0"/>
              <a:t>.</a:t>
            </a:r>
          </a:p>
          <a:p>
            <a:pPr>
              <a:buFont typeface="Arial" panose="020B0604020202020204" pitchFamily="34" charset="0"/>
              <a:buChar char="•"/>
            </a:pPr>
            <a:r>
              <a:rPr lang="en-US" dirty="0"/>
              <a:t>Every word creates three vectors:</a:t>
            </a:r>
          </a:p>
          <a:p>
            <a:pPr marL="742950" lvl="1" indent="-285750">
              <a:buFont typeface="Arial" panose="020B0604020202020204" pitchFamily="34" charset="0"/>
              <a:buChar char="•"/>
            </a:pPr>
            <a:r>
              <a:rPr lang="en-US" b="1" dirty="0"/>
              <a:t>Query (Q):</a:t>
            </a:r>
            <a:r>
              <a:rPr lang="en-US" dirty="0"/>
              <a:t> what the word is looking for</a:t>
            </a:r>
          </a:p>
          <a:p>
            <a:pPr marL="742950" lvl="1" indent="-285750">
              <a:buFont typeface="Arial" panose="020B0604020202020204" pitchFamily="34" charset="0"/>
              <a:buChar char="•"/>
            </a:pPr>
            <a:r>
              <a:rPr lang="en-US" b="1" dirty="0"/>
              <a:t>Key (K):</a:t>
            </a:r>
            <a:r>
              <a:rPr lang="en-US" dirty="0"/>
              <a:t> what the word offers</a:t>
            </a:r>
          </a:p>
          <a:p>
            <a:pPr marL="742950" lvl="1" indent="-285750">
              <a:buFont typeface="Arial" panose="020B0604020202020204" pitchFamily="34" charset="0"/>
              <a:buChar char="•"/>
            </a:pPr>
            <a:r>
              <a:rPr lang="en-US" b="1" dirty="0"/>
              <a:t>Value (V):</a:t>
            </a:r>
            <a:r>
              <a:rPr lang="en-US" dirty="0"/>
              <a:t> the information the word contains</a:t>
            </a:r>
          </a:p>
          <a:p>
            <a:pPr>
              <a:buFont typeface="Arial" panose="020B0604020202020204" pitchFamily="34" charset="0"/>
              <a:buChar char="•"/>
            </a:pPr>
            <a:r>
              <a:rPr lang="en-US" dirty="0"/>
              <a:t>The </a:t>
            </a:r>
            <a:r>
              <a:rPr lang="en-US" b="1" dirty="0"/>
              <a:t>encoder</a:t>
            </a:r>
            <a:r>
              <a:rPr lang="en-US" dirty="0"/>
              <a:t> processes all words together and produces a representation for each word:</a:t>
            </a:r>
          </a:p>
          <a:p>
            <a:pPr marL="742950" lvl="1" indent="-285750">
              <a:buFont typeface="Arial" panose="020B0604020202020204" pitchFamily="34" charset="0"/>
              <a:buChar char="•"/>
            </a:pPr>
            <a:r>
              <a:rPr lang="en-US" i="1" dirty="0"/>
              <a:t>(z₁, z₂, …, z₆)</a:t>
            </a:r>
            <a:r>
              <a:rPr lang="en-US" dirty="0"/>
              <a:t> for words like </a:t>
            </a:r>
            <a:r>
              <a:rPr lang="en-US" i="1" dirty="0"/>
              <a:t>Python, program, to, print, Hello, world</a:t>
            </a:r>
            <a:endParaRPr lang="en-US" dirty="0"/>
          </a:p>
          <a:p>
            <a:pPr>
              <a:buFont typeface="Arial" panose="020B0604020202020204" pitchFamily="34" charset="0"/>
              <a:buChar char="•"/>
            </a:pPr>
            <a:r>
              <a:rPr lang="en-US" dirty="0"/>
              <a:t>Each word improves its understanding by </a:t>
            </a:r>
            <a:r>
              <a:rPr lang="en-US" b="1" dirty="0"/>
              <a:t>interacting with other words</a:t>
            </a:r>
            <a:r>
              <a:rPr lang="en-US" dirty="0"/>
              <a:t> using attention.</a:t>
            </a:r>
          </a:p>
          <a:p>
            <a:pPr>
              <a:buFont typeface="Arial" panose="020B0604020202020204" pitchFamily="34" charset="0"/>
              <a:buChar char="•"/>
            </a:pPr>
            <a:r>
              <a:rPr lang="en-US" dirty="0"/>
              <a:t>This allows the model to understand </a:t>
            </a:r>
            <a:r>
              <a:rPr lang="en-US" b="1" dirty="0"/>
              <a:t>context</a:t>
            </a:r>
            <a:r>
              <a:rPr lang="en-US" dirty="0"/>
              <a:t>, not just individual words.</a:t>
            </a:r>
          </a:p>
        </p:txBody>
      </p:sp>
      <p:pic>
        <p:nvPicPr>
          <p:cNvPr id="5" name="Picture 4" descr="A diagram of a program&#10;&#10;AI-generated content may be incorrect.">
            <a:extLst>
              <a:ext uri="{FF2B5EF4-FFF2-40B4-BE49-F238E27FC236}">
                <a16:creationId xmlns:a16="http://schemas.microsoft.com/office/drawing/2014/main" id="{E707256C-D768-CCCC-FC78-F217EDE4E336}"/>
              </a:ext>
            </a:extLst>
          </p:cNvPr>
          <p:cNvPicPr>
            <a:picLocks noChangeAspect="1"/>
          </p:cNvPicPr>
          <p:nvPr/>
        </p:nvPicPr>
        <p:blipFill>
          <a:blip r:embed="rId2"/>
          <a:stretch>
            <a:fillRect/>
          </a:stretch>
        </p:blipFill>
        <p:spPr>
          <a:xfrm>
            <a:off x="2125378" y="3619908"/>
            <a:ext cx="4938614" cy="2664413"/>
          </a:xfrm>
          <a:prstGeom prst="rect">
            <a:avLst/>
          </a:prstGeom>
        </p:spPr>
      </p:pic>
    </p:spTree>
    <p:extLst>
      <p:ext uri="{BB962C8B-B14F-4D97-AF65-F5344CB8AC3E}">
        <p14:creationId xmlns:p14="http://schemas.microsoft.com/office/powerpoint/2010/main" val="32326505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69CC3-9FD3-856B-52DB-CDF5A667E0D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1EA6374-7368-DEE0-F104-3D2B2A838F28}"/>
              </a:ext>
            </a:extLst>
          </p:cNvPr>
          <p:cNvSpPr txBox="1"/>
          <p:nvPr/>
        </p:nvSpPr>
        <p:spPr>
          <a:xfrm>
            <a:off x="404446" y="230502"/>
            <a:ext cx="10216661" cy="2862322"/>
          </a:xfrm>
          <a:prstGeom prst="rect">
            <a:avLst/>
          </a:prstGeom>
          <a:noFill/>
        </p:spPr>
        <p:txBody>
          <a:bodyPr wrap="square">
            <a:spAutoFit/>
          </a:bodyPr>
          <a:lstStyle/>
          <a:p>
            <a:pPr>
              <a:buNone/>
            </a:pPr>
            <a:r>
              <a:rPr lang="en-US" b="1" dirty="0"/>
              <a:t>Attention in Action (Attention Weights × Values)</a:t>
            </a:r>
          </a:p>
          <a:p>
            <a:pPr>
              <a:buFont typeface="Arial" panose="020B0604020202020204" pitchFamily="34" charset="0"/>
              <a:buChar char="•"/>
            </a:pPr>
            <a:r>
              <a:rPr lang="en-US" dirty="0"/>
              <a:t>Consider the word </a:t>
            </a:r>
            <a:r>
              <a:rPr lang="en-US" b="1" dirty="0"/>
              <a:t>“program”</a:t>
            </a:r>
            <a:r>
              <a:rPr lang="en-US" dirty="0"/>
              <a:t>:</a:t>
            </a:r>
          </a:p>
          <a:p>
            <a:pPr marL="742950" lvl="1" indent="-285750">
              <a:buFont typeface="Arial" panose="020B0604020202020204" pitchFamily="34" charset="0"/>
              <a:buChar char="•"/>
            </a:pPr>
            <a:r>
              <a:rPr lang="en-US" dirty="0"/>
              <a:t>Its </a:t>
            </a:r>
            <a:r>
              <a:rPr lang="en-US" b="1" dirty="0"/>
              <a:t>query (Q)</a:t>
            </a:r>
            <a:r>
              <a:rPr lang="en-US" dirty="0"/>
              <a:t> matches strongly with the </a:t>
            </a:r>
            <a:r>
              <a:rPr lang="en-US" b="1" dirty="0"/>
              <a:t>key (K)</a:t>
            </a:r>
            <a:r>
              <a:rPr lang="en-US" dirty="0"/>
              <a:t> of the word </a:t>
            </a:r>
            <a:r>
              <a:rPr lang="en-US" b="1" dirty="0"/>
              <a:t>“Python”</a:t>
            </a:r>
            <a:endParaRPr lang="en-US" dirty="0"/>
          </a:p>
          <a:p>
            <a:pPr marL="742950" lvl="1" indent="-285750">
              <a:buFont typeface="Arial" panose="020B0604020202020204" pitchFamily="34" charset="0"/>
              <a:buChar char="•"/>
            </a:pPr>
            <a:r>
              <a:rPr lang="en-US" dirty="0"/>
              <a:t>This helps clarify </a:t>
            </a:r>
            <a:r>
              <a:rPr lang="en-US" i="1" dirty="0"/>
              <a:t>what type of program</a:t>
            </a:r>
            <a:r>
              <a:rPr lang="en-US" dirty="0"/>
              <a:t> is being described</a:t>
            </a:r>
          </a:p>
          <a:p>
            <a:pPr>
              <a:buFont typeface="Arial" panose="020B0604020202020204" pitchFamily="34" charset="0"/>
              <a:buChar char="•"/>
            </a:pPr>
            <a:r>
              <a:rPr lang="en-US" dirty="0"/>
              <a:t>Words like </a:t>
            </a:r>
            <a:r>
              <a:rPr lang="en-US" b="1" dirty="0"/>
              <a:t>“to”</a:t>
            </a:r>
            <a:r>
              <a:rPr lang="en-US" dirty="0"/>
              <a:t> provide less useful context and receive </a:t>
            </a:r>
            <a:r>
              <a:rPr lang="en-US" b="1" dirty="0"/>
              <a:t>lower attention</a:t>
            </a:r>
            <a:endParaRPr lang="en-US" dirty="0"/>
          </a:p>
          <a:p>
            <a:pPr>
              <a:buFont typeface="Arial" panose="020B0604020202020204" pitchFamily="34" charset="0"/>
              <a:buChar char="•"/>
            </a:pPr>
            <a:r>
              <a:rPr lang="en-US" dirty="0"/>
              <a:t>This is captured using </a:t>
            </a:r>
            <a:r>
              <a:rPr lang="en-US" b="1" dirty="0"/>
              <a:t>attention weights (α)</a:t>
            </a:r>
            <a:r>
              <a:rPr lang="en-US" dirty="0"/>
              <a:t>:</a:t>
            </a:r>
          </a:p>
          <a:p>
            <a:pPr marL="742950" lvl="1" indent="-285750">
              <a:buFont typeface="Arial" panose="020B0604020202020204" pitchFamily="34" charset="0"/>
              <a:buChar char="•"/>
            </a:pPr>
            <a:r>
              <a:rPr lang="en-US" dirty="0"/>
              <a:t>Higher weights for relevant words</a:t>
            </a:r>
          </a:p>
          <a:p>
            <a:pPr marL="742950" lvl="1" indent="-285750">
              <a:buFont typeface="Arial" panose="020B0604020202020204" pitchFamily="34" charset="0"/>
              <a:buChar char="•"/>
            </a:pPr>
            <a:r>
              <a:rPr lang="en-US" dirty="0"/>
              <a:t>Lower weights for less relevant words</a:t>
            </a:r>
          </a:p>
          <a:p>
            <a:pPr>
              <a:buFont typeface="Arial" panose="020B0604020202020204" pitchFamily="34" charset="0"/>
              <a:buChar char="•"/>
            </a:pPr>
            <a:r>
              <a:rPr lang="en-US" dirty="0"/>
              <a:t>The final representation for a word (e.g., </a:t>
            </a:r>
            <a:r>
              <a:rPr lang="en-US" i="1" dirty="0"/>
              <a:t>z₂</a:t>
            </a:r>
            <a:r>
              <a:rPr lang="en-US" dirty="0"/>
              <a:t> for “program”) is computed as:</a:t>
            </a:r>
          </a:p>
          <a:p>
            <a:pPr>
              <a:buFont typeface="Arial" panose="020B0604020202020204" pitchFamily="34" charset="0"/>
              <a:buChar char="•"/>
            </a:pPr>
            <a:r>
              <a:rPr lang="en-US" b="1" dirty="0"/>
              <a:t>z₂ = α₁V₁ + α₂V₂ + … + α₆V₆</a:t>
            </a:r>
            <a:endParaRPr lang="en-US" dirty="0"/>
          </a:p>
        </p:txBody>
      </p:sp>
      <p:sp>
        <p:nvSpPr>
          <p:cNvPr id="4" name="Rectangle 1">
            <a:extLst>
              <a:ext uri="{FF2B5EF4-FFF2-40B4-BE49-F238E27FC236}">
                <a16:creationId xmlns:a16="http://schemas.microsoft.com/office/drawing/2014/main" id="{DE20CC4E-A760-620B-171C-1DD8CB7E4AB4}"/>
              </a:ext>
            </a:extLst>
          </p:cNvPr>
          <p:cNvSpPr>
            <a:spLocks noChangeArrowheads="1"/>
          </p:cNvSpPr>
          <p:nvPr/>
        </p:nvSpPr>
        <p:spPr bwMode="auto">
          <a:xfrm>
            <a:off x="404446" y="3092824"/>
            <a:ext cx="1073917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attention weights: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Always </a:t>
            </a:r>
            <a:r>
              <a:rPr kumimoji="0" lang="en-US" altLang="en-US" sz="1800" b="1" i="0" u="none" strike="noStrike" cap="none" normalizeH="0" baseline="0" dirty="0">
                <a:ln>
                  <a:noFill/>
                </a:ln>
                <a:solidFill>
                  <a:schemeClr val="tx1"/>
                </a:solidFill>
                <a:effectLst/>
                <a:latin typeface="Arial" panose="020B0604020202020204" pitchFamily="34" charset="0"/>
              </a:rPr>
              <a:t>sum to 1</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Control how much each word contributes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This process is repeated for every word, allowing all words to </a:t>
            </a:r>
            <a:r>
              <a:rPr kumimoji="0" lang="en-US" altLang="en-US" sz="1800" b="1" i="0" u="none" strike="noStrike" cap="none" normalizeH="0" baseline="0" dirty="0">
                <a:ln>
                  <a:noFill/>
                </a:ln>
                <a:solidFill>
                  <a:schemeClr val="tx1"/>
                </a:solidFill>
                <a:effectLst/>
                <a:latin typeface="Arial" panose="020B0604020202020204" pitchFamily="34" charset="0"/>
              </a:rPr>
              <a:t>collaboratively refine their meanings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descr="A diagram of a diagram&#10;&#10;AI-generated content may be incorrect.">
            <a:extLst>
              <a:ext uri="{FF2B5EF4-FFF2-40B4-BE49-F238E27FC236}">
                <a16:creationId xmlns:a16="http://schemas.microsoft.com/office/drawing/2014/main" id="{8EF71805-603B-3FD8-40EA-51DA598C3339}"/>
              </a:ext>
            </a:extLst>
          </p:cNvPr>
          <p:cNvPicPr>
            <a:picLocks noChangeAspect="1"/>
          </p:cNvPicPr>
          <p:nvPr/>
        </p:nvPicPr>
        <p:blipFill>
          <a:blip r:embed="rId2"/>
          <a:stretch>
            <a:fillRect/>
          </a:stretch>
        </p:blipFill>
        <p:spPr>
          <a:xfrm>
            <a:off x="1967819" y="4465653"/>
            <a:ext cx="4458086" cy="1966130"/>
          </a:xfrm>
          <a:prstGeom prst="rect">
            <a:avLst/>
          </a:prstGeom>
        </p:spPr>
      </p:pic>
    </p:spTree>
    <p:extLst>
      <p:ext uri="{BB962C8B-B14F-4D97-AF65-F5344CB8AC3E}">
        <p14:creationId xmlns:p14="http://schemas.microsoft.com/office/powerpoint/2010/main" val="32180178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11E2E-0065-766F-E21F-FA1EB114F96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4BF0D12-275F-29C5-2CFE-FCB11050DCD1}"/>
              </a:ext>
            </a:extLst>
          </p:cNvPr>
          <p:cNvSpPr txBox="1"/>
          <p:nvPr/>
        </p:nvSpPr>
        <p:spPr>
          <a:xfrm>
            <a:off x="374300" y="137890"/>
            <a:ext cx="11000433" cy="2585323"/>
          </a:xfrm>
          <a:prstGeom prst="rect">
            <a:avLst/>
          </a:prstGeom>
          <a:noFill/>
        </p:spPr>
        <p:txBody>
          <a:bodyPr wrap="square">
            <a:spAutoFit/>
          </a:bodyPr>
          <a:lstStyle/>
          <a:p>
            <a:pPr>
              <a:buNone/>
            </a:pPr>
            <a:r>
              <a:rPr lang="en-US" b="1" dirty="0"/>
              <a:t>Decoder – Step-by-Step Output Generation</a:t>
            </a:r>
          </a:p>
          <a:p>
            <a:pPr>
              <a:buFont typeface="Arial" panose="020B0604020202020204" pitchFamily="34" charset="0"/>
              <a:buChar char="•"/>
            </a:pPr>
            <a:r>
              <a:rPr lang="en-US" dirty="0"/>
              <a:t>The </a:t>
            </a:r>
            <a:r>
              <a:rPr lang="en-US" b="1" dirty="0"/>
              <a:t>decoder generates the output one word at a time</a:t>
            </a:r>
            <a:r>
              <a:rPr lang="en-US" dirty="0"/>
              <a:t>, starting from scratch.</a:t>
            </a:r>
          </a:p>
          <a:p>
            <a:pPr>
              <a:buFont typeface="Arial" panose="020B0604020202020204" pitchFamily="34" charset="0"/>
              <a:buChar char="•"/>
            </a:pPr>
            <a:r>
              <a:rPr lang="en-US" dirty="0"/>
              <a:t>It begins with a special </a:t>
            </a:r>
            <a:r>
              <a:rPr lang="en-US" b="1" dirty="0"/>
              <a:t>&lt;start&gt; token</a:t>
            </a:r>
            <a:r>
              <a:rPr lang="en-US" dirty="0"/>
              <a:t>, which signals the start of generation.</a:t>
            </a:r>
          </a:p>
          <a:p>
            <a:pPr>
              <a:buFont typeface="Arial" panose="020B0604020202020204" pitchFamily="34" charset="0"/>
              <a:buChar char="•"/>
            </a:pPr>
            <a:r>
              <a:rPr lang="en-US" dirty="0"/>
              <a:t>At this stage, no translation has occurred yet.</a:t>
            </a:r>
          </a:p>
          <a:p>
            <a:pPr>
              <a:buFont typeface="Arial" panose="020B0604020202020204" pitchFamily="34" charset="0"/>
              <a:buChar char="•"/>
            </a:pPr>
            <a:r>
              <a:rPr lang="en-US" dirty="0"/>
              <a:t>To generate the </a:t>
            </a:r>
            <a:r>
              <a:rPr lang="en-US" b="1" dirty="0"/>
              <a:t>first word</a:t>
            </a:r>
            <a:r>
              <a:rPr lang="en-US" dirty="0"/>
              <a:t> (e.g., </a:t>
            </a:r>
            <a:r>
              <a:rPr lang="en-US" b="1" dirty="0">
                <a:latin typeface="Courier New" panose="02070309020205020404" pitchFamily="49" charset="0"/>
              </a:rPr>
              <a:t>print</a:t>
            </a:r>
            <a:r>
              <a:rPr lang="en-US" dirty="0"/>
              <a:t>):</a:t>
            </a:r>
          </a:p>
          <a:p>
            <a:pPr marL="742950" lvl="1" indent="-285750">
              <a:buFont typeface="Arial" panose="020B0604020202020204" pitchFamily="34" charset="0"/>
              <a:buChar char="•"/>
            </a:pPr>
            <a:r>
              <a:rPr lang="en-US" dirty="0"/>
              <a:t>The decoder attends to the </a:t>
            </a:r>
            <a:r>
              <a:rPr lang="en-US" b="1" dirty="0"/>
              <a:t>encoder outputs</a:t>
            </a:r>
            <a:endParaRPr lang="en-US" dirty="0"/>
          </a:p>
          <a:p>
            <a:pPr marL="742950" lvl="1" indent="-285750">
              <a:buFont typeface="Arial" panose="020B0604020202020204" pitchFamily="34" charset="0"/>
              <a:buChar char="•"/>
            </a:pPr>
            <a:r>
              <a:rPr lang="en-US" dirty="0"/>
              <a:t>It focuses more on relevant input words such as </a:t>
            </a:r>
            <a:r>
              <a:rPr lang="en-US" b="1" dirty="0"/>
              <a:t>“Python”</a:t>
            </a:r>
            <a:r>
              <a:rPr lang="en-US" dirty="0"/>
              <a:t> and </a:t>
            </a:r>
            <a:r>
              <a:rPr lang="en-US" b="1" dirty="0"/>
              <a:t>“program”</a:t>
            </a:r>
            <a:endParaRPr lang="en-US" dirty="0"/>
          </a:p>
          <a:p>
            <a:pPr marL="742950" lvl="1" indent="-285750">
              <a:buFont typeface="Arial" panose="020B0604020202020204" pitchFamily="34" charset="0"/>
              <a:buChar char="•"/>
            </a:pPr>
            <a:r>
              <a:rPr lang="en-US" dirty="0"/>
              <a:t>Less relevant words receive lower attention</a:t>
            </a:r>
          </a:p>
          <a:p>
            <a:pPr>
              <a:buFont typeface="Arial" panose="020B0604020202020204" pitchFamily="34" charset="0"/>
              <a:buChar char="•"/>
            </a:pPr>
            <a:r>
              <a:rPr lang="en-US" dirty="0"/>
              <a:t>Based on this attention, the decoder predicts the first output token.</a:t>
            </a:r>
          </a:p>
        </p:txBody>
      </p:sp>
    </p:spTree>
    <p:extLst>
      <p:ext uri="{BB962C8B-B14F-4D97-AF65-F5344CB8AC3E}">
        <p14:creationId xmlns:p14="http://schemas.microsoft.com/office/powerpoint/2010/main" val="31809357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21E58-1615-F353-D0D9-0C1304D3FC9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9EFB241-3F9C-75A2-908A-006EE1ADAD2B}"/>
              </a:ext>
            </a:extLst>
          </p:cNvPr>
          <p:cNvSpPr txBox="1"/>
          <p:nvPr/>
        </p:nvSpPr>
        <p:spPr>
          <a:xfrm>
            <a:off x="504930" y="318760"/>
            <a:ext cx="9724292" cy="2862322"/>
          </a:xfrm>
          <a:prstGeom prst="rect">
            <a:avLst/>
          </a:prstGeom>
          <a:noFill/>
        </p:spPr>
        <p:txBody>
          <a:bodyPr wrap="square">
            <a:spAutoFit/>
          </a:bodyPr>
          <a:lstStyle/>
          <a:p>
            <a:pPr>
              <a:buNone/>
            </a:pPr>
            <a:r>
              <a:rPr lang="en-US" b="1" dirty="0"/>
              <a:t>Decoder Attention Flow &amp; Final Output</a:t>
            </a:r>
          </a:p>
          <a:p>
            <a:pPr>
              <a:buFont typeface="Arial" panose="020B0604020202020204" pitchFamily="34" charset="0"/>
              <a:buChar char="•"/>
            </a:pPr>
            <a:r>
              <a:rPr lang="en-US" dirty="0"/>
              <a:t>Once </a:t>
            </a:r>
            <a:r>
              <a:rPr lang="en-US" b="1" dirty="0">
                <a:latin typeface="Courier New" panose="02070309020205020404" pitchFamily="49" charset="0"/>
              </a:rPr>
              <a:t>print</a:t>
            </a:r>
            <a:r>
              <a:rPr lang="en-US" dirty="0"/>
              <a:t> is generated, it is </a:t>
            </a:r>
            <a:r>
              <a:rPr lang="en-US" b="1" dirty="0"/>
              <a:t>fed back into the decoder</a:t>
            </a:r>
            <a:r>
              <a:rPr lang="en-US" dirty="0"/>
              <a:t> as input for the next step.</a:t>
            </a:r>
          </a:p>
          <a:p>
            <a:pPr>
              <a:buFont typeface="Arial" panose="020B0604020202020204" pitchFamily="34" charset="0"/>
              <a:buChar char="•"/>
            </a:pPr>
            <a:r>
              <a:rPr lang="en-US" dirty="0"/>
              <a:t>The decoder now uses:</a:t>
            </a:r>
          </a:p>
          <a:p>
            <a:pPr marL="742950" lvl="1" indent="-285750">
              <a:buFont typeface="Arial" panose="020B0604020202020204" pitchFamily="34" charset="0"/>
              <a:buChar char="•"/>
            </a:pPr>
            <a:r>
              <a:rPr lang="en-US" b="1" dirty="0"/>
              <a:t>Self-Attention:</a:t>
            </a:r>
            <a:r>
              <a:rPr lang="en-US" dirty="0"/>
              <a:t> to understand previously generated words and the &lt;start&gt; token</a:t>
            </a:r>
          </a:p>
          <a:p>
            <a:pPr marL="742950" lvl="1" indent="-285750">
              <a:buFont typeface="Arial" panose="020B0604020202020204" pitchFamily="34" charset="0"/>
              <a:buChar char="•"/>
            </a:pPr>
            <a:r>
              <a:rPr lang="en-US" b="1" dirty="0"/>
              <a:t>Encoder–Decoder Attention:</a:t>
            </a:r>
            <a:r>
              <a:rPr lang="en-US" dirty="0"/>
              <a:t> to align output with the encoded input</a:t>
            </a:r>
          </a:p>
          <a:p>
            <a:pPr>
              <a:buFont typeface="Arial" panose="020B0604020202020204" pitchFamily="34" charset="0"/>
              <a:buChar char="•"/>
            </a:pPr>
            <a:r>
              <a:rPr lang="en-US" dirty="0"/>
              <a:t>The decoder asks: </a:t>
            </a:r>
            <a:r>
              <a:rPr lang="en-US" i="1" dirty="0"/>
              <a:t>“What should I generate next?”</a:t>
            </a:r>
            <a:endParaRPr lang="en-US" dirty="0"/>
          </a:p>
          <a:p>
            <a:pPr>
              <a:buFont typeface="Arial" panose="020B0604020202020204" pitchFamily="34" charset="0"/>
              <a:buChar char="•"/>
            </a:pPr>
            <a:r>
              <a:rPr lang="en-US" dirty="0"/>
              <a:t>Based on this, it predicts the next token (e.g., </a:t>
            </a:r>
            <a:r>
              <a:rPr lang="en-US" b="1" dirty="0">
                <a:latin typeface="Courier New" panose="02070309020205020404" pitchFamily="49" charset="0"/>
              </a:rPr>
              <a:t>(</a:t>
            </a:r>
            <a:r>
              <a:rPr lang="en-US" dirty="0"/>
              <a:t>).</a:t>
            </a:r>
          </a:p>
          <a:p>
            <a:pPr>
              <a:buFont typeface="Arial" panose="020B0604020202020204" pitchFamily="34" charset="0"/>
              <a:buChar char="•"/>
            </a:pPr>
            <a:r>
              <a:rPr lang="en-US" dirty="0"/>
              <a:t>This process repeats:</a:t>
            </a:r>
          </a:p>
          <a:p>
            <a:pPr marL="742950" lvl="1" indent="-285750">
              <a:buFont typeface="Arial" panose="020B0604020202020204" pitchFamily="34" charset="0"/>
              <a:buChar char="•"/>
            </a:pPr>
            <a:r>
              <a:rPr lang="en-US" dirty="0"/>
              <a:t>Each generated word is refined using self-attention</a:t>
            </a:r>
          </a:p>
          <a:p>
            <a:pPr marL="742950" lvl="1" indent="-285750">
              <a:buFont typeface="Arial" panose="020B0604020202020204" pitchFamily="34" charset="0"/>
              <a:buChar char="•"/>
            </a:pPr>
            <a:r>
              <a:rPr lang="en-US" dirty="0"/>
              <a:t>Encoder information guides the next prediction</a:t>
            </a:r>
          </a:p>
        </p:txBody>
      </p:sp>
      <p:sp>
        <p:nvSpPr>
          <p:cNvPr id="4" name="Rectangle 1">
            <a:extLst>
              <a:ext uri="{FF2B5EF4-FFF2-40B4-BE49-F238E27FC236}">
                <a16:creationId xmlns:a16="http://schemas.microsoft.com/office/drawing/2014/main" id="{7E0A8FAD-20B3-8F81-49C0-F9B546713BF7}"/>
              </a:ext>
            </a:extLst>
          </p:cNvPr>
          <p:cNvSpPr>
            <a:spLocks noChangeArrowheads="1"/>
          </p:cNvSpPr>
          <p:nvPr/>
        </p:nvSpPr>
        <p:spPr bwMode="auto">
          <a:xfrm>
            <a:off x="504930" y="3095452"/>
            <a:ext cx="906222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sequence continues until the full output is produced:</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Through training, the model learns </a:t>
            </a:r>
            <a:r>
              <a:rPr kumimoji="0" lang="en-US" altLang="en-US" sz="1800" b="1" i="0" u="none" strike="noStrike" cap="none" normalizeH="0" baseline="0" dirty="0">
                <a:ln>
                  <a:noFill/>
                </a:ln>
                <a:solidFill>
                  <a:schemeClr val="tx1"/>
                </a:solidFill>
                <a:effectLst/>
                <a:latin typeface="Arial" panose="020B0604020202020204" pitchFamily="34" charset="0"/>
              </a:rPr>
              <a:t>where to focus</a:t>
            </a:r>
            <a:r>
              <a:rPr kumimoji="0" lang="en-US" altLang="en-US" sz="1800" b="0" i="0" u="none" strike="noStrike" cap="none" normalizeH="0" baseline="0" dirty="0">
                <a:ln>
                  <a:noFill/>
                </a:ln>
                <a:solidFill>
                  <a:schemeClr val="tx1"/>
                </a:solidFill>
                <a:effectLst/>
                <a:latin typeface="Arial" panose="020B0604020202020204" pitchFamily="34" charset="0"/>
              </a:rPr>
              <a:t> by optimizing attention weights.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Together, the encoder and decoder enable </a:t>
            </a:r>
            <a:r>
              <a:rPr kumimoji="0" lang="en-US" altLang="en-US" sz="1800" b="1" i="0" u="none" strike="noStrike" cap="none" normalizeH="0" baseline="0" dirty="0">
                <a:ln>
                  <a:noFill/>
                </a:ln>
                <a:solidFill>
                  <a:schemeClr val="tx1"/>
                </a:solidFill>
                <a:effectLst/>
                <a:latin typeface="Arial" panose="020B0604020202020204" pitchFamily="34" charset="0"/>
              </a:rPr>
              <a:t>efficient, accurate sequence generation</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40905505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67CBA-B077-7DA2-CD1C-7EC32311396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9D560FC-5924-16FE-84C4-E267AA9E85E8}"/>
              </a:ext>
            </a:extLst>
          </p:cNvPr>
          <p:cNvSpPr txBox="1"/>
          <p:nvPr/>
        </p:nvSpPr>
        <p:spPr>
          <a:xfrm>
            <a:off x="504930" y="280744"/>
            <a:ext cx="11040626" cy="3970318"/>
          </a:xfrm>
          <a:prstGeom prst="rect">
            <a:avLst/>
          </a:prstGeom>
          <a:noFill/>
        </p:spPr>
        <p:txBody>
          <a:bodyPr wrap="square">
            <a:spAutoFit/>
          </a:bodyPr>
          <a:lstStyle/>
          <a:p>
            <a:pPr>
              <a:buNone/>
            </a:pPr>
            <a:r>
              <a:rPr lang="en-US" b="1" dirty="0"/>
              <a:t>Transformers Are Built on Matrix Operations</a:t>
            </a:r>
          </a:p>
          <a:p>
            <a:pPr>
              <a:buFont typeface="Arial" panose="020B0604020202020204" pitchFamily="34" charset="0"/>
              <a:buChar char="•"/>
            </a:pPr>
            <a:r>
              <a:rPr lang="en-US" dirty="0"/>
              <a:t>Deep learning models like </a:t>
            </a:r>
            <a:r>
              <a:rPr lang="en-US" b="1" dirty="0"/>
              <a:t>Transformers and GPTs</a:t>
            </a:r>
            <a:r>
              <a:rPr lang="en-US" dirty="0"/>
              <a:t> may seem magical, but they are built on </a:t>
            </a:r>
            <a:r>
              <a:rPr lang="en-US" b="1" dirty="0"/>
              <a:t>matrix multiplications</a:t>
            </a:r>
            <a:r>
              <a:rPr lang="en-US" dirty="0"/>
              <a:t>.</a:t>
            </a:r>
          </a:p>
          <a:p>
            <a:pPr>
              <a:buFont typeface="Arial" panose="020B0604020202020204" pitchFamily="34" charset="0"/>
              <a:buChar char="•"/>
            </a:pPr>
            <a:r>
              <a:rPr lang="en-US" dirty="0"/>
              <a:t>Every major operation in a transformer:</a:t>
            </a:r>
          </a:p>
          <a:p>
            <a:pPr marL="742950" lvl="1" indent="-285750">
              <a:buFont typeface="Arial" panose="020B0604020202020204" pitchFamily="34" charset="0"/>
              <a:buChar char="•"/>
            </a:pPr>
            <a:r>
              <a:rPr lang="en-US" dirty="0"/>
              <a:t>Attention</a:t>
            </a:r>
          </a:p>
          <a:p>
            <a:pPr marL="742950" lvl="1" indent="-285750">
              <a:buFont typeface="Arial" panose="020B0604020202020204" pitchFamily="34" charset="0"/>
              <a:buChar char="•"/>
            </a:pPr>
            <a:r>
              <a:rPr lang="en-US" dirty="0"/>
              <a:t>Context building</a:t>
            </a:r>
          </a:p>
          <a:p>
            <a:pPr marL="742950" lvl="1" indent="-285750">
              <a:buFont typeface="Arial" panose="020B0604020202020204" pitchFamily="34" charset="0"/>
              <a:buChar char="•"/>
            </a:pPr>
            <a:r>
              <a:rPr lang="en-US" dirty="0"/>
              <a:t>Representation learning</a:t>
            </a:r>
            <a:br>
              <a:rPr lang="en-US" dirty="0"/>
            </a:br>
            <a:r>
              <a:rPr lang="en-US" dirty="0"/>
              <a:t>is done using </a:t>
            </a:r>
            <a:r>
              <a:rPr lang="en-US" b="1" dirty="0"/>
              <a:t>matrices and vectors</a:t>
            </a:r>
            <a:r>
              <a:rPr lang="en-US" dirty="0"/>
              <a:t>.</a:t>
            </a:r>
          </a:p>
          <a:p>
            <a:pPr>
              <a:buFont typeface="Arial" panose="020B0604020202020204" pitchFamily="34" charset="0"/>
              <a:buChar char="•"/>
            </a:pPr>
            <a:r>
              <a:rPr lang="en-US" dirty="0"/>
              <a:t>Example:</a:t>
            </a:r>
          </a:p>
          <a:p>
            <a:pPr marL="742950" lvl="1" indent="-285750">
              <a:buFont typeface="Arial" panose="020B0604020202020204" pitchFamily="34" charset="0"/>
              <a:buChar char="•"/>
            </a:pPr>
            <a:r>
              <a:rPr lang="en-US" dirty="0"/>
              <a:t>Input sentence with </a:t>
            </a:r>
            <a:r>
              <a:rPr lang="en-US" b="1" dirty="0"/>
              <a:t>n words</a:t>
            </a:r>
            <a:endParaRPr lang="en-US" dirty="0"/>
          </a:p>
          <a:p>
            <a:pPr marL="742950" lvl="1" indent="-285750">
              <a:buFont typeface="Arial" panose="020B0604020202020204" pitchFamily="34" charset="0"/>
              <a:buChar char="•"/>
            </a:pPr>
            <a:r>
              <a:rPr lang="en-US" dirty="0"/>
              <a:t>Each word starts as a </a:t>
            </a:r>
            <a:r>
              <a:rPr lang="en-US" b="1" dirty="0"/>
              <a:t>basic vector</a:t>
            </a:r>
            <a:r>
              <a:rPr lang="en-US" dirty="0"/>
              <a:t> of size </a:t>
            </a:r>
            <a:r>
              <a:rPr lang="en-US" i="1" dirty="0"/>
              <a:t>d₁</a:t>
            </a:r>
            <a:endParaRPr lang="en-US" dirty="0"/>
          </a:p>
          <a:p>
            <a:pPr>
              <a:buFont typeface="Arial" panose="020B0604020202020204" pitchFamily="34" charset="0"/>
              <a:buChar char="•"/>
            </a:pPr>
            <a:r>
              <a:rPr lang="en-US" dirty="0"/>
              <a:t>These initial vectors:</a:t>
            </a:r>
          </a:p>
          <a:p>
            <a:pPr marL="742950" lvl="1" indent="-285750">
              <a:buFont typeface="Arial" panose="020B0604020202020204" pitchFamily="34" charset="0"/>
              <a:buChar char="•"/>
            </a:pPr>
            <a:r>
              <a:rPr lang="en-US" dirty="0"/>
              <a:t>Do not fully capture meaning or context</a:t>
            </a:r>
          </a:p>
          <a:p>
            <a:pPr marL="742950" lvl="1" indent="-285750">
              <a:buFont typeface="Arial" panose="020B0604020202020204" pitchFamily="34" charset="0"/>
              <a:buChar char="•"/>
            </a:pPr>
            <a:r>
              <a:rPr lang="en-US" dirty="0"/>
              <a:t>Are </a:t>
            </a:r>
            <a:r>
              <a:rPr lang="en-US" b="1" dirty="0"/>
              <a:t>static</a:t>
            </a:r>
            <a:r>
              <a:rPr lang="en-US" dirty="0"/>
              <a:t> (same word → same vector)</a:t>
            </a:r>
          </a:p>
        </p:txBody>
      </p:sp>
      <p:sp>
        <p:nvSpPr>
          <p:cNvPr id="4" name="Rectangle 1">
            <a:extLst>
              <a:ext uri="{FF2B5EF4-FFF2-40B4-BE49-F238E27FC236}">
                <a16:creationId xmlns:a16="http://schemas.microsoft.com/office/drawing/2014/main" id="{19670BB9-62E9-786D-9FF4-33968221ABAE}"/>
              </a:ext>
            </a:extLst>
          </p:cNvPr>
          <p:cNvSpPr>
            <a:spLocks noChangeArrowheads="1"/>
          </p:cNvSpPr>
          <p:nvPr/>
        </p:nvSpPr>
        <p:spPr bwMode="auto">
          <a:xfrm>
            <a:off x="504930" y="4251062"/>
            <a:ext cx="1065878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Goal of the transformer: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Convert these into </a:t>
            </a:r>
            <a:r>
              <a:rPr kumimoji="0" lang="en-US" altLang="en-US" sz="1800" b="1" i="0" u="none" strike="noStrike" cap="none" normalizeH="0" baseline="0">
                <a:ln>
                  <a:noFill/>
                </a:ln>
                <a:solidFill>
                  <a:schemeClr val="tx1"/>
                </a:solidFill>
                <a:effectLst/>
                <a:latin typeface="Arial" panose="020B0604020202020204" pitchFamily="34" charset="0"/>
              </a:rPr>
              <a:t>richer, context-aware vectors</a:t>
            </a:r>
            <a:r>
              <a:rPr kumimoji="0" lang="en-US" altLang="en-US" sz="1800" b="0" i="0" u="none" strike="noStrike" cap="none" normalizeH="0" baseline="0">
                <a:ln>
                  <a:noFill/>
                </a:ln>
                <a:solidFill>
                  <a:schemeClr val="tx1"/>
                </a:solidFill>
                <a:effectLst/>
                <a:latin typeface="Arial" panose="020B0604020202020204" pitchFamily="34" charset="0"/>
              </a:rPr>
              <a:t> of size </a:t>
            </a:r>
            <a:r>
              <a:rPr kumimoji="0" lang="en-US" altLang="en-US" sz="1800" b="0" i="1" u="none" strike="noStrike" cap="none" normalizeH="0" baseline="0">
                <a:ln>
                  <a:noFill/>
                </a:ln>
                <a:solidFill>
                  <a:schemeClr val="tx1"/>
                </a:solidFill>
                <a:effectLst/>
                <a:latin typeface="Arial" panose="020B0604020202020204" pitchFamily="34" charset="0"/>
              </a:rPr>
              <a:t>d₂</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This is done by stacking all word vectors into an </a:t>
            </a:r>
            <a:r>
              <a:rPr kumimoji="0" lang="en-US" altLang="en-US" sz="1800" b="1" i="0" u="none" strike="noStrike" cap="none" normalizeH="0" baseline="0">
                <a:ln>
                  <a:noFill/>
                </a:ln>
                <a:solidFill>
                  <a:schemeClr val="tx1"/>
                </a:solidFill>
                <a:effectLst/>
                <a:latin typeface="Arial" panose="020B0604020202020204" pitchFamily="34" charset="0"/>
              </a:rPr>
              <a:t>input matrix X (n × d₁)</a:t>
            </a:r>
            <a:r>
              <a:rPr kumimoji="0" lang="en-US" altLang="en-US" sz="1800" b="0" i="0" u="none" strike="noStrike" cap="none" normalizeH="0" baseline="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6103974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44C56-6FC1-28D9-00E1-9AE64708307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93C0B6C-897A-CDE1-75AF-40B68D8BB15D}"/>
              </a:ext>
            </a:extLst>
          </p:cNvPr>
          <p:cNvSpPr txBox="1"/>
          <p:nvPr/>
        </p:nvSpPr>
        <p:spPr>
          <a:xfrm>
            <a:off x="595366" y="280744"/>
            <a:ext cx="10427676" cy="3693319"/>
          </a:xfrm>
          <a:prstGeom prst="rect">
            <a:avLst/>
          </a:prstGeom>
          <a:noFill/>
        </p:spPr>
        <p:txBody>
          <a:bodyPr wrap="square">
            <a:spAutoFit/>
          </a:bodyPr>
          <a:lstStyle/>
          <a:p>
            <a:pPr>
              <a:buNone/>
            </a:pPr>
            <a:r>
              <a:rPr lang="en-US" b="1" dirty="0"/>
              <a:t>From Input Matrix to Attention-Based Representation</a:t>
            </a:r>
          </a:p>
          <a:p>
            <a:pPr>
              <a:buFont typeface="Arial" panose="020B0604020202020204" pitchFamily="34" charset="0"/>
              <a:buChar char="•"/>
            </a:pPr>
            <a:r>
              <a:rPr lang="en-US" dirty="0"/>
              <a:t>From the input matrix </a:t>
            </a:r>
            <a:r>
              <a:rPr lang="en-US" b="1" dirty="0"/>
              <a:t>X</a:t>
            </a:r>
            <a:r>
              <a:rPr lang="en-US" dirty="0"/>
              <a:t>, the model creates three new matrices:</a:t>
            </a:r>
          </a:p>
          <a:p>
            <a:pPr marL="742950" lvl="1" indent="-285750">
              <a:buFont typeface="Arial" panose="020B0604020202020204" pitchFamily="34" charset="0"/>
              <a:buChar char="•"/>
            </a:pPr>
            <a:r>
              <a:rPr lang="en-US" b="1" dirty="0"/>
              <a:t>Query (Q)</a:t>
            </a:r>
            <a:r>
              <a:rPr lang="en-US" dirty="0"/>
              <a:t> → what each word is looking for</a:t>
            </a:r>
          </a:p>
          <a:p>
            <a:pPr marL="742950" lvl="1" indent="-285750">
              <a:buFont typeface="Arial" panose="020B0604020202020204" pitchFamily="34" charset="0"/>
              <a:buChar char="•"/>
            </a:pPr>
            <a:r>
              <a:rPr lang="en-US" b="1" dirty="0"/>
              <a:t>Key (K)</a:t>
            </a:r>
            <a:r>
              <a:rPr lang="en-US" dirty="0"/>
              <a:t> → what each word offers</a:t>
            </a:r>
          </a:p>
          <a:p>
            <a:pPr marL="742950" lvl="1" indent="-285750">
              <a:buFont typeface="Arial" panose="020B0604020202020204" pitchFamily="34" charset="0"/>
              <a:buChar char="•"/>
            </a:pPr>
            <a:r>
              <a:rPr lang="en-US" b="1" dirty="0"/>
              <a:t>Value (V)</a:t>
            </a:r>
            <a:r>
              <a:rPr lang="en-US" dirty="0"/>
              <a:t> → the actual information of each word</a:t>
            </a:r>
          </a:p>
          <a:p>
            <a:pPr>
              <a:buFont typeface="Arial" panose="020B0604020202020204" pitchFamily="34" charset="0"/>
              <a:buChar char="•"/>
            </a:pPr>
            <a:r>
              <a:rPr lang="en-US" dirty="0"/>
              <a:t>These are computed using </a:t>
            </a:r>
            <a:r>
              <a:rPr lang="en-US" b="1" dirty="0"/>
              <a:t>learned weight matrices</a:t>
            </a:r>
            <a:r>
              <a:rPr lang="en-US" dirty="0"/>
              <a:t>:</a:t>
            </a:r>
          </a:p>
          <a:p>
            <a:pPr marL="742950" lvl="1" indent="-285750">
              <a:buFont typeface="Arial" panose="020B0604020202020204" pitchFamily="34" charset="0"/>
              <a:buChar char="•"/>
            </a:pPr>
            <a:r>
              <a:rPr lang="en-US" dirty="0"/>
              <a:t>Q = X × WQ</a:t>
            </a:r>
          </a:p>
          <a:p>
            <a:pPr marL="742950" lvl="1" indent="-285750">
              <a:buFont typeface="Arial" panose="020B0604020202020204" pitchFamily="34" charset="0"/>
              <a:buChar char="•"/>
            </a:pPr>
            <a:r>
              <a:rPr lang="en-US" dirty="0"/>
              <a:t>K = X × WK</a:t>
            </a:r>
          </a:p>
          <a:p>
            <a:pPr marL="742950" lvl="1" indent="-285750">
              <a:buFont typeface="Arial" panose="020B0604020202020204" pitchFamily="34" charset="0"/>
              <a:buChar char="•"/>
            </a:pPr>
            <a:r>
              <a:rPr lang="en-US" dirty="0"/>
              <a:t>V = X × WV</a:t>
            </a:r>
          </a:p>
          <a:p>
            <a:pPr>
              <a:buFont typeface="Arial" panose="020B0604020202020204" pitchFamily="34" charset="0"/>
              <a:buChar char="•"/>
            </a:pPr>
            <a:r>
              <a:rPr lang="en-US" dirty="0"/>
              <a:t>Each resulting matrix has size </a:t>
            </a:r>
            <a:r>
              <a:rPr lang="en-US" b="1" dirty="0"/>
              <a:t>n × d₂</a:t>
            </a:r>
            <a:r>
              <a:rPr lang="en-US" dirty="0"/>
              <a:t>.</a:t>
            </a:r>
          </a:p>
          <a:p>
            <a:pPr>
              <a:buFont typeface="Arial" panose="020B0604020202020204" pitchFamily="34" charset="0"/>
              <a:buChar char="•"/>
            </a:pPr>
            <a:r>
              <a:rPr lang="en-US" dirty="0"/>
              <a:t>Example:</a:t>
            </a:r>
          </a:p>
          <a:p>
            <a:pPr marL="742950" lvl="1" indent="-285750">
              <a:buFont typeface="Arial" panose="020B0604020202020204" pitchFamily="34" charset="0"/>
              <a:buChar char="•"/>
            </a:pPr>
            <a:r>
              <a:rPr lang="en-US" dirty="0"/>
              <a:t>The word </a:t>
            </a:r>
            <a:r>
              <a:rPr lang="en-US" i="1" dirty="0"/>
              <a:t>“program”</a:t>
            </a:r>
            <a:r>
              <a:rPr lang="en-US" dirty="0"/>
              <a:t> may query other words</a:t>
            </a:r>
          </a:p>
          <a:p>
            <a:pPr marL="742950" lvl="1" indent="-285750">
              <a:buFont typeface="Arial" panose="020B0604020202020204" pitchFamily="34" charset="0"/>
              <a:buChar char="•"/>
            </a:pPr>
            <a:r>
              <a:rPr lang="en-US" dirty="0"/>
              <a:t>It may match strongly with the key of </a:t>
            </a:r>
            <a:r>
              <a:rPr lang="en-US" i="1" dirty="0"/>
              <a:t>“Python”</a:t>
            </a:r>
            <a:endParaRPr lang="en-US" dirty="0"/>
          </a:p>
        </p:txBody>
      </p:sp>
      <p:sp>
        <p:nvSpPr>
          <p:cNvPr id="4" name="Rectangle 1">
            <a:extLst>
              <a:ext uri="{FF2B5EF4-FFF2-40B4-BE49-F238E27FC236}">
                <a16:creationId xmlns:a16="http://schemas.microsoft.com/office/drawing/2014/main" id="{BECD3CFD-27FC-1797-24BD-24C1A4CAA779}"/>
              </a:ext>
            </a:extLst>
          </p:cNvPr>
          <p:cNvSpPr>
            <a:spLocks noChangeArrowheads="1"/>
          </p:cNvSpPr>
          <p:nvPr/>
        </p:nvSpPr>
        <p:spPr bwMode="auto">
          <a:xfrm rot="10800000" flipV="1">
            <a:off x="5951138" y="1965183"/>
            <a:ext cx="779500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Attention scores are calculated using: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Q × Kᵀ</a:t>
            </a:r>
            <a:r>
              <a:rPr kumimoji="0" lang="en-US" altLang="en-US" sz="1800" b="0" i="0" u="none" strike="noStrike" cap="none" normalizeH="0" baseline="0" dirty="0">
                <a:ln>
                  <a:noFill/>
                </a:ln>
                <a:solidFill>
                  <a:schemeClr val="tx1"/>
                </a:solidFill>
                <a:effectLst/>
                <a:latin typeface="Arial" panose="020B0604020202020204" pitchFamily="34" charset="0"/>
              </a:rPr>
              <a:t>, followed by </a:t>
            </a:r>
            <a:r>
              <a:rPr kumimoji="0" lang="en-US" altLang="en-US" sz="1800" b="1" i="0" u="none" strike="noStrike" cap="none" normalizeH="0" baseline="0" dirty="0" err="1">
                <a:ln>
                  <a:noFill/>
                </a:ln>
                <a:solidFill>
                  <a:schemeClr val="tx1"/>
                </a:solidFill>
                <a:effectLst/>
                <a:latin typeface="Arial" panose="020B0604020202020204" pitchFamily="34" charset="0"/>
              </a:rPr>
              <a:t>softmax</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Softmax</a:t>
            </a:r>
            <a:r>
              <a:rPr kumimoji="0" lang="en-US" altLang="en-US" sz="1800" b="0" i="0" u="none" strike="noStrike" cap="none" normalizeH="0" baseline="0" dirty="0">
                <a:ln>
                  <a:noFill/>
                </a:ln>
                <a:solidFill>
                  <a:schemeClr val="tx1"/>
                </a:solidFill>
                <a:effectLst/>
                <a:latin typeface="Arial" panose="020B0604020202020204" pitchFamily="34" charset="0"/>
              </a:rPr>
              <a:t> ensures: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Scores sum to </a:t>
            </a:r>
            <a:r>
              <a:rPr kumimoji="0" lang="en-US" altLang="en-US" sz="1800" b="1" i="0" u="none" strike="noStrike" cap="none" normalizeH="0" baseline="0" dirty="0">
                <a:ln>
                  <a:noFill/>
                </a:ln>
                <a:solidFill>
                  <a:schemeClr val="tx1"/>
                </a:solidFill>
                <a:effectLst/>
                <a:latin typeface="Arial" panose="020B0604020202020204" pitchFamily="34" charset="0"/>
              </a:rPr>
              <a:t>1</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Important words receive </a:t>
            </a:r>
            <a:r>
              <a:rPr kumimoji="0" lang="en-US" altLang="en-US" sz="1800" b="1" i="0" u="none" strike="noStrike" cap="none" normalizeH="0" baseline="0" dirty="0">
                <a:ln>
                  <a:noFill/>
                </a:ln>
                <a:solidFill>
                  <a:schemeClr val="tx1"/>
                </a:solidFill>
                <a:effectLst/>
                <a:latin typeface="Arial" panose="020B0604020202020204" pitchFamily="34" charset="0"/>
              </a:rPr>
              <a:t>higher attention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These attention weights are applied to </a:t>
            </a:r>
            <a:r>
              <a:rPr kumimoji="0" lang="en-US" altLang="en-US" sz="1800" b="1" i="0" u="none" strike="noStrike" cap="none" normalizeH="0" baseline="0" dirty="0">
                <a:ln>
                  <a:noFill/>
                </a:ln>
                <a:solidFill>
                  <a:schemeClr val="tx1"/>
                </a:solidFill>
                <a:effectLst/>
                <a:latin typeface="Arial" panose="020B0604020202020204" pitchFamily="34" charset="0"/>
              </a:rPr>
              <a:t>V</a:t>
            </a:r>
            <a:r>
              <a:rPr kumimoji="0" lang="en-US" altLang="en-US" sz="1800" b="0" i="0" u="none" strike="noStrike" cap="none" normalizeH="0" baseline="0" dirty="0">
                <a:ln>
                  <a:noFill/>
                </a:ln>
                <a:solidFill>
                  <a:schemeClr val="tx1"/>
                </a:solidFill>
                <a:effectLst/>
                <a:latin typeface="Arial" panose="020B0604020202020204" pitchFamily="34" charset="0"/>
              </a:rPr>
              <a:t> to produce: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 new matrix </a:t>
            </a:r>
            <a:r>
              <a:rPr kumimoji="0" lang="en-US" altLang="en-US" sz="1800" b="1" i="0" u="none" strike="noStrike" cap="none" normalizeH="0" baseline="0" dirty="0">
                <a:ln>
                  <a:noFill/>
                </a:ln>
                <a:solidFill>
                  <a:schemeClr val="tx1"/>
                </a:solidFill>
                <a:effectLst/>
                <a:latin typeface="Arial" panose="020B0604020202020204" pitchFamily="34" charset="0"/>
              </a:rPr>
              <a:t>n × d₂</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Each word now has a </a:t>
            </a:r>
            <a:r>
              <a:rPr kumimoji="0" lang="en-US" altLang="en-US" sz="1800" b="1" i="0" u="none" strike="noStrike" cap="none" normalizeH="0" baseline="0" dirty="0">
                <a:ln>
                  <a:noFill/>
                </a:ln>
                <a:solidFill>
                  <a:schemeClr val="tx1"/>
                </a:solidFill>
                <a:effectLst/>
                <a:latin typeface="Arial" panose="020B0604020202020204" pitchFamily="34" charset="0"/>
              </a:rPr>
              <a:t>context-aware representation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Result: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Words learn from </a:t>
            </a:r>
            <a:r>
              <a:rPr kumimoji="0" lang="en-US" altLang="en-US" sz="1800" b="1" i="0" u="none" strike="noStrike" cap="none" normalizeH="0" baseline="0" dirty="0">
                <a:ln>
                  <a:noFill/>
                </a:ln>
                <a:solidFill>
                  <a:schemeClr val="tx1"/>
                </a:solidFill>
                <a:effectLst/>
                <a:latin typeface="Arial" panose="020B0604020202020204" pitchFamily="34" charset="0"/>
              </a:rPr>
              <a:t>each other</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entire sentence contributes to understanding each word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F07106E5-C316-D1A2-A0A7-45D876C34A56}"/>
                  </a:ext>
                </a:extLst>
              </p14:cNvPr>
              <p14:cNvContentPartPr/>
              <p14:nvPr/>
            </p14:nvContentPartPr>
            <p14:xfrm>
              <a:off x="2139120" y="1924920"/>
              <a:ext cx="654480" cy="937080"/>
            </p14:xfrm>
          </p:contentPart>
        </mc:Choice>
        <mc:Fallback>
          <p:pic>
            <p:nvPicPr>
              <p:cNvPr id="2" name="Ink 1">
                <a:extLst>
                  <a:ext uri="{FF2B5EF4-FFF2-40B4-BE49-F238E27FC236}">
                    <a16:creationId xmlns:a16="http://schemas.microsoft.com/office/drawing/2014/main" id="{F07106E5-C316-D1A2-A0A7-45D876C34A56}"/>
                  </a:ext>
                </a:extLst>
              </p:cNvPr>
              <p:cNvPicPr/>
              <p:nvPr/>
            </p:nvPicPr>
            <p:blipFill>
              <a:blip r:embed="rId3"/>
              <a:stretch>
                <a:fillRect/>
              </a:stretch>
            </p:blipFill>
            <p:spPr>
              <a:xfrm>
                <a:off x="2129760" y="1915560"/>
                <a:ext cx="673200" cy="955800"/>
              </a:xfrm>
              <a:prstGeom prst="rect">
                <a:avLst/>
              </a:prstGeom>
            </p:spPr>
          </p:pic>
        </mc:Fallback>
      </mc:AlternateContent>
    </p:spTree>
    <p:extLst>
      <p:ext uri="{BB962C8B-B14F-4D97-AF65-F5344CB8AC3E}">
        <p14:creationId xmlns:p14="http://schemas.microsoft.com/office/powerpoint/2010/main" val="1401829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6D1A2CED-DA9B-4CCF-8215-CFC65FE71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a:extLst>
              <a:ext uri="{FF2B5EF4-FFF2-40B4-BE49-F238E27FC236}">
                <a16:creationId xmlns:a16="http://schemas.microsoft.com/office/drawing/2014/main" id="{562DFC44-A40C-4573-9230-B3EDB3EC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260019"/>
            <a:ext cx="11167447" cy="5933012"/>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A879B253-0E66-633A-97A0-AF81E911C847}"/>
              </a:ext>
            </a:extLst>
          </p:cNvPr>
          <p:cNvSpPr txBox="1"/>
          <p:nvPr/>
        </p:nvSpPr>
        <p:spPr>
          <a:xfrm>
            <a:off x="1115568" y="509521"/>
            <a:ext cx="8523732" cy="521258"/>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i="0" kern="1200" dirty="0">
                <a:solidFill>
                  <a:schemeClr val="tx1"/>
                </a:solidFill>
                <a:effectLst/>
                <a:highlight>
                  <a:srgbClr val="FFFFFF"/>
                </a:highlight>
                <a:latin typeface="+mj-lt"/>
                <a:ea typeface="+mj-ea"/>
                <a:cs typeface="+mj-cs"/>
              </a:rPr>
              <a:t>STEP 3.1 Multi-Headed Self-Attention Mechanism</a:t>
            </a:r>
          </a:p>
        </p:txBody>
      </p:sp>
      <p:sp>
        <p:nvSpPr>
          <p:cNvPr id="24" name="Rectangle 23">
            <a:extLst>
              <a:ext uri="{FF2B5EF4-FFF2-40B4-BE49-F238E27FC236}">
                <a16:creationId xmlns:a16="http://schemas.microsoft.com/office/drawing/2014/main" id="{15589D35-CF9F-4DE9-A792-8571A09E9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658327"/>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 name="TextBox 6">
            <a:extLst>
              <a:ext uri="{FF2B5EF4-FFF2-40B4-BE49-F238E27FC236}">
                <a16:creationId xmlns:a16="http://schemas.microsoft.com/office/drawing/2014/main" id="{A0A327EA-F90B-C5A1-9A72-4A684C1C580E}"/>
              </a:ext>
            </a:extLst>
          </p:cNvPr>
          <p:cNvSpPr txBox="1"/>
          <p:nvPr/>
        </p:nvSpPr>
        <p:spPr>
          <a:xfrm>
            <a:off x="6108512" y="4220293"/>
            <a:ext cx="5239192" cy="1421928"/>
          </a:xfrm>
          <a:prstGeom prst="rect">
            <a:avLst/>
          </a:prstGeom>
          <a:noFill/>
        </p:spPr>
        <p:txBody>
          <a:bodyPr wrap="square">
            <a:spAutoFit/>
          </a:bodyPr>
          <a:lstStyle/>
          <a:p>
            <a:pPr defTabSz="731520"/>
            <a:r>
              <a:rPr lang="en-US" sz="1440" kern="1200" dirty="0">
                <a:solidFill>
                  <a:srgbClr val="05192D"/>
                </a:solidFill>
                <a:highlight>
                  <a:srgbClr val="FFFFFF"/>
                </a:highlight>
                <a:latin typeface="Studio-Feixen-Sans"/>
                <a:ea typeface="+mn-ea"/>
                <a:cs typeface="+mn-cs"/>
              </a:rPr>
              <a:t>This first Self-Attention module enables the model to capture contextual information from the entire sequence. Instead of performing a single attention function, queries, keys and values are linearly projected h times. On each of these projected versions of queries, keys and values the attention mechanism is performed in parallel, yielding h-dimensional output values.</a:t>
            </a:r>
            <a:endParaRPr lang="en-IN" dirty="0"/>
          </a:p>
        </p:txBody>
      </p:sp>
      <p:pic>
        <p:nvPicPr>
          <p:cNvPr id="9" name="Picture 8">
            <a:extLst>
              <a:ext uri="{FF2B5EF4-FFF2-40B4-BE49-F238E27FC236}">
                <a16:creationId xmlns:a16="http://schemas.microsoft.com/office/drawing/2014/main" id="{236E00B9-0227-A64D-26AE-30A11AB57347}"/>
              </a:ext>
            </a:extLst>
          </p:cNvPr>
          <p:cNvPicPr>
            <a:picLocks noChangeAspect="1"/>
          </p:cNvPicPr>
          <p:nvPr/>
        </p:nvPicPr>
        <p:blipFill>
          <a:blip r:embed="rId2"/>
          <a:stretch>
            <a:fillRect/>
          </a:stretch>
        </p:blipFill>
        <p:spPr>
          <a:xfrm>
            <a:off x="6141932" y="1361708"/>
            <a:ext cx="4558709" cy="2527655"/>
          </a:xfrm>
          <a:prstGeom prst="rect">
            <a:avLst/>
          </a:prstGeom>
        </p:spPr>
      </p:pic>
      <p:graphicFrame>
        <p:nvGraphicFramePr>
          <p:cNvPr id="30" name="TextBox 4">
            <a:extLst>
              <a:ext uri="{FF2B5EF4-FFF2-40B4-BE49-F238E27FC236}">
                <a16:creationId xmlns:a16="http://schemas.microsoft.com/office/drawing/2014/main" id="{3ED972F9-1C1F-4294-464A-24C1ECC6F53F}"/>
              </a:ext>
            </a:extLst>
          </p:cNvPr>
          <p:cNvGraphicFramePr/>
          <p:nvPr/>
        </p:nvGraphicFramePr>
        <p:xfrm>
          <a:off x="844296" y="1556502"/>
          <a:ext cx="4914138" cy="40811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mc:Choice xmlns:p14="http://schemas.microsoft.com/office/powerpoint/2010/main" Requires="p14">
          <p:contentPart p14:bwMode="auto" r:id="rId8">
            <p14:nvContentPartPr>
              <p14:cNvPr id="2" name="Ink 1">
                <a:extLst>
                  <a:ext uri="{FF2B5EF4-FFF2-40B4-BE49-F238E27FC236}">
                    <a16:creationId xmlns:a16="http://schemas.microsoft.com/office/drawing/2014/main" id="{36B82241-0C00-392E-F91D-ACECF39909BE}"/>
                  </a:ext>
                </a:extLst>
              </p14:cNvPr>
              <p14:cNvContentPartPr/>
              <p14:nvPr/>
            </p14:nvContentPartPr>
            <p14:xfrm>
              <a:off x="2226240" y="261720"/>
              <a:ext cx="9869040" cy="6072120"/>
            </p14:xfrm>
          </p:contentPart>
        </mc:Choice>
        <mc:Fallback>
          <p:pic>
            <p:nvPicPr>
              <p:cNvPr id="2" name="Ink 1">
                <a:extLst>
                  <a:ext uri="{FF2B5EF4-FFF2-40B4-BE49-F238E27FC236}">
                    <a16:creationId xmlns:a16="http://schemas.microsoft.com/office/drawing/2014/main" id="{36B82241-0C00-392E-F91D-ACECF39909BE}"/>
                  </a:ext>
                </a:extLst>
              </p:cNvPr>
              <p:cNvPicPr/>
              <p:nvPr/>
            </p:nvPicPr>
            <p:blipFill>
              <a:blip r:embed="rId9"/>
              <a:stretch>
                <a:fillRect/>
              </a:stretch>
            </p:blipFill>
            <p:spPr>
              <a:xfrm>
                <a:off x="2216880" y="252360"/>
                <a:ext cx="9887760" cy="6090840"/>
              </a:xfrm>
              <a:prstGeom prst="rect">
                <a:avLst/>
              </a:prstGeom>
            </p:spPr>
          </p:pic>
        </mc:Fallback>
      </mc:AlternateContent>
    </p:spTree>
    <p:extLst>
      <p:ext uri="{BB962C8B-B14F-4D97-AF65-F5344CB8AC3E}">
        <p14:creationId xmlns:p14="http://schemas.microsoft.com/office/powerpoint/2010/main" val="24359728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46E17-CC2D-AC95-E529-91A307620B6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3DBC56B-0E67-38A4-0AF5-57C5011189BA}"/>
              </a:ext>
            </a:extLst>
          </p:cNvPr>
          <p:cNvSpPr txBox="1"/>
          <p:nvPr/>
        </p:nvSpPr>
        <p:spPr>
          <a:xfrm>
            <a:off x="243673" y="174568"/>
            <a:ext cx="11171254" cy="4524315"/>
          </a:xfrm>
          <a:prstGeom prst="rect">
            <a:avLst/>
          </a:prstGeom>
          <a:noFill/>
        </p:spPr>
        <p:txBody>
          <a:bodyPr wrap="square">
            <a:spAutoFit/>
          </a:bodyPr>
          <a:lstStyle/>
          <a:p>
            <a:r>
              <a:rPr lang="en-US" b="1" dirty="0"/>
              <a:t>Simple Intuition for Multi-Head Attention</a:t>
            </a:r>
          </a:p>
          <a:p>
            <a:r>
              <a:rPr lang="en-US" dirty="0"/>
              <a:t>Think of </a:t>
            </a:r>
            <a:r>
              <a:rPr lang="en-US" b="1" dirty="0"/>
              <a:t>reading a sentence with different goals</a:t>
            </a:r>
            <a:r>
              <a:rPr lang="en-US" dirty="0"/>
              <a:t>.</a:t>
            </a:r>
          </a:p>
          <a:p>
            <a:r>
              <a:rPr lang="en-US" b="1" dirty="0"/>
              <a:t>Single-Head Attention</a:t>
            </a:r>
          </a:p>
          <a:p>
            <a:r>
              <a:rPr lang="en-US" dirty="0"/>
              <a:t>It’s like </a:t>
            </a:r>
            <a:r>
              <a:rPr lang="en-US" b="1" dirty="0"/>
              <a:t>one student</a:t>
            </a:r>
            <a:r>
              <a:rPr lang="en-US" dirty="0"/>
              <a:t> reading a sentence and trying to understand </a:t>
            </a:r>
            <a:r>
              <a:rPr lang="en-US" b="1" dirty="0"/>
              <a:t>everything at once</a:t>
            </a:r>
            <a:r>
              <a:rPr lang="en-US" dirty="0"/>
              <a:t>.</a:t>
            </a:r>
          </a:p>
          <a:p>
            <a:r>
              <a:rPr lang="en-US" dirty="0"/>
              <a:t>They can focus on </a:t>
            </a:r>
            <a:r>
              <a:rPr lang="en-US" b="1" dirty="0"/>
              <a:t>only one type of relationship</a:t>
            </a:r>
            <a:r>
              <a:rPr lang="en-US" dirty="0"/>
              <a:t> at a time (for example, meaning </a:t>
            </a:r>
            <a:r>
              <a:rPr lang="en-US" i="1" dirty="0"/>
              <a:t>or</a:t>
            </a:r>
            <a:r>
              <a:rPr lang="en-US" dirty="0"/>
              <a:t> grammar).</a:t>
            </a:r>
          </a:p>
          <a:p>
            <a:r>
              <a:rPr lang="en-US" dirty="0"/>
              <a:t>Important details may be missed.</a:t>
            </a:r>
          </a:p>
          <a:p>
            <a:r>
              <a:rPr lang="en-US" b="1" dirty="0"/>
              <a:t>Multi-Head Attention</a:t>
            </a:r>
          </a:p>
          <a:p>
            <a:r>
              <a:rPr lang="en-US" dirty="0"/>
              <a:t>Now imagine </a:t>
            </a:r>
            <a:r>
              <a:rPr lang="en-US" b="1" dirty="0"/>
              <a:t>several students</a:t>
            </a:r>
            <a:r>
              <a:rPr lang="en-US" dirty="0"/>
              <a:t> reading the same sentence together:</a:t>
            </a:r>
          </a:p>
          <a:p>
            <a:pPr lvl="1"/>
            <a:r>
              <a:rPr lang="en-US" dirty="0"/>
              <a:t>One focuses on </a:t>
            </a:r>
            <a:r>
              <a:rPr lang="en-US" b="1" dirty="0"/>
              <a:t>meaning</a:t>
            </a:r>
            <a:endParaRPr lang="en-US" dirty="0"/>
          </a:p>
          <a:p>
            <a:pPr lvl="1"/>
            <a:r>
              <a:rPr lang="en-US" dirty="0"/>
              <a:t>One focuses on </a:t>
            </a:r>
            <a:r>
              <a:rPr lang="en-US" b="1" dirty="0"/>
              <a:t>grammar</a:t>
            </a:r>
            <a:endParaRPr lang="en-US" dirty="0"/>
          </a:p>
          <a:p>
            <a:pPr lvl="1"/>
            <a:r>
              <a:rPr lang="en-US" dirty="0"/>
              <a:t>One focuses on </a:t>
            </a:r>
            <a:r>
              <a:rPr lang="en-US" b="1" dirty="0"/>
              <a:t>word order</a:t>
            </a:r>
            <a:endParaRPr lang="en-US" dirty="0"/>
          </a:p>
          <a:p>
            <a:pPr lvl="1"/>
            <a:r>
              <a:rPr lang="en-US" dirty="0"/>
              <a:t>One focuses on </a:t>
            </a:r>
            <a:r>
              <a:rPr lang="en-US" b="1" dirty="0"/>
              <a:t>important keywords</a:t>
            </a:r>
            <a:endParaRPr lang="en-US" dirty="0"/>
          </a:p>
          <a:p>
            <a:r>
              <a:rPr lang="en-US" dirty="0"/>
              <a:t>Each student is an </a:t>
            </a:r>
            <a:r>
              <a:rPr lang="en-US" b="1" dirty="0"/>
              <a:t>attention head</a:t>
            </a:r>
            <a:r>
              <a:rPr lang="en-US" dirty="0"/>
              <a:t>.</a:t>
            </a:r>
          </a:p>
          <a:p>
            <a:r>
              <a:rPr lang="en-US" dirty="0"/>
              <a:t>All heads look at the </a:t>
            </a:r>
            <a:r>
              <a:rPr lang="en-US" b="1" dirty="0"/>
              <a:t>same sentence</a:t>
            </a:r>
            <a:endParaRPr lang="en-US" dirty="0"/>
          </a:p>
          <a:p>
            <a:r>
              <a:rPr lang="en-US" dirty="0"/>
              <a:t>Each head focuses on </a:t>
            </a:r>
            <a:r>
              <a:rPr lang="en-US" b="1" dirty="0"/>
              <a:t>different relationships</a:t>
            </a:r>
            <a:endParaRPr lang="en-US" dirty="0"/>
          </a:p>
          <a:p>
            <a:r>
              <a:rPr lang="en-US" dirty="0"/>
              <a:t>Their insights are combined to get a </a:t>
            </a:r>
            <a:r>
              <a:rPr lang="en-US" b="1" dirty="0"/>
              <a:t>better overall understanding</a:t>
            </a:r>
            <a:endParaRPr lang="en-US" dirty="0"/>
          </a:p>
        </p:txBody>
      </p:sp>
      <p:sp>
        <p:nvSpPr>
          <p:cNvPr id="5" name="TextBox 4">
            <a:extLst>
              <a:ext uri="{FF2B5EF4-FFF2-40B4-BE49-F238E27FC236}">
                <a16:creationId xmlns:a16="http://schemas.microsoft.com/office/drawing/2014/main" id="{720C575E-AD17-3F50-54DD-EB8E23EFA861}"/>
              </a:ext>
            </a:extLst>
          </p:cNvPr>
          <p:cNvSpPr txBox="1"/>
          <p:nvPr/>
        </p:nvSpPr>
        <p:spPr>
          <a:xfrm>
            <a:off x="243673" y="4921626"/>
            <a:ext cx="8840037" cy="369332"/>
          </a:xfrm>
          <a:prstGeom prst="rect">
            <a:avLst/>
          </a:prstGeom>
          <a:noFill/>
        </p:spPr>
        <p:txBody>
          <a:bodyPr wrap="square">
            <a:spAutoFit/>
          </a:bodyPr>
          <a:lstStyle/>
          <a:p>
            <a:r>
              <a:rPr lang="en-US" dirty="0"/>
              <a:t>As a result, the model gains a </a:t>
            </a:r>
            <a:r>
              <a:rPr lang="en-US" b="1" dirty="0"/>
              <a:t>richer understanding of the input sequence</a:t>
            </a:r>
            <a:endParaRPr lang="en-IN"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75E6D119-F19E-06F9-C07D-9855E22D621D}"/>
                  </a:ext>
                </a:extLst>
              </p14:cNvPr>
              <p14:cNvContentPartPr/>
              <p14:nvPr/>
            </p14:nvContentPartPr>
            <p14:xfrm>
              <a:off x="2520" y="2160"/>
              <a:ext cx="8941320" cy="4100040"/>
            </p14:xfrm>
          </p:contentPart>
        </mc:Choice>
        <mc:Fallback>
          <p:pic>
            <p:nvPicPr>
              <p:cNvPr id="2" name="Ink 1">
                <a:extLst>
                  <a:ext uri="{FF2B5EF4-FFF2-40B4-BE49-F238E27FC236}">
                    <a16:creationId xmlns:a16="http://schemas.microsoft.com/office/drawing/2014/main" id="{75E6D119-F19E-06F9-C07D-9855E22D621D}"/>
                  </a:ext>
                </a:extLst>
              </p:cNvPr>
              <p:cNvPicPr/>
              <p:nvPr/>
            </p:nvPicPr>
            <p:blipFill>
              <a:blip r:embed="rId3"/>
              <a:stretch>
                <a:fillRect/>
              </a:stretch>
            </p:blipFill>
            <p:spPr>
              <a:xfrm>
                <a:off x="-6840" y="-7200"/>
                <a:ext cx="8960040" cy="4118760"/>
              </a:xfrm>
              <a:prstGeom prst="rect">
                <a:avLst/>
              </a:prstGeom>
            </p:spPr>
          </p:pic>
        </mc:Fallback>
      </mc:AlternateContent>
    </p:spTree>
    <p:extLst>
      <p:ext uri="{BB962C8B-B14F-4D97-AF65-F5344CB8AC3E}">
        <p14:creationId xmlns:p14="http://schemas.microsoft.com/office/powerpoint/2010/main" val="32115937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D152C-1CE7-E5E5-9975-2905DF1C70F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14FB43C4-A0D3-7317-71AD-468CD9BB864F}"/>
                  </a:ext>
                </a:extLst>
              </p:cNvPr>
              <p:cNvSpPr txBox="1"/>
              <p:nvPr/>
            </p:nvSpPr>
            <p:spPr>
              <a:xfrm>
                <a:off x="283866" y="266051"/>
                <a:ext cx="10337242" cy="4848122"/>
              </a:xfrm>
              <a:prstGeom prst="rect">
                <a:avLst/>
              </a:prstGeom>
              <a:noFill/>
            </p:spPr>
            <p:txBody>
              <a:bodyPr wrap="square">
                <a:spAutoFit/>
              </a:bodyPr>
              <a:lstStyle/>
              <a:p>
                <a:pPr>
                  <a:buNone/>
                </a:pPr>
                <a:r>
                  <a:rPr lang="en-IN" b="1" dirty="0"/>
                  <a:t>How Multi-Head Attention Works (With Example)</a:t>
                </a:r>
              </a:p>
              <a:p>
                <a:pPr>
                  <a:buFont typeface="Arial" panose="020B0604020202020204" pitchFamily="34" charset="0"/>
                  <a:buChar char="•"/>
                </a:pPr>
                <a:r>
                  <a:rPr lang="en-IN" dirty="0"/>
                  <a:t>In multi-head attention:</a:t>
                </a:r>
              </a:p>
              <a:p>
                <a:pPr marL="742950" lvl="1" indent="-285750">
                  <a:buFont typeface="Arial" panose="020B0604020202020204" pitchFamily="34" charset="0"/>
                  <a:buChar char="•"/>
                </a:pPr>
                <a:r>
                  <a:rPr lang="en-IN" dirty="0"/>
                  <a:t>Multiple attention heads work </a:t>
                </a:r>
                <a:r>
                  <a:rPr lang="en-IN" b="1" dirty="0"/>
                  <a:t>in parallel</a:t>
                </a:r>
                <a:endParaRPr lang="en-IN" dirty="0"/>
              </a:p>
              <a:p>
                <a:pPr marL="742950" lvl="1" indent="-285750">
                  <a:buFont typeface="Arial" panose="020B0604020202020204" pitchFamily="34" charset="0"/>
                  <a:buChar char="•"/>
                </a:pPr>
                <a:r>
                  <a:rPr lang="en-IN" dirty="0"/>
                  <a:t>Each head has its </a:t>
                </a:r>
                <a:r>
                  <a:rPr lang="en-IN" b="1" dirty="0"/>
                  <a:t>own Q, K, and V matrices</a:t>
                </a:r>
                <a:endParaRPr lang="en-IN" dirty="0"/>
              </a:p>
              <a:p>
                <a:pPr>
                  <a:buFont typeface="Arial" panose="020B0604020202020204" pitchFamily="34" charset="0"/>
                  <a:buChar char="•"/>
                </a:pPr>
                <a:r>
                  <a:rPr lang="en-IN" dirty="0"/>
                  <a:t>Each head uses its own learnable weights:</a:t>
                </a:r>
              </a:p>
              <a:p>
                <a:pPr marL="742950" lvl="1" indent="-285750">
                  <a:buFont typeface="Arial" panose="020B0604020202020204" pitchFamily="34" charset="0"/>
                  <a:buChar char="•"/>
                </a:pPr>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𝑊</m:t>
                        </m:r>
                      </m:e>
                      <m:sub>
                        <m:r>
                          <a:rPr lang="ar-AE" i="1">
                            <a:latin typeface="Cambria Math" panose="02040503050406030204" pitchFamily="18" charset="0"/>
                          </a:rPr>
                          <m:t>𝑄</m:t>
                        </m:r>
                      </m:sub>
                      <m:sup>
                        <m:r>
                          <a:rPr lang="ar-AE" i="1">
                            <a:latin typeface="Cambria Math" panose="02040503050406030204" pitchFamily="18" charset="0"/>
                          </a:rPr>
                          <m:t>𝑖</m:t>
                        </m:r>
                      </m:sup>
                    </m:sSubSup>
                    <m:r>
                      <a:rPr lang="ar-AE" i="0">
                        <a:latin typeface="Cambria Math" panose="02040503050406030204" pitchFamily="18" charset="0"/>
                      </a:rPr>
                      <m:t>,</m:t>
                    </m:r>
                    <m:sSubSup>
                      <m:sSubSupPr>
                        <m:ctrlPr>
                          <a:rPr lang="ar-AE" i="1">
                            <a:latin typeface="Cambria Math" panose="02040503050406030204" pitchFamily="18" charset="0"/>
                          </a:rPr>
                        </m:ctrlPr>
                      </m:sSubSupPr>
                      <m:e>
                        <m:r>
                          <a:rPr lang="ar-AE" i="1">
                            <a:latin typeface="Cambria Math" panose="02040503050406030204" pitchFamily="18" charset="0"/>
                          </a:rPr>
                          <m:t>𝑊</m:t>
                        </m:r>
                      </m:e>
                      <m:sub>
                        <m:r>
                          <a:rPr lang="ar-AE" i="1">
                            <a:latin typeface="Cambria Math" panose="02040503050406030204" pitchFamily="18" charset="0"/>
                          </a:rPr>
                          <m:t>𝐾</m:t>
                        </m:r>
                      </m:sub>
                      <m:sup>
                        <m:r>
                          <a:rPr lang="ar-AE" i="1">
                            <a:latin typeface="Cambria Math" panose="02040503050406030204" pitchFamily="18" charset="0"/>
                          </a:rPr>
                          <m:t>𝑖</m:t>
                        </m:r>
                      </m:sup>
                    </m:sSubSup>
                    <m:r>
                      <a:rPr lang="ar-AE" i="0">
                        <a:latin typeface="Cambria Math" panose="02040503050406030204" pitchFamily="18" charset="0"/>
                      </a:rPr>
                      <m:t>,</m:t>
                    </m:r>
                    <m:sSubSup>
                      <m:sSubSupPr>
                        <m:ctrlPr>
                          <a:rPr lang="ar-AE" i="1">
                            <a:latin typeface="Cambria Math" panose="02040503050406030204" pitchFamily="18" charset="0"/>
                          </a:rPr>
                        </m:ctrlPr>
                      </m:sSubSupPr>
                      <m:e>
                        <m:r>
                          <a:rPr lang="ar-AE" i="1">
                            <a:latin typeface="Cambria Math" panose="02040503050406030204" pitchFamily="18" charset="0"/>
                          </a:rPr>
                          <m:t>𝑊</m:t>
                        </m:r>
                      </m:e>
                      <m:sub>
                        <m:r>
                          <a:rPr lang="ar-AE" i="1">
                            <a:latin typeface="Cambria Math" panose="02040503050406030204" pitchFamily="18" charset="0"/>
                          </a:rPr>
                          <m:t>𝑉</m:t>
                        </m:r>
                      </m:sub>
                      <m:sup>
                        <m:r>
                          <a:rPr lang="ar-AE" i="1">
                            <a:latin typeface="Cambria Math" panose="02040503050406030204" pitchFamily="18" charset="0"/>
                          </a:rPr>
                          <m:t>𝑖</m:t>
                        </m:r>
                      </m:sup>
                    </m:sSubSup>
                  </m:oMath>
                </a14:m>
                <a:r>
                  <a:rPr lang="en-IN" dirty="0"/>
                  <a:t>of size </a:t>
                </a:r>
                <a:r>
                  <a:rPr lang="en-IN" b="1" dirty="0"/>
                  <a:t>d₁ × d₃</a:t>
                </a:r>
                <a:endParaRPr lang="en-IN" dirty="0"/>
              </a:p>
              <a:p>
                <a:pPr marL="742950" lvl="1" indent="-285750">
                  <a:buFont typeface="Arial" panose="020B0604020202020204" pitchFamily="34" charset="0"/>
                  <a:buChar char="•"/>
                </a:pPr>
                <a:r>
                  <a:rPr lang="en-IN" dirty="0"/>
                  <a:t>Where </a:t>
                </a:r>
                <a:r>
                  <a:rPr lang="en-IN" b="1" dirty="0"/>
                  <a:t>d₃ = d₂ / h</a:t>
                </a:r>
                <a:r>
                  <a:rPr lang="en-IN" dirty="0"/>
                  <a:t> (reduced dimension per head)</a:t>
                </a:r>
              </a:p>
              <a:p>
                <a:pPr>
                  <a:buFont typeface="Arial" panose="020B0604020202020204" pitchFamily="34" charset="0"/>
                  <a:buChar char="•"/>
                </a:pPr>
                <a:r>
                  <a:rPr lang="en-IN" dirty="0"/>
                  <a:t>Example:</a:t>
                </a:r>
              </a:p>
              <a:p>
                <a:pPr marL="742950" lvl="1" indent="-285750">
                  <a:buFont typeface="Arial" panose="020B0604020202020204" pitchFamily="34" charset="0"/>
                  <a:buChar char="•"/>
                </a:pPr>
                <a:r>
                  <a:rPr lang="en-IN" dirty="0"/>
                  <a:t>Number of words (</a:t>
                </a:r>
                <a:r>
                  <a:rPr lang="en-IN" b="1" dirty="0"/>
                  <a:t>n</a:t>
                </a:r>
                <a:r>
                  <a:rPr lang="en-IN" dirty="0"/>
                  <a:t>) = 5</a:t>
                </a:r>
              </a:p>
              <a:p>
                <a:pPr marL="742950" lvl="1" indent="-285750">
                  <a:buFont typeface="Arial" panose="020B0604020202020204" pitchFamily="34" charset="0"/>
                  <a:buChar char="•"/>
                </a:pPr>
                <a:r>
                  <a:rPr lang="en-IN" dirty="0"/>
                  <a:t>Input dimension (</a:t>
                </a:r>
                <a:r>
                  <a:rPr lang="en-IN" b="1" dirty="0"/>
                  <a:t>d₁</a:t>
                </a:r>
                <a:r>
                  <a:rPr lang="en-IN" dirty="0"/>
                  <a:t>) = 4</a:t>
                </a:r>
              </a:p>
              <a:p>
                <a:pPr marL="742950" lvl="1" indent="-285750">
                  <a:buFont typeface="Arial" panose="020B0604020202020204" pitchFamily="34" charset="0"/>
                  <a:buChar char="•"/>
                </a:pPr>
                <a:r>
                  <a:rPr lang="en-IN" dirty="0"/>
                  <a:t>Output dimension (</a:t>
                </a:r>
                <a:r>
                  <a:rPr lang="en-IN" b="1" dirty="0"/>
                  <a:t>d₂</a:t>
                </a:r>
                <a:r>
                  <a:rPr lang="en-IN" dirty="0"/>
                  <a:t>) = 8</a:t>
                </a:r>
              </a:p>
              <a:p>
                <a:pPr marL="742950" lvl="1" indent="-285750">
                  <a:buFont typeface="Arial" panose="020B0604020202020204" pitchFamily="34" charset="0"/>
                  <a:buChar char="•"/>
                </a:pPr>
                <a:r>
                  <a:rPr lang="en-IN" dirty="0"/>
                  <a:t>Number of heads (</a:t>
                </a:r>
                <a:r>
                  <a:rPr lang="en-IN" b="1" dirty="0"/>
                  <a:t>h</a:t>
                </a:r>
                <a:r>
                  <a:rPr lang="en-IN" dirty="0"/>
                  <a:t>) = 4</a:t>
                </a:r>
              </a:p>
              <a:p>
                <a:pPr marL="742950" lvl="1" indent="-285750">
                  <a:buFont typeface="Arial" panose="020B0604020202020204" pitchFamily="34" charset="0"/>
                  <a:buChar char="•"/>
                </a:pPr>
                <a:r>
                  <a:rPr lang="en-IN" dirty="0"/>
                  <a:t>Each head produces vectors of size </a:t>
                </a:r>
                <a:r>
                  <a:rPr lang="en-IN" b="1" dirty="0"/>
                  <a:t>d₃ = 2</a:t>
                </a:r>
                <a:endParaRPr lang="en-IN" dirty="0"/>
              </a:p>
              <a:p>
                <a:pPr>
                  <a:buFont typeface="Arial" panose="020B0604020202020204" pitchFamily="34" charset="0"/>
                  <a:buChar char="•"/>
                </a:pPr>
                <a:r>
                  <a:rPr lang="en-IN" dirty="0"/>
                  <a:t>Steps:</a:t>
                </a:r>
              </a:p>
              <a:p>
                <a:pPr marL="742950" lvl="1" indent="-285750">
                  <a:buFont typeface="Arial" panose="020B0604020202020204" pitchFamily="34" charset="0"/>
                  <a:buChar char="•"/>
                </a:pPr>
                <a:r>
                  <a:rPr lang="en-IN" dirty="0"/>
                  <a:t>Each head produces a </a:t>
                </a:r>
                <a:r>
                  <a:rPr lang="en-IN" b="1" dirty="0"/>
                  <a:t>5 × 2</a:t>
                </a:r>
                <a:r>
                  <a:rPr lang="en-IN" dirty="0"/>
                  <a:t> output</a:t>
                </a:r>
              </a:p>
              <a:p>
                <a:pPr marL="742950" lvl="1" indent="-285750">
                  <a:buFont typeface="Arial" panose="020B0604020202020204" pitchFamily="34" charset="0"/>
                  <a:buChar char="•"/>
                </a:pPr>
                <a:r>
                  <a:rPr lang="en-IN" dirty="0"/>
                  <a:t>Outputs from all heads are </a:t>
                </a:r>
                <a:r>
                  <a:rPr lang="en-IN" b="1" dirty="0"/>
                  <a:t>concatenated</a:t>
                </a:r>
                <a:r>
                  <a:rPr lang="en-IN" dirty="0"/>
                  <a:t> → </a:t>
                </a:r>
                <a:r>
                  <a:rPr lang="en-IN" b="1" dirty="0"/>
                  <a:t>5 × 8</a:t>
                </a:r>
                <a:endParaRPr lang="en-IN" dirty="0"/>
              </a:p>
              <a:p>
                <a:pPr marL="742950" lvl="1" indent="-285750">
                  <a:buFont typeface="Arial" panose="020B0604020202020204" pitchFamily="34" charset="0"/>
                  <a:buChar char="•"/>
                </a:pPr>
                <a:r>
                  <a:rPr lang="en-IN" dirty="0"/>
                  <a:t>A projection matrix is applied to keep the final output size </a:t>
                </a:r>
                <a:r>
                  <a:rPr lang="en-IN" b="1" dirty="0"/>
                  <a:t>n × d₂</a:t>
                </a:r>
                <a:endParaRPr lang="en-IN" dirty="0"/>
              </a:p>
            </p:txBody>
          </p:sp>
        </mc:Choice>
        <mc:Fallback xmlns="">
          <p:sp>
            <p:nvSpPr>
              <p:cNvPr id="32" name="TextBox 31">
                <a:extLst>
                  <a:ext uri="{FF2B5EF4-FFF2-40B4-BE49-F238E27FC236}">
                    <a16:creationId xmlns:a16="http://schemas.microsoft.com/office/drawing/2014/main" id="{14FB43C4-A0D3-7317-71AD-468CD9BB864F}"/>
                  </a:ext>
                </a:extLst>
              </p:cNvPr>
              <p:cNvSpPr txBox="1">
                <a:spLocks noRot="1" noChangeAspect="1" noMove="1" noResize="1" noEditPoints="1" noAdjustHandles="1" noChangeArrowheads="1" noChangeShapeType="1" noTextEdit="1"/>
              </p:cNvSpPr>
              <p:nvPr/>
            </p:nvSpPr>
            <p:spPr>
              <a:xfrm>
                <a:off x="283866" y="266051"/>
                <a:ext cx="10337242" cy="4848122"/>
              </a:xfrm>
              <a:prstGeom prst="rect">
                <a:avLst/>
              </a:prstGeom>
              <a:blipFill>
                <a:blip r:embed="rId2"/>
                <a:stretch>
                  <a:fillRect l="-531" t="-629" b="-1132"/>
                </a:stretch>
              </a:blipFill>
            </p:spPr>
            <p:txBody>
              <a:bodyPr/>
              <a:lstStyle/>
              <a:p>
                <a:r>
                  <a:rPr lang="en-IN">
                    <a:noFill/>
                  </a:rPr>
                  <a:t> </a:t>
                </a:r>
              </a:p>
            </p:txBody>
          </p:sp>
        </mc:Fallback>
      </mc:AlternateContent>
      <p:sp>
        <p:nvSpPr>
          <p:cNvPr id="33" name="Rectangle 30">
            <a:extLst>
              <a:ext uri="{FF2B5EF4-FFF2-40B4-BE49-F238E27FC236}">
                <a16:creationId xmlns:a16="http://schemas.microsoft.com/office/drawing/2014/main" id="{C30FD6B8-3EEB-68D6-13CF-3BDC6A93E403}"/>
              </a:ext>
            </a:extLst>
          </p:cNvPr>
          <p:cNvSpPr>
            <a:spLocks noChangeArrowheads="1"/>
          </p:cNvSpPr>
          <p:nvPr/>
        </p:nvSpPr>
        <p:spPr bwMode="auto">
          <a:xfrm>
            <a:off x="283866" y="5232905"/>
            <a:ext cx="1051811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Benefit: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Different heads focus on different aspects of the input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Produces </a:t>
            </a:r>
            <a:r>
              <a:rPr kumimoji="0" lang="en-US" altLang="en-US" sz="1800" b="1" i="0" u="none" strike="noStrike" cap="none" normalizeH="0" baseline="0">
                <a:ln>
                  <a:noFill/>
                </a:ln>
                <a:solidFill>
                  <a:schemeClr val="tx1"/>
                </a:solidFill>
                <a:effectLst/>
                <a:latin typeface="Arial" panose="020B0604020202020204" pitchFamily="34" charset="0"/>
              </a:rPr>
              <a:t>more diverse and informative representations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This makes multi-head attention especially powerful for </a:t>
            </a:r>
            <a:r>
              <a:rPr kumimoji="0" lang="en-US" altLang="en-US" sz="1800" b="1" i="0" u="none" strike="noStrike" cap="none" normalizeH="0" baseline="0">
                <a:ln>
                  <a:noFill/>
                </a:ln>
                <a:solidFill>
                  <a:schemeClr val="tx1"/>
                </a:solidFill>
                <a:effectLst/>
                <a:latin typeface="Arial" panose="020B0604020202020204" pitchFamily="34" charset="0"/>
              </a:rPr>
              <a:t>NLP tasks</a:t>
            </a:r>
            <a:r>
              <a:rPr kumimoji="0" lang="en-US" altLang="en-US" sz="1800" b="0" i="0" u="none" strike="noStrike" cap="none" normalizeH="0" baseline="0">
                <a:ln>
                  <a:noFill/>
                </a:ln>
                <a:solidFill>
                  <a:schemeClr val="tx1"/>
                </a:solidFill>
                <a:effectLst/>
                <a:latin typeface="Arial" panose="020B0604020202020204" pitchFamily="34" charset="0"/>
              </a:rPr>
              <a:t>.</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ACB2515C-9D3E-32AB-53F4-0F756D35A0C5}"/>
                  </a:ext>
                </a:extLst>
              </p14:cNvPr>
              <p14:cNvContentPartPr/>
              <p14:nvPr/>
            </p14:nvContentPartPr>
            <p14:xfrm>
              <a:off x="1124640" y="411840"/>
              <a:ext cx="10989360" cy="6445800"/>
            </p14:xfrm>
          </p:contentPart>
        </mc:Choice>
        <mc:Fallback>
          <p:pic>
            <p:nvPicPr>
              <p:cNvPr id="2" name="Ink 1">
                <a:extLst>
                  <a:ext uri="{FF2B5EF4-FFF2-40B4-BE49-F238E27FC236}">
                    <a16:creationId xmlns:a16="http://schemas.microsoft.com/office/drawing/2014/main" id="{ACB2515C-9D3E-32AB-53F4-0F756D35A0C5}"/>
                  </a:ext>
                </a:extLst>
              </p:cNvPr>
              <p:cNvPicPr/>
              <p:nvPr/>
            </p:nvPicPr>
            <p:blipFill>
              <a:blip r:embed="rId4"/>
              <a:stretch>
                <a:fillRect/>
              </a:stretch>
            </p:blipFill>
            <p:spPr>
              <a:xfrm>
                <a:off x="1115280" y="402480"/>
                <a:ext cx="11008080" cy="6464520"/>
              </a:xfrm>
              <a:prstGeom prst="rect">
                <a:avLst/>
              </a:prstGeom>
            </p:spPr>
          </p:pic>
        </mc:Fallback>
      </mc:AlternateContent>
    </p:spTree>
    <p:extLst>
      <p:ext uri="{BB962C8B-B14F-4D97-AF65-F5344CB8AC3E}">
        <p14:creationId xmlns:p14="http://schemas.microsoft.com/office/powerpoint/2010/main" val="2120870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56AE2E8-947F-3C7A-583B-88AA969D0D9E}"/>
              </a:ext>
            </a:extLst>
          </p:cNvPr>
          <p:cNvSpPr txBox="1"/>
          <p:nvPr/>
        </p:nvSpPr>
        <p:spPr>
          <a:xfrm>
            <a:off x="630936" y="639520"/>
            <a:ext cx="3429000" cy="171907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2600" b="1" i="0" kern="1200">
                <a:solidFill>
                  <a:schemeClr val="tx1"/>
                </a:solidFill>
                <a:effectLst/>
                <a:highlight>
                  <a:srgbClr val="FFFFFF"/>
                </a:highlight>
                <a:latin typeface="+mj-lt"/>
                <a:ea typeface="+mj-ea"/>
                <a:cs typeface="+mj-cs"/>
              </a:rPr>
              <a:t>Matrix Multiplication (MatMul) - Dot Product of Query and Key</a:t>
            </a:r>
          </a:p>
        </p:txBody>
      </p:sp>
      <p:sp>
        <p:nvSpPr>
          <p:cNvPr id="31"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6DA734F-E2D5-86ED-07B6-7618795A2B23}"/>
              </a:ext>
            </a:extLst>
          </p:cNvPr>
          <p:cNvSpPr txBox="1"/>
          <p:nvPr/>
        </p:nvSpPr>
        <p:spPr>
          <a:xfrm>
            <a:off x="630936" y="2807208"/>
            <a:ext cx="3429000" cy="341071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1400" b="0" i="0">
                <a:effectLst/>
                <a:highlight>
                  <a:srgbClr val="FFFFFF"/>
                </a:highlight>
              </a:rPr>
              <a:t>Once the query, key, and value vectors are passed through a linear layer, a dot product matrix multiplication is performed between the queries and keys, resulting in the creation of a score matrix.</a:t>
            </a:r>
          </a:p>
          <a:p>
            <a:pPr indent="-228600">
              <a:lnSpc>
                <a:spcPct val="90000"/>
              </a:lnSpc>
              <a:spcAft>
                <a:spcPts val="600"/>
              </a:spcAft>
              <a:buFont typeface="Arial" panose="020B0604020202020204" pitchFamily="34" charset="0"/>
              <a:buChar char="•"/>
            </a:pPr>
            <a:endParaRPr lang="en-US" sz="1400" b="0" i="0">
              <a:effectLst/>
              <a:highlight>
                <a:srgbClr val="FFFFFF"/>
              </a:highlight>
            </a:endParaRPr>
          </a:p>
          <a:p>
            <a:pPr indent="-228600">
              <a:lnSpc>
                <a:spcPct val="90000"/>
              </a:lnSpc>
              <a:spcAft>
                <a:spcPts val="600"/>
              </a:spcAft>
              <a:buFont typeface="Arial" panose="020B0604020202020204" pitchFamily="34" charset="0"/>
              <a:buChar char="•"/>
            </a:pPr>
            <a:r>
              <a:rPr lang="en-US" sz="1400" b="0" i="0">
                <a:effectLst/>
                <a:highlight>
                  <a:srgbClr val="FFFFFF"/>
                </a:highlight>
              </a:rPr>
              <a:t>The score matrix establishes the degree of emphasis each word should place on other words. </a:t>
            </a:r>
          </a:p>
          <a:p>
            <a:pPr indent="-228600">
              <a:lnSpc>
                <a:spcPct val="90000"/>
              </a:lnSpc>
              <a:spcAft>
                <a:spcPts val="600"/>
              </a:spcAft>
              <a:buFont typeface="Arial" panose="020B0604020202020204" pitchFamily="34" charset="0"/>
              <a:buChar char="•"/>
            </a:pPr>
            <a:r>
              <a:rPr lang="en-US" sz="1400" b="0" i="0">
                <a:effectLst/>
                <a:highlight>
                  <a:srgbClr val="FFFFFF"/>
                </a:highlight>
              </a:rPr>
              <a:t>Therefore, each word is assigned a score in relation to other words within the same time step. A higher score indicates greater focus.</a:t>
            </a:r>
          </a:p>
          <a:p>
            <a:pPr indent="-228600">
              <a:lnSpc>
                <a:spcPct val="90000"/>
              </a:lnSpc>
              <a:spcAft>
                <a:spcPts val="600"/>
              </a:spcAft>
              <a:buFont typeface="Arial" panose="020B0604020202020204" pitchFamily="34" charset="0"/>
              <a:buChar char="•"/>
            </a:pPr>
            <a:r>
              <a:rPr lang="en-US" sz="1400" b="0" i="0">
                <a:effectLst/>
                <a:highlight>
                  <a:srgbClr val="FFFFFF"/>
                </a:highlight>
              </a:rPr>
              <a:t>This process effectively maps the queries to their corresponding keys.</a:t>
            </a:r>
          </a:p>
          <a:p>
            <a:pPr indent="-228600">
              <a:lnSpc>
                <a:spcPct val="90000"/>
              </a:lnSpc>
              <a:spcAft>
                <a:spcPts val="600"/>
              </a:spcAft>
              <a:buFont typeface="Arial" panose="020B0604020202020204" pitchFamily="34" charset="0"/>
              <a:buChar char="•"/>
            </a:pPr>
            <a:endParaRPr lang="en-US" sz="1400"/>
          </a:p>
        </p:txBody>
      </p:sp>
      <p:pic>
        <p:nvPicPr>
          <p:cNvPr id="5" name="Picture 4">
            <a:extLst>
              <a:ext uri="{FF2B5EF4-FFF2-40B4-BE49-F238E27FC236}">
                <a16:creationId xmlns:a16="http://schemas.microsoft.com/office/drawing/2014/main" id="{87CD7173-F536-FDA3-900A-6901D04B0157}"/>
              </a:ext>
            </a:extLst>
          </p:cNvPr>
          <p:cNvPicPr>
            <a:picLocks noChangeAspect="1"/>
          </p:cNvPicPr>
          <p:nvPr/>
        </p:nvPicPr>
        <p:blipFill>
          <a:blip r:embed="rId2"/>
          <a:stretch>
            <a:fillRect/>
          </a:stretch>
        </p:blipFill>
        <p:spPr>
          <a:xfrm>
            <a:off x="4654296" y="2471109"/>
            <a:ext cx="6903720" cy="1915781"/>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E7456029-F464-4846-9FEB-DF89F21934C7}"/>
                  </a:ext>
                </a:extLst>
              </p14:cNvPr>
              <p14:cNvContentPartPr/>
              <p14:nvPr/>
            </p14:nvContentPartPr>
            <p14:xfrm>
              <a:off x="4327200" y="330840"/>
              <a:ext cx="7481520" cy="6424200"/>
            </p14:xfrm>
          </p:contentPart>
        </mc:Choice>
        <mc:Fallback>
          <p:pic>
            <p:nvPicPr>
              <p:cNvPr id="2" name="Ink 1">
                <a:extLst>
                  <a:ext uri="{FF2B5EF4-FFF2-40B4-BE49-F238E27FC236}">
                    <a16:creationId xmlns:a16="http://schemas.microsoft.com/office/drawing/2014/main" id="{E7456029-F464-4846-9FEB-DF89F21934C7}"/>
                  </a:ext>
                </a:extLst>
              </p:cNvPr>
              <p:cNvPicPr/>
              <p:nvPr/>
            </p:nvPicPr>
            <p:blipFill>
              <a:blip r:embed="rId4"/>
              <a:stretch>
                <a:fillRect/>
              </a:stretch>
            </p:blipFill>
            <p:spPr>
              <a:xfrm>
                <a:off x="4317840" y="321480"/>
                <a:ext cx="7500240" cy="6442920"/>
              </a:xfrm>
              <a:prstGeom prst="rect">
                <a:avLst/>
              </a:prstGeom>
            </p:spPr>
          </p:pic>
        </mc:Fallback>
      </mc:AlternateContent>
    </p:spTree>
    <p:extLst>
      <p:ext uri="{BB962C8B-B14F-4D97-AF65-F5344CB8AC3E}">
        <p14:creationId xmlns:p14="http://schemas.microsoft.com/office/powerpoint/2010/main" val="7901764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0F569E3-A91C-422F-37F6-B45B60E2DF2C}"/>
              </a:ext>
            </a:extLst>
          </p:cNvPr>
          <p:cNvSpPr txBox="1"/>
          <p:nvPr/>
        </p:nvSpPr>
        <p:spPr>
          <a:xfrm>
            <a:off x="630936" y="640080"/>
            <a:ext cx="4818888" cy="1481328"/>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400" b="1" i="0" kern="1200">
                <a:solidFill>
                  <a:schemeClr val="tx1"/>
                </a:solidFill>
                <a:effectLst/>
                <a:highlight>
                  <a:srgbClr val="FFFFFF"/>
                </a:highlight>
                <a:latin typeface="+mj-lt"/>
                <a:ea typeface="+mj-ea"/>
                <a:cs typeface="+mj-cs"/>
              </a:rPr>
              <a:t>Reducing the Magnitude of attention scores</a:t>
            </a:r>
          </a:p>
        </p:txBody>
      </p:sp>
      <p:sp>
        <p:nvSpPr>
          <p:cNvPr id="13"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F1DFB67-6260-262F-5F7B-0748EEF32D11}"/>
              </a:ext>
            </a:extLst>
          </p:cNvPr>
          <p:cNvSpPr txBox="1"/>
          <p:nvPr/>
        </p:nvSpPr>
        <p:spPr>
          <a:xfrm>
            <a:off x="630936" y="2660904"/>
            <a:ext cx="4818888" cy="354787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200" b="0" i="0">
                <a:effectLst/>
                <a:highlight>
                  <a:srgbClr val="FFFFFF"/>
                </a:highlight>
              </a:rPr>
              <a:t>The scores are then scaled down by dividing them by the square root of the dimension of the query and key vectors. This step is implemented to ensure more stable gradients, as the multiplication of values can lead to excessively large effects.</a:t>
            </a:r>
          </a:p>
        </p:txBody>
      </p:sp>
      <p:pic>
        <p:nvPicPr>
          <p:cNvPr id="5" name="Picture 4">
            <a:extLst>
              <a:ext uri="{FF2B5EF4-FFF2-40B4-BE49-F238E27FC236}">
                <a16:creationId xmlns:a16="http://schemas.microsoft.com/office/drawing/2014/main" id="{5ADC142B-933C-D97A-A0A0-492359BA41C3}"/>
              </a:ext>
            </a:extLst>
          </p:cNvPr>
          <p:cNvPicPr>
            <a:picLocks noChangeAspect="1"/>
          </p:cNvPicPr>
          <p:nvPr/>
        </p:nvPicPr>
        <p:blipFill>
          <a:blip r:embed="rId2"/>
          <a:stretch>
            <a:fillRect/>
          </a:stretch>
        </p:blipFill>
        <p:spPr>
          <a:xfrm>
            <a:off x="6099048" y="1811780"/>
            <a:ext cx="5458968" cy="3234439"/>
          </a:xfrm>
          <a:prstGeom prst="rect">
            <a:avLst/>
          </a:prstGeom>
        </p:spPr>
      </p:pic>
    </p:spTree>
    <p:extLst>
      <p:ext uri="{BB962C8B-B14F-4D97-AF65-F5344CB8AC3E}">
        <p14:creationId xmlns:p14="http://schemas.microsoft.com/office/powerpoint/2010/main" val="834187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E46AC4C-A3EF-3EF9-F337-4410B62AFE64}"/>
              </a:ext>
            </a:extLst>
          </p:cNvPr>
          <p:cNvSpPr txBox="1"/>
          <p:nvPr/>
        </p:nvSpPr>
        <p:spPr>
          <a:xfrm>
            <a:off x="630936" y="640080"/>
            <a:ext cx="4818888" cy="1481328"/>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200" b="1" i="0" kern="1200">
                <a:solidFill>
                  <a:schemeClr val="tx1"/>
                </a:solidFill>
                <a:effectLst/>
                <a:highlight>
                  <a:srgbClr val="FFFFFF"/>
                </a:highlight>
                <a:latin typeface="+mj-lt"/>
                <a:ea typeface="+mj-ea"/>
                <a:cs typeface="+mj-cs"/>
              </a:rPr>
              <a:t>Applying Softmax to the Adjusted Scores</a:t>
            </a:r>
          </a:p>
        </p:txBody>
      </p:sp>
      <p:sp>
        <p:nvSpPr>
          <p:cNvPr id="14"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9864A42-77B2-E3D0-286E-1E01BD7A3D88}"/>
              </a:ext>
            </a:extLst>
          </p:cNvPr>
          <p:cNvSpPr txBox="1"/>
          <p:nvPr/>
        </p:nvSpPr>
        <p:spPr>
          <a:xfrm>
            <a:off x="630936" y="2660904"/>
            <a:ext cx="4818888" cy="354787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200" b="0" i="0">
                <a:effectLst/>
                <a:highlight>
                  <a:srgbClr val="FFFFFF"/>
                </a:highlight>
              </a:rPr>
              <a:t>Subsequently, a softmax function is applied to the adjusted scores to obtain the attention weights. This results in probability values ranging from 0 to 1. The softmax function emphasizes higher scores while diminishing lower scores, thereby enhancing the model's ability to effectively determine which words should receive more attention.</a:t>
            </a:r>
          </a:p>
        </p:txBody>
      </p:sp>
      <p:pic>
        <p:nvPicPr>
          <p:cNvPr id="7" name="Picture 6">
            <a:extLst>
              <a:ext uri="{FF2B5EF4-FFF2-40B4-BE49-F238E27FC236}">
                <a16:creationId xmlns:a16="http://schemas.microsoft.com/office/drawing/2014/main" id="{FD374855-406A-C63D-EF4D-FDDF1EB69B2C}"/>
              </a:ext>
            </a:extLst>
          </p:cNvPr>
          <p:cNvPicPr>
            <a:picLocks noChangeAspect="1"/>
          </p:cNvPicPr>
          <p:nvPr/>
        </p:nvPicPr>
        <p:blipFill>
          <a:blip r:embed="rId2"/>
          <a:stretch>
            <a:fillRect/>
          </a:stretch>
        </p:blipFill>
        <p:spPr>
          <a:xfrm>
            <a:off x="6099048" y="2630626"/>
            <a:ext cx="5458968" cy="1596747"/>
          </a:xfrm>
          <a:prstGeom prst="rect">
            <a:avLst/>
          </a:prstGeom>
        </p:spPr>
      </p:pic>
    </p:spTree>
    <p:extLst>
      <p:ext uri="{BB962C8B-B14F-4D97-AF65-F5344CB8AC3E}">
        <p14:creationId xmlns:p14="http://schemas.microsoft.com/office/powerpoint/2010/main" val="27457739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6E61022-6D1F-4542-6B84-A4ED5C210564}"/>
              </a:ext>
            </a:extLst>
          </p:cNvPr>
          <p:cNvSpPr txBox="1"/>
          <p:nvPr/>
        </p:nvSpPr>
        <p:spPr>
          <a:xfrm>
            <a:off x="630936" y="640080"/>
            <a:ext cx="4818888" cy="1481328"/>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000" b="1" i="0" kern="1200">
                <a:solidFill>
                  <a:schemeClr val="tx1"/>
                </a:solidFill>
                <a:effectLst/>
                <a:highlight>
                  <a:srgbClr val="FFFFFF"/>
                </a:highlight>
                <a:latin typeface="+mj-lt"/>
                <a:ea typeface="+mj-ea"/>
                <a:cs typeface="+mj-cs"/>
              </a:rPr>
              <a:t>Combining Softmax Results with the Value Vector</a:t>
            </a:r>
          </a:p>
        </p:txBody>
      </p:sp>
      <p:sp>
        <p:nvSpPr>
          <p:cNvPr id="13"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D297186-2F73-8361-C344-7288490C3672}"/>
              </a:ext>
            </a:extLst>
          </p:cNvPr>
          <p:cNvSpPr txBox="1"/>
          <p:nvPr/>
        </p:nvSpPr>
        <p:spPr>
          <a:xfrm>
            <a:off x="630936" y="2660904"/>
            <a:ext cx="4818888" cy="354787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200" b="0" i="0">
                <a:effectLst/>
                <a:highlight>
                  <a:srgbClr val="FFFFFF"/>
                </a:highlight>
              </a:rPr>
              <a:t>The following step of the attention mechanism is that weights derived from the softmax function are multiplied by the value vector, resulting in an output vector.</a:t>
            </a:r>
          </a:p>
          <a:p>
            <a:pPr indent="-228600">
              <a:lnSpc>
                <a:spcPct val="90000"/>
              </a:lnSpc>
              <a:spcAft>
                <a:spcPts val="600"/>
              </a:spcAft>
              <a:buFont typeface="Arial" panose="020B0604020202020204" pitchFamily="34" charset="0"/>
              <a:buChar char="•"/>
            </a:pPr>
            <a:r>
              <a:rPr lang="en-US" sz="2200" b="0" i="0">
                <a:effectLst/>
                <a:highlight>
                  <a:srgbClr val="FFFFFF"/>
                </a:highlight>
              </a:rPr>
              <a:t>In this process, only the words that present high softmax scores are preserved. Finally, this output vector is fed into a linear layer for further processing.</a:t>
            </a:r>
          </a:p>
          <a:p>
            <a:pPr indent="-228600">
              <a:lnSpc>
                <a:spcPct val="90000"/>
              </a:lnSpc>
              <a:spcAft>
                <a:spcPts val="600"/>
              </a:spcAft>
              <a:buFont typeface="Arial" panose="020B0604020202020204" pitchFamily="34" charset="0"/>
              <a:buChar char="•"/>
            </a:pPr>
            <a:endParaRPr lang="en-US" sz="2200"/>
          </a:p>
        </p:txBody>
      </p:sp>
      <p:pic>
        <p:nvPicPr>
          <p:cNvPr id="6" name="Picture 5">
            <a:extLst>
              <a:ext uri="{FF2B5EF4-FFF2-40B4-BE49-F238E27FC236}">
                <a16:creationId xmlns:a16="http://schemas.microsoft.com/office/drawing/2014/main" id="{E7B113D4-736F-6F27-A02C-1F6F3889ED91}"/>
              </a:ext>
            </a:extLst>
          </p:cNvPr>
          <p:cNvPicPr>
            <a:picLocks noChangeAspect="1"/>
          </p:cNvPicPr>
          <p:nvPr/>
        </p:nvPicPr>
        <p:blipFill>
          <a:blip r:embed="rId2"/>
          <a:stretch>
            <a:fillRect/>
          </a:stretch>
        </p:blipFill>
        <p:spPr>
          <a:xfrm>
            <a:off x="6099048" y="2412268"/>
            <a:ext cx="5458968" cy="2033464"/>
          </a:xfrm>
          <a:prstGeom prst="rect">
            <a:avLst/>
          </a:prstGeom>
        </p:spPr>
      </p:pic>
    </p:spTree>
    <p:extLst>
      <p:ext uri="{BB962C8B-B14F-4D97-AF65-F5344CB8AC3E}">
        <p14:creationId xmlns:p14="http://schemas.microsoft.com/office/powerpoint/2010/main" val="1727131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83554E7-E291-4EA7-DDFA-9DC6F289C555}"/>
              </a:ext>
            </a:extLst>
          </p:cNvPr>
          <p:cNvSpPr txBox="1"/>
          <p:nvPr/>
        </p:nvSpPr>
        <p:spPr>
          <a:xfrm>
            <a:off x="630936" y="640080"/>
            <a:ext cx="4818888" cy="1481328"/>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000" b="1" i="0" kern="1200" dirty="0">
                <a:solidFill>
                  <a:schemeClr val="tx1"/>
                </a:solidFill>
                <a:effectLst/>
                <a:highlight>
                  <a:srgbClr val="FFFFFF"/>
                </a:highlight>
                <a:latin typeface="+mj-lt"/>
                <a:ea typeface="+mj-ea"/>
                <a:cs typeface="+mj-cs"/>
              </a:rPr>
              <a:t>Normalization and Residual Connections</a:t>
            </a:r>
          </a:p>
        </p:txBody>
      </p:sp>
      <p:sp>
        <p:nvSpPr>
          <p:cNvPr id="14"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EFE8B1C-BA00-41AB-3C7F-2D042BDE5146}"/>
              </a:ext>
            </a:extLst>
          </p:cNvPr>
          <p:cNvSpPr txBox="1"/>
          <p:nvPr/>
        </p:nvSpPr>
        <p:spPr>
          <a:xfrm>
            <a:off x="630936" y="2660904"/>
            <a:ext cx="4818888" cy="354787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200" b="0" i="0" dirty="0">
                <a:effectLst/>
                <a:highlight>
                  <a:srgbClr val="FFFFFF"/>
                </a:highlight>
              </a:rPr>
              <a:t>Each sub-layer in an encoder layer is followed by a normalization step. Also, each sub-layer output is added to its input (residual connection) to help mitigate the vanishing gradient problem, allowing deeper models. This process will be repeated after the Feed-Forward Neural Network too.</a:t>
            </a:r>
            <a:endParaRPr lang="en-US" sz="2200" dirty="0"/>
          </a:p>
        </p:txBody>
      </p:sp>
      <p:pic>
        <p:nvPicPr>
          <p:cNvPr id="7" name="Picture 6">
            <a:extLst>
              <a:ext uri="{FF2B5EF4-FFF2-40B4-BE49-F238E27FC236}">
                <a16:creationId xmlns:a16="http://schemas.microsoft.com/office/drawing/2014/main" id="{5FF2E84E-0494-25E0-7352-20688754021D}"/>
              </a:ext>
            </a:extLst>
          </p:cNvPr>
          <p:cNvPicPr>
            <a:picLocks noChangeAspect="1"/>
          </p:cNvPicPr>
          <p:nvPr/>
        </p:nvPicPr>
        <p:blipFill>
          <a:blip r:embed="rId2"/>
          <a:stretch>
            <a:fillRect/>
          </a:stretch>
        </p:blipFill>
        <p:spPr>
          <a:xfrm>
            <a:off x="6099048" y="1709425"/>
            <a:ext cx="5458968" cy="3439149"/>
          </a:xfrm>
          <a:prstGeom prst="rect">
            <a:avLst/>
          </a:prstGeom>
        </p:spPr>
      </p:pic>
    </p:spTree>
    <p:extLst>
      <p:ext uri="{BB962C8B-B14F-4D97-AF65-F5344CB8AC3E}">
        <p14:creationId xmlns:p14="http://schemas.microsoft.com/office/powerpoint/2010/main" val="31015286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FAF4272-CEB4-C075-EEA3-0BA6438A9869}"/>
              </a:ext>
            </a:extLst>
          </p:cNvPr>
          <p:cNvSpPr txBox="1"/>
          <p:nvPr/>
        </p:nvSpPr>
        <p:spPr>
          <a:xfrm>
            <a:off x="630936" y="640080"/>
            <a:ext cx="4818888" cy="1481328"/>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400" b="1" i="0" kern="1200" dirty="0">
                <a:solidFill>
                  <a:schemeClr val="tx1"/>
                </a:solidFill>
                <a:effectLst/>
                <a:highlight>
                  <a:srgbClr val="FFFFFF"/>
                </a:highlight>
                <a:latin typeface="+mj-lt"/>
                <a:ea typeface="+mj-ea"/>
                <a:cs typeface="+mj-cs"/>
              </a:rPr>
              <a:t>Feed-Forward Neural Network</a:t>
            </a:r>
          </a:p>
        </p:txBody>
      </p:sp>
      <p:sp>
        <p:nvSpPr>
          <p:cNvPr id="14"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AA60184-49B9-58D8-ED95-7B9F805B5467}"/>
              </a:ext>
            </a:extLst>
          </p:cNvPr>
          <p:cNvSpPr txBox="1"/>
          <p:nvPr/>
        </p:nvSpPr>
        <p:spPr>
          <a:xfrm>
            <a:off x="630936" y="2660904"/>
            <a:ext cx="4818888" cy="354787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1700" b="0" i="0" dirty="0">
                <a:effectLst/>
                <a:highlight>
                  <a:srgbClr val="FFFFFF"/>
                </a:highlight>
              </a:rPr>
              <a:t>The journey of the normalized residual output continues as it navigates through a pointwise feed-forward network, a crucial phase for additional refinement.</a:t>
            </a:r>
          </a:p>
          <a:p>
            <a:pPr indent="-228600">
              <a:lnSpc>
                <a:spcPct val="90000"/>
              </a:lnSpc>
              <a:spcAft>
                <a:spcPts val="600"/>
              </a:spcAft>
              <a:buFont typeface="Arial" panose="020B0604020202020204" pitchFamily="34" charset="0"/>
              <a:buChar char="•"/>
            </a:pPr>
            <a:r>
              <a:rPr lang="en-US" sz="1700" b="0" i="0" dirty="0">
                <a:effectLst/>
                <a:highlight>
                  <a:srgbClr val="FFFFFF"/>
                </a:highlight>
              </a:rPr>
              <a:t>Picture this network as a duo of linear layers, with a </a:t>
            </a:r>
            <a:r>
              <a:rPr lang="en-US" sz="1700" b="0" i="0" dirty="0" err="1">
                <a:effectLst/>
                <a:highlight>
                  <a:srgbClr val="FFFFFF"/>
                </a:highlight>
              </a:rPr>
              <a:t>ReLU</a:t>
            </a:r>
            <a:r>
              <a:rPr lang="en-US" sz="1700" b="0" i="0" dirty="0">
                <a:effectLst/>
                <a:highlight>
                  <a:srgbClr val="FFFFFF"/>
                </a:highlight>
              </a:rPr>
              <a:t> activation nestled in between them, acting as a bridge. Once processed, the output embarks on a familiar path: it loops back and merges with the input of the pointwise feed-forward network.</a:t>
            </a:r>
          </a:p>
          <a:p>
            <a:pPr indent="-228600">
              <a:lnSpc>
                <a:spcPct val="90000"/>
              </a:lnSpc>
              <a:spcAft>
                <a:spcPts val="600"/>
              </a:spcAft>
              <a:buFont typeface="Arial" panose="020B0604020202020204" pitchFamily="34" charset="0"/>
              <a:buChar char="•"/>
            </a:pPr>
            <a:r>
              <a:rPr lang="en-US" sz="1700" b="0" i="0" dirty="0">
                <a:effectLst/>
                <a:highlight>
                  <a:srgbClr val="FFFFFF"/>
                </a:highlight>
              </a:rPr>
              <a:t>This reunion is followed by another round of normalization, ensuring everything is well-adjusted and in sync for the next steps.</a:t>
            </a:r>
          </a:p>
        </p:txBody>
      </p:sp>
      <p:pic>
        <p:nvPicPr>
          <p:cNvPr id="7" name="Picture 6">
            <a:extLst>
              <a:ext uri="{FF2B5EF4-FFF2-40B4-BE49-F238E27FC236}">
                <a16:creationId xmlns:a16="http://schemas.microsoft.com/office/drawing/2014/main" id="{224A9F38-669C-AF35-F439-2827CE207F85}"/>
              </a:ext>
            </a:extLst>
          </p:cNvPr>
          <p:cNvPicPr>
            <a:picLocks noChangeAspect="1"/>
          </p:cNvPicPr>
          <p:nvPr/>
        </p:nvPicPr>
        <p:blipFill>
          <a:blip r:embed="rId2"/>
          <a:stretch>
            <a:fillRect/>
          </a:stretch>
        </p:blipFill>
        <p:spPr>
          <a:xfrm>
            <a:off x="6099048" y="1199193"/>
            <a:ext cx="5458968" cy="4459614"/>
          </a:xfrm>
          <a:prstGeom prst="rect">
            <a:avLst/>
          </a:prstGeom>
        </p:spPr>
      </p:pic>
    </p:spTree>
    <p:extLst>
      <p:ext uri="{BB962C8B-B14F-4D97-AF65-F5344CB8AC3E}">
        <p14:creationId xmlns:p14="http://schemas.microsoft.com/office/powerpoint/2010/main" val="5775256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95199994-21AE-49A2-BA0D-12E295989A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a16="http://schemas.microsoft.com/office/drawing/2014/main" id="{C292FC5B-6394-AE2B-DCEB-D9DF07E91A28}"/>
              </a:ext>
            </a:extLst>
          </p:cNvPr>
          <p:cNvSpPr txBox="1"/>
          <p:nvPr/>
        </p:nvSpPr>
        <p:spPr>
          <a:xfrm>
            <a:off x="6769570" y="530578"/>
            <a:ext cx="4771178" cy="116011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700" b="1" i="0" kern="1200" dirty="0">
                <a:solidFill>
                  <a:schemeClr val="tx1"/>
                </a:solidFill>
                <a:effectLst/>
                <a:highlight>
                  <a:srgbClr val="FFFFFF"/>
                </a:highlight>
                <a:latin typeface="+mj-lt"/>
                <a:ea typeface="+mj-ea"/>
                <a:cs typeface="+mj-cs"/>
              </a:rPr>
              <a:t>Output of the Encoder</a:t>
            </a:r>
          </a:p>
        </p:txBody>
      </p:sp>
      <p:pic>
        <p:nvPicPr>
          <p:cNvPr id="29" name="Picture 28">
            <a:extLst>
              <a:ext uri="{FF2B5EF4-FFF2-40B4-BE49-F238E27FC236}">
                <a16:creationId xmlns:a16="http://schemas.microsoft.com/office/drawing/2014/main" id="{EC0AF201-9A41-C90D-05C4-8ED9701A6324}"/>
              </a:ext>
            </a:extLst>
          </p:cNvPr>
          <p:cNvPicPr>
            <a:picLocks noChangeAspect="1"/>
          </p:cNvPicPr>
          <p:nvPr/>
        </p:nvPicPr>
        <p:blipFill>
          <a:blip r:embed="rId2"/>
          <a:stretch>
            <a:fillRect/>
          </a:stretch>
        </p:blipFill>
        <p:spPr>
          <a:xfrm>
            <a:off x="908153" y="530578"/>
            <a:ext cx="5300287" cy="5683955"/>
          </a:xfrm>
          <a:custGeom>
            <a:avLst/>
            <a:gdLst/>
            <a:ahLst/>
            <a:cxnLst/>
            <a:rect l="l" t="t" r="r" b="b"/>
            <a:pathLst>
              <a:path w="4643496" h="5550370">
                <a:moveTo>
                  <a:pt x="81586" y="0"/>
                </a:moveTo>
                <a:lnTo>
                  <a:pt x="4561910" y="0"/>
                </a:lnTo>
                <a:cubicBezTo>
                  <a:pt x="4606969" y="0"/>
                  <a:pt x="4643496" y="36527"/>
                  <a:pt x="4643496" y="81586"/>
                </a:cubicBezTo>
                <a:lnTo>
                  <a:pt x="4643496" y="5468784"/>
                </a:lnTo>
                <a:cubicBezTo>
                  <a:pt x="4643496" y="5513843"/>
                  <a:pt x="4606969" y="5550370"/>
                  <a:pt x="4561910" y="5550370"/>
                </a:cubicBezTo>
                <a:lnTo>
                  <a:pt x="81586" y="5550370"/>
                </a:lnTo>
                <a:cubicBezTo>
                  <a:pt x="36527" y="5550370"/>
                  <a:pt x="0" y="5513843"/>
                  <a:pt x="0" y="5468784"/>
                </a:cubicBezTo>
                <a:lnTo>
                  <a:pt x="0" y="81586"/>
                </a:lnTo>
                <a:cubicBezTo>
                  <a:pt x="0" y="36527"/>
                  <a:pt x="36527" y="0"/>
                  <a:pt x="81586" y="0"/>
                </a:cubicBezTo>
                <a:close/>
              </a:path>
            </a:pathLst>
          </a:custGeom>
        </p:spPr>
      </p:pic>
      <p:sp>
        <p:nvSpPr>
          <p:cNvPr id="36" name="Arc 35">
            <a:extLst>
              <a:ext uri="{FF2B5EF4-FFF2-40B4-BE49-F238E27FC236}">
                <a16:creationId xmlns:a16="http://schemas.microsoft.com/office/drawing/2014/main" id="{A2C34835-4F79-4934-B151-D68E79764C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alpha val="95000"/>
              </a:schemeClr>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aphicFrame>
        <p:nvGraphicFramePr>
          <p:cNvPr id="28" name="TextBox 4">
            <a:extLst>
              <a:ext uri="{FF2B5EF4-FFF2-40B4-BE49-F238E27FC236}">
                <a16:creationId xmlns:a16="http://schemas.microsoft.com/office/drawing/2014/main" id="{7D06CF19-FBF8-5A95-70E1-2526604B5037}"/>
              </a:ext>
            </a:extLst>
          </p:cNvPr>
          <p:cNvGraphicFramePr/>
          <p:nvPr>
            <p:extLst>
              <p:ext uri="{D42A27DB-BD31-4B8C-83A1-F6EECF244321}">
                <p14:modId xmlns:p14="http://schemas.microsoft.com/office/powerpoint/2010/main" val="2112555550"/>
              </p:ext>
            </p:extLst>
          </p:nvPr>
        </p:nvGraphicFramePr>
        <p:xfrm>
          <a:off x="6769570" y="1825625"/>
          <a:ext cx="4771178" cy="43889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85328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1B2C7AC-6966-F2D8-A34A-3FBFFA173435}"/>
              </a:ext>
            </a:extLst>
          </p:cNvPr>
          <p:cNvSpPr txBox="1"/>
          <p:nvPr/>
        </p:nvSpPr>
        <p:spPr>
          <a:xfrm>
            <a:off x="630936" y="640080"/>
            <a:ext cx="4818888" cy="1481328"/>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000" b="1" i="0" kern="1200">
                <a:solidFill>
                  <a:schemeClr val="tx1"/>
                </a:solidFill>
                <a:effectLst/>
                <a:highlight>
                  <a:srgbClr val="FFFFFF"/>
                </a:highlight>
                <a:latin typeface="+mj-lt"/>
                <a:ea typeface="+mj-ea"/>
                <a:cs typeface="+mj-cs"/>
              </a:rPr>
              <a:t>The Decoder WorkFlow</a:t>
            </a:r>
          </a:p>
        </p:txBody>
      </p:sp>
      <p:sp>
        <p:nvSpPr>
          <p:cNvPr id="16"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5EC5340-8A61-EA29-19CD-1EEA290D4E15}"/>
              </a:ext>
            </a:extLst>
          </p:cNvPr>
          <p:cNvSpPr txBox="1"/>
          <p:nvPr/>
        </p:nvSpPr>
        <p:spPr>
          <a:xfrm>
            <a:off x="630936" y="2660904"/>
            <a:ext cx="4818888" cy="354787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1000"/>
              <a:t>The decoder in a Transformer model is responsible for generating text sequences. It is similar to the encoder and consists of several layers, including two multi-headed attention layers, a feed-forward layer, and mechanisms for residual connections and layer normalization.</a:t>
            </a:r>
          </a:p>
          <a:p>
            <a:pPr indent="-228600">
              <a:lnSpc>
                <a:spcPct val="90000"/>
              </a:lnSpc>
              <a:spcAft>
                <a:spcPts val="600"/>
              </a:spcAft>
              <a:buFont typeface="Arial" panose="020B0604020202020204" pitchFamily="34" charset="0"/>
              <a:buChar char="•"/>
            </a:pPr>
            <a:endParaRPr lang="en-US" sz="1000"/>
          </a:p>
          <a:p>
            <a:pPr indent="-228600">
              <a:lnSpc>
                <a:spcPct val="90000"/>
              </a:lnSpc>
              <a:spcAft>
                <a:spcPts val="600"/>
              </a:spcAft>
              <a:buFont typeface="Arial" panose="020B0604020202020204" pitchFamily="34" charset="0"/>
              <a:buChar char="•"/>
            </a:pPr>
            <a:r>
              <a:rPr lang="en-US" sz="1000"/>
              <a:t>Unlike the encoder, the decoder's attention layers have specific tasks. The final step in the decoder's process involves a linear layer that acts as a classifier, followed by a softmax function that calculates the probabilities of different words.</a:t>
            </a:r>
          </a:p>
          <a:p>
            <a:pPr indent="-228600">
              <a:lnSpc>
                <a:spcPct val="90000"/>
              </a:lnSpc>
              <a:spcAft>
                <a:spcPts val="600"/>
              </a:spcAft>
              <a:buFont typeface="Arial" panose="020B0604020202020204" pitchFamily="34" charset="0"/>
              <a:buChar char="•"/>
            </a:pPr>
            <a:r>
              <a:rPr lang="en-US" sz="1000"/>
              <a:t>The Transformer decoder is designed to generate output by decoding the encoded information step by step.</a:t>
            </a:r>
          </a:p>
          <a:p>
            <a:pPr indent="-228600">
              <a:lnSpc>
                <a:spcPct val="90000"/>
              </a:lnSpc>
              <a:spcAft>
                <a:spcPts val="600"/>
              </a:spcAft>
              <a:buFont typeface="Arial" panose="020B0604020202020204" pitchFamily="34" charset="0"/>
              <a:buChar char="•"/>
            </a:pPr>
            <a:endParaRPr lang="en-US" sz="1000"/>
          </a:p>
          <a:p>
            <a:pPr indent="-228600">
              <a:lnSpc>
                <a:spcPct val="90000"/>
              </a:lnSpc>
              <a:spcAft>
                <a:spcPts val="600"/>
              </a:spcAft>
              <a:buFont typeface="Arial" panose="020B0604020202020204" pitchFamily="34" charset="0"/>
              <a:buChar char="•"/>
            </a:pPr>
            <a:r>
              <a:rPr lang="en-US" sz="1000"/>
              <a:t> It works in an autoregressive manner, starting with a special start token and using previously generated words as inputs along with the encoder's outputs, which contain rich attention information from the initial input.</a:t>
            </a:r>
          </a:p>
          <a:p>
            <a:pPr indent="-228600">
              <a:lnSpc>
                <a:spcPct val="90000"/>
              </a:lnSpc>
              <a:spcAft>
                <a:spcPts val="600"/>
              </a:spcAft>
              <a:buFont typeface="Arial" panose="020B0604020202020204" pitchFamily="34" charset="0"/>
              <a:buChar char="•"/>
            </a:pPr>
            <a:r>
              <a:rPr lang="en-US" sz="1000"/>
              <a:t>This process continues until the decoder generates a token that signals the end of the sequence, completing its output creation.</a:t>
            </a:r>
          </a:p>
        </p:txBody>
      </p:sp>
      <p:pic>
        <p:nvPicPr>
          <p:cNvPr id="3" name="Picture 2" descr="A diagram of a process&#10;&#10;Description automatically generated">
            <a:extLst>
              <a:ext uri="{FF2B5EF4-FFF2-40B4-BE49-F238E27FC236}">
                <a16:creationId xmlns:a16="http://schemas.microsoft.com/office/drawing/2014/main" id="{32B667A7-3A51-47A5-27DA-7D213BEA9AB9}"/>
              </a:ext>
            </a:extLst>
          </p:cNvPr>
          <p:cNvPicPr>
            <a:picLocks noChangeAspect="1"/>
          </p:cNvPicPr>
          <p:nvPr/>
        </p:nvPicPr>
        <p:blipFill>
          <a:blip r:embed="rId2"/>
          <a:stretch>
            <a:fillRect/>
          </a:stretch>
        </p:blipFill>
        <p:spPr>
          <a:xfrm>
            <a:off x="7406182" y="640080"/>
            <a:ext cx="2844699" cy="5577840"/>
          </a:xfrm>
          <a:prstGeom prst="rect">
            <a:avLst/>
          </a:prstGeom>
        </p:spPr>
      </p:pic>
    </p:spTree>
    <p:extLst>
      <p:ext uri="{BB962C8B-B14F-4D97-AF65-F5344CB8AC3E}">
        <p14:creationId xmlns:p14="http://schemas.microsoft.com/office/powerpoint/2010/main" val="40612522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116814-8932-1A72-3D28-A0EF717858D2}"/>
              </a:ext>
            </a:extLst>
          </p:cNvPr>
          <p:cNvSpPr txBox="1"/>
          <p:nvPr/>
        </p:nvSpPr>
        <p:spPr>
          <a:xfrm>
            <a:off x="615695" y="354990"/>
            <a:ext cx="11016970" cy="923330"/>
          </a:xfrm>
          <a:prstGeom prst="rect">
            <a:avLst/>
          </a:prstGeom>
          <a:solidFill>
            <a:schemeClr val="tx2">
              <a:lumMod val="10000"/>
              <a:lumOff val="90000"/>
            </a:schemeClr>
          </a:solidFill>
          <a:ln>
            <a:solidFill>
              <a:schemeClr val="tx1"/>
            </a:solidFill>
          </a:ln>
        </p:spPr>
        <p:txBody>
          <a:bodyPr wrap="square">
            <a:spAutoFit/>
          </a:bodyPr>
          <a:lstStyle/>
          <a:p>
            <a:pPr algn="l" rtl="0"/>
            <a:r>
              <a:rPr lang="en-US" b="1" i="0" dirty="0">
                <a:solidFill>
                  <a:srgbClr val="05192D"/>
                </a:solidFill>
                <a:effectLst/>
                <a:latin typeface="Studio-Feixen-Sans"/>
              </a:rPr>
              <a:t>STEP 1 - Output Embeddings</a:t>
            </a:r>
          </a:p>
          <a:p>
            <a:pPr algn="l" rtl="0"/>
            <a:r>
              <a:rPr lang="en-US" b="0" i="0" dirty="0">
                <a:solidFill>
                  <a:srgbClr val="05192D"/>
                </a:solidFill>
                <a:effectLst/>
                <a:latin typeface="Studio-Feixen-Sans"/>
              </a:rPr>
              <a:t>At the decoder's starting line, the process mirrors that of the encoder. Here, the input first passes through an embedding layer</a:t>
            </a:r>
            <a:endParaRPr lang="en-US" b="1" i="0" dirty="0">
              <a:solidFill>
                <a:srgbClr val="05192D"/>
              </a:solidFill>
              <a:effectLst/>
              <a:latin typeface="Studio-Feixen-Sans"/>
            </a:endParaRPr>
          </a:p>
        </p:txBody>
      </p:sp>
      <p:sp>
        <p:nvSpPr>
          <p:cNvPr id="6" name="TextBox 5">
            <a:extLst>
              <a:ext uri="{FF2B5EF4-FFF2-40B4-BE49-F238E27FC236}">
                <a16:creationId xmlns:a16="http://schemas.microsoft.com/office/drawing/2014/main" id="{F1ED2C99-2819-31C0-BB67-8C48D529CB82}"/>
              </a:ext>
            </a:extLst>
          </p:cNvPr>
          <p:cNvSpPr txBox="1"/>
          <p:nvPr/>
        </p:nvSpPr>
        <p:spPr>
          <a:xfrm>
            <a:off x="615695" y="1480185"/>
            <a:ext cx="11037995" cy="1754326"/>
          </a:xfrm>
          <a:prstGeom prst="rect">
            <a:avLst/>
          </a:prstGeom>
          <a:solidFill>
            <a:schemeClr val="tx2">
              <a:lumMod val="10000"/>
              <a:lumOff val="90000"/>
            </a:schemeClr>
          </a:solidFill>
          <a:ln>
            <a:solidFill>
              <a:schemeClr val="tx1"/>
            </a:solidFill>
          </a:ln>
        </p:spPr>
        <p:txBody>
          <a:bodyPr wrap="square">
            <a:spAutoFit/>
          </a:bodyPr>
          <a:lstStyle/>
          <a:p>
            <a:pPr algn="l" rtl="0"/>
            <a:r>
              <a:rPr lang="en-US" b="1" i="0" dirty="0">
                <a:solidFill>
                  <a:srgbClr val="05192D"/>
                </a:solidFill>
                <a:effectLst/>
                <a:latin typeface="Studio-Feixen-Sans"/>
              </a:rPr>
              <a:t>STEP 2 - Positional Encoding</a:t>
            </a:r>
          </a:p>
          <a:p>
            <a:pPr algn="l" rtl="0"/>
            <a:r>
              <a:rPr lang="en-US" b="0" i="0" dirty="0">
                <a:solidFill>
                  <a:srgbClr val="05192D"/>
                </a:solidFill>
                <a:effectLst/>
                <a:latin typeface="Studio-Feixen-Sans"/>
              </a:rPr>
              <a:t>Following the embedding, again just like the decoder, the input passes by the positional encoding layer. This sequence is designed to produce positional embeddings.</a:t>
            </a:r>
          </a:p>
          <a:p>
            <a:pPr algn="l" rtl="0"/>
            <a:r>
              <a:rPr lang="en-US" b="0" i="0" dirty="0">
                <a:solidFill>
                  <a:srgbClr val="05192D"/>
                </a:solidFill>
                <a:effectLst/>
                <a:latin typeface="Studio-Feixen-Sans"/>
              </a:rPr>
              <a:t>These positional embeddings are then channeled into the first multi-head attention layer of the decoder, where the attention scores specific to the decoder’s input are meticulously computed.</a:t>
            </a:r>
          </a:p>
          <a:p>
            <a:pPr algn="l" rtl="0"/>
            <a:endParaRPr lang="en-US" dirty="0">
              <a:solidFill>
                <a:srgbClr val="05192D"/>
              </a:solidFill>
              <a:latin typeface="Studio-Feixen-Sans"/>
            </a:endParaRPr>
          </a:p>
        </p:txBody>
      </p:sp>
      <p:sp>
        <p:nvSpPr>
          <p:cNvPr id="8" name="TextBox 7">
            <a:extLst>
              <a:ext uri="{FF2B5EF4-FFF2-40B4-BE49-F238E27FC236}">
                <a16:creationId xmlns:a16="http://schemas.microsoft.com/office/drawing/2014/main" id="{5F399060-A86F-C2E8-56FA-AA0521BFDE4E}"/>
              </a:ext>
            </a:extLst>
          </p:cNvPr>
          <p:cNvSpPr txBox="1"/>
          <p:nvPr/>
        </p:nvSpPr>
        <p:spPr>
          <a:xfrm>
            <a:off x="615695" y="3429000"/>
            <a:ext cx="11016970" cy="2031325"/>
          </a:xfrm>
          <a:prstGeom prst="rect">
            <a:avLst/>
          </a:prstGeom>
          <a:solidFill>
            <a:schemeClr val="tx2">
              <a:lumMod val="10000"/>
              <a:lumOff val="90000"/>
            </a:schemeClr>
          </a:solidFill>
          <a:ln>
            <a:solidFill>
              <a:schemeClr val="tx1"/>
            </a:solidFill>
          </a:ln>
        </p:spPr>
        <p:txBody>
          <a:bodyPr wrap="square">
            <a:spAutoFit/>
          </a:bodyPr>
          <a:lstStyle/>
          <a:p>
            <a:pPr algn="l" rtl="0"/>
            <a:r>
              <a:rPr lang="en-US" b="1" i="0" dirty="0">
                <a:solidFill>
                  <a:srgbClr val="05192D"/>
                </a:solidFill>
                <a:effectLst/>
                <a:latin typeface="Studio-Feixen-Sans"/>
              </a:rPr>
              <a:t>STEP 3 - Stack of Decoder Layers</a:t>
            </a:r>
          </a:p>
          <a:p>
            <a:pPr algn="l" rtl="0"/>
            <a:r>
              <a:rPr lang="en-US" b="0" i="0" dirty="0">
                <a:solidFill>
                  <a:srgbClr val="05192D"/>
                </a:solidFill>
                <a:effectLst/>
                <a:latin typeface="Studio-Feixen-Sans"/>
              </a:rPr>
              <a:t>The decoder consists of a stack of identical layers (6 in the original Transformer model). Each layer has three main sub-components:</a:t>
            </a:r>
          </a:p>
          <a:p>
            <a:pPr algn="l" rtl="0"/>
            <a:endParaRPr lang="en-US" b="0" i="0" dirty="0">
              <a:solidFill>
                <a:srgbClr val="05192D"/>
              </a:solidFill>
              <a:effectLst/>
              <a:latin typeface="Studio-Feixen-Sans"/>
            </a:endParaRPr>
          </a:p>
          <a:p>
            <a:pPr algn="l" rtl="0"/>
            <a:r>
              <a:rPr lang="en-US" b="1" i="0" dirty="0">
                <a:solidFill>
                  <a:srgbClr val="05192D"/>
                </a:solidFill>
                <a:effectLst/>
                <a:latin typeface="Studio-Feixen-Sans"/>
              </a:rPr>
              <a:t>	STEP 3.1 Masked Self-Attention Mechanism</a:t>
            </a:r>
          </a:p>
          <a:p>
            <a:r>
              <a:rPr lang="en-US" b="1" dirty="0">
                <a:solidFill>
                  <a:srgbClr val="05192D"/>
                </a:solidFill>
                <a:latin typeface="Studio-Feixen-Sans"/>
              </a:rPr>
              <a:t>	</a:t>
            </a:r>
            <a:r>
              <a:rPr lang="en-US" b="1" i="0" dirty="0">
                <a:solidFill>
                  <a:srgbClr val="05192D"/>
                </a:solidFill>
                <a:effectLst/>
                <a:latin typeface="Studio-Feixen-Sans"/>
              </a:rPr>
              <a:t>STEP 3.2 - Encoder-Decoder Multi-Head Attention or Cross Attention</a:t>
            </a:r>
          </a:p>
          <a:p>
            <a:r>
              <a:rPr lang="en-US" b="1" dirty="0">
                <a:solidFill>
                  <a:srgbClr val="05192D"/>
                </a:solidFill>
                <a:latin typeface="Studio-Feixen-Sans"/>
              </a:rPr>
              <a:t>	</a:t>
            </a:r>
            <a:r>
              <a:rPr lang="en-US" b="1" i="0" dirty="0">
                <a:solidFill>
                  <a:srgbClr val="05192D"/>
                </a:solidFill>
                <a:effectLst/>
                <a:latin typeface="Studio-Feixen-Sans"/>
              </a:rPr>
              <a:t>STEP 3.3 Feed-Forward Neural Network</a:t>
            </a:r>
          </a:p>
        </p:txBody>
      </p:sp>
      <p:sp>
        <p:nvSpPr>
          <p:cNvPr id="10" name="TextBox 9">
            <a:extLst>
              <a:ext uri="{FF2B5EF4-FFF2-40B4-BE49-F238E27FC236}">
                <a16:creationId xmlns:a16="http://schemas.microsoft.com/office/drawing/2014/main" id="{B90A9435-635F-C8D6-184F-75EDB69557DA}"/>
              </a:ext>
            </a:extLst>
          </p:cNvPr>
          <p:cNvSpPr txBox="1"/>
          <p:nvPr/>
        </p:nvSpPr>
        <p:spPr>
          <a:xfrm>
            <a:off x="615695" y="5590109"/>
            <a:ext cx="11016970" cy="369332"/>
          </a:xfrm>
          <a:prstGeom prst="rect">
            <a:avLst/>
          </a:prstGeom>
          <a:solidFill>
            <a:schemeClr val="tx2">
              <a:lumMod val="10000"/>
              <a:lumOff val="90000"/>
            </a:schemeClr>
          </a:solidFill>
          <a:ln>
            <a:solidFill>
              <a:schemeClr val="tx1"/>
            </a:solidFill>
          </a:ln>
        </p:spPr>
        <p:txBody>
          <a:bodyPr wrap="square">
            <a:spAutoFit/>
          </a:bodyPr>
          <a:lstStyle/>
          <a:p>
            <a:r>
              <a:rPr lang="en-US" b="1" i="0" dirty="0">
                <a:solidFill>
                  <a:srgbClr val="05192D"/>
                </a:solidFill>
                <a:effectLst/>
                <a:latin typeface="Studio-Feixen-Sans"/>
              </a:rPr>
              <a:t>STEP 4 Linear Classifier and Soft-max for Generating Output Probabilities</a:t>
            </a:r>
          </a:p>
        </p:txBody>
      </p:sp>
    </p:spTree>
    <p:extLst>
      <p:ext uri="{BB962C8B-B14F-4D97-AF65-F5344CB8AC3E}">
        <p14:creationId xmlns:p14="http://schemas.microsoft.com/office/powerpoint/2010/main" val="3929424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1A79454-4DC7-6BA2-4D35-D23A10E222D1}"/>
              </a:ext>
            </a:extLst>
          </p:cNvPr>
          <p:cNvSpPr txBox="1"/>
          <p:nvPr/>
        </p:nvSpPr>
        <p:spPr>
          <a:xfrm>
            <a:off x="638881" y="457200"/>
            <a:ext cx="10909640" cy="1368614"/>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600" dirty="0">
                <a:effectLst/>
                <a:latin typeface="+mj-lt"/>
                <a:ea typeface="+mj-ea"/>
                <a:cs typeface="+mj-cs"/>
              </a:rPr>
              <a:t>What is Masked Multi-Head Attention?</a:t>
            </a:r>
            <a:endParaRPr lang="en-US" sz="4600" dirty="0">
              <a:latin typeface="+mj-lt"/>
              <a:ea typeface="+mj-ea"/>
              <a:cs typeface="+mj-cs"/>
            </a:endParaRPr>
          </a:p>
        </p:txBody>
      </p:sp>
      <p:sp>
        <p:nvSpPr>
          <p:cNvPr id="19"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70C7F055-D900-30F4-7E43-3EDA2FC2DEA2}"/>
              </a:ext>
            </a:extLst>
          </p:cNvPr>
          <p:cNvPicPr>
            <a:picLocks noChangeAspect="1"/>
          </p:cNvPicPr>
          <p:nvPr/>
        </p:nvPicPr>
        <p:blipFill>
          <a:blip r:embed="rId2"/>
          <a:srcRect b="88571"/>
          <a:stretch>
            <a:fillRect/>
          </a:stretch>
        </p:blipFill>
        <p:spPr>
          <a:xfrm>
            <a:off x="320040" y="2288150"/>
            <a:ext cx="7421880" cy="396569"/>
          </a:xfrm>
          <a:prstGeom prst="rect">
            <a:avLst/>
          </a:prstGeom>
        </p:spPr>
      </p:pic>
      <p:pic>
        <p:nvPicPr>
          <p:cNvPr id="6" name="Picture 5" descr="A screenshot of a text box&#10;&#10;AI-generated content may be incorrect.">
            <a:extLst>
              <a:ext uri="{FF2B5EF4-FFF2-40B4-BE49-F238E27FC236}">
                <a16:creationId xmlns:a16="http://schemas.microsoft.com/office/drawing/2014/main" id="{B583F364-27B7-4B19-8D65-92BB9E90D99B}"/>
              </a:ext>
            </a:extLst>
          </p:cNvPr>
          <p:cNvPicPr>
            <a:picLocks noChangeAspect="1"/>
          </p:cNvPicPr>
          <p:nvPr/>
        </p:nvPicPr>
        <p:blipFill>
          <a:blip r:embed="rId3"/>
          <a:stretch>
            <a:fillRect/>
          </a:stretch>
        </p:blipFill>
        <p:spPr>
          <a:xfrm>
            <a:off x="446063" y="3264194"/>
            <a:ext cx="4808637" cy="1767993"/>
          </a:xfrm>
          <a:prstGeom prst="rect">
            <a:avLst/>
          </a:prstGeom>
        </p:spPr>
      </p:pic>
      <p:sp>
        <p:nvSpPr>
          <p:cNvPr id="10" name="TextBox 9">
            <a:extLst>
              <a:ext uri="{FF2B5EF4-FFF2-40B4-BE49-F238E27FC236}">
                <a16:creationId xmlns:a16="http://schemas.microsoft.com/office/drawing/2014/main" id="{9F8DC984-2DC5-9289-CD0E-AE8804FCF11B}"/>
              </a:ext>
            </a:extLst>
          </p:cNvPr>
          <p:cNvSpPr txBox="1"/>
          <p:nvPr/>
        </p:nvSpPr>
        <p:spPr>
          <a:xfrm>
            <a:off x="5454197" y="3418577"/>
            <a:ext cx="6094324" cy="2031325"/>
          </a:xfrm>
          <a:prstGeom prst="rect">
            <a:avLst/>
          </a:prstGeom>
          <a:noFill/>
        </p:spPr>
        <p:txBody>
          <a:bodyPr wrap="square">
            <a:spAutoFit/>
          </a:bodyPr>
          <a:lstStyle/>
          <a:p>
            <a:pPr>
              <a:buNone/>
            </a:pPr>
            <a:r>
              <a:rPr lang="en-US" b="1" dirty="0"/>
              <a:t>Apply SoftMax</a:t>
            </a:r>
          </a:p>
          <a:p>
            <a:pPr>
              <a:buFont typeface="Arial" panose="020B0604020202020204" pitchFamily="34" charset="0"/>
              <a:buChar char="•"/>
            </a:pPr>
            <a:r>
              <a:rPr lang="en-US" dirty="0"/>
              <a:t>The </a:t>
            </a:r>
            <a:r>
              <a:rPr lang="en-US" dirty="0">
                <a:latin typeface="Courier New" panose="02070309020205020404" pitchFamily="49" charset="0"/>
              </a:rPr>
              <a:t>-∞</a:t>
            </a:r>
            <a:r>
              <a:rPr lang="en-US" dirty="0"/>
              <a:t> values become 0 after SoftMax</a:t>
            </a:r>
          </a:p>
          <a:p>
            <a:pPr>
              <a:buFont typeface="Arial" panose="020B0604020202020204" pitchFamily="34" charset="0"/>
              <a:buChar char="•"/>
            </a:pPr>
            <a:r>
              <a:rPr lang="en-US" dirty="0"/>
              <a:t>The model </a:t>
            </a:r>
            <a:r>
              <a:rPr lang="en-US" b="1" dirty="0"/>
              <a:t>ignores future words</a:t>
            </a:r>
          </a:p>
          <a:p>
            <a:pPr>
              <a:buFont typeface="Arial" panose="020B0604020202020204" pitchFamily="34" charset="0"/>
              <a:buChar char="•"/>
            </a:pPr>
            <a:endParaRPr lang="en-US" b="1" dirty="0"/>
          </a:p>
          <a:p>
            <a:pPr>
              <a:buFont typeface="Arial" panose="020B0604020202020204" pitchFamily="34" charset="0"/>
              <a:buChar char="•"/>
            </a:pPr>
            <a:r>
              <a:rPr lang="en-US" dirty="0"/>
              <a:t>The -∞ is just a way to </a:t>
            </a:r>
            <a:r>
              <a:rPr lang="en-US" b="1" dirty="0"/>
              <a:t>prevent the model from seeing future words</a:t>
            </a:r>
            <a:r>
              <a:rPr lang="en-US" dirty="0"/>
              <a:t>.</a:t>
            </a:r>
          </a:p>
          <a:p>
            <a:pPr>
              <a:buFont typeface="Arial" panose="020B0604020202020204" pitchFamily="34" charset="0"/>
              <a:buChar char="•"/>
            </a:pPr>
            <a:endParaRPr lang="en-US" dirty="0"/>
          </a:p>
        </p:txBody>
      </p:sp>
    </p:spTree>
    <p:extLst>
      <p:ext uri="{BB962C8B-B14F-4D97-AF65-F5344CB8AC3E}">
        <p14:creationId xmlns:p14="http://schemas.microsoft.com/office/powerpoint/2010/main" val="40691540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B4C4522-9E03-94E7-2FC7-43044C29A88F}"/>
              </a:ext>
            </a:extLst>
          </p:cNvPr>
          <p:cNvSpPr txBox="1"/>
          <p:nvPr/>
        </p:nvSpPr>
        <p:spPr>
          <a:xfrm>
            <a:off x="590817" y="331266"/>
            <a:ext cx="11427012" cy="3693319"/>
          </a:xfrm>
          <a:prstGeom prst="rect">
            <a:avLst/>
          </a:prstGeom>
          <a:noFill/>
        </p:spPr>
        <p:txBody>
          <a:bodyPr wrap="square">
            <a:spAutoFit/>
          </a:bodyPr>
          <a:lstStyle/>
          <a:p>
            <a:pPr>
              <a:buNone/>
            </a:pPr>
            <a:r>
              <a:rPr lang="en-US" b="1" dirty="0"/>
              <a:t>How masking works during training</a:t>
            </a:r>
          </a:p>
          <a:p>
            <a:pPr>
              <a:buFont typeface="+mj-lt"/>
              <a:buAutoNum type="arabicPeriod"/>
            </a:pPr>
            <a:r>
              <a:rPr lang="en-US" b="1" dirty="0"/>
              <a:t>During training</a:t>
            </a:r>
            <a:r>
              <a:rPr lang="en-US" dirty="0"/>
              <a:t>, we actually </a:t>
            </a:r>
            <a:r>
              <a:rPr lang="en-US" b="1" dirty="0"/>
              <a:t>already know the target sentence</a:t>
            </a:r>
            <a:r>
              <a:rPr lang="en-US" dirty="0"/>
              <a:t>.</a:t>
            </a:r>
          </a:p>
          <a:p>
            <a:pPr marL="742950" lvl="1" indent="-285750">
              <a:buFont typeface="+mj-lt"/>
              <a:buAutoNum type="arabicPeriod"/>
            </a:pPr>
            <a:r>
              <a:rPr lang="en-US" dirty="0"/>
              <a:t>Example target: </a:t>
            </a:r>
            <a:r>
              <a:rPr lang="en-US" dirty="0">
                <a:latin typeface="Courier New" panose="02070309020205020404" pitchFamily="49" charset="0"/>
              </a:rPr>
              <a:t>"I love to eat pizza"</a:t>
            </a:r>
            <a:endParaRPr lang="en-US" dirty="0"/>
          </a:p>
          <a:p>
            <a:pPr>
              <a:buFont typeface="+mj-lt"/>
              <a:buAutoNum type="arabicPeriod"/>
            </a:pPr>
            <a:r>
              <a:rPr lang="en-US" b="1" dirty="0"/>
              <a:t>We don’t let the model “see the future”</a:t>
            </a:r>
            <a:r>
              <a:rPr lang="en-US" dirty="0"/>
              <a:t>, even though we know it.</a:t>
            </a:r>
          </a:p>
          <a:p>
            <a:pPr marL="742950" lvl="1" indent="-285750">
              <a:buFont typeface="+mj-lt"/>
              <a:buAutoNum type="arabicPeriod"/>
            </a:pPr>
            <a:r>
              <a:rPr lang="en-US" dirty="0"/>
              <a:t>For predicting the first word </a:t>
            </a:r>
            <a:r>
              <a:rPr lang="en-US" dirty="0">
                <a:latin typeface="Courier New" panose="02070309020205020404" pitchFamily="49" charset="0"/>
              </a:rPr>
              <a:t>"I"</a:t>
            </a:r>
            <a:r>
              <a:rPr lang="en-US" dirty="0"/>
              <a:t> → mask </a:t>
            </a:r>
            <a:r>
              <a:rPr lang="en-US" dirty="0">
                <a:latin typeface="Courier New" panose="02070309020205020404" pitchFamily="49" charset="0"/>
              </a:rPr>
              <a:t>"love to eat pizza"</a:t>
            </a:r>
            <a:endParaRPr lang="en-US" dirty="0"/>
          </a:p>
          <a:p>
            <a:pPr marL="742950" lvl="1" indent="-285750">
              <a:buFont typeface="+mj-lt"/>
              <a:buAutoNum type="arabicPeriod"/>
            </a:pPr>
            <a:r>
              <a:rPr lang="en-US" dirty="0"/>
              <a:t>For predicting </a:t>
            </a:r>
            <a:r>
              <a:rPr lang="en-US" dirty="0">
                <a:latin typeface="Courier New" panose="02070309020205020404" pitchFamily="49" charset="0"/>
              </a:rPr>
              <a:t>"love"</a:t>
            </a:r>
            <a:r>
              <a:rPr lang="en-US" dirty="0"/>
              <a:t> → mask </a:t>
            </a:r>
            <a:r>
              <a:rPr lang="en-US" dirty="0">
                <a:latin typeface="Courier New" panose="02070309020205020404" pitchFamily="49" charset="0"/>
              </a:rPr>
              <a:t>"to eat pizza"</a:t>
            </a:r>
            <a:endParaRPr lang="en-US" dirty="0"/>
          </a:p>
          <a:p>
            <a:pPr marL="742950" lvl="1" indent="-285750">
              <a:buFont typeface="+mj-lt"/>
              <a:buAutoNum type="arabicPeriod"/>
            </a:pPr>
            <a:r>
              <a:rPr lang="en-US" dirty="0"/>
              <a:t>And so on</a:t>
            </a:r>
          </a:p>
          <a:p>
            <a:pPr>
              <a:buFont typeface="+mj-lt"/>
              <a:buAutoNum type="arabicPeriod"/>
            </a:pPr>
            <a:r>
              <a:rPr lang="en-US" b="1" dirty="0"/>
              <a:t>The mask is created automatically</a:t>
            </a:r>
            <a:r>
              <a:rPr lang="en-US" dirty="0"/>
              <a:t>:</a:t>
            </a:r>
          </a:p>
          <a:p>
            <a:pPr marL="742950" lvl="1" indent="-285750">
              <a:buFont typeface="+mj-lt"/>
              <a:buAutoNum type="arabicPeriod"/>
            </a:pPr>
            <a:r>
              <a:rPr lang="en-US" dirty="0"/>
              <a:t>Usually, an </a:t>
            </a:r>
            <a:r>
              <a:rPr lang="en-US" b="1" dirty="0"/>
              <a:t>upper triangular matrix</a:t>
            </a:r>
            <a:r>
              <a:rPr lang="en-US" dirty="0"/>
              <a:t> is used for the target sequence length.</a:t>
            </a:r>
          </a:p>
          <a:p>
            <a:pPr marL="742950" lvl="1" indent="-285750">
              <a:buFont typeface="+mj-lt"/>
              <a:buAutoNum type="arabicPeriod"/>
            </a:pPr>
            <a:r>
              <a:rPr lang="en-US" dirty="0"/>
              <a:t>This ensures </a:t>
            </a:r>
            <a:r>
              <a:rPr lang="en-US" b="1" dirty="0"/>
              <a:t>word </a:t>
            </a:r>
            <a:r>
              <a:rPr lang="en-US" b="1" dirty="0" err="1"/>
              <a:t>i</a:t>
            </a:r>
            <a:r>
              <a:rPr lang="en-US" b="1" dirty="0"/>
              <a:t> can only attend to words ≤ </a:t>
            </a:r>
            <a:r>
              <a:rPr lang="en-US" b="1" dirty="0" err="1"/>
              <a:t>i</a:t>
            </a:r>
            <a:endParaRPr lang="en-US" dirty="0"/>
          </a:p>
          <a:p>
            <a:pPr>
              <a:buFont typeface="+mj-lt"/>
              <a:buAutoNum type="arabicPeriod"/>
            </a:pPr>
            <a:r>
              <a:rPr lang="en-US" b="1" dirty="0"/>
              <a:t>Why we know the future during training:</a:t>
            </a:r>
            <a:endParaRPr lang="en-US" dirty="0"/>
          </a:p>
          <a:p>
            <a:pPr marL="742950" lvl="1" indent="-285750">
              <a:buFont typeface="+mj-lt"/>
              <a:buAutoNum type="arabicPeriod"/>
            </a:pPr>
            <a:r>
              <a:rPr lang="en-US" dirty="0"/>
              <a:t>We have the </a:t>
            </a:r>
            <a:r>
              <a:rPr lang="en-US" b="1" dirty="0"/>
              <a:t>ground-truth target sequence</a:t>
            </a:r>
            <a:r>
              <a:rPr lang="en-US" dirty="0"/>
              <a:t> in training</a:t>
            </a:r>
          </a:p>
          <a:p>
            <a:pPr marL="742950" lvl="1" indent="-285750">
              <a:buFont typeface="+mj-lt"/>
              <a:buAutoNum type="arabicPeriod"/>
            </a:pPr>
            <a:r>
              <a:rPr lang="en-US" dirty="0"/>
              <a:t>Masking is applied </a:t>
            </a:r>
            <a:r>
              <a:rPr lang="en-US" b="1" dirty="0"/>
              <a:t>mathematically</a:t>
            </a:r>
            <a:r>
              <a:rPr lang="en-US" dirty="0"/>
              <a:t>, so the model can’t cheat by using future words</a:t>
            </a:r>
          </a:p>
        </p:txBody>
      </p:sp>
      <p:graphicFrame>
        <p:nvGraphicFramePr>
          <p:cNvPr id="5" name="Table 4">
            <a:extLst>
              <a:ext uri="{FF2B5EF4-FFF2-40B4-BE49-F238E27FC236}">
                <a16:creationId xmlns:a16="http://schemas.microsoft.com/office/drawing/2014/main" id="{55C47BD0-0F4D-4B33-5E10-90065A4DBEC8}"/>
              </a:ext>
            </a:extLst>
          </p:cNvPr>
          <p:cNvGraphicFramePr>
            <a:graphicFrameLocks noGrp="1"/>
          </p:cNvGraphicFramePr>
          <p:nvPr>
            <p:extLst>
              <p:ext uri="{D42A27DB-BD31-4B8C-83A1-F6EECF244321}">
                <p14:modId xmlns:p14="http://schemas.microsoft.com/office/powerpoint/2010/main" val="856293462"/>
              </p:ext>
            </p:extLst>
          </p:nvPr>
        </p:nvGraphicFramePr>
        <p:xfrm>
          <a:off x="737717" y="4416580"/>
          <a:ext cx="10515600" cy="1828800"/>
        </p:xfrm>
        <a:graphic>
          <a:graphicData uri="http://schemas.openxmlformats.org/drawingml/2006/table">
            <a:tbl>
              <a:tblPr/>
              <a:tblGrid>
                <a:gridCol w="3505200">
                  <a:extLst>
                    <a:ext uri="{9D8B030D-6E8A-4147-A177-3AD203B41FA5}">
                      <a16:colId xmlns:a16="http://schemas.microsoft.com/office/drawing/2014/main" val="2141509126"/>
                    </a:ext>
                  </a:extLst>
                </a:gridCol>
                <a:gridCol w="3505200">
                  <a:extLst>
                    <a:ext uri="{9D8B030D-6E8A-4147-A177-3AD203B41FA5}">
                      <a16:colId xmlns:a16="http://schemas.microsoft.com/office/drawing/2014/main" val="1573066542"/>
                    </a:ext>
                  </a:extLst>
                </a:gridCol>
                <a:gridCol w="3505200">
                  <a:extLst>
                    <a:ext uri="{9D8B030D-6E8A-4147-A177-3AD203B41FA5}">
                      <a16:colId xmlns:a16="http://schemas.microsoft.com/office/drawing/2014/main" val="2042834828"/>
                    </a:ext>
                  </a:extLst>
                </a:gridCol>
              </a:tblGrid>
              <a:tr h="0">
                <a:tc>
                  <a:txBody>
                    <a:bodyPr/>
                    <a:lstStyle/>
                    <a:p>
                      <a:pPr>
                        <a:buNone/>
                      </a:pPr>
                      <a:r>
                        <a:rPr lang="en-IN"/>
                        <a:t>Position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Can attend 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Masked positions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5324592"/>
                  </a:ext>
                </a:extLst>
              </a:tr>
              <a:tr h="0">
                <a:tc>
                  <a:txBody>
                    <a:bodyPr/>
                    <a:lstStyle/>
                    <a:p>
                      <a:pPr>
                        <a:buNone/>
                      </a:pPr>
                      <a:r>
                        <a:rPr lang="en-IN"/>
                        <a:t>1 (</a:t>
                      </a:r>
                      <a:r>
                        <a:rPr lang="en-IN">
                          <a:latin typeface="Courier New" panose="02070309020205020404" pitchFamily="49" charset="0"/>
                        </a:rPr>
                        <a:t>I</a:t>
                      </a:r>
                      <a:r>
                        <a:rPr lang="en-IN"/>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Courier New" panose="02070309020205020404" pitchFamily="49" charset="0"/>
                        </a:rPr>
                        <a:t>I</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Courier New" panose="02070309020205020404" pitchFamily="49" charset="0"/>
                        </a:rPr>
                        <a:t>love, to, eat, pizza</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2570778"/>
                  </a:ext>
                </a:extLst>
              </a:tr>
              <a:tr h="0">
                <a:tc>
                  <a:txBody>
                    <a:bodyPr/>
                    <a:lstStyle/>
                    <a:p>
                      <a:pPr>
                        <a:buNone/>
                      </a:pPr>
                      <a:r>
                        <a:rPr lang="en-IN"/>
                        <a:t>2 (</a:t>
                      </a:r>
                      <a:r>
                        <a:rPr lang="en-IN">
                          <a:latin typeface="Courier New" panose="02070309020205020404" pitchFamily="49" charset="0"/>
                        </a:rPr>
                        <a:t>love</a:t>
                      </a:r>
                      <a:r>
                        <a:rPr lang="en-IN"/>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Courier New" panose="02070309020205020404" pitchFamily="49" charset="0"/>
                        </a:rPr>
                        <a:t>I, love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Courier New" panose="02070309020205020404" pitchFamily="49" charset="0"/>
                        </a:rPr>
                        <a:t>to, eat, pizza</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9662116"/>
                  </a:ext>
                </a:extLst>
              </a:tr>
              <a:tr h="0">
                <a:tc>
                  <a:txBody>
                    <a:bodyPr/>
                    <a:lstStyle/>
                    <a:p>
                      <a:pPr>
                        <a:buNone/>
                      </a:pPr>
                      <a:r>
                        <a:rPr lang="en-IN"/>
                        <a:t>3 (</a:t>
                      </a:r>
                      <a:r>
                        <a:rPr lang="en-IN">
                          <a:latin typeface="Courier New" panose="02070309020205020404" pitchFamily="49" charset="0"/>
                        </a:rPr>
                        <a:t>to</a:t>
                      </a:r>
                      <a:r>
                        <a:rPr lang="en-IN"/>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Courier New" panose="02070309020205020404" pitchFamily="49" charset="0"/>
                        </a:rPr>
                        <a:t>I, love, to</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Courier New" panose="02070309020205020404" pitchFamily="49" charset="0"/>
                        </a:rPr>
                        <a:t>eat, pizza</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1812005"/>
                  </a:ext>
                </a:extLst>
              </a:tr>
              <a:tr h="0">
                <a:tc>
                  <a:txBody>
                    <a:bodyPr/>
                    <a:lstStyle/>
                    <a:p>
                      <a:pPr>
                        <a:buNone/>
                      </a:pPr>
                      <a:r>
                        <a:rPr lang="en-IN"/>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1266860"/>
                  </a:ext>
                </a:extLst>
              </a:tr>
            </a:tbl>
          </a:graphicData>
        </a:graphic>
      </p:graphicFrame>
    </p:spTree>
    <p:extLst>
      <p:ext uri="{BB962C8B-B14F-4D97-AF65-F5344CB8AC3E}">
        <p14:creationId xmlns:p14="http://schemas.microsoft.com/office/powerpoint/2010/main" val="9622232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1B26B54-DC91-4B37-8AA3-DBFDFA7FE9B5}"/>
              </a:ext>
            </a:extLst>
          </p:cNvPr>
          <p:cNvSpPr txBox="1"/>
          <p:nvPr/>
        </p:nvSpPr>
        <p:spPr>
          <a:xfrm>
            <a:off x="630936" y="639520"/>
            <a:ext cx="3429000" cy="171907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2600" b="1" i="0" kern="1200" dirty="0">
                <a:solidFill>
                  <a:schemeClr val="tx1"/>
                </a:solidFill>
                <a:effectLst/>
                <a:highlight>
                  <a:srgbClr val="FFFFFF"/>
                </a:highlight>
                <a:latin typeface="+mj-lt"/>
                <a:ea typeface="+mj-ea"/>
                <a:cs typeface="+mj-cs"/>
              </a:rPr>
              <a:t>Encoder-Decoder Multi-Head Attention or Cross Attention</a:t>
            </a:r>
          </a:p>
        </p:txBody>
      </p:sp>
      <p:sp>
        <p:nvSpPr>
          <p:cNvPr id="20"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FFCEEE7-D1BB-1893-0E85-99D7B4935415}"/>
              </a:ext>
            </a:extLst>
          </p:cNvPr>
          <p:cNvSpPr txBox="1"/>
          <p:nvPr/>
        </p:nvSpPr>
        <p:spPr>
          <a:xfrm>
            <a:off x="630935" y="2807208"/>
            <a:ext cx="5241905" cy="3410712"/>
          </a:xfrm>
          <a:prstGeom prst="rect">
            <a:avLst/>
          </a:prstGeom>
        </p:spPr>
        <p:txBody>
          <a:bodyPr vert="horz" lIns="91440" tIns="45720" rIns="91440" bIns="45720" rtlCol="0" anchor="t">
            <a:normAutofit fontScale="85000" lnSpcReduction="10000"/>
          </a:bodyPr>
          <a:lstStyle/>
          <a:p>
            <a:r>
              <a:rPr lang="en-US" b="1" dirty="0"/>
              <a:t>Decoder’s Second Multi-Headed Attention (Encoder-Decoder Attention)</a:t>
            </a:r>
          </a:p>
          <a:p>
            <a:r>
              <a:rPr lang="en-US" b="1" dirty="0"/>
              <a:t>Purpose:</a:t>
            </a:r>
            <a:br>
              <a:rPr lang="en-US" dirty="0"/>
            </a:br>
            <a:r>
              <a:rPr lang="en-US" dirty="0"/>
              <a:t>This layer lets the decoder </a:t>
            </a:r>
            <a:r>
              <a:rPr lang="en-US" b="1" dirty="0"/>
              <a:t>look at the encoder’s output</a:t>
            </a:r>
            <a:r>
              <a:rPr lang="en-US" dirty="0"/>
              <a:t> and focus on the most important parts of the input sequence while generating words.</a:t>
            </a:r>
          </a:p>
          <a:p>
            <a:r>
              <a:rPr lang="en-US" b="1" dirty="0"/>
              <a:t>How it works:</a:t>
            </a:r>
            <a:endParaRPr lang="en-US" dirty="0"/>
          </a:p>
          <a:p>
            <a:pPr lvl="1"/>
            <a:r>
              <a:rPr lang="en-US" b="1" dirty="0"/>
              <a:t>Queries (Q):</a:t>
            </a:r>
            <a:r>
              <a:rPr lang="en-US" dirty="0"/>
              <a:t> From the decoder’s previous layer</a:t>
            </a:r>
          </a:p>
          <a:p>
            <a:pPr lvl="1"/>
            <a:r>
              <a:rPr lang="en-US" b="1" dirty="0"/>
              <a:t>Keys (K) and Values (V):</a:t>
            </a:r>
            <a:r>
              <a:rPr lang="en-US" dirty="0"/>
              <a:t> From the encoder’s output</a:t>
            </a:r>
          </a:p>
          <a:p>
            <a:pPr lvl="1"/>
            <a:r>
              <a:rPr lang="en-US" dirty="0"/>
              <a:t>This allows the decoder to </a:t>
            </a:r>
            <a:r>
              <a:rPr lang="en-US" b="1" dirty="0"/>
              <a:t>align its output with the relevant input</a:t>
            </a:r>
            <a:endParaRPr lang="en-US" dirty="0"/>
          </a:p>
          <a:p>
            <a:r>
              <a:rPr lang="en-US" b="1" dirty="0"/>
              <a:t>After attention:</a:t>
            </a:r>
            <a:endParaRPr lang="en-US" dirty="0"/>
          </a:p>
          <a:p>
            <a:pPr lvl="1"/>
            <a:r>
              <a:rPr lang="en-US" dirty="0"/>
              <a:t>The output goes through a </a:t>
            </a:r>
            <a:r>
              <a:rPr lang="en-US" b="1" dirty="0"/>
              <a:t>feed-forward layer</a:t>
            </a:r>
            <a:r>
              <a:rPr lang="en-US" dirty="0"/>
              <a:t> for refinement</a:t>
            </a:r>
          </a:p>
          <a:p>
            <a:pPr lvl="1"/>
            <a:r>
              <a:rPr lang="en-US" dirty="0"/>
              <a:t>Each word in the decoder can now use information from </a:t>
            </a:r>
            <a:r>
              <a:rPr lang="en-US" b="1" dirty="0"/>
              <a:t>all positions in the input</a:t>
            </a:r>
            <a:endParaRPr lang="en-US" dirty="0"/>
          </a:p>
        </p:txBody>
      </p:sp>
      <p:pic>
        <p:nvPicPr>
          <p:cNvPr id="3" name="Picture 2" descr="A diagram of a computer system&#10;&#10;AI-generated content may be incorrect.">
            <a:extLst>
              <a:ext uri="{FF2B5EF4-FFF2-40B4-BE49-F238E27FC236}">
                <a16:creationId xmlns:a16="http://schemas.microsoft.com/office/drawing/2014/main" id="{635314B9-6ED1-9B87-3266-8B778C7EAE96}"/>
              </a:ext>
            </a:extLst>
          </p:cNvPr>
          <p:cNvPicPr>
            <a:picLocks noChangeAspect="1"/>
          </p:cNvPicPr>
          <p:nvPr/>
        </p:nvPicPr>
        <p:blipFill>
          <a:blip r:embed="rId2"/>
          <a:stretch>
            <a:fillRect/>
          </a:stretch>
        </p:blipFill>
        <p:spPr>
          <a:xfrm>
            <a:off x="6518292" y="1266092"/>
            <a:ext cx="5241906" cy="3657713"/>
          </a:xfrm>
          <a:prstGeom prst="rect">
            <a:avLst/>
          </a:prstGeom>
        </p:spPr>
      </p:pic>
    </p:spTree>
    <p:extLst>
      <p:ext uri="{BB962C8B-B14F-4D97-AF65-F5344CB8AC3E}">
        <p14:creationId xmlns:p14="http://schemas.microsoft.com/office/powerpoint/2010/main" val="28830727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81D83FE-A33E-ED35-9624-81076629FB96}"/>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600" b="1" i="0" kern="1200" dirty="0">
                <a:solidFill>
                  <a:schemeClr val="tx1"/>
                </a:solidFill>
                <a:effectLst/>
                <a:highlight>
                  <a:srgbClr val="FFFFFF"/>
                </a:highlight>
                <a:latin typeface="+mj-lt"/>
                <a:ea typeface="+mj-ea"/>
                <a:cs typeface="+mj-cs"/>
              </a:rPr>
              <a:t>Feed-Forward Neural Network</a:t>
            </a:r>
          </a:p>
        </p:txBody>
      </p:sp>
      <p:sp>
        <p:nvSpPr>
          <p:cNvPr id="29"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2BF5AAC-A22F-C9E7-A146-B683A08B7D4F}"/>
              </a:ext>
            </a:extLst>
          </p:cNvPr>
          <p:cNvSpPr txBox="1"/>
          <p:nvPr/>
        </p:nvSpPr>
        <p:spPr>
          <a:xfrm>
            <a:off x="838200" y="1929384"/>
            <a:ext cx="10515600" cy="425196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200" b="0" i="0">
                <a:effectLst/>
                <a:highlight>
                  <a:srgbClr val="FFFFFF"/>
                </a:highlight>
              </a:rPr>
              <a:t>Similar to the encoder, each decoder layer includes a fully connected feed-forward network, applied to each position separately and identically.</a:t>
            </a:r>
            <a:endParaRPr lang="en-US" sz="2200"/>
          </a:p>
        </p:txBody>
      </p:sp>
    </p:spTree>
    <p:extLst>
      <p:ext uri="{BB962C8B-B14F-4D97-AF65-F5344CB8AC3E}">
        <p14:creationId xmlns:p14="http://schemas.microsoft.com/office/powerpoint/2010/main" val="27185730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9E0DDFB-CF3D-93D4-3053-09B37B865EE5}"/>
              </a:ext>
            </a:extLst>
          </p:cNvPr>
          <p:cNvSpPr txBox="1"/>
          <p:nvPr/>
        </p:nvSpPr>
        <p:spPr>
          <a:xfrm>
            <a:off x="630936" y="639520"/>
            <a:ext cx="3429000" cy="171907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2600" b="1" i="0" kern="1200" dirty="0">
                <a:solidFill>
                  <a:schemeClr val="tx1"/>
                </a:solidFill>
                <a:effectLst/>
                <a:highlight>
                  <a:srgbClr val="FFFFFF"/>
                </a:highlight>
                <a:latin typeface="+mj-lt"/>
                <a:ea typeface="+mj-ea"/>
                <a:cs typeface="+mj-cs"/>
              </a:rPr>
              <a:t>Linear Classifier and </a:t>
            </a:r>
            <a:r>
              <a:rPr lang="en-US" sz="2600" b="1" i="0" kern="1200" dirty="0" err="1">
                <a:solidFill>
                  <a:schemeClr val="tx1"/>
                </a:solidFill>
                <a:effectLst/>
                <a:highlight>
                  <a:srgbClr val="FFFFFF"/>
                </a:highlight>
                <a:latin typeface="+mj-lt"/>
                <a:ea typeface="+mj-ea"/>
                <a:cs typeface="+mj-cs"/>
              </a:rPr>
              <a:t>Softmax</a:t>
            </a:r>
            <a:r>
              <a:rPr lang="en-US" sz="2600" b="1" i="0" kern="1200" dirty="0">
                <a:solidFill>
                  <a:schemeClr val="tx1"/>
                </a:solidFill>
                <a:effectLst/>
                <a:highlight>
                  <a:srgbClr val="FFFFFF"/>
                </a:highlight>
                <a:latin typeface="+mj-lt"/>
                <a:ea typeface="+mj-ea"/>
                <a:cs typeface="+mj-cs"/>
              </a:rPr>
              <a:t> for Generating Output Probabilities</a:t>
            </a:r>
          </a:p>
        </p:txBody>
      </p:sp>
      <p:sp>
        <p:nvSpPr>
          <p:cNvPr id="14"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AEAD6B7-0C2D-CF3A-CEEF-42C18A417711}"/>
              </a:ext>
            </a:extLst>
          </p:cNvPr>
          <p:cNvSpPr txBox="1"/>
          <p:nvPr/>
        </p:nvSpPr>
        <p:spPr>
          <a:xfrm>
            <a:off x="630936" y="2807208"/>
            <a:ext cx="3429000" cy="341071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1200" b="0" i="0">
                <a:effectLst/>
                <a:highlight>
                  <a:srgbClr val="FFFFFF"/>
                </a:highlight>
              </a:rPr>
              <a:t>The journey of data through the transformer model culminates in its passage through a final linear layer, which functions as a classifier.</a:t>
            </a:r>
          </a:p>
          <a:p>
            <a:pPr indent="-228600">
              <a:lnSpc>
                <a:spcPct val="90000"/>
              </a:lnSpc>
              <a:spcAft>
                <a:spcPts val="600"/>
              </a:spcAft>
              <a:buFont typeface="Arial" panose="020B0604020202020204" pitchFamily="34" charset="0"/>
              <a:buChar char="•"/>
            </a:pPr>
            <a:r>
              <a:rPr lang="en-US" sz="1200" b="0" i="0">
                <a:effectLst/>
                <a:highlight>
                  <a:srgbClr val="FFFFFF"/>
                </a:highlight>
              </a:rPr>
              <a:t>The size of this classifier corresponds to the total number of classes involved (number of words contained in the vocabulary). For instance, in a scenario with 1000 distinct classes representing 1000 different words, the classifier's output will be an array with 1000 elements.</a:t>
            </a:r>
          </a:p>
          <a:p>
            <a:pPr indent="-228600">
              <a:lnSpc>
                <a:spcPct val="90000"/>
              </a:lnSpc>
              <a:spcAft>
                <a:spcPts val="600"/>
              </a:spcAft>
              <a:buFont typeface="Arial" panose="020B0604020202020204" pitchFamily="34" charset="0"/>
              <a:buChar char="•"/>
            </a:pPr>
            <a:r>
              <a:rPr lang="en-US" sz="1200" b="0" i="0">
                <a:effectLst/>
                <a:highlight>
                  <a:srgbClr val="FFFFFF"/>
                </a:highlight>
              </a:rPr>
              <a:t>This output is then introduced to a softmax layer, which transforms it into a range of probability scores, each lying between 0 and 1. The highest of these probability scores is key,its corresponding index directly points to the word that the model predicts as the next in the sequence.</a:t>
            </a:r>
          </a:p>
        </p:txBody>
      </p:sp>
      <p:pic>
        <p:nvPicPr>
          <p:cNvPr id="7" name="Picture 6">
            <a:extLst>
              <a:ext uri="{FF2B5EF4-FFF2-40B4-BE49-F238E27FC236}">
                <a16:creationId xmlns:a16="http://schemas.microsoft.com/office/drawing/2014/main" id="{BC1DEDC3-A743-6F91-7DA3-D06835D1F133}"/>
              </a:ext>
            </a:extLst>
          </p:cNvPr>
          <p:cNvPicPr>
            <a:picLocks noChangeAspect="1"/>
          </p:cNvPicPr>
          <p:nvPr/>
        </p:nvPicPr>
        <p:blipFill>
          <a:blip r:embed="rId2"/>
          <a:stretch>
            <a:fillRect/>
          </a:stretch>
        </p:blipFill>
        <p:spPr>
          <a:xfrm>
            <a:off x="5798324" y="640080"/>
            <a:ext cx="4615663" cy="5577840"/>
          </a:xfrm>
          <a:prstGeom prst="rect">
            <a:avLst/>
          </a:prstGeom>
        </p:spPr>
      </p:pic>
    </p:spTree>
    <p:extLst>
      <p:ext uri="{BB962C8B-B14F-4D97-AF65-F5344CB8AC3E}">
        <p14:creationId xmlns:p14="http://schemas.microsoft.com/office/powerpoint/2010/main" val="1426696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7C3A4D-BC22-CA9C-C7E0-99BFDEA112A7}"/>
              </a:ext>
            </a:extLst>
          </p:cNvPr>
          <p:cNvSpPr txBox="1"/>
          <p:nvPr/>
        </p:nvSpPr>
        <p:spPr>
          <a:xfrm>
            <a:off x="266700" y="334571"/>
            <a:ext cx="4238625" cy="369332"/>
          </a:xfrm>
          <a:prstGeom prst="rect">
            <a:avLst/>
          </a:prstGeom>
          <a:solidFill>
            <a:schemeClr val="tx2">
              <a:lumMod val="10000"/>
              <a:lumOff val="90000"/>
            </a:schemeClr>
          </a:solidFill>
          <a:effectLst>
            <a:innerShdw blurRad="63500" dist="50800" dir="13500000">
              <a:prstClr val="black">
                <a:alpha val="50000"/>
              </a:prstClr>
            </a:innerShdw>
          </a:effectLst>
        </p:spPr>
        <p:txBody>
          <a:bodyPr wrap="square">
            <a:spAutoFit/>
          </a:bodyPr>
          <a:lstStyle/>
          <a:p>
            <a:pPr algn="l" rtl="0"/>
            <a:r>
              <a:rPr lang="en-US" b="1" i="0" dirty="0">
                <a:solidFill>
                  <a:srgbClr val="05192D"/>
                </a:solidFill>
                <a:effectLst/>
                <a:latin typeface="Studio-Feixen-Sans"/>
              </a:rPr>
              <a:t>Normalization and Residual Connections</a:t>
            </a:r>
          </a:p>
        </p:txBody>
      </p:sp>
      <p:sp>
        <p:nvSpPr>
          <p:cNvPr id="6" name="TextBox 5">
            <a:extLst>
              <a:ext uri="{FF2B5EF4-FFF2-40B4-BE49-F238E27FC236}">
                <a16:creationId xmlns:a16="http://schemas.microsoft.com/office/drawing/2014/main" id="{41F2D0FF-3D2B-3462-1EF1-A2B39862491B}"/>
              </a:ext>
            </a:extLst>
          </p:cNvPr>
          <p:cNvSpPr txBox="1"/>
          <p:nvPr/>
        </p:nvSpPr>
        <p:spPr>
          <a:xfrm>
            <a:off x="266700" y="841094"/>
            <a:ext cx="11439524" cy="646331"/>
          </a:xfrm>
          <a:prstGeom prst="rect">
            <a:avLst/>
          </a:prstGeom>
          <a:solidFill>
            <a:schemeClr val="bg2">
              <a:lumMod val="90000"/>
            </a:schemeClr>
          </a:solidFill>
          <a:effectLst>
            <a:outerShdw blurRad="50800" dist="38100" dir="2700000" algn="tl" rotWithShape="0">
              <a:prstClr val="black">
                <a:alpha val="40000"/>
              </a:prstClr>
            </a:outerShdw>
          </a:effectLst>
        </p:spPr>
        <p:txBody>
          <a:bodyPr wrap="square">
            <a:spAutoFit/>
          </a:bodyPr>
          <a:lstStyle/>
          <a:p>
            <a:pPr algn="l" rtl="0"/>
            <a:r>
              <a:rPr lang="en-US" b="0" i="0" dirty="0">
                <a:solidFill>
                  <a:srgbClr val="05192D"/>
                </a:solidFill>
                <a:effectLst/>
                <a:latin typeface="Studio-Feixen-Sans"/>
              </a:rPr>
              <a:t>Each sub-layer (masked self-attention, encoder-decoder attention, feed-forward network) is followed by a normalization step, and each also includes a residual connection around it.</a:t>
            </a:r>
          </a:p>
        </p:txBody>
      </p:sp>
      <p:sp>
        <p:nvSpPr>
          <p:cNvPr id="8" name="TextBox 7">
            <a:extLst>
              <a:ext uri="{FF2B5EF4-FFF2-40B4-BE49-F238E27FC236}">
                <a16:creationId xmlns:a16="http://schemas.microsoft.com/office/drawing/2014/main" id="{C6C0194C-4E21-53AB-3060-2EFD0A8DBE55}"/>
              </a:ext>
            </a:extLst>
          </p:cNvPr>
          <p:cNvSpPr txBox="1"/>
          <p:nvPr/>
        </p:nvSpPr>
        <p:spPr>
          <a:xfrm>
            <a:off x="266700" y="1743269"/>
            <a:ext cx="2385060" cy="369332"/>
          </a:xfrm>
          <a:prstGeom prst="rect">
            <a:avLst/>
          </a:prstGeom>
          <a:solidFill>
            <a:schemeClr val="accent3">
              <a:lumMod val="20000"/>
              <a:lumOff val="80000"/>
            </a:schemeClr>
          </a:solidFill>
          <a:effectLst>
            <a:outerShdw blurRad="50800" dist="38100" dir="2700000" algn="tl" rotWithShape="0">
              <a:prstClr val="black">
                <a:alpha val="40000"/>
              </a:prstClr>
            </a:outerShdw>
          </a:effectLst>
        </p:spPr>
        <p:txBody>
          <a:bodyPr wrap="square">
            <a:spAutoFit/>
          </a:bodyPr>
          <a:lstStyle/>
          <a:p>
            <a:pPr algn="l" rtl="0"/>
            <a:r>
              <a:rPr lang="en-US" b="1" i="0" dirty="0">
                <a:solidFill>
                  <a:srgbClr val="05192D"/>
                </a:solidFill>
                <a:effectLst/>
                <a:latin typeface="Studio-Feixen-Sans"/>
              </a:rPr>
              <a:t>Output of the Decoder</a:t>
            </a:r>
          </a:p>
        </p:txBody>
      </p:sp>
      <p:sp>
        <p:nvSpPr>
          <p:cNvPr id="10" name="TextBox 9">
            <a:extLst>
              <a:ext uri="{FF2B5EF4-FFF2-40B4-BE49-F238E27FC236}">
                <a16:creationId xmlns:a16="http://schemas.microsoft.com/office/drawing/2014/main" id="{ABC21699-9D76-B394-8863-B5D803676494}"/>
              </a:ext>
            </a:extLst>
          </p:cNvPr>
          <p:cNvSpPr txBox="1"/>
          <p:nvPr/>
        </p:nvSpPr>
        <p:spPr>
          <a:xfrm>
            <a:off x="266700" y="2368445"/>
            <a:ext cx="11439525" cy="3970318"/>
          </a:xfrm>
          <a:prstGeom prst="rect">
            <a:avLst/>
          </a:prstGeom>
          <a:solidFill>
            <a:schemeClr val="bg2"/>
          </a:solidFill>
          <a:ln>
            <a:solidFill>
              <a:schemeClr val="tx1"/>
            </a:solidFill>
          </a:ln>
          <a:effectLst>
            <a:outerShdw blurRad="50800" dist="38100" dir="2700000" algn="tl" rotWithShape="0">
              <a:prstClr val="black">
                <a:alpha val="40000"/>
              </a:prstClr>
            </a:outerShdw>
          </a:effectLst>
        </p:spPr>
        <p:txBody>
          <a:bodyPr wrap="square">
            <a:spAutoFit/>
          </a:bodyPr>
          <a:lstStyle/>
          <a:p>
            <a:pPr algn="l" rtl="0"/>
            <a:r>
              <a:rPr lang="en-US" b="0" i="0" dirty="0">
                <a:solidFill>
                  <a:srgbClr val="05192D"/>
                </a:solidFill>
                <a:effectLst/>
                <a:latin typeface="Studio-Feixen-Sans"/>
              </a:rPr>
              <a:t>The final layer's output is transformed into a predicted sequence, typically through a linear layer followed by a soft-max to generate probabilities over the vocabulary.</a:t>
            </a:r>
          </a:p>
          <a:p>
            <a:pPr algn="l" rtl="0"/>
            <a:endParaRPr lang="en-US" b="0" i="0" dirty="0">
              <a:solidFill>
                <a:srgbClr val="05192D"/>
              </a:solidFill>
              <a:effectLst/>
              <a:latin typeface="Studio-Feixen-Sans"/>
            </a:endParaRPr>
          </a:p>
          <a:p>
            <a:pPr algn="l" rtl="0"/>
            <a:r>
              <a:rPr lang="en-US" b="0" i="0" dirty="0">
                <a:solidFill>
                  <a:srgbClr val="05192D"/>
                </a:solidFill>
                <a:effectLst/>
                <a:latin typeface="Studio-Feixen-Sans"/>
              </a:rPr>
              <a:t>The decoder, in its operational flow, incorporates the freshly generated output into its growing list of inputs, and then proceeds with the decoding process. This cycle repeats until the model predicts a specific token, signaling completion.</a:t>
            </a:r>
          </a:p>
          <a:p>
            <a:pPr algn="l" rtl="0"/>
            <a:endParaRPr lang="en-US" b="0" i="0" dirty="0">
              <a:solidFill>
                <a:srgbClr val="05192D"/>
              </a:solidFill>
              <a:effectLst/>
              <a:latin typeface="Studio-Feixen-Sans"/>
            </a:endParaRPr>
          </a:p>
          <a:p>
            <a:pPr algn="l" rtl="0"/>
            <a:r>
              <a:rPr lang="en-US" b="0" i="0" dirty="0">
                <a:solidFill>
                  <a:srgbClr val="05192D"/>
                </a:solidFill>
                <a:effectLst/>
                <a:latin typeface="Studio-Feixen-Sans"/>
              </a:rPr>
              <a:t>The token predicted with the highest probability is assigned as the concluding class, often represented by the end token.</a:t>
            </a:r>
          </a:p>
          <a:p>
            <a:pPr algn="l" rtl="0"/>
            <a:endParaRPr lang="en-US" b="0" i="0" dirty="0">
              <a:solidFill>
                <a:srgbClr val="05192D"/>
              </a:solidFill>
              <a:effectLst/>
              <a:latin typeface="Studio-Feixen-Sans"/>
            </a:endParaRPr>
          </a:p>
          <a:p>
            <a:pPr algn="l" rtl="0"/>
            <a:r>
              <a:rPr lang="en-US" b="0" i="0" dirty="0">
                <a:solidFill>
                  <a:srgbClr val="05192D"/>
                </a:solidFill>
                <a:effectLst/>
                <a:latin typeface="Studio-Feixen-Sans"/>
              </a:rPr>
              <a:t>Again, remember that the decoder isn't limited to a single layer. It can be structured with N layers, each one building upon the input received from the encoder and its preceding layers. This layered architecture allows the model to diversify its focus and extract varying attention patterns across its attention heads.</a:t>
            </a:r>
          </a:p>
          <a:p>
            <a:pPr algn="l" rtl="0"/>
            <a:endParaRPr lang="en-US" b="0" i="0" dirty="0">
              <a:solidFill>
                <a:srgbClr val="05192D"/>
              </a:solidFill>
              <a:effectLst/>
              <a:latin typeface="Studio-Feixen-Sans"/>
            </a:endParaRPr>
          </a:p>
          <a:p>
            <a:pPr algn="l" rtl="0"/>
            <a:r>
              <a:rPr lang="en-US" b="0" i="0" dirty="0">
                <a:solidFill>
                  <a:srgbClr val="05192D"/>
                </a:solidFill>
                <a:effectLst/>
                <a:latin typeface="Studio-Feixen-Sans"/>
              </a:rPr>
              <a:t>Such a multi-layered approach can significantly enhance the model’s ability to predict, as it develops a more nuanced understanding of different attention combinations.</a:t>
            </a:r>
          </a:p>
        </p:txBody>
      </p:sp>
    </p:spTree>
    <p:extLst>
      <p:ext uri="{BB962C8B-B14F-4D97-AF65-F5344CB8AC3E}">
        <p14:creationId xmlns:p14="http://schemas.microsoft.com/office/powerpoint/2010/main" val="35632140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6B65B-DA2F-8729-0029-2F8A5F68676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1CA0417-2C2E-D3AB-8CB6-4B4F6C6BD1E3}"/>
              </a:ext>
            </a:extLst>
          </p:cNvPr>
          <p:cNvSpPr txBox="1"/>
          <p:nvPr/>
        </p:nvSpPr>
        <p:spPr>
          <a:xfrm>
            <a:off x="6790414" y="640080"/>
            <a:ext cx="4758458" cy="356616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6600" b="1">
                <a:latin typeface="+mj-lt"/>
                <a:ea typeface="+mj-ea"/>
                <a:cs typeface="+mj-cs"/>
              </a:rPr>
              <a:t>Questions?</a:t>
            </a:r>
          </a:p>
        </p:txBody>
      </p:sp>
      <p:pic>
        <p:nvPicPr>
          <p:cNvPr id="4" name="Picture 3" descr="Question marks in a line and one question mark is lit">
            <a:extLst>
              <a:ext uri="{FF2B5EF4-FFF2-40B4-BE49-F238E27FC236}">
                <a16:creationId xmlns:a16="http://schemas.microsoft.com/office/drawing/2014/main" id="{4CBADF52-767A-03EE-AAEF-AD95216F3AC2}"/>
              </a:ext>
            </a:extLst>
          </p:cNvPr>
          <p:cNvPicPr>
            <a:picLocks noChangeAspect="1"/>
          </p:cNvPicPr>
          <p:nvPr/>
        </p:nvPicPr>
        <p:blipFill>
          <a:blip r:embed="rId2"/>
          <a:srcRect r="40548" b="-1"/>
          <a:stretch>
            <a:fillRect/>
          </a:stretch>
        </p:blipFill>
        <p:spPr>
          <a:xfrm>
            <a:off x="20" y="10"/>
            <a:ext cx="6108141" cy="6857990"/>
          </a:xfrm>
          <a:custGeom>
            <a:avLst/>
            <a:gdLst/>
            <a:ahLst/>
            <a:cxnLst/>
            <a:rect l="l" t="t" r="r" b="b"/>
            <a:pathLst>
              <a:path w="6108161" h="6858000">
                <a:moveTo>
                  <a:pt x="0" y="0"/>
                </a:moveTo>
                <a:lnTo>
                  <a:pt x="2058355" y="0"/>
                </a:lnTo>
                <a:lnTo>
                  <a:pt x="3299791" y="0"/>
                </a:lnTo>
                <a:lnTo>
                  <a:pt x="6076880" y="0"/>
                </a:lnTo>
                <a:lnTo>
                  <a:pt x="6078171" y="10931"/>
                </a:lnTo>
                <a:cubicBezTo>
                  <a:pt x="6093300" y="94836"/>
                  <a:pt x="6090630" y="179884"/>
                  <a:pt x="6094698" y="264297"/>
                </a:cubicBezTo>
                <a:cubicBezTo>
                  <a:pt x="6099656" y="367652"/>
                  <a:pt x="6093427" y="471135"/>
                  <a:pt x="6091266" y="574617"/>
                </a:cubicBezTo>
                <a:cubicBezTo>
                  <a:pt x="6089359" y="662717"/>
                  <a:pt x="6080587" y="750690"/>
                  <a:pt x="6083384" y="838916"/>
                </a:cubicBezTo>
                <a:cubicBezTo>
                  <a:pt x="6083384" y="841968"/>
                  <a:pt x="6083384" y="845019"/>
                  <a:pt x="6083384" y="848070"/>
                </a:cubicBezTo>
                <a:cubicBezTo>
                  <a:pt x="6075375" y="945068"/>
                  <a:pt x="6075375" y="1042576"/>
                  <a:pt x="6083384" y="1139574"/>
                </a:cubicBezTo>
                <a:cubicBezTo>
                  <a:pt x="6085964" y="1179950"/>
                  <a:pt x="6085240" y="1220466"/>
                  <a:pt x="6081223" y="1260728"/>
                </a:cubicBezTo>
                <a:cubicBezTo>
                  <a:pt x="6077409" y="1311960"/>
                  <a:pt x="6065204" y="1364083"/>
                  <a:pt x="6073976" y="1414934"/>
                </a:cubicBezTo>
                <a:cubicBezTo>
                  <a:pt x="6079722" y="1456784"/>
                  <a:pt x="6082913" y="1498940"/>
                  <a:pt x="6083511" y="1541172"/>
                </a:cubicBezTo>
                <a:cubicBezTo>
                  <a:pt x="6087833" y="1635755"/>
                  <a:pt x="6083638" y="1730847"/>
                  <a:pt x="6082112" y="1825685"/>
                </a:cubicBezTo>
                <a:cubicBezTo>
                  <a:pt x="6080205" y="1936286"/>
                  <a:pt x="6083002" y="2046634"/>
                  <a:pt x="6074103" y="2157235"/>
                </a:cubicBezTo>
                <a:cubicBezTo>
                  <a:pt x="6069145" y="2246581"/>
                  <a:pt x="6069145" y="2336130"/>
                  <a:pt x="6074103" y="2425476"/>
                </a:cubicBezTo>
                <a:cubicBezTo>
                  <a:pt x="6076519" y="2507473"/>
                  <a:pt x="6088850" y="2588454"/>
                  <a:pt x="6086816" y="2671214"/>
                </a:cubicBezTo>
                <a:cubicBezTo>
                  <a:pt x="6084401" y="2767832"/>
                  <a:pt x="6072959" y="2863940"/>
                  <a:pt x="6076519" y="2960685"/>
                </a:cubicBezTo>
                <a:cubicBezTo>
                  <a:pt x="6078171" y="3006832"/>
                  <a:pt x="6078299" y="3052980"/>
                  <a:pt x="6079316" y="3099127"/>
                </a:cubicBezTo>
                <a:cubicBezTo>
                  <a:pt x="6080333" y="3154682"/>
                  <a:pt x="6090376" y="3210110"/>
                  <a:pt x="6084782" y="3265665"/>
                </a:cubicBezTo>
                <a:cubicBezTo>
                  <a:pt x="6075502" y="3358087"/>
                  <a:pt x="6051475" y="3448857"/>
                  <a:pt x="6066476" y="3543567"/>
                </a:cubicBezTo>
                <a:cubicBezTo>
                  <a:pt x="6074739" y="3595690"/>
                  <a:pt x="6084146" y="3647940"/>
                  <a:pt x="6088850" y="3700571"/>
                </a:cubicBezTo>
                <a:cubicBezTo>
                  <a:pt x="6093045" y="3747608"/>
                  <a:pt x="6103724" y="3795408"/>
                  <a:pt x="6095588" y="3842191"/>
                </a:cubicBezTo>
                <a:cubicBezTo>
                  <a:pt x="6088723" y="3882237"/>
                  <a:pt x="6092410" y="3922282"/>
                  <a:pt x="6087070" y="3962327"/>
                </a:cubicBezTo>
                <a:cubicBezTo>
                  <a:pt x="6080078" y="4014831"/>
                  <a:pt x="6076265" y="4068352"/>
                  <a:pt x="6071052" y="4121111"/>
                </a:cubicBezTo>
                <a:cubicBezTo>
                  <a:pt x="6066221" y="4169038"/>
                  <a:pt x="6062662" y="4216838"/>
                  <a:pt x="6075375" y="4261841"/>
                </a:cubicBezTo>
                <a:cubicBezTo>
                  <a:pt x="6106394" y="4375112"/>
                  <a:pt x="6089359" y="4487748"/>
                  <a:pt x="6077663" y="4600257"/>
                </a:cubicBezTo>
                <a:cubicBezTo>
                  <a:pt x="6071942" y="4655049"/>
                  <a:pt x="6063552" y="4712765"/>
                  <a:pt x="6076265" y="4762853"/>
                </a:cubicBezTo>
                <a:cubicBezTo>
                  <a:pt x="6099783" y="4851716"/>
                  <a:pt x="6081350" y="4936764"/>
                  <a:pt x="6071179" y="5021432"/>
                </a:cubicBezTo>
                <a:cubicBezTo>
                  <a:pt x="6061009" y="5106099"/>
                  <a:pt x="6058594" y="5189495"/>
                  <a:pt x="6076392" y="5272637"/>
                </a:cubicBezTo>
                <a:cubicBezTo>
                  <a:pt x="6088850" y="5331116"/>
                  <a:pt x="6088850" y="5390612"/>
                  <a:pt x="6090376" y="5449600"/>
                </a:cubicBezTo>
                <a:cubicBezTo>
                  <a:pt x="6091266" y="5486339"/>
                  <a:pt x="6077663" y="5523842"/>
                  <a:pt x="6068637" y="5560582"/>
                </a:cubicBezTo>
                <a:cubicBezTo>
                  <a:pt x="6052364" y="5626943"/>
                  <a:pt x="6046517" y="5694321"/>
                  <a:pt x="6068637" y="5759029"/>
                </a:cubicBezTo>
                <a:cubicBezTo>
                  <a:pt x="6099148" y="5848655"/>
                  <a:pt x="6116691" y="5938407"/>
                  <a:pt x="6103978" y="6033117"/>
                </a:cubicBezTo>
                <a:cubicBezTo>
                  <a:pt x="6096732" y="6091724"/>
                  <a:pt x="6094952" y="6151347"/>
                  <a:pt x="6084019" y="6209190"/>
                </a:cubicBezTo>
                <a:cubicBezTo>
                  <a:pt x="6065713" y="6304790"/>
                  <a:pt x="6072196" y="6399882"/>
                  <a:pt x="6086816" y="6494211"/>
                </a:cubicBezTo>
                <a:cubicBezTo>
                  <a:pt x="6096897" y="6573081"/>
                  <a:pt x="6097965" y="6652829"/>
                  <a:pt x="6089994" y="6731941"/>
                </a:cubicBezTo>
                <a:lnTo>
                  <a:pt x="6081268" y="6858000"/>
                </a:lnTo>
                <a:lnTo>
                  <a:pt x="3299791" y="6858000"/>
                </a:lnTo>
                <a:lnTo>
                  <a:pt x="2058355" y="6858000"/>
                </a:lnTo>
                <a:lnTo>
                  <a:pt x="0" y="6858000"/>
                </a:lnTo>
                <a:close/>
              </a:path>
            </a:pathLst>
          </a:custGeom>
        </p:spPr>
      </p:pic>
    </p:spTree>
    <p:extLst>
      <p:ext uri="{BB962C8B-B14F-4D97-AF65-F5344CB8AC3E}">
        <p14:creationId xmlns:p14="http://schemas.microsoft.com/office/powerpoint/2010/main" val="41966879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1916</TotalTime>
  <Words>4840</Words>
  <Application>Microsoft Office PowerPoint</Application>
  <PresentationFormat>Widescreen</PresentationFormat>
  <Paragraphs>426</Paragraphs>
  <Slides>53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53</vt:i4>
      </vt:variant>
    </vt:vector>
  </HeadingPairs>
  <TitlesOfParts>
    <vt:vector size="61" baseType="lpstr">
      <vt:lpstr>Aptos</vt:lpstr>
      <vt:lpstr>Aptos Display</vt:lpstr>
      <vt:lpstr>Arial</vt:lpstr>
      <vt:lpstr>Calibri</vt:lpstr>
      <vt:lpstr>Cambria Math</vt:lpstr>
      <vt:lpstr>Courier New</vt:lpstr>
      <vt:lpstr>Studio-Feixen-Sans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Trinadh Kumar Veeramachaneni</dc:creator>
  <cp:lastModifiedBy>Trinadh Kumar Veeramachaneni</cp:lastModifiedBy>
  <cp:revision>4</cp:revision>
  <dcterms:created xsi:type="dcterms:W3CDTF">2024-07-19T10:00:51Z</dcterms:created>
  <dcterms:modified xsi:type="dcterms:W3CDTF">2026-01-04T07:54:25Z</dcterms:modified>
</cp:coreProperties>
</file>