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4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3" r:id="rId2"/>
    <p:sldId id="256" r:id="rId3"/>
    <p:sldId id="314" r:id="rId4"/>
    <p:sldId id="315" r:id="rId5"/>
    <p:sldId id="316" r:id="rId6"/>
    <p:sldId id="317" r:id="rId7"/>
    <p:sldId id="297" r:id="rId8"/>
    <p:sldId id="298" r:id="rId9"/>
    <p:sldId id="318" r:id="rId10"/>
    <p:sldId id="258" r:id="rId11"/>
    <p:sldId id="259" r:id="rId12"/>
    <p:sldId id="260" r:id="rId13"/>
    <p:sldId id="302" r:id="rId14"/>
    <p:sldId id="303" r:id="rId15"/>
    <p:sldId id="261" r:id="rId16"/>
    <p:sldId id="262" r:id="rId17"/>
    <p:sldId id="304" r:id="rId18"/>
    <p:sldId id="305" r:id="rId19"/>
    <p:sldId id="306" r:id="rId20"/>
    <p:sldId id="307" r:id="rId21"/>
    <p:sldId id="308" r:id="rId22"/>
    <p:sldId id="309" r:id="rId23"/>
    <p:sldId id="312" r:id="rId24"/>
    <p:sldId id="310" r:id="rId25"/>
    <p:sldId id="311" r:id="rId26"/>
    <p:sldId id="269" r:id="rId27"/>
    <p:sldId id="281" r:id="rId28"/>
    <p:sldId id="282" r:id="rId29"/>
    <p:sldId id="283" r:id="rId30"/>
    <p:sldId id="284" r:id="rId31"/>
    <p:sldId id="285" r:id="rId32"/>
    <p:sldId id="286" r:id="rId33"/>
    <p:sldId id="319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78" r:id="rId42"/>
    <p:sldId id="280" r:id="rId43"/>
    <p:sldId id="29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4714"/>
  </p:normalViewPr>
  <p:slideViewPr>
    <p:cSldViewPr snapToGrid="0">
      <p:cViewPr varScale="1">
        <p:scale>
          <a:sx n="115" d="100"/>
          <a:sy n="115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851837-95FE-4531-ADF9-34DA8214E5B8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04D4355-82D9-4E81-B2E0-1BCD4A790818}">
      <dgm:prSet/>
      <dgm:spPr/>
      <dgm:t>
        <a:bodyPr/>
        <a:lstStyle/>
        <a:p>
          <a:r>
            <a:rPr lang="en-US"/>
            <a:t>Attention allows the model to focus dynamically</a:t>
          </a:r>
        </a:p>
      </dgm:t>
    </dgm:pt>
    <dgm:pt modelId="{01E5BAD0-3D6C-4DC1-BCC6-7E9076B9B4DD}" type="parTrans" cxnId="{C53119F9-0417-4A6F-86A5-408C0B282D5B}">
      <dgm:prSet/>
      <dgm:spPr/>
      <dgm:t>
        <a:bodyPr/>
        <a:lstStyle/>
        <a:p>
          <a:endParaRPr lang="en-US"/>
        </a:p>
      </dgm:t>
    </dgm:pt>
    <dgm:pt modelId="{CEE75D70-8081-4B08-B062-AEE473F55646}" type="sibTrans" cxnId="{C53119F9-0417-4A6F-86A5-408C0B282D5B}">
      <dgm:prSet/>
      <dgm:spPr/>
      <dgm:t>
        <a:bodyPr/>
        <a:lstStyle/>
        <a:p>
          <a:endParaRPr lang="en-US"/>
        </a:p>
      </dgm:t>
    </dgm:pt>
    <dgm:pt modelId="{74DA45CB-CE8C-4B34-8D83-ACA21E196C22}">
      <dgm:prSet/>
      <dgm:spPr/>
      <dgm:t>
        <a:bodyPr/>
        <a:lstStyle/>
        <a:p>
          <a:r>
            <a:rPr lang="en-US"/>
            <a:t>Solves the encoder bottleneck problem</a:t>
          </a:r>
        </a:p>
      </dgm:t>
    </dgm:pt>
    <dgm:pt modelId="{4F7234B2-6070-4B9E-BDA9-C9BB2F3A3E79}" type="parTrans" cxnId="{24F69DE3-EF90-49FE-85FD-03F00F3160C3}">
      <dgm:prSet/>
      <dgm:spPr/>
      <dgm:t>
        <a:bodyPr/>
        <a:lstStyle/>
        <a:p>
          <a:endParaRPr lang="en-US"/>
        </a:p>
      </dgm:t>
    </dgm:pt>
    <dgm:pt modelId="{CBAD563C-8AAB-4BFD-B3E0-029DFBDA3A07}" type="sibTrans" cxnId="{24F69DE3-EF90-49FE-85FD-03F00F3160C3}">
      <dgm:prSet/>
      <dgm:spPr/>
      <dgm:t>
        <a:bodyPr/>
        <a:lstStyle/>
        <a:p>
          <a:endParaRPr lang="en-US"/>
        </a:p>
      </dgm:t>
    </dgm:pt>
    <dgm:pt modelId="{5E06DA49-99A2-4FAA-8771-7C55ADBDBEBB}">
      <dgm:prSet/>
      <dgm:spPr/>
      <dgm:t>
        <a:bodyPr/>
        <a:lstStyle/>
        <a:p>
          <a:r>
            <a:rPr lang="en-US"/>
            <a:t>Integral part of modern sequence models</a:t>
          </a:r>
        </a:p>
      </dgm:t>
    </dgm:pt>
    <dgm:pt modelId="{DC6B9CC6-7F2C-4FE0-8A90-67C2382899FA}" type="parTrans" cxnId="{32D9E9AE-08F5-4F58-8FC5-4CDAA6BCFB68}">
      <dgm:prSet/>
      <dgm:spPr/>
      <dgm:t>
        <a:bodyPr/>
        <a:lstStyle/>
        <a:p>
          <a:endParaRPr lang="en-US"/>
        </a:p>
      </dgm:t>
    </dgm:pt>
    <dgm:pt modelId="{EB71697F-0142-4694-A7CD-B2AFAD3B0E45}" type="sibTrans" cxnId="{32D9E9AE-08F5-4F58-8FC5-4CDAA6BCFB68}">
      <dgm:prSet/>
      <dgm:spPr/>
      <dgm:t>
        <a:bodyPr/>
        <a:lstStyle/>
        <a:p>
          <a:endParaRPr lang="en-US"/>
        </a:p>
      </dgm:t>
    </dgm:pt>
    <dgm:pt modelId="{74D04824-BDBC-4E70-B900-FF22BFEBB16E}">
      <dgm:prSet/>
      <dgm:spPr/>
      <dgm:t>
        <a:bodyPr/>
        <a:lstStyle/>
        <a:p>
          <a:r>
            <a:rPr lang="en-US"/>
            <a:t>Sets the stage for fully parallel architectures</a:t>
          </a:r>
        </a:p>
      </dgm:t>
    </dgm:pt>
    <dgm:pt modelId="{9F1C0333-104A-49EB-A420-F66BE02949A0}" type="parTrans" cxnId="{8B2EBBDF-C14F-48E6-B81E-BC7DB1B8074F}">
      <dgm:prSet/>
      <dgm:spPr/>
      <dgm:t>
        <a:bodyPr/>
        <a:lstStyle/>
        <a:p>
          <a:endParaRPr lang="en-US"/>
        </a:p>
      </dgm:t>
    </dgm:pt>
    <dgm:pt modelId="{9CE0ACCE-BB6E-45A1-88F4-8AEE4F10FFCC}" type="sibTrans" cxnId="{8B2EBBDF-C14F-48E6-B81E-BC7DB1B8074F}">
      <dgm:prSet/>
      <dgm:spPr/>
      <dgm:t>
        <a:bodyPr/>
        <a:lstStyle/>
        <a:p>
          <a:endParaRPr lang="en-US"/>
        </a:p>
      </dgm:t>
    </dgm:pt>
    <dgm:pt modelId="{7A6EFE5B-B4AF-4B16-B38A-AEC5FD67B9F3}" type="pres">
      <dgm:prSet presAssocID="{90851837-95FE-4531-ADF9-34DA8214E5B8}" presName="linear" presStyleCnt="0">
        <dgm:presLayoutVars>
          <dgm:dir/>
          <dgm:animLvl val="lvl"/>
          <dgm:resizeHandles val="exact"/>
        </dgm:presLayoutVars>
      </dgm:prSet>
      <dgm:spPr/>
    </dgm:pt>
    <dgm:pt modelId="{37E3934C-8C36-4F17-AF4A-21CE1F32C32D}" type="pres">
      <dgm:prSet presAssocID="{404D4355-82D9-4E81-B2E0-1BCD4A790818}" presName="parentLin" presStyleCnt="0"/>
      <dgm:spPr/>
    </dgm:pt>
    <dgm:pt modelId="{590CA859-9F94-4866-A2EB-4230BBD618DF}" type="pres">
      <dgm:prSet presAssocID="{404D4355-82D9-4E81-B2E0-1BCD4A790818}" presName="parentLeftMargin" presStyleLbl="node1" presStyleIdx="0" presStyleCnt="4"/>
      <dgm:spPr/>
    </dgm:pt>
    <dgm:pt modelId="{4284DA56-10F4-45D4-B4A0-A4B68597C8F5}" type="pres">
      <dgm:prSet presAssocID="{404D4355-82D9-4E81-B2E0-1BCD4A79081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AF7DF91-727E-4652-9083-3D736BE53C25}" type="pres">
      <dgm:prSet presAssocID="{404D4355-82D9-4E81-B2E0-1BCD4A790818}" presName="negativeSpace" presStyleCnt="0"/>
      <dgm:spPr/>
    </dgm:pt>
    <dgm:pt modelId="{32EC3651-32C5-4557-8CD2-9BBE8D4FAAF6}" type="pres">
      <dgm:prSet presAssocID="{404D4355-82D9-4E81-B2E0-1BCD4A790818}" presName="childText" presStyleLbl="conFgAcc1" presStyleIdx="0" presStyleCnt="4">
        <dgm:presLayoutVars>
          <dgm:bulletEnabled val="1"/>
        </dgm:presLayoutVars>
      </dgm:prSet>
      <dgm:spPr/>
    </dgm:pt>
    <dgm:pt modelId="{1C705B72-C787-41E2-9AA6-1E6C08C8F66C}" type="pres">
      <dgm:prSet presAssocID="{CEE75D70-8081-4B08-B062-AEE473F55646}" presName="spaceBetweenRectangles" presStyleCnt="0"/>
      <dgm:spPr/>
    </dgm:pt>
    <dgm:pt modelId="{F0FBB433-0CAE-49E0-A7E8-5F7EC44DB159}" type="pres">
      <dgm:prSet presAssocID="{74DA45CB-CE8C-4B34-8D83-ACA21E196C22}" presName="parentLin" presStyleCnt="0"/>
      <dgm:spPr/>
    </dgm:pt>
    <dgm:pt modelId="{D4E99A29-FF74-41E1-80B3-53AD0C339875}" type="pres">
      <dgm:prSet presAssocID="{74DA45CB-CE8C-4B34-8D83-ACA21E196C22}" presName="parentLeftMargin" presStyleLbl="node1" presStyleIdx="0" presStyleCnt="4"/>
      <dgm:spPr/>
    </dgm:pt>
    <dgm:pt modelId="{71A75BCF-385E-4AEF-8FD7-06D5A34879F1}" type="pres">
      <dgm:prSet presAssocID="{74DA45CB-CE8C-4B34-8D83-ACA21E196C2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33E93C6-B2E3-4B2A-8D39-026647792F93}" type="pres">
      <dgm:prSet presAssocID="{74DA45CB-CE8C-4B34-8D83-ACA21E196C22}" presName="negativeSpace" presStyleCnt="0"/>
      <dgm:spPr/>
    </dgm:pt>
    <dgm:pt modelId="{A9356B3B-C4D4-44DE-ABED-B0C0F7DBA96C}" type="pres">
      <dgm:prSet presAssocID="{74DA45CB-CE8C-4B34-8D83-ACA21E196C22}" presName="childText" presStyleLbl="conFgAcc1" presStyleIdx="1" presStyleCnt="4">
        <dgm:presLayoutVars>
          <dgm:bulletEnabled val="1"/>
        </dgm:presLayoutVars>
      </dgm:prSet>
      <dgm:spPr/>
    </dgm:pt>
    <dgm:pt modelId="{28726EEF-39F4-440A-BCC5-D4EDA7C6EAF0}" type="pres">
      <dgm:prSet presAssocID="{CBAD563C-8AAB-4BFD-B3E0-029DFBDA3A07}" presName="spaceBetweenRectangles" presStyleCnt="0"/>
      <dgm:spPr/>
    </dgm:pt>
    <dgm:pt modelId="{8B3BD207-BFFC-42F7-BAD8-A86BB1C9081B}" type="pres">
      <dgm:prSet presAssocID="{5E06DA49-99A2-4FAA-8771-7C55ADBDBEBB}" presName="parentLin" presStyleCnt="0"/>
      <dgm:spPr/>
    </dgm:pt>
    <dgm:pt modelId="{903F42E4-D510-4BCC-A3C7-070525E23EE0}" type="pres">
      <dgm:prSet presAssocID="{5E06DA49-99A2-4FAA-8771-7C55ADBDBEBB}" presName="parentLeftMargin" presStyleLbl="node1" presStyleIdx="1" presStyleCnt="4"/>
      <dgm:spPr/>
    </dgm:pt>
    <dgm:pt modelId="{B5F0B565-5C3F-4420-80A3-8032048C3A55}" type="pres">
      <dgm:prSet presAssocID="{5E06DA49-99A2-4FAA-8771-7C55ADBDBEB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B0CF189-CF7F-4FBB-A696-BED111605EB0}" type="pres">
      <dgm:prSet presAssocID="{5E06DA49-99A2-4FAA-8771-7C55ADBDBEBB}" presName="negativeSpace" presStyleCnt="0"/>
      <dgm:spPr/>
    </dgm:pt>
    <dgm:pt modelId="{F894F99C-D4B0-46C5-8ADD-BF7CC4CF3597}" type="pres">
      <dgm:prSet presAssocID="{5E06DA49-99A2-4FAA-8771-7C55ADBDBEBB}" presName="childText" presStyleLbl="conFgAcc1" presStyleIdx="2" presStyleCnt="4">
        <dgm:presLayoutVars>
          <dgm:bulletEnabled val="1"/>
        </dgm:presLayoutVars>
      </dgm:prSet>
      <dgm:spPr/>
    </dgm:pt>
    <dgm:pt modelId="{E343E821-20D0-4DD2-AAE2-7348C8458F20}" type="pres">
      <dgm:prSet presAssocID="{EB71697F-0142-4694-A7CD-B2AFAD3B0E45}" presName="spaceBetweenRectangles" presStyleCnt="0"/>
      <dgm:spPr/>
    </dgm:pt>
    <dgm:pt modelId="{65EB1C5D-F506-4170-A033-800FCFF8613E}" type="pres">
      <dgm:prSet presAssocID="{74D04824-BDBC-4E70-B900-FF22BFEBB16E}" presName="parentLin" presStyleCnt="0"/>
      <dgm:spPr/>
    </dgm:pt>
    <dgm:pt modelId="{91B8DCEA-E31E-4787-A21B-A3B572380992}" type="pres">
      <dgm:prSet presAssocID="{74D04824-BDBC-4E70-B900-FF22BFEBB16E}" presName="parentLeftMargin" presStyleLbl="node1" presStyleIdx="2" presStyleCnt="4"/>
      <dgm:spPr/>
    </dgm:pt>
    <dgm:pt modelId="{8C14C32C-4744-4C6C-A35D-56E439BF623A}" type="pres">
      <dgm:prSet presAssocID="{74D04824-BDBC-4E70-B900-FF22BFEBB16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C637A42-3FDB-499F-ADE7-D6E763938690}" type="pres">
      <dgm:prSet presAssocID="{74D04824-BDBC-4E70-B900-FF22BFEBB16E}" presName="negativeSpace" presStyleCnt="0"/>
      <dgm:spPr/>
    </dgm:pt>
    <dgm:pt modelId="{41824A05-2AB9-46DB-8A8D-6368E7A5EE02}" type="pres">
      <dgm:prSet presAssocID="{74D04824-BDBC-4E70-B900-FF22BFEBB16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A0B3C15-3A35-49C7-ADDF-EB81CFF6A602}" type="presOf" srcId="{5E06DA49-99A2-4FAA-8771-7C55ADBDBEBB}" destId="{B5F0B565-5C3F-4420-80A3-8032048C3A55}" srcOrd="1" destOrd="0" presId="urn:microsoft.com/office/officeart/2005/8/layout/list1"/>
    <dgm:cxn modelId="{A238813A-94EC-480F-85CE-6ACE562DFDD2}" type="presOf" srcId="{74DA45CB-CE8C-4B34-8D83-ACA21E196C22}" destId="{D4E99A29-FF74-41E1-80B3-53AD0C339875}" srcOrd="0" destOrd="0" presId="urn:microsoft.com/office/officeart/2005/8/layout/list1"/>
    <dgm:cxn modelId="{5682544A-2E64-4AAF-BC06-1502D0D771FC}" type="presOf" srcId="{74D04824-BDBC-4E70-B900-FF22BFEBB16E}" destId="{8C14C32C-4744-4C6C-A35D-56E439BF623A}" srcOrd="1" destOrd="0" presId="urn:microsoft.com/office/officeart/2005/8/layout/list1"/>
    <dgm:cxn modelId="{8272BC6E-A28A-40FA-8D73-0B58A836E638}" type="presOf" srcId="{74D04824-BDBC-4E70-B900-FF22BFEBB16E}" destId="{91B8DCEA-E31E-4787-A21B-A3B572380992}" srcOrd="0" destOrd="0" presId="urn:microsoft.com/office/officeart/2005/8/layout/list1"/>
    <dgm:cxn modelId="{1EEEBCA2-EF64-400D-A2CD-13BC6E864F04}" type="presOf" srcId="{74DA45CB-CE8C-4B34-8D83-ACA21E196C22}" destId="{71A75BCF-385E-4AEF-8FD7-06D5A34879F1}" srcOrd="1" destOrd="0" presId="urn:microsoft.com/office/officeart/2005/8/layout/list1"/>
    <dgm:cxn modelId="{32D9E9AE-08F5-4F58-8FC5-4CDAA6BCFB68}" srcId="{90851837-95FE-4531-ADF9-34DA8214E5B8}" destId="{5E06DA49-99A2-4FAA-8771-7C55ADBDBEBB}" srcOrd="2" destOrd="0" parTransId="{DC6B9CC6-7F2C-4FE0-8A90-67C2382899FA}" sibTransId="{EB71697F-0142-4694-A7CD-B2AFAD3B0E45}"/>
    <dgm:cxn modelId="{37C166B6-76F2-4B7A-B709-EBD0DF0D6147}" type="presOf" srcId="{404D4355-82D9-4E81-B2E0-1BCD4A790818}" destId="{4284DA56-10F4-45D4-B4A0-A4B68597C8F5}" srcOrd="1" destOrd="0" presId="urn:microsoft.com/office/officeart/2005/8/layout/list1"/>
    <dgm:cxn modelId="{7B3FB6B6-0069-4557-955E-23075A5E6F86}" type="presOf" srcId="{404D4355-82D9-4E81-B2E0-1BCD4A790818}" destId="{590CA859-9F94-4866-A2EB-4230BBD618DF}" srcOrd="0" destOrd="0" presId="urn:microsoft.com/office/officeart/2005/8/layout/list1"/>
    <dgm:cxn modelId="{6CAF4CC5-FC3A-4810-ADB3-D036394BEFF9}" type="presOf" srcId="{5E06DA49-99A2-4FAA-8771-7C55ADBDBEBB}" destId="{903F42E4-D510-4BCC-A3C7-070525E23EE0}" srcOrd="0" destOrd="0" presId="urn:microsoft.com/office/officeart/2005/8/layout/list1"/>
    <dgm:cxn modelId="{E5DD93C9-8DE9-4C42-BFDB-6F7D16472248}" type="presOf" srcId="{90851837-95FE-4531-ADF9-34DA8214E5B8}" destId="{7A6EFE5B-B4AF-4B16-B38A-AEC5FD67B9F3}" srcOrd="0" destOrd="0" presId="urn:microsoft.com/office/officeart/2005/8/layout/list1"/>
    <dgm:cxn modelId="{8B2EBBDF-C14F-48E6-B81E-BC7DB1B8074F}" srcId="{90851837-95FE-4531-ADF9-34DA8214E5B8}" destId="{74D04824-BDBC-4E70-B900-FF22BFEBB16E}" srcOrd="3" destOrd="0" parTransId="{9F1C0333-104A-49EB-A420-F66BE02949A0}" sibTransId="{9CE0ACCE-BB6E-45A1-88F4-8AEE4F10FFCC}"/>
    <dgm:cxn modelId="{24F69DE3-EF90-49FE-85FD-03F00F3160C3}" srcId="{90851837-95FE-4531-ADF9-34DA8214E5B8}" destId="{74DA45CB-CE8C-4B34-8D83-ACA21E196C22}" srcOrd="1" destOrd="0" parTransId="{4F7234B2-6070-4B9E-BDA9-C9BB2F3A3E79}" sibTransId="{CBAD563C-8AAB-4BFD-B3E0-029DFBDA3A07}"/>
    <dgm:cxn modelId="{C53119F9-0417-4A6F-86A5-408C0B282D5B}" srcId="{90851837-95FE-4531-ADF9-34DA8214E5B8}" destId="{404D4355-82D9-4E81-B2E0-1BCD4A790818}" srcOrd="0" destOrd="0" parTransId="{01E5BAD0-3D6C-4DC1-BCC6-7E9076B9B4DD}" sibTransId="{CEE75D70-8081-4B08-B062-AEE473F55646}"/>
    <dgm:cxn modelId="{942B8C48-CE12-4181-B494-5553F5820B6C}" type="presParOf" srcId="{7A6EFE5B-B4AF-4B16-B38A-AEC5FD67B9F3}" destId="{37E3934C-8C36-4F17-AF4A-21CE1F32C32D}" srcOrd="0" destOrd="0" presId="urn:microsoft.com/office/officeart/2005/8/layout/list1"/>
    <dgm:cxn modelId="{1B58C065-1ADD-43B2-A336-10DFF439B146}" type="presParOf" srcId="{37E3934C-8C36-4F17-AF4A-21CE1F32C32D}" destId="{590CA859-9F94-4866-A2EB-4230BBD618DF}" srcOrd="0" destOrd="0" presId="urn:microsoft.com/office/officeart/2005/8/layout/list1"/>
    <dgm:cxn modelId="{4AA01E48-B6E4-4093-A72B-33BC94F7AF3E}" type="presParOf" srcId="{37E3934C-8C36-4F17-AF4A-21CE1F32C32D}" destId="{4284DA56-10F4-45D4-B4A0-A4B68597C8F5}" srcOrd="1" destOrd="0" presId="urn:microsoft.com/office/officeart/2005/8/layout/list1"/>
    <dgm:cxn modelId="{56CC0414-A2DC-4161-8B51-F2F5E2E34055}" type="presParOf" srcId="{7A6EFE5B-B4AF-4B16-B38A-AEC5FD67B9F3}" destId="{4AF7DF91-727E-4652-9083-3D736BE53C25}" srcOrd="1" destOrd="0" presId="urn:microsoft.com/office/officeart/2005/8/layout/list1"/>
    <dgm:cxn modelId="{993594A8-C735-423D-9618-EDC68DC36D78}" type="presParOf" srcId="{7A6EFE5B-B4AF-4B16-B38A-AEC5FD67B9F3}" destId="{32EC3651-32C5-4557-8CD2-9BBE8D4FAAF6}" srcOrd="2" destOrd="0" presId="urn:microsoft.com/office/officeart/2005/8/layout/list1"/>
    <dgm:cxn modelId="{F4BEA151-7C30-4081-8643-6E5D1F87C7F5}" type="presParOf" srcId="{7A6EFE5B-B4AF-4B16-B38A-AEC5FD67B9F3}" destId="{1C705B72-C787-41E2-9AA6-1E6C08C8F66C}" srcOrd="3" destOrd="0" presId="urn:microsoft.com/office/officeart/2005/8/layout/list1"/>
    <dgm:cxn modelId="{4805D438-DA36-47BD-B5AE-3CBB58203FE2}" type="presParOf" srcId="{7A6EFE5B-B4AF-4B16-B38A-AEC5FD67B9F3}" destId="{F0FBB433-0CAE-49E0-A7E8-5F7EC44DB159}" srcOrd="4" destOrd="0" presId="urn:microsoft.com/office/officeart/2005/8/layout/list1"/>
    <dgm:cxn modelId="{D2B3405A-4407-4D06-88D3-DBEAA23E3046}" type="presParOf" srcId="{F0FBB433-0CAE-49E0-A7E8-5F7EC44DB159}" destId="{D4E99A29-FF74-41E1-80B3-53AD0C339875}" srcOrd="0" destOrd="0" presId="urn:microsoft.com/office/officeart/2005/8/layout/list1"/>
    <dgm:cxn modelId="{5C2C33C2-9E4B-4196-9798-46B9CD3CA6F2}" type="presParOf" srcId="{F0FBB433-0CAE-49E0-A7E8-5F7EC44DB159}" destId="{71A75BCF-385E-4AEF-8FD7-06D5A34879F1}" srcOrd="1" destOrd="0" presId="urn:microsoft.com/office/officeart/2005/8/layout/list1"/>
    <dgm:cxn modelId="{B5F5AFE4-70C4-40CD-BF36-D7B5F9B9CABE}" type="presParOf" srcId="{7A6EFE5B-B4AF-4B16-B38A-AEC5FD67B9F3}" destId="{433E93C6-B2E3-4B2A-8D39-026647792F93}" srcOrd="5" destOrd="0" presId="urn:microsoft.com/office/officeart/2005/8/layout/list1"/>
    <dgm:cxn modelId="{CF5D5C0C-76F7-4EBE-856B-CA93A54F87C8}" type="presParOf" srcId="{7A6EFE5B-B4AF-4B16-B38A-AEC5FD67B9F3}" destId="{A9356B3B-C4D4-44DE-ABED-B0C0F7DBA96C}" srcOrd="6" destOrd="0" presId="urn:microsoft.com/office/officeart/2005/8/layout/list1"/>
    <dgm:cxn modelId="{7C90FD0F-D661-4C77-AA7D-D863A1827D8B}" type="presParOf" srcId="{7A6EFE5B-B4AF-4B16-B38A-AEC5FD67B9F3}" destId="{28726EEF-39F4-440A-BCC5-D4EDA7C6EAF0}" srcOrd="7" destOrd="0" presId="urn:microsoft.com/office/officeart/2005/8/layout/list1"/>
    <dgm:cxn modelId="{6FA38857-1EFC-4F4D-994C-49511939A659}" type="presParOf" srcId="{7A6EFE5B-B4AF-4B16-B38A-AEC5FD67B9F3}" destId="{8B3BD207-BFFC-42F7-BAD8-A86BB1C9081B}" srcOrd="8" destOrd="0" presId="urn:microsoft.com/office/officeart/2005/8/layout/list1"/>
    <dgm:cxn modelId="{8F441E7F-1E77-4883-A972-4306B16E6159}" type="presParOf" srcId="{8B3BD207-BFFC-42F7-BAD8-A86BB1C9081B}" destId="{903F42E4-D510-4BCC-A3C7-070525E23EE0}" srcOrd="0" destOrd="0" presId="urn:microsoft.com/office/officeart/2005/8/layout/list1"/>
    <dgm:cxn modelId="{20B7A8D4-3A51-4630-A8CA-7AC1A11F86A1}" type="presParOf" srcId="{8B3BD207-BFFC-42F7-BAD8-A86BB1C9081B}" destId="{B5F0B565-5C3F-4420-80A3-8032048C3A55}" srcOrd="1" destOrd="0" presId="urn:microsoft.com/office/officeart/2005/8/layout/list1"/>
    <dgm:cxn modelId="{89D20BA3-B8E3-439F-95F5-30236A57A9DE}" type="presParOf" srcId="{7A6EFE5B-B4AF-4B16-B38A-AEC5FD67B9F3}" destId="{0B0CF189-CF7F-4FBB-A696-BED111605EB0}" srcOrd="9" destOrd="0" presId="urn:microsoft.com/office/officeart/2005/8/layout/list1"/>
    <dgm:cxn modelId="{E58202F0-86F8-4F76-B2DC-B908A47C4A75}" type="presParOf" srcId="{7A6EFE5B-B4AF-4B16-B38A-AEC5FD67B9F3}" destId="{F894F99C-D4B0-46C5-8ADD-BF7CC4CF3597}" srcOrd="10" destOrd="0" presId="urn:microsoft.com/office/officeart/2005/8/layout/list1"/>
    <dgm:cxn modelId="{6E00872B-22F3-4F18-B793-66F49ED2483D}" type="presParOf" srcId="{7A6EFE5B-B4AF-4B16-B38A-AEC5FD67B9F3}" destId="{E343E821-20D0-4DD2-AAE2-7348C8458F20}" srcOrd="11" destOrd="0" presId="urn:microsoft.com/office/officeart/2005/8/layout/list1"/>
    <dgm:cxn modelId="{95BC11FF-CEF9-472D-82E4-38FA1C251CF8}" type="presParOf" srcId="{7A6EFE5B-B4AF-4B16-B38A-AEC5FD67B9F3}" destId="{65EB1C5D-F506-4170-A033-800FCFF8613E}" srcOrd="12" destOrd="0" presId="urn:microsoft.com/office/officeart/2005/8/layout/list1"/>
    <dgm:cxn modelId="{19E66421-00BF-4E46-AF7E-7D8B9CC5AE05}" type="presParOf" srcId="{65EB1C5D-F506-4170-A033-800FCFF8613E}" destId="{91B8DCEA-E31E-4787-A21B-A3B572380992}" srcOrd="0" destOrd="0" presId="urn:microsoft.com/office/officeart/2005/8/layout/list1"/>
    <dgm:cxn modelId="{6EF7A5CA-6A6C-4B2C-8313-F3BC546AD1B1}" type="presParOf" srcId="{65EB1C5D-F506-4170-A033-800FCFF8613E}" destId="{8C14C32C-4744-4C6C-A35D-56E439BF623A}" srcOrd="1" destOrd="0" presId="urn:microsoft.com/office/officeart/2005/8/layout/list1"/>
    <dgm:cxn modelId="{AA93C263-61E4-450C-8A6B-6BAE550B67EC}" type="presParOf" srcId="{7A6EFE5B-B4AF-4B16-B38A-AEC5FD67B9F3}" destId="{DC637A42-3FDB-499F-ADE7-D6E763938690}" srcOrd="13" destOrd="0" presId="urn:microsoft.com/office/officeart/2005/8/layout/list1"/>
    <dgm:cxn modelId="{18E489A0-C504-444C-973D-D4D96BDF06CB}" type="presParOf" srcId="{7A6EFE5B-B4AF-4B16-B38A-AEC5FD67B9F3}" destId="{41824A05-2AB9-46DB-8A8D-6368E7A5EE0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EC3651-32C5-4557-8CD2-9BBE8D4FAAF6}">
      <dsp:nvSpPr>
        <dsp:cNvPr id="0" name=""/>
        <dsp:cNvSpPr/>
      </dsp:nvSpPr>
      <dsp:spPr>
        <a:xfrm>
          <a:off x="0" y="1595910"/>
          <a:ext cx="6900512" cy="403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84DA56-10F4-45D4-B4A0-A4B68597C8F5}">
      <dsp:nvSpPr>
        <dsp:cNvPr id="0" name=""/>
        <dsp:cNvSpPr/>
      </dsp:nvSpPr>
      <dsp:spPr>
        <a:xfrm>
          <a:off x="345025" y="1359750"/>
          <a:ext cx="4830358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Attention allows the model to focus dynamically</a:t>
          </a:r>
        </a:p>
      </dsp:txBody>
      <dsp:txXfrm>
        <a:off x="368082" y="1382807"/>
        <a:ext cx="4784244" cy="426206"/>
      </dsp:txXfrm>
    </dsp:sp>
    <dsp:sp modelId="{A9356B3B-C4D4-44DE-ABED-B0C0F7DBA96C}">
      <dsp:nvSpPr>
        <dsp:cNvPr id="0" name=""/>
        <dsp:cNvSpPr/>
      </dsp:nvSpPr>
      <dsp:spPr>
        <a:xfrm>
          <a:off x="0" y="2321670"/>
          <a:ext cx="6900512" cy="403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A75BCF-385E-4AEF-8FD7-06D5A34879F1}">
      <dsp:nvSpPr>
        <dsp:cNvPr id="0" name=""/>
        <dsp:cNvSpPr/>
      </dsp:nvSpPr>
      <dsp:spPr>
        <a:xfrm>
          <a:off x="345025" y="2085510"/>
          <a:ext cx="4830358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Solves the encoder bottleneck problem</a:t>
          </a:r>
        </a:p>
      </dsp:txBody>
      <dsp:txXfrm>
        <a:off x="368082" y="2108567"/>
        <a:ext cx="4784244" cy="426206"/>
      </dsp:txXfrm>
    </dsp:sp>
    <dsp:sp modelId="{F894F99C-D4B0-46C5-8ADD-BF7CC4CF3597}">
      <dsp:nvSpPr>
        <dsp:cNvPr id="0" name=""/>
        <dsp:cNvSpPr/>
      </dsp:nvSpPr>
      <dsp:spPr>
        <a:xfrm>
          <a:off x="0" y="3047430"/>
          <a:ext cx="6900512" cy="403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0B565-5C3F-4420-80A3-8032048C3A55}">
      <dsp:nvSpPr>
        <dsp:cNvPr id="0" name=""/>
        <dsp:cNvSpPr/>
      </dsp:nvSpPr>
      <dsp:spPr>
        <a:xfrm>
          <a:off x="345025" y="2811270"/>
          <a:ext cx="4830358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Integral part of modern sequence models</a:t>
          </a:r>
        </a:p>
      </dsp:txBody>
      <dsp:txXfrm>
        <a:off x="368082" y="2834327"/>
        <a:ext cx="4784244" cy="426206"/>
      </dsp:txXfrm>
    </dsp:sp>
    <dsp:sp modelId="{41824A05-2AB9-46DB-8A8D-6368E7A5EE02}">
      <dsp:nvSpPr>
        <dsp:cNvPr id="0" name=""/>
        <dsp:cNvSpPr/>
      </dsp:nvSpPr>
      <dsp:spPr>
        <a:xfrm>
          <a:off x="0" y="3773190"/>
          <a:ext cx="6900512" cy="403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14C32C-4744-4C6C-A35D-56E439BF623A}">
      <dsp:nvSpPr>
        <dsp:cNvPr id="0" name=""/>
        <dsp:cNvSpPr/>
      </dsp:nvSpPr>
      <dsp:spPr>
        <a:xfrm>
          <a:off x="345025" y="3537030"/>
          <a:ext cx="4830358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Sets the stage for fully parallel architectures</a:t>
          </a:r>
        </a:p>
      </dsp:txBody>
      <dsp:txXfrm>
        <a:off x="368082" y="3560087"/>
        <a:ext cx="4784244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5:32:51.1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24257 2195 1 0,'-3'0'337'0,"0"0"-299"0,2 0 33 0,-2 0 21 0,1 0-63 0,1 0-21 0,-2 0-8 0,0 0-4 0,-2 0-59 0,1 0-126 0</inkml:trace>
  <inkml:trace contextRef="#ctx0" brushRef="#br0" timeOffset="2772.46">24186 2195 494 0,'0'0'120'0,"0"0"-81"16,0 0 114-16,0 0-46 0,0 0-35 15,0 0-14-15,0 0-4 16,-14-22-8-16,14 22-6 16,0 0-6-16,-2 0 4 15,2 0-12-15,0 0-11 16,0 4-10-16,0 11 6 16,0 8 8-16,0 7 7 15,0 2-7-15,0 4 6 16,0 5-3-16,0 5 2 15,-4 2 14-15,-3-1-13 16,2-7-3-16,1-4-9 16,1-5-7-16,0-5-4 15,3-8-1-15,-3-3-2 0,3-7 0 16,0-7-23 0,-2-1-53-16,2-6-42 15,-3-18-97-15,0-8-435 0</inkml:trace>
  <inkml:trace contextRef="#ctx0" brushRef="#br0" timeOffset="3485.15">24184 2113 587 0,'0'0'145'0,"0"0"-108"0,0 0 111 16,0 0-48-16,0 0-53 15,0 0-17-15,30-24-5 16,-14 24 12-16,2 0 1 16,3 7-11-16,0 10 7 15,-3 2-22-15,0 5-2 16,-5 4 6-16,0 1-4 15,0-3 2-15,-4-2 3 16,4-9-7-16,-3-3-3 16,4-8-4-16,-4-4 3 15,-1 0 3-15,4-6 13 0,0-15-4 16,0-4-10 0,-3-4-4-16,1-2 0 0,-5 1-2 15,0-3-1 1,-3 3 0-16,0 1-1 0,1 7-1 15,1 5 1 1,-1 9 0-16,-2 8 0 0,-2 0 0 16,0 0 0-16,0 0-8 15,0 0-3-15,1 3 9 16,4 10 2-16,0 2 5 16,-2 5-2-16,0 1 0 15,-1 3 0-15,-1 3 3 16,1 4 4-16,-2 1 2 15,0 4 2-15,0-1 18 0,0 2-17 16,0 0 4 0,0-1-1-16,0 0-2 0,0-1-9 15,0-1 3-15,0-2-1 16,0-3 5-16,-3-1-5 16,0-4-2-16,-2-3-3 15,2-5-2-15,1-1-1 16,0-4 0-16,1-1-1 15,1-2-3-15,0-4-7 16,-2 0-29-16,2-4-12 16,0 0-28-16,0 0-13 15,-1-13-77-15,1-10-189 16,0-4-235-16</inkml:trace>
  <inkml:trace contextRef="#ctx0" brushRef="#br0" timeOffset="4070.28">24818 2013 769 0,'0'0'67'0,"0"0"-43"0,0 0 112 0,0 0-56 16,0 0-57-16,0 0-20 16,6 8 27-16,-3 9 10 15,-3-3 15-15,2 5 11 16,-2 2-20-16,0 3-1 16,0 5-16-16,0 0 8 15,0 5-7-15,-7 3-9 16,0 1-1-16,-5 3 6 0,2-1-5 15,1 0-9 1,-2-2-3-16,4-5-2 0,-1-2-3 16,2-5-2-1,2-6 1-15,0-1-1 0,2-5-1 16,1-5 1 0,1-4 2-16,0-3-4 0,0-1 1 15,0-1 0 1,0 0 0-16,0 0 0 0,3 0-1 15,16 0 11-15,6-8 10 16,8-5-1-16,7-3-3 16,8-1-3-16,3 1 5 0,4-2 13 15,-6 4-12 1,-5 2-7-16,-7 1-10 16,-7 5-3-16,-3 4 0 15,-5-1-5-15,-4 3-33 16,-6 0-32-16,-5 0-34 0,-4 0-51 15,3 0-37-15,-5-7-86 16,1-6-244-16</inkml:trace>
  <inkml:trace contextRef="#ctx0" brushRef="#br0" timeOffset="4557.87">25418 2139 1008 0,'0'0'134'0,"0"0"-123"16,0 0 148-16,0 0-46 15,0 0-48-15,0 0-44 16,-37 5-19-16,26 18 2 0,-1 8 4 16,5 3-6-1,-1 4 2-15,4 3 1 0,2 0-3 16,2 1 2-16,0-4-2 15,0-7 0-15,11-5-1 16,6-9 1-16,8-6-2 0,1-7 2 0,7-4 0 31,2 0 0-31,3-4 2 0,-2-13 1 16,0-8-5 0,-6-6-1-16,-7-5 1 15,-4-3-3-15,-9-1-5 16,-9-1 0-16,-1-2 8 15,-11 2-1-15,-14 4 1 16,-6 5 0-16,-4 8 2 0,-3 7 7 16,4 6-2-16,4 10 17 15,8 1-6-15,7 0-16 16,9 0-2-16,3 6-16 16,3 8-92-16,0 3-158 15,9-4-308-15</inkml:trace>
  <inkml:trace contextRef="#ctx0" brushRef="#br0" timeOffset="4855.16">25861 2163 966 0,'0'0'434'0,"0"0"-426"0,0 0 69 0,0 0 74 15,0 0-72-15,0 0-72 16,0 25-3-16,0 8 14 16,0 12-11-16,-3 6 9 0,-3 5 7 15,0 4-11 1,-1 2-1-16,0-3-5 0,3-6-5 16,-2-5 0-1,5-5-1-15,1-12-1 0,0-8-1 16,0-11-27-1,0-9-53-15,0-3-30 0,0-9 19 16,0-19-125-16,0-10-188 16,0-8-299-16</inkml:trace>
  <inkml:trace contextRef="#ctx0" brushRef="#br0" timeOffset="5159.87">25845 2135 908 0,'0'0'49'0,"0"0"-49"15,104-64 84-15,-64 50 47 16,-5 3-43-16,-9 9-26 0,-3 2 3 16,-10 0-22-1,-2 13 3-15,-3 7-12 0,-8 5-5 16,0 4-16-16,0 0 0 15,-16 0 8-15,-4 1 8 16,0-5 2-16,-4-5-11 16,2-4-5-16,1-2-8 15,3-8-1-15,0-2-3 0,6-2 1 16,3-2-4 0,1 0-20-16,3 0-62 15,3-8-54-15,2-2-122 16,2-2-168-16</inkml:trace>
  <inkml:trace contextRef="#ctx0" brushRef="#br0" timeOffset="5597.89">26522 1961 1088 0,'0'0'73'0,"0"0"-24"16,0 0 135-16,-79-5-82 16,50 23-54-16,2 4-28 15,7 3-6-15,5 3 0 16,6-4-9-16,7-1-1 16,2 0-2-16,0-4-3 0,5-2 1 15,14-3-1 1,2 1 1-16,3-1 0 0,0 2 2 15,3-1-1-15,-3-2-1 0,-1 2-1 16,-5-2 1 0,-4 0 2-16,-7-2-1 15,-7 2 1-15,0 0 8 16,-4 2 9-16,-20 1 26 16,-10 0 0-16,-7 0-18 15,-2-3 1-15,3-2-5 16,4-5-4-16,6-3-10 15,5-3-7-15,5 0 7 0,5 0-9 16,6-8-6-16,1-4-53 16,6-1-78-16,2-3-130 15,0-2-245-15</inkml:trace>
  <inkml:trace contextRef="#ctx0" brushRef="#br0" timeOffset="7253.72">28482 1559 622 0,'0'0'107'0,"0"0"-99"16,0 0 83-16,0 0 76 0,0 0-43 15,0 0-46 1,9-29-10-16,-7 29-1 16,-2-3-1-16,0 3-7 15,0 0-15-15,-15 0-32 0,-11 3-1 16,-3 13-8 0,-6 5 0-16,1 6 1 15,1-1-1-15,2 2 0 16,2 0-1-16,4 1 0 0,0 0 1 15,1 0-3-15,0 2 1 0,4-1 0 16,0 1 0 0,5 2-1-16,1-2 0 15,5-2 2-15,5 0-1 16,2-1 0-16,1-3-1 0,1 2 1 16,0-1-1-1,0-1 1-15,1-2 1 0,7-2-2 16,2-3 1-16,5-3-1 0,2-2 1 0,4-4 0 31,-1-2-1-31,3-2 1 16,-1-5-1-16,2 0 0 15,-3 0 0-15,-2 0 0 16,1-12 0-16,-5-3-1 16,3-3-1-16,-5-1 0 15,-1 0-3-15,-6-1 0 16,-5 3 5-16,-1 0 0 15,0-1-1-15,-3 0 1 0,-7 4 0 16,-5-2 0 0,1 2-1-16,0 1-47 0,0 1-58 15,2 5-80 1,3 1-136-16,0 3-203 16</inkml:trace>
  <inkml:trace contextRef="#ctx0" brushRef="#br0" timeOffset="7745.59">28260 1977 987 0,'0'0'25'0,"0"0"-20"16,0 0 91-16,0 0-25 15,0 0-55-15,0 0-6 0,10-1 0 16,1 1 4-16,7 0-3 0,5 0 13 16,6 0-1-1,2-6-2-15,2-4-1 16,0 1-1-16,0-1-4 16,1 1-8-16,-3 0 1 15,-4 0-5-15,-2 2 4 16,-6 2-5-16,-2 2-1 15,-6 2 1-15,-3 1 6 16,-3 0-5-16,-3 1-2 0,-2 12 8 16,0 8 14-1,0 3 10-15,-4 6-8 16,-4 3 1-16,2 3-2 16,0 3 2-16,1 1 0 0,2 1-2 15,-2-3 8 1,3 0 6-16,1-6-25 0,-1-5-8 15,2-3-4-15,0-7-1 0,0-5-1 16,0-5-1 0,0-5-42-16,0-2-57 0,12-7-58 15,0-17-109 1,0-11-279-16</inkml:trace>
  <inkml:trace contextRef="#ctx0" brushRef="#br0" timeOffset="8422.81">28799 1981 977 0,'0'0'0'0,"0"0"0"15,0 0 16-15,0 0 59 16,29-80-23-16,-26 68-34 15,-3 4 12-15,0 4 16 0,0 2 54 16,-6 2-45 0,-6 0-21-16,-4 21-7 15,1 7 3-15,-1 8 36 16,5-1-17-16,1-3-15 0,7-2-2 16,3-5-20-1,0-6-5-15,3-4-2 0,9-5 1 16,3-5-3-16,2-5 0 15,7 0-3-15,2-8 4 16,2-10-4-16,1-4-4 0,-3 1-20 16,-2-1 3-1,-2 3 3-15,-3 7 12 0,-5 5 6 16,-3 4 0 0,-4 3 0-16,4 0 1 0,-1 2 0 15,-2 10 14 1,-1 5 4-16,-3-1-7 15,-1 2-2-15,-3-4-2 16,2-4 1-16,-2-4-7 0,0-4 3 16,0-2-3-16,0 0-2 15,1 0 2-15,3 0 4 16,3-8-2-16,4-13-4 16,5-7-3-16,3-6-2 15,1 0-3-15,-1 3-19 16,2 4 20-16,-2 9 5 15,-1 5 2-15,-4 8 0 16,-3 5 7-16,-1 0 11 16,-1 14 6-16,-3 9 0 15,-5 7 1-15,-1 3 6 0,0-1 6 16,0-3-21 0,0-3-12-16,0-5-3 0,0-4-1 15,0-4-24 1,6-7-98-16,9-6-20 0,9 0-223 15,4-12-137-15</inkml:trace>
  <inkml:trace contextRef="#ctx0" brushRef="#br0" timeOffset="8884.52">29655 1903 1215 0,'0'0'64'0,"0"0"-63"0,0 0 78 15,0 0 110-15,0 0-110 0,-11 73-51 16,7-72-7-16,1-1-5 16,2 0-9-16,1 0 2 15,0 0 3-15,0-17-10 16,0-11-2-16,0-9-18 16,4-6-13-16,9-3-1 15,3-7-8-15,0 0 1 16,-3-1 19-16,2 8 5 15,-1 8 9-15,0 8 6 16,1 9 3-16,-1 8 4 16,-4 6 13-16,-1 7 7 15,3 0-12-15,2 5-5 16,3 19 16-16,1 8-5 16,0 10-2-16,-3 8-1 15,0 2 13-15,-3 0-1 0,1-2 4 16,-2-4-5-1,3-3-4-15,0-7-17 0,-2-3 1 0,1-12-4 16,-5-7-5-16,-3-6-11 16,-5-5-94-1,0-3-81-15,-8 0-24 0,-20-11-310 16</inkml:trace>
  <inkml:trace contextRef="#ctx0" brushRef="#br0" timeOffset="9017.68">29647 1880 725 0,'0'0'588'16,"0"0"-588"-16,0 0 0 15,0 0 74-15,0 0-45 16,129-82-29-16,-70 59-31 16,-1 1-133-16,-3 2-148 15,-6 0-242-15</inkml:trace>
  <inkml:trace contextRef="#ctx0" brushRef="#br0" timeOffset="9244.7">30286 1611 892 0,'0'0'305'16,"0"0"-303"-16,0 0 60 0,0 0 117 15,0 0-41 1,-1 79-50-16,1-48-20 0,0 1-36 15,0 1-9-15,0-3-6 16,0-2-10-16,-2-3-7 16,1-6 0-16,-4-2-5 15,1-6-76-15,-1-7-83 16,-4-4-73-16,-4 0-177 0</inkml:trace>
  <inkml:trace contextRef="#ctx0" brushRef="#br0" timeOffset="9442.31">30130 1541 1194 0,'0'0'0'16,"0"0"0"-16,0 0 66 15,92-40 23-15,-51 31-47 16,1 3-32-16,-4 2-10 15,-7 0-3-15,-10 4-111 0,-15 0-173 16</inkml:trace>
  <inkml:trace contextRef="#ctx0" brushRef="#br0" timeOffset="9606.87">30158 1970 1381 0,'0'0'36'0,"0"0"-31"15,0 0 127-15,107-9 3 16,-56-16-94-16,6-4-41 16,-5-1-51-16,-15 5-194 15,-18 5-361-15</inkml:trace>
  <inkml:trace contextRef="#ctx0" brushRef="#br0" timeOffset="11742.31">25894 3324 752 0,'0'0'169'0,"0"0"-153"16,0 0-7-16,0 0 20 0,0 0 27 15,0 0-23 1,0 0-30-16,-20 47 44 15,17-6-9-15,2 6-8 16,1 9-6-16,0 11 39 0,0 11-23 16,-2 7-1-16,-1-2-18 15,0-7-5 1,2-7-11-16,1-7-2 0,0-8 3 16,0-9-3-16,10-12 0 15,5-7-1-15,-1-8 0 16,5-3-1-16,1-7-1 15,8-2 1-15,3-4-1 16,8-2 1-16,6 0 0 16,3 0 0-16,7-3-1 15,7-8 0-15,8-4 0 16,7-2 0-16,6 0-1 16,2-1 2-16,3 1 0 0,2 1-1 15,2 4-2 1,2 0-11-16,2 1-5 0,3 2-3 15,-2-4-22 1,5 1 16-16,4-3 15 16,-2-1 3-16,1 1 2 0,-1 0 7 15,-5 3-7-15,-5 4 3 16,-8 1 3-16,-3 3-3 16,-5 3 0-16,-3 0 3 15,-1-1 1-15,-2-2-1 16,7-4 0-16,0-4 0 0,6 1 0 15,-1 0 0 1,-6 0 1-16,-4 0 1 0,-8 2-1 16,-10 3 0-1,-8 1 1-15,-6 1-1 0,-8 2 0 16,-4-2 1-16,-6-1-1 16,0 2 0-16,-2-1 0 15,-3 0 1-15,-2 0 0 16,-2 0 2-16,-5 1 2 15,-4 0-1-15,-1 3-1 16,-3-1-3-16,-2-1 7 16,0-1 10-16,0 0-1 15,3-6-14-15,1 1-1 16,-1-7-1-16,0-2 1 16,-2-3 0-16,-1-5 1 15,0-5 13-15,0-1 3 16,0-4-7-16,0-2 4 0,0 1 19 15,0-6-29 1,0-1 12-16,0-1-6 0,0-2 4 16,0 2-2-16,-6-2 34 15,-2 5 6-15,-2-3-51 0,1 0 5 16,-1-2 22 0,4 0 19-16,0 2-41 0,-2-1 9 15,2 3 8 1,-4 1-13-16,3 2-5 0,-2 3-4 15,0 5-2-15,1 6 0 16,-1 5-2-16,2 6 0 16,-5 7-45-1,-6 4-93-15,-10 3-157 0,-15 0-883 16</inkml:trace>
  <inkml:trace contextRef="#ctx0" brushRef="#br0" timeOffset="14299.45">27647 4038 671 0,'0'0'13'15,"0"0"72"-15,0 0 30 0,0 0-27 16,0 0-43 0,0 0-29-16,0 0-6 0,0 0-6 15,-5-8 2 1,5 8 7-16,0 0 10 0,0 14 3 16,0 9 47-16,0 6-5 15,0 3-36-15,0 1 44 16,0 4-31-16,0 1-30 15,0-1 36-15,0 5 3 16,0-4-43-16,0 0 22 16,0-1-15-16,-2-4-3 15,0 2 6-15,-1-8-4 16,3-1-11-16,0-5-5 0,0-2-1 16,0-6 0-1,0-5-2-15,0-2-39 16,0-4-50-16,0-2-47 0,-9 0-83 15,-6 0-268-15</inkml:trace>
  <inkml:trace contextRef="#ctx0" brushRef="#br0" timeOffset="14737.85">27377 4506 806 0,'0'0'15'0,"0"0"-9"0,0 0 2 0,0 0 23 15,0 0 95-15,0 0-85 16,45 74-17-16,-32-43 44 0,-3 1-43 15,0 3 3 1,-2 1-9-16,-2 3 25 16,0-1-3-16,-1-1 6 15,1-10-29-15,-1-4 3 0,1-9-12 16,-1-7 3 0,1-3 0-16,2-4-2 15,5 0 5-15,8-21 24 16,4-8-16-16,11-10-15 15,4-3-6-15,7-1 0 0,3 4 2 16,2 2-4-16,-4 1 0 16,-5 5 0-16,-8 2-24 0,-7 7-83 15,-5 2-96 1,-7 5-156-16</inkml:trace>
  <inkml:trace contextRef="#ctx0" brushRef="#br0" timeOffset="15905.75">29106 4419 778 0,'0'0'24'15,"0"0"26"-15,0 0 81 16,0 0-28-16,0 0-1 16,0 0-19-16,0-35-4 15,0 35-23-15,0 0-17 16,0 0-13-16,0 0-13 16,0 4-13-16,-2 15 0 15,1 8 14-15,-1 3 15 0,1 6-13 16,-2 0-3-1,0 4-1-15,0 1 12 0,-4 1-17 16,1-1 2-16,0 0 0 16,-4-1-7-16,2 1 8 15,0-4-2-15,2-4 2 16,0-3-5 0,2-5-2-16,-3-4-2 0,2-4 4 15,-1-5-3-15,3-6 0 16,1-3-2-16,2-3 0 15,0 0 1-15,0 0-1 16,0 0 6-16,0 0 1 16,0 0-1-16,0 0-2 15,0 0 1-15,2-8-5 16,12-6-5-16,9-2 0 0,6-2 5 16,2 2 0-1,2 1 0-15,3 0 0 0,7 0 1 16,6 1 1-16,5 0 3 15,-1 4 1-15,-8 4-6 16,-7 5 0-16,-13 1-1 16,-3 0 0-16,-6 0-4 15,-3 0-5-15,-7 0-63 16,-5 0-39-16,-1 0-50 16,0 0-59-16,0-3-195 15</inkml:trace>
  <inkml:trace contextRef="#ctx0" brushRef="#br0" timeOffset="16421">29662 4359 982 0,'0'0'1'0,"0"0"2"16,0 0 110-16,0 0-26 16,0 0-66-16,0 0-12 15,15 20 43-15,-13 6-18 16,-1 4 29-16,-1 2 6 16,0 4-41-16,0 0-3 15,0 3 23-15,0-1-30 16,-8 1-18-16,-3 1 10 0,0-1 2 0,-2-2 0 15,4-5-8-15,1-7-4 16,2-6 0 0,5-7 0-16,-2-7 2 0,3-2-2 15,0-3 2 1,0 0 3-16,0 0 0 0,0 0 2 16,4-10 6-1,13-5 4-15,10-1-5 16,7-4-4-16,5 2-7 0,4 3 2 15,1 1 0 1,0 4 5-16,-3 2-2 0,-9 3 0 0,-5 4-6 31,-6 1-1-31,-4 0-4 16,0 0 0-16,-3 0-25 0,-5 0-52 16,-2 0-50-16,-2 0-62 15,-4-3-87-15,1-7-630 16</inkml:trace>
  <inkml:trace contextRef="#ctx0" brushRef="#br0" timeOffset="17259.02">30134 4405 551 0,'0'0'570'0,"0"0"-565"0,0 0 36 15,0 0 92-15,0 0-85 16,0 0-6-16,-8 59 39 16,8-22-56-16,0 3 39 15,0 1-18-15,0-1-3 16,0-3-3-16,0-8-18 16,0-7-6-16,0-6-11 15,0-8-4-15,0-4-1 16,0-3 0-16,0-1 3 15,0 0 4-15,0-7 8 0,0-12-15 16,0-9-2 0,0-6-6-16,0-4-18 15,0-3-6-15,0-2-4 16,0 0 7-16,0 4 1 16,0 6 22-16,0 7 6 0,0 6 0 15,0 5 0-15,0 4 2 16,0 5 1-16,0 1 5 15,0-1 1-15,11 2-5 16,4 4 0-16,4 0-4 16,1 2 0-16,0 16 0 15,-2 2 9-15,-1 4-1 16,-1-2-1-16,-1-2-2 16,0-2-2-16,-3-6-3 15,0-3 0-15,0-3 2 16,-5-5-1-16,1-1 1 0,-1 0-2 15,2-5 8-15,-1-10-1 0,1-7-6 16,-1-2-1 0,0-5 0-16,-1-1-2 15,-2 1-5-15,0-2-20 16,-1 3 12-16,-3 4 14 0,1 8-2 16,-2 5 3-1,0 5 1-15,0 1 4 0,1 3 1 16,-1 2 3-16,0 0-1 15,2 0-8-15,2 7-7 16,1 11 7-16,1 9 9 16,1 4 2-16,0 6 9 15,-2 1 3-15,-2 3 1 16,0 0 0-16,-1 1-8 16,1-3 3-16,-2 3-1 15,-1-4-6-15,2-3-6 16,-1-8 0-16,-1-6-6 15,2-5 0-15,-1-5 0 16,1-4 0-16,-2-3-1 16,2-2-39-16,-2-2-57 15,0 0-23-15,2-2-49 16,-2-10-177-16,3-6-294 16</inkml:trace>
  <inkml:trace contextRef="#ctx0" brushRef="#br0" timeOffset="17707.79">30799 4354 1020 0,'0'0'7'0,"0"0"37"0,0 0 106 0,0 0-43 15,0 0-50 1,0 0-19-16,-67 30 6 16,49-7 4-16,5-2-8 15,5-1-17-15,5-4-16 16,3-2-6-16,0-1-1 0,8-1 0 16,7-2-3-16,6-2 3 15,2 0 1-15,-1-1-1 16,3 2 0-16,-1 0 0 15,-1 1 0-15,-4 2 1 16,-3-2 0-16,-7 4-1 16,-5 0 1-16,-4 4-1 15,0-1 4-15,-6 1 0 16,-10 1 1-16,-8-2 1 16,-3-2 7-16,-1-1 0 15,-1-7-5-15,3-1-3 16,4-6-3-16,3 0-2 0,2 0-1 15,4-7-41-15,3-7-50 16,0-6-74-16,4-4-95 16,0-8-256-16</inkml:trace>
  <inkml:trace contextRef="#ctx0" brushRef="#br0" timeOffset="19425.13">30799 3963 798 0,'0'0'0'16,"0"0"-3"-16,0 0 3 15,0 0 41-15,0 0 30 16,0 0-40-16,-7-57-17 16,-2 51 5-16,-5 2 56 15,-2 4-3-15,-8 0-34 16,-7 0 23-16,-12 0-18 0,-7 10-1 0,-3 0-16 15,-4-2-10 1,2 0-11-16,-1 1-3 0,-2-2-2 16,-2 4-1-16,-4-4 1 15,2 0 0-15,-1 4 6 16,0-6 6 0,-2 2 6-16,-4-1-12 0,-4-1-4 15,-4 1 0 1,-4 1-2-16,-1 1 2 15,-1 2 0-15,2 2 8 0,3 1-1 16,8-1 1-16,10 1-8 16,7-3 0-16,6 2 3 15,4-2 2-15,4 2-6 16,5-3 9-16,3 1-5 16,1 2 0-16,-1 1-4 15,1-1 1-15,3 1 1 16,5-3 2-16,5-1-3 15,4 1 1-15,5 0 0 16,2 4-2-16,-1 5 5 16,1 4 2-16,-5 4 8 15,2 6 17-15,-1 0-16 16,-3 3-5-16,2 3 4 16,-1 0 4-16,5 1 2 15,1 1 12-15,3 1-10 16,-2 1 1-16,2 4 0 15,-2-2-5-15,0 4 3 0,2 1-4 16,0-3-15-16,0 2 0 16,0-2 4-16,3-2-6 15,0-1 0-15,0-2 6 16,0-4-7-16,0-3 1 16,6-1-1-16,3-6-1 15,3 0 1-15,0-4-1 0,2-2 0 16,2-2-1-16,3-3 0 15,6-1 1-15,2-3 0 16,6-5 0-16,3-5-4 16,7-3-2-16,12 0 3 15,11-7-7-15,3-6-3 16,5-1 1 0,2 4 10-16,5-5 1 0,10 2 1 15,4-4 1-15,7-4-1 16,5-3-2-16,2 1 0 15,6-2 1-15,4 1 1 16,2 1-2-16,-2 4 2 16,-5 3 0-16,-8 5 4 15,-6 1-2-15,-11 1-1 0,-8 2-1 16,-8-1-3 0,-7 3-9-16,-4-3-6 15,4-1 10-15,0-1-2 16,-1-1 2-16,-2 2 6 0,-6 2 2 15,-8 0 0-15,-12 1-1 16,-7 3 1-16,-8-1-7 16,-5 2-3-16,-2 1-13 15,-3 0 8-15,1-4 6 16,-4-1 2-16,3-2 6 16,0-3 1-16,-5 1 5 0,1-2-3 15,-5-4 1 1,-3-2 3-16,0-4-1 15,0-3 0-15,-5 0-3 0,-1-4 2 16,-1 1-4-16,0-1 1 16,2-4 3-16,-1-4-4 15,1-2-4 1,1-4 4-16,-1 0 0 0,0-1-2 16,-3 3 2-16,-1 3 0 15,-3 0 3-15,-1 1-2 16,1 0 1-16,2-2 0 15,2-3-1-15,3-3-1 16,2-2 0-16,2 0 0 16,-1 4-2-16,1 2 2 15,-1 5 0-15,-1 8 0 0,-1 1 0 16,1 0 0 0,0 4 1-16,-1 0-1 15,-1 0 0-15,1 1 1 16,0 4-1-16,0 1 0 0,-2 2 0 15,-1 4 4-15,-2 2-2 16,-3 1-1-16,-2 4-1 16,-3 2-3-16,-3-1 0 15,-1 2 0-15,1 0 3 16,3 1-1-16,-1 0-1 16,0 0-3-16,-3 0 4 15,-1 5-3-15,2 4 2 16,0 1 2-16,2 0-4 15,3-2 1-15,-1-1-5 0,2-1 3 16,2-2 2 0,-1-2 0-16,2 1 2 15,2-2-4-15,-4-1 1 0,-1 4 4 16,-7-2-1-16,-5 6-1 16,-7 2 2-16,-9 2 0 15,-10 2-3-15,-11 5 3 16,-10 1-30-16,-8-3-89 15,-5-6-213-15</inkml:trace>
  <inkml:trace contextRef="#ctx0" brushRef="#br0" timeOffset="30517.83">31621 4276 1010 0,'0'0'7'0,"0"0"0"16,0 0 64-16,0 0 45 15,0 0-20-15,0 0-36 16,0 0-27-16,0 0-9 15,-1-63-19-15,-1 57-1 16,-1 0 0-16,-1-3-1 16,0 1 1-16,-1-3-3 15,-1-5 0-15,0-1 0 16,-4-5-1-16,-1-1 0 0,-4-2 0 16,-4-4 0-1,-5 2 7-15,-6-2-7 0,-4-1 3 16,-10 1 2-16,-9-1 0 15,-11 1-4-15,-14 1 1 16,-10 0-2-16,-9 1 0 16,-4 2 2-16,-3 4 0 15,5 0 1-15,9 5 1 16,5 6-3-16,0 4 4 16,0 3-2-16,-6 3 1 15,-9 0 5-15,-8 6 4 16,-8 7 12-16,-6 6-11 0,-5-1-7 15,-9 1 1-15,5 0-5 16,6-1 3-16,11 1-2 16,16 0-2-16,15 0 6 15,8 0-2-15,7 3 6 16,1 2-1-16,2 5-3 16,-2 5-5-16,1 3 3 15,0 4 0-15,2 0 1 16,5 2-1-16,-1 2-6 0,6 3 1 15,5 0-1 1,1 2 4-16,9 2-4 16,8 0-3-16,6 2 3 15,7 1-4-15,6 0 4 16,4 4 0-16,5 0 0 16,3 2 0-16,0 0 0 15,14-2 1-15,13 1-1 16,6-2 0-16,6 4 0 0,7 2 3 15,-2 0-3-15,6-4-3 16,0 0 2-16,6-7 1 16,13-2-2-16,12-6 2 15,18-5-1-15,14-6 2 16,12-6-1-16,11-7 1 0,12-7 0 0,11-7 0 31,7-7-2-31,7 0-7 16,-4 0-8-16,-8-7 11 0,-6-6-2 15,-12-1 7-15,-13-2 0 16,-8-6-2-16,-10-1-3 16,-9-4-10-16,-4-5 3 15,-5-3 4-15,-2-7 4 16,-1-6 3-16,0-9-2 16,-4-6 1-16,-5-6 2 15,-6-7 2-15,-6-11-2 16,-16-4 0-16,-13-9 3 15,-18-3-2-15,-14 0-1 16,-9 9 1-16,-20 5 3 16,-23 9-4-16,-20 7 6 15,-19 5-6-15,-22 10 0 16,-30 9-108-16,-21 2-329 0</inkml:trace>
  <inkml:trace contextRef="#ctx0" brushRef="#br0" timeOffset="32782.01">26036 1398 671 0,'0'0'32'15,"0"0"26"-15,0 0 24 16,58-89 2-16,-52 72 16 16,-1 3-47-16,-3 5 4 15,-2 1-3-15,-3 8-21 16,-30 0-33-16,-21 3 0 0,-17 13 0 15,-10 0 1-15,-7 3 0 16,-4-2-1-16,1-3-1 16,-3 3 0-16,-3-2-2 15,-3-1 2-15,-10 2-17 16,-4-3 9-16,-2 2 0 16,-1 1-7-16,4-2 12 15,7 2 4-15,8-3 0 16,12 2 2-16,9 0-2 15,10 2 1-15,9 3-1 16,6 4 0-16,2 6 1 0,1 3-1 16,1 8 2-16,1 6 3 15,6 5 6 1,5 7-8-16,6 7 16 0,10 7 1 16,11 4-7-1,9 7 9-15,0 3 4 0,6 4 26 16,9 4-18-16,1 4-13 0,1 2-7 15,-1-3-5 1,-1-4-5-16,3-12-3 16,4-10-1-16,5-8 2 15,6-12-2-15,4-12 1 16,3-12 1-16,5-10-2 16,6-11-3-16,7-7-5 15,11 0 6-15,13-7-10 16,7-14-11-16,16-4 13 0,11-2-7 15,11-2 14-15,10 4 2 16,-1 3 1-16,-5 3-14 16,0 6-10-16,-4 7-11 15,-2 4-1-15,-1 2-6 16,-4 0 28-16,-13 2 5 16,-8 4 0-16,-10 2-16 15,-11 0 1-15,-10-7 18 16,-5-1 3-16,-5 0 3 15,-4-11-2-15,-5-10 2 16,-1-4 0-16,-6-4 6 0,-8-2 9 16,-4-7 2-16,-8-5 18 15,-4-8-15 1,-7-11-9-16,-4-5 15 16,-5-5-6-16,-2-3-8 0,0-1 2 15,-2-5 2 1,-10-3-15-16,-3-3-1 0,-1-3-1 15,-5-5 0 1,-4-1 1-16,-8 4 0 0,-6 1-1 16,-10 3-1-16,-7 9 2 15,-6 14-2-15,-5 14 1 16,3 19 1-16,2 11-2 16,10 15 2-16,10 6-37 15,13 6-68-15,12 19-93 16,7 11-124-16</inkml:trace>
  <inkml:trace contextRef="#ctx0" brushRef="#br0" timeOffset="54051.54">28275 5278 718 0,'0'0'6'0,"0"0"31"15,0 0 86 1,0 0-40-16,0 0-49 0,0 0-16 15,0 0 1-15,0 0 5 0,-5 6 10 16,5-6-2 0,0 0-2-16,0 2-5 0,0-2 4 15,-4 4-5 1,-4 4-4-16,-6 5 28 0,-7 4 18 16,-5 3-32-1,-2 1 0-15,-2 2 7 0,0 3-17 16,-3 1-3-16,-1 3 0 15,-5 1 3-15,-1-1-8 16,-2 1 3-16,2-1-10 16,4-3-2-16,5 0-2 15,1-1-3-15,2-3-2 16,-1 0 4-16,1-1-3 16,4-1-1-16,0-2 0 15,5 2 1-15,1-1 0 16,0 0-1-16,0-2 0 15,0 0 0-15,-1 1 2 0,4-5-1 16,3-2 0 0,6-5-1-16,3-3 0 0,0 0-1 15,0-1-2 1,1 2 2-16,-1-2 1 16,2-2-4-16,-1 1-39 15,-1-2-13-15,1 0-33 16,-3 0-24-16,1 0-62 0,1-3-38 15,1-9-146-15</inkml:trace>
  <inkml:trace contextRef="#ctx0" brushRef="#br0" timeOffset="54767.85">27488 5524 692 0,'0'0'96'0,"0"0"-84"0,0 0 91 15,0 0 27-15,0 0-58 16,0 0-43-16,-7-8-21 15,7 15 7-15,-1 6 56 16,-1 5-37-16,-2 0 34 0,-2 5-28 16,-2 1-7-1,-4 3 28-15,-1-2-26 0,-2 2-3 16,1 3 5 0,-3 3-29-16,0 9 5 0,-2 2 6 15,-2 3-14 1,3 0 0-16,0-4-2 0,2-4-3 15,1-3 2-15,3-5 1 0,4-5 0 16,1-7-3 0,1-1 3-16,3-5-3 0,-1-3 0 15,0 0 0 1,3-4 0-16,1-4 1 0,0 0-1 16,0-2 0-1,0 0 4-15,0 0-2 0,0 0 3 16,0 0 0-16,0 0-2 15,0 0 1-15,0 0-4 16,0 0 1-16,0 0-1 16,1 0-5-16,9 0 3 15,7-2 2-15,3 0 0 16,5-1 2-16,5 0-2 16,0 3 0-16,6-1-1 15,2 1 1-15,6 0-2 16,6 0 0-16,4 0 2 15,3 0 7-15,0 0-7 0,-2 0 2 16,-3 0 0 0,-3 0 5-16,-3 1-2 0,-7 1-2 15,-6-1-3-15,-9 2 0 16,-11-1-5-16,-6 1-74 16,-7 2-111-1,0-3-96-15,-25 0-443 0</inkml:trace>
  <inkml:trace contextRef="#ctx0" brushRef="#br0" timeOffset="58463.75">22770 6560 883 0,'0'0'20'0,"0"0"15"15,0 0 81-15,0 0-21 16,0 0-41-16,0 0-6 0,0 0-9 0,0 0-13 15,-9-26-2-15,9 26-1 16,-2 0-7 0,2 0-3-16,-1 0-12 0,1 0-1 15,0 8 3 1,0 7 0-16,0 6 34 0,0 2-15 16,0 3 9-1,0 3 15-15,0 1-37 0,0 6 21 16,0 1-3-16,-2 1 4 15,-1 0-4-15,-1-3 8 16,0 1 6-16,-1-6-19 16,0-3 5-16,1-2-8 15,1-7-10 1,0-4-7-16,1-4-2 0,1-2 0 16,1-2-3-16,0-3 2 15,0 0-19-15,0-3-43 16,-2 0-6-16,-1 0-14 15,-4-9-63-15,1-7-98 16,-3-3-78-16,-2-6-356 16</inkml:trace>
  <inkml:trace contextRef="#ctx0" brushRef="#br0" timeOffset="58915.55">22331 6674 233 0,'0'0'462'0,"0"0"-432"16,0 0 1-16,0 0 90 15,0 0 11-15,0 0-55 0,-27 7-23 16,27-7-3 0,0 0 13-16,0 0-15 0,2-1-16 15,12-11-11-15,12-4 5 16,8-8 0-16,11-6 1 0,10-2 5 15,9-6 2 1,8-1 1-16,5-2-7 0,-2 4-16 16,-3 7-1-1,-18 5-8-15,-11 7-4 16,-11 8-3-16,-13 2-10 16,-5 6-30-16,-8 2-84 0,-6 0-64 15,0 13-71 1,-16 6-149-16</inkml:trace>
  <inkml:trace contextRef="#ctx0" brushRef="#br0" timeOffset="59687.61">23026 6911 714 0,'0'0'221'0,"0"0"-216"0,0 0 60 0,0 0 26 15,0 0-65-15,0 0 47 16,6 18-35-16,2-13-9 16,1-1-9-16,5-3 4 0,0-1 7 15,7 0 10 1,3-3-3-16,-3-9-10 0,1-5-15 16,-3-2-1-1,-5-6-6-15,-1 0-3 16,-5-4-2-16,-7-4 3 0,-1-4-1 0,0-2-3 15,-6-1 2 1,-12 3-2 0,-1 6 3-16,-5 8-1 0,-3 11 3 15,-3 7 5-15,-4 5 8 16,0 0-7-16,-1 14-1 16,5 4-1-16,7 1 3 15,8-5-2-15,7 0-3 16,5-4-5-16,3-3-2 15,0-1-3-15,0 0 1 0,6-5 2 16,12-1 1-16,7 0 2 16,8-8 3-16,5-10 0 15,5-6-5 1,0-1 4-16,1-1-5 0,-3 0 0 16,2 1-5-16,-5 0 5 15,-8 7 1-15,-7 5-1 16,-10 6-3-16,-7 3 2 15,-2 4 2-15,-3 0-2 16,2 0-6-16,2 10 6 16,1 10 1-16,0 7 1 15,0 8 6-15,1 3 5 16,-1 1 1-16,-1 0 7 16,2-1-7-16,3-4-11 15,1-3-2-15,0-5 0 16,0-3-4-16,1-7-12 15,0-2-64-15,3-7-119 0,-3-5-150 16,3-2-543-16</inkml:trace>
  <inkml:trace contextRef="#ctx0" brushRef="#br0" timeOffset="60577.95">23810 6492 1021 0,'0'0'45'0,"0"0"-40"0,0 0 71 16,0 0 52-16,-91-64-63 15,70 64-20-15,0 0 15 16,-3 8-19-16,-3 16 2 15,3 5-3-15,5 4-1 16,5 2-10-16,7 2 5 16,2-2-6-16,5-1 25 15,0-6-29-15,0-6-9 16,12-4-6-16,8-7-7 16,2-6-1-16,2-5 1 15,4 0 3-15,2-12-5 16,-3-10-4-16,-3-3-17 15,-5-2-10-15,-7 1 6 0,-7-2 2 16,-4 2 9-16,-1 1 5 16,0 7-4-16,0 5 6 15,0 5 6-15,0 6 1 16,0 2 0-16,0 0-6 16,0 13-10-16,8 5 16 15,2 3 1-15,-1 0-1 16,2-4 2-16,0-3-2 0,0-4 0 15,-4-4 1 1,1-3-1-16,-4-3 0 0,4 0-2 16,1-7-10-16,2-10-9 15,2-5-3-15,-1 2 0 16,1 4 12 0,-3 2 2-16,-2 8 5 0,1 5 5 15,-3 1 0-15,1 0 2 16,1 4 5-16,-1 9 6 15,-1-1 1-15,-2 2 3 16,1-3-9-16,-3-1-4 16,1 0 2-16,0-8-5 15,-2 2 0-15,2-4-1 16,-2 0 1-16,-1 0 4 16,2 0 6-16,2-11 5 15,2-9-16-15,2-7 0 16,4-1-2-16,-2 0 1 0,1 2-8 15,3 3 6-15,0 3 1 16,5 4 0-16,-1 4-1 16,3 8 2-16,-2 4 1 15,-3 0 0-15,-3 10 1 16,-4 9 5-16,-3 5 11 16,-2 0-5-16,-1 0-10 15,-3-2-2-15,2-1 0 16,-1-4-1-16,5-6-23 15,2-2-44-15,4-8-76 16,4-1-82-16,4-3-45 0,2-16-183 16</inkml:trace>
  <inkml:trace contextRef="#ctx0" brushRef="#br0" timeOffset="60870.78">24440 6259 1186 0,'0'0'113'0,"0"0"-113"0,0 0 115 16,0 0-20-16,0 0-70 15,0 0-19-15,-23 92-3 16,55-65 0-16,6 4 13 16,-2 2-7-16,-3 0-5 15,-5 1 5-15,-6-1 0 16,-4 3-7-16,-9-5 1 0,-8-5-3 0,-1-5-2 31,0-5-25-31,-13-7-56 0,-3-6-38 0,-1-3-95 16,2-4-113-1,1-16-149-15</inkml:trace>
  <inkml:trace contextRef="#ctx0" brushRef="#br0" timeOffset="61067.54">24518 6344 795 0,'0'0'381'16,"0"0"-381"-16,0 0 51 15,0 0 123-15,-95 72-67 0,63-36-31 16,3 0-14 0,0 1-16-16,5-2 1 0,3-4-32 15,5-3-13-15,7-6-2 16,3-6-13-16,6-1-80 15,0-9-72-15,0-6-110 16,7 0-202-16</inkml:trace>
  <inkml:trace contextRef="#ctx0" brushRef="#br0" timeOffset="63245.53">24724 5788 1322 0,'0'0'17'0,"0"0"-1"16,0 0 97-16,0 0-64 16,0 0-31-16,0 0 19 15,49 115-18-15,-34-58 2 0,-3 6 3 16,0 6 21-16,-5 2-33 15,0 0 5 1,-3-2-9-16,-1 0 2 0,0-5-5 16,1-3 2-1,-1-8 0-15,2-5-3 0,1-7-3 16,3-6-1-16,3-8 0 16,-2-9 0-1,2-6 0-15,1-7 0 0,-2-5 1 16,1 0 3-16,-2 0-3 15,2-8 2-15,2-11 5 16,-2-9-7-16,-3-3-1 16,-2-8-6-16,-6 0 1 15,-1-8-31-15,-3-6 4 16,-14-2-19-16,-7 4-29 0,-6 7 37 16,-3 10-3-1,-6 11 30-15,-4 15 16 0,-6 8 0 16,0 0 4-16,4 10 37 15,-1 11-4 1,7 4-11-16,3 3-10 0,6 0 14 16,9 0 6-16,9-6-3 15,8-1-23-15,4-4 4 0,0-2-8 16,19-3 2 0,8-7-5-16,6-5 4 0,9 0-4 15,4-14-3 1,5-9-5-16,2-5-30 0,0-1-6 15,-1-2 9-15,-3-2 0 16,-6 4 23 0,-4 0-4-16,-7 6 8 0,-9 4-4 15,-3 5 4-15,-7 3 5 16,-5 5 0-16,-3 3 0 16,-3 3-1-16,-2 0 1 15,0 0 0-15,0 1 2 16,0 12 9-16,0 4 18 15,0 2-11-15,0 5-6 16,0 2 7-16,3 0 5 16,0 1 1-16,3-2-7 15,2-3-13-15,3-8 2 16,1-2 0-16,5-6-3 16,-1-6 0-16,5 0 3 15,-3-5-1-15,0-13-5 16,-8-2-1-16,-5-3-9 15,-5-2-13-15,0 3 14 16,-14-1 1-16,-12 3 2 0,-6 1-6 16,-1-1-7-16,4 3 18 15,9 0 0-15,8 3 0 16,9-1-1-16,3-3-14 16,0 0-26-16,5-3-1 15,8-1 1-15,-3 2 13 16,-3 1 14-16,-7 1 14 15,-5 6 1-15,-20 5 6 0,-8 4 9 16,-8 3 15 0,1 0 12-16,9 1 24 0,10 2-18 15,9-3 3 1,9 0-34-16,3 0-10 0,0 0-8 16,16 0-11-1,17-10 4-15,11-9 5 0,6-2-14 16,-2 1-3-16,-6 4-11 15,-8 2 19-15,-7 7 10 16,-7 4 1-16,-6 3 3 16,-5 0-3-16,-3 14 17 15,0 10 22-15,-1 4-5 16,1 5-23-16,0 0-6 16,1 1 1-16,5-5-4 15,2-8-2-15,0-5 0 16,1-6-3-16,-1-6 1 0,-4-4-1 0,-2 0-8 15,-2 0 4 1,2-14 1-16,-2-7 3 16,4-5-10-16,-3-1 1 15,5 0-8-15,-5 5-4 0,4 4 12 16,-1 8-1 0,1 8 8-16,1 2-3 0,1 8 6 15,-1 15 2 1,-2 3 4-16,-2 3 4 0,-4-4 9 15,-1-4-10-15,-1-5-5 16,-2-5-1-16,0-5 1 16,0-4 0-16,0-2 1 15,0 0 1 1,0 0 8-16,3-17-12 0,1-8-39 16,8-4-3-16,0-3-16 15,3 5 18-15,-1 8 2 16,-5 9 31-16,-1 6 2 0,3 4 5 15,-4 4 1 1,4 16 26-16,-2 5 8 16,-6 1-12-16,0-5 0 15,-2 0-7-15,-1-6-15 16,0-5 0-16,0-3-1 16,2-5 0-16,-2-1 0 15,0-1 1-15,3 0 12 16,1-17-13-16,6-6-3 15,4-7-12-15,4-7 6 16,0-1-13-16,1-2-32 0,-2 4 20 16,-1 3-4-16,2 9 7 15,-6 8 18-15,-3 9 10 16,-3 5 2-16,-2 2 1 16,-2 3 0-16,-1 15 23 15,1 7 18-15,1 5-24 16,0 0 8-16,3-1 7 15,4-5-23-15,5-6-8 16,3-7 0-16,0-7 2 0,6-4 3 16,-1 0-6-16,3-17 1 15,1-7-1-15,-2-6-2 16,-1-1 1-16,-5 0-7 16,-5 3 7-16,-7 4-2 15,-4 6 3-15,-3 5 0 16,0 7 4-16,0 3 15 15,-4 3 22-15,-5 0-25 16,-2 19-11-16,1 8 7 16,4 6 9-16,5-1-5 15,1 1-8-15,0-3-7 16,7-6 0-16,8-7 2 16,1-10-3-16,7-7-2 15,2-1-3-15,3-20-10 16,4-7-20-16,-3-3-4 0,-2-1 10 0,-3 2 15 15,-3 4 14 1,-9 6 0-16,-3 9 3 0,-6 5 16 16,-3 6 23-1,0 0 19-15,0 10-43 0,0 12-3 16,0 8 25 0,0 1-23-16,0 4 2 15,0 1-6-15,3-2-6 16,6-5 0-16,7-8-7 0,1-6 3 15,7-11-1-15,1-4-2 16,3-3-22 0,1-17-90-16,-3-5-73 15,-1-7-123-15,-6-5-275 0</inkml:trace>
  <inkml:trace contextRef="#ctx0" brushRef="#br0" timeOffset="64893.65">26441 5141 804 0,'0'0'127'0,"0"0"-126"16,-82-38 83-16,33 33 40 15,-12 5-60-15,-6 0-17 16,-10 3-8-16,-3 10 19 16,-2 5-27-16,-5 4-4 15,-5 5-15-15,-2 1 3 0,-1-5 4 16,-1-1-8-1,2-2-9-15,-3 2 0 16,-9-1 1-16,-7 0-1 0,-11 0-2 16,-6 0-1-16,-12 1 1 15,-10 0 3 1,-3-1 1-16,-2 3-4 0,8-2-5 16,15-3 2-16,10-1 3 15,12-5 0-15,9 0 0 16,9 0 0-16,0 2 1 15,-3 2-1-15,-7 0 1 16,-7 3-3-16,-5 3 1 16,-5 0-10-16,3 4-12 15,8 3 22-15,10-3 1 16,19-2 6-16,13-2-6 16,12-2 0-16,6-2 1 15,6 5 20-15,6 1 12 16,7 3 1-16,4 5-15 0,3 3-1 15,1-1 0-15,3 2-14 16,3 1-3-16,1 5 0 16,2 8 2-16,4 6 2 15,2 10 1-15,2 0-2 16,0 5 15-16,-1 3 6 16,-5 2-2-16,0 5 8 0,-3-1 7 15,5-4 5 1,2-4-27-16,7 2-6 15,1-1 6-15,0-1-1 0,18-2-12 16,9-8 1-16,5-4 5 16,6-3-2-16,2-7-7 15,-1-5 3 1,0-7-2-16,2-5-2 0,1-5-1 16,4-6 0-16,5-5 2 15,4-2 4-15,3-8-4 16,6-6-3-16,8 0 1 15,10-4 2-15,11-17 0 16,10-4-1-16,14-7 1 16,12-3 2-16,2 2-2 15,8-3 0-15,-3 2-7 16,1 0 6-16,3-1 1 16,3-4-3-16,6-3-1 15,10-2 3-15,8-3-4 16,6-3-2-16,3 4-2 0,-7 1-3 0,-7 5 8 31,-13 7 4-31,-10 1 2 0,-11 4-1 16,-5 0 1-16,-10 1-2 0,-8 0-8 15,-5 2-1 1,-9 2-7-16,-3 0 4 0,-4 3-20 16,-7 1 8-1,-6 1-4-15,-7 4-7 16,-10 2 27-16,-9 4 6 0,-8 2 1 15,-7 2 0-15,-5 1-1 16,-1 0-5-16,-3-1 6 16,3 1 0-16,1-3-15 15,-1-1-23-15,1 0 26 16,-2-3 11-16,-1 2-2 16,-2 0 4-1,-5-1 2-15,-5-2 0 0,-4-1 4 16,-3-1-2-16,-3-4 3 15,0-3-5-15,0-1 5 16,0 0-5-16,0-3 1 16,0 0-1-16,0-2 3 15,0 0-3-15,-6-5 5 16,-3-1-4-16,2 0 1 0,-4-3 2 16,-4-1 3-1,2 0-8-15,-5-4 1 0,4 2-1 16,3-4 6-1,5 0 9-15,1 2-11 0,4 1 7 16,-1 3 7 0,2 2-7-16,0 1-8 0,-1-3-2 15,-1 1-1-15,-1 0 0 16,-1-1 0-16,-2-2 3 16,0 1-4-16,0 0 0 15,0-2 1-15,0 4 0 16,-1-1 6-16,1 4-2 15,-2 1 10-15,0 2-1 16,2-1-11-16,-5 2 0 16,-1 1-3-16,-2 1 1 15,1 4-1-15,1-3 5 0,-1 3-3 16,3-1 0-16,-1-1-1 16,3 5 0-16,2 4-1 15,0 0 0-15,0 5 0 16,-3 2 0-16,0 1 0 15,0 1-2-15,-2 2 1 16,0 0-1-16,-3 3-4 16,0 1-9-16,-7 0-53 15,-3 0-10-15,-8 0-50 16,-6 0-119-16,-4 0-396 16</inkml:trace>
  <inkml:trace contextRef="#ctx0" brushRef="#br0" timeOffset="77569.64">23601 5514 638 0,'0'0'524'0,"0"0"-521"0,0 0-1 15,0 0 92 1,0 0 25-16,0 0-47 0,0 0-26 16,0 0 3-1,8 0 10-15,-8 0 8 16,0-10-20-16,0-6-38 16,0-6-6-16,0-3 5 15,0-5-7-15,0-2 3 16,0-6-1-16,-5-3-1 0,-1-3 0 15,0-1 4-15,-3 1-3 0,-2 5-2 16,1 2 1 0,-1 6 28-16,0 1 7 0,1 3-16 15,1 5-4 1,1 0-13-16,2-1 4 0,0 6-2 16,1-1-6-1,2 5-1-15,2 3-9 0,-1 2-46 16,1 2-79-16,-4 2-104 15,-4 4-142-15,-4 0-378 16</inkml:trace>
  <inkml:trace contextRef="#ctx0" brushRef="#br0" timeOffset="77827.49">23271 5010 1082 0,'0'0'19'15,"0"0"2"-15,-20-90-12 16,20 45 90-16,0-2-29 16,10 0-27-16,10 1 4 15,6 3-5-15,6 4 10 16,9 3-4-16,3 9 5 0,1 10 16 16,3 11-3-1,-8 6-18-15,-2 7-17 0,-5 15-4 16,-5 5-19-16,-1 3-6 15,-4 2-2 1,3 0-37-16,-5 5-92 0,-3 1-109 0,-8 0-228 16</inkml:trace>
  <inkml:trace contextRef="#ctx0" brushRef="#br0" timeOffset="80641.22">26635 5481 580 0,'0'0'270'0,"0"0"-270"0,0 0 2 16,0 0 44-16,0 0 49 16,0 0-47-16,5 0-4 0,-5 0-6 15,0 0-3 1,0 0-8-16,0 0-2 0,0 0 1 15,0 0 7 1,-3-8-15-16,-8-4-17 0,-4-1-1 16,0-4 2-1,-7 0 0-15,-3-2 1 0,-7-4 0 16,-5-2-2-16,-9-1-1 16,-4 2 1-16,-8 1-1 15,-9 5 1-15,-9 1 1 16,-10 6-2-16,-8 3-2 15,-11 2 2-15,-13 3 0 16,-4 2 1-16,-6 1 0 16,-2 0-2-16,1 0-1 15,-3 0 1-15,1 5 1 0,-1 1 0 16,0 0 1 0,-3 1-1-16,1-2 1 15,0 4 1-15,1-1-2 16,4 2-1-16,1 0 0 0,1 0 1 15,1-2 0-15,2 2 0 0,6 0 10 16,-3-1-7 0,6 3-1-16,5-2 2 0,7 1 5 15,7 0-6 1,8 2 16-16,3 2-10 16,6 3-6-16,0 3-3 15,3 4 0-15,-1 4 0 0,2 5 2 16,0 4-2-16,4 5 1 15,2 2-2-15,2 2 2 16,-2 4 2-16,8 0 5 16,6 5-7-16,6 1 1 15,7 1 2 1,7 3 6-16,4 0-5 0,4 5 8 16,5 6-1-16,4 4 5 15,5 6-7-15,5 1-4 16,6 1-2-16,2-5 7 15,0-1 5-15,19-8-10 0,6-2-3 16,9 1 14 0,5 0-8-16,6 5 7 0,-2-3-10 15,3 1-5 1,4-6 2-16,-3 3-3 16,5-4 0-16,1-7-1 15,5-6 1-15,8-10-3 16,5-11 3-16,7-7 0 0,5-7 0 15,4-5 0-15,2-2 1 16,-2-5-1-16,1-4 0 16,0-1 2-16,3 0-1 15,6 0 1-15,3-2-2 16,4-8 0-16,1-4-2 16,2 1 0-16,2-6 0 15,9-3-1-15,6-4 3 16,-2 1 2-16,-3 0 0 0,-8 2-2 15,-11 4 2 1,-9 4-2-16,-9 2-2 0,-3 1-4 16,0-2-2-1,2-4 4-15,10-3 2 0,7-5 2 16,9-1-1-16,1-2 1 16,-1 3 1-16,-4 0 11 15,-10 2-2-15,-7 4-9 16,-12 3 0-16,-2 2-1 15,-3-1-7-15,1 0-4 16,3-7 4-16,2-2-9 16,4-4-5-16,-1 2 8 15,1 1 7-15,-3 1 6 16,-2 5 7-16,-5 1 1 16,-3-2 2-16,-5 4-1 15,-6 0-9-15,-6 3 1 16,2-7 1-16,3-1 0 0,5-4 0 15,7-4 3-15,3 2-1 0,-2-3 0 16,-4 0 0 0,-7 0-4-16,-5-1 2 0,-11-1 0 15,-7 1-1 1,-8-1 1-16,-6-4-1 16,-5-3 0-16,-3-7-1 15,-5-4 3-15,-2-5-3 0,-4-6 1 16,0-5 1-16,0-10-2 15,-13-9 2-15,-1 1-1 16,-7-1 0-16,-1 7 1 16,-6 10-1-16,-8 9 6 15,-9 10 35-15,-18 7 0 16,-17 11-7-16,-17 6-33 16,-16 14-2-16,-19 6-103 15,-14 4-295-15</inkml:trace>
  <inkml:trace contextRef="#ctx0" brushRef="#br0" timeOffset="86811.39">22544 890 514 0,'0'0'1'15,"0"0"-1"-15,0 0 1 16,-86-27 9-16,65 19 57 16,1-3 9-16,1 0-30 15,1 2-12-15,-3 0 1 0,1 5-15 16,-7 4-2-1,-6 0-13-15,-6 0-4 0,-6 12 0 16,-4 4 1-16,-5 6 1 16,-1 3 2-16,-5 3 7 15,-3 2-3-15,4 1 0 16,4 0 2-16,4 1-5 16,9-1-1-16,6 2 0 15,7-2 0-15,6 0 1 16,4 1-2-16,5-1 1 15,5 3 3-15,1 3-3 16,6 1-4-16,2 2 1 16,0-2-2-16,7-4 0 0,8-2 3 15,5-4-3 1,2-3 0-16,7 0 1 0,5-6 0 16,9-2 1-1,5-5 4-15,9-5-4 0,4-4 2 16,5-3-1-16,2 0-1 15,2 0 0-15,5-9 1 16,5-4-3-16,4-5 0 16,0-3 2-16,-4-4 1 15,-5-4-3-15,-7-2 0 0,-9-3 0 16,-9-3 3 0,-8 1-2-16,-6-4 1 0,-8 0-1 15,-10 1 3 1,-5-3-3-16,-8 0 2 0,-5 1 2 15,0 1-2 1,-21 3 0-16,-10 3 0 0,-10 3-3 16,-6 5 0-16,-3 6 0 15,-2 8 1-15,-1 4-1 16,-1 7 0-16,4 1 0 16,6 3 0-16,10 14 0 15,10 5-18-15,10 6-78 16,8 4-85-16,2-2-253 15</inkml:trace>
  <inkml:trace contextRef="#ctx0" brushRef="#br0" timeOffset="87586.29">22843 2404 924 0,'0'0'1'0,"0"0"1"0,-81-50-2 15,54 37 0-15,-2-4 3 16,-1 3-2-16,-2 0 21 15,1 6-3-15,-3 6 4 0,-4 2 4 16,-9 0-23 0,-7 8-4-16,-9 11 4 0,0 3 3 15,1 6-2 1,4 1 3-16,10 3-1 0,9 5-3 16,9 4-3-1,6 5 1-15,9 4-1 0,4 2-1 16,9 0 0-16,2 0 0 15,6-5 0-15,20-4 0 16,8-8 1-16,10-3-1 16,9-4 1-16,11-5-1 15,4-5 2-15,4-7-1 16,1-6 1-16,2-5 4 16,-2 0-6-16,0-14 3 15,-3-12 4-15,-4-4 5 16,-7-5-3-16,-6-4 4 0,-12 0-4 15,-5-3 2 1,-10-6-4-16,-10-1 19 0,-15 1 2 16,-1 1-7-16,-16 9-5 15,-17 5-3-15,-9 7-10 16,-10 7-3-16,-3 7-2 16,0 5 0-16,4 7 0 15,2 0-3-15,7 11-5 16,2 13-57-16,4 9-2 0,0 9-26 15,3 11-38 1,2 1-71-16,4 1-363 16</inkml:trace>
  <inkml:trace contextRef="#ctx0" brushRef="#br0" timeOffset="88247.42">23180 3605 802 0,'0'0'15'16,"0"0"-15"-16,0 0-25 16,-101-37 25-16,63 31 8 15,-2 1 4-15,-6 5 23 0,-1 0-29 16,-2 0-2-1,-2 13 18-15,-1 5 0 16,2 7 9-16,3 4-18 16,4 7-1-16,6 7-7 15,7-1-3-15,6 4 4 16,9-2-1-16,9-1-1 16,6 2-2-16,0 3 3 15,23 1 4-15,10-2 1 0,11-4-2 16,10-4 0-16,4-7 4 15,4-7-3-15,0-7-5 16,-1-6 6-16,-2-6-6 16,6-6 0-16,2 0 1 15,3-6-1-15,2-14 7 16,-6-7-7-16,-4-4-3 16,-11-11 6-16,-4-4-2 15,-12-8 9-15,-13-2 2 16,-16-2-3-16,-6-2 15 0,-22 3-16 15,-17 0-7-15,-12 7 0 16,-7 10 7 0,-8 9-11-16,-7 7 12 0,0 7-13 15,5 4-5-15,5 6-76 16,6 2-105-16,1-2-296 16</inkml:trace>
  <inkml:trace contextRef="#ctx0" brushRef="#br0" timeOffset="90077.64">21073 1391 549 0,'0'0'27'16,"0"0"12"0,0 0-31-16,0 0-7 0,0 0 7 15,0 0 32 1,0-8-22-16,0 16-16 0,0 10 46 15,0 8-9-15,0 2-17 16,5 3-1-16,0 5 7 16,2 1 10-16,-1 3-17 0,0 4 3 15,0 1-7 1,-1 3 4-16,0 4-7 16,-1 3-3-16,-2 6 3 15,-1 1-5-15,1 0-2 16,-1-3-3-16,4-3 3 15,0-6 2-15,5-2 1 16,0-3 7-16,2-4-1 16,3 0-7-16,-3-1-4 15,0 2 6-15,-3 2-10 0,-3 8 3 16,-1 1-2-16,-2 1 2 16,1-2 0-16,0-1-4 15,-1 0 1-15,2 0 1 16,1 2 0-16,1 4 0 15,4 4 2-15,-2 2-2 16,0 6 0-16,1-4 4 16,-1 2 0-16,2-4-4 0,2-3 2 15,0 1-1 1,5-1-3-16,2-1 3 0,0 4 1 16,1 5-3-1,-1 3 0-15,-1-2 1 0,-5-5-2 16,-3 1 0-16,-6 2 0 15,-4-2 1-15,-1 0 2 16,0-7-3-16,0-6 0 16,2-2 0-16,4-2 0 15,0-5-2-15,1 2 2 16,2-4 0-16,0 0 2 16,5-2-2-16,-1 0 0 0,2 2 0 15,0-1 0-15,0 4 0 16,-2 2-2-1,1-1 2-15,1-1 2 16,-2-1-2-16,0-2 0 0,0-2 0 16,-2-1 0-16,0-1 0 15,-2 0 0-15,1-1 0 16,-2-1 0-16,-1-5 0 16,1 1 0-16,-2-2 1 15,2-6-1-15,0 1 0 16,0-4-1-16,-1 0 1 0,2-3 0 15,-2 1 0 1,1 0 0-16,-1-2 0 16,1 1 0-16,-2 0 0 15,-3 0 0-15,-2-2 1 16,1 0-1-16,-2-4 0 16,0 1-1-16,1 1 1 0,2-1 0 15,2 1 0 1,0 0 2-16,0-1-1 0,1 0-1 15,-2-3 0-15,1-2-1 16,0 0 1-16,-4-1 0 16,3-2 0-16,-1 0 0 0,2-1 1 15,-2-2-1 1,0 2 1-16,-2-2 4 16,2 3-1-16,0-3-3 0,-1 1 1 15,1 1-1-15,1-3-1 16,1 2 0-1,1 0 0-15,1-2-47 0,4 0-71 16,-1 0-103-16,-4 0-142 16</inkml:trace>
  <inkml:trace contextRef="#ctx0" brushRef="#br0" timeOffset="90611.2">21563 5599 797 0,'0'0'0'0,"0"0"-41"0,0 0 41 15,0 0 12 1,92 30 47-16,-67-9-9 16,1 4 5-16,-1 5-24 15,-2 1-22-15,-3 1 1 0,-2-2 11 16,-3-5-8 0,-3-3 10-16,-1-7-11 0,-4-5-5 15,-1-2 2 1,-1-6 0-16,-5-2 0 15,1 0 25-15,-1 0 30 0,0 0-9 16,4 0-13 0,-1 0 6-16,5-10-5 0,4-7-5 15,7-7-29-15,5-4-5 16,1-7 4-16,4-8-7 16,2-3 0-16,5-7 0 15,-2-1 2-15,-1-3-2 16,0-1-1-16,-2 0-5 15,-2 4-22-15,-3 5-26 16,3 7-70-16,-4 5-34 0,1 6-99 16,-10 8-325-1</inkml:trace>
  <inkml:trace contextRef="#ctx0" brushRef="#br0" timeOffset="92714.54">26566 5392 838 0,'0'0'30'0,"0"0"5"16,0 0-30-16,0 0 25 16,0 0 38-16,0 0-23 15,-58-29-40-15,36 29 5 16,-6 0-1-16,-7 0-9 0,-5 0 1 16,-8 9-1-1,-8-1 0-15,-7 1 0 0,-12 0 0 16,-8 2 0-1,-7-2 2-15,-5 4-2 0,-8-3 1 16,-6 2-1-16,-2-4 0 16,-2 3-6-16,1-2 4 15,0-1 0-15,-7-1 2 0,-3 1-1 16,-5-1 1 0,-7 2 0-16,-4 1 1 15,1 0 0-15,0 0 0 16,1 1-1-16,5 1-1 15,4-1 1-15,3-2 2 16,3 0-1-16,8-1 2 16,6 1-1-16,3 1 6 15,3 0-6-15,6 2 0 16,2 4-1-16,9 3 1 0,5 2 1 16,11 2 6-1,4 1-7-15,5 3 2 0,7-2-3 16,3 5 0-16,1 0 0 15,2-2-1-15,-2 1 3 16,2-2 0-16,1-1 4 16,6-1 5-16,8-4 14 15,7-2 6-15,8-4-13 16,7 2-11-16,4 6-7 16,-1 6 9-16,0 9 11 15,-2 8-11-15,-1 4-7 16,3 7 6-16,-2 4-5 15,1 2-3-15,4 6 14 0,1 0-2 16,2 3-10-16,0 5 1 16,5-1 10-16,10 3-5 15,1 0 0 1,2 2-3-16,1-6-5 0,-2-4 3 16,1-9-4-16,-2-6 3 15,5-5-3-15,1-5 0 16,2-8 0-16,6-9 0 15,7-7 0-15,5-7 3 16,7-6 1-16,5-6-4 16,3-1 3-16,4-2-3 15,3 0 1-15,5 0-1 16,5-8 0-16,6-4 1 16,11-5-2-16,7-3 0 0,8-5-1 15,10-4 0 1,6-3 1-16,8-4 1 0,6-1 0 15,0 1 1-15,-5 2-1 16,-1-1 2-16,-3 2-2 16,-6 2-2-16,-5 1-5 0,-4-1-36 15,-6 3 21 1,1-1 14-16,-1-1 1 16,0 1 4-16,2-2 3 15,0-3 1-15,1 3 0 16,6 0 0-16,-6 5-1 15,-3 0-3-15,-7 3-2 16,-13 4 4-16,-8 2-3 16,-4 1-14-16,-7 2-1 0,-2 1 14 15,-3 1-3-15,1-1 7 16,0-1-7-16,-2 0 5 16,-2 0 0-16,-4 6-8 15,-8-3 5-15,-9 5 6 16,-10 1 0-16,-11 3 0 15,-6 1-1-15,-5 1-1 0,-5 0 4 16,-1 0 0 0,0-3 6-16,0 0 4 0,2-1 13 15,1-4-4 1,0-5-18-16,3 0 4 0,-2-4-4 16,1 1 1-1,-2-6-2-15,-1-1 6 0,-2-7 3 16,0-7-3-16,0-8-2 0,-10-7 13 15,-3-8-7 1,-5-3 3-16,0-4-6 0,-5-10 25 16,1-7-21-1,-2-5 12-15,2 1 1 16,1 10 15-16,2 14 9 16,4 12 14-16,0 10-29 0,1 12-7 15,0 4-24 1,2 7-2-16,1 5-2 15,1 6-4-15,1 5-10 0,-2 3-83 16,-8 11-111 0,-15 11-162-16</inkml:trace>
  <inkml:trace contextRef="#ctx0" brushRef="#br0" timeOffset="95112.2">23065 1017 534 0,'0'0'2'16,"0"0"0"-16,0 0-1 0,0 0 0 16,0 0 102-1,0 0-39-15,-46-17 49 0,41 11-76 16,2-3 11-16,2-3-21 15,1-3-26-15,0 1-1 16,0-2 2-16,9-1 0 16,4 2 3-16,1 5-5 15,0 0 0-15,-1 5 0 16,-2 3-1-16,0 2 1 16,2 0-2-16,5 0 2 15,3 8 0-15,0 4-2 16,1 3 0-16,-2 2 2 15,-4 0 1-15,-1 2-1 16,-6 0 0-16,-3 5 3 16,-6 2 0-16,0 0 1 0,0 4 3 15,-9 4 1-15,-4 0 3 16,2 3 3-16,-1-4 7 16,-3 4-7-16,5 1 2 15,1 0-5-15,2 3 8 16,2 1-7-16,4 0 4 15,1 1 0-15,0-2 3 16,0-3-5-16,0 2-7 0,9-1 2 16,2 2-3-1,3 0-3-15,1 0 1 0,1-4-4 16,6-4 1 0,-1-4 0-16,-1-5 0 0,1-6-1 15,-4-3 0 1,-2-5 0-16,-1-2-2 0,-1-4 2 15,-2-3 0-15,-4-1 0 16,1 0 0-16,-2 0 2 16,-2-3-2-16,-1-5 0 15,-1 2 0-15,-2 0-1 16,0 2 1-16,-2 0 0 0,-10 2 2 16,-4 2-2-1,-2 0-2-15,-3 0 0 0,2 5 1 16,2 8 1-1,1 4-1-15,2 1 1 0,1 3 0 16,6 0-1-16,2 2-1 16,2 1 2-16,3 0 0 15,0 1-1-15,0 0 1 16,3 4 0-16,5 2-1 16,2 4 1-16,0-1 0 15,-2 0 1-15,-1 0-1 0,1-2 0 16,-1 2 1-1,-1 0-1-15,2 2 0 16,0 0 0-16,0-3 0 16,1-2 0-16,-1-6 0 15,0-3 1-15,-2-5-1 16,0 0 0-16,2 0 0 0,2-3 0 16,-1 0 0-1,0 0 0-15,3-1 0 0,0-1 0 16,3-2 0-16,-3 1 1 15,3-3-1-15,-2 2-1 16,-2 1 1-16,0 0 0 16,-3 2 0-16,-2 0 0 15,-1 0 0-15,-1 2 0 16,-1 2 0-16,-1 1 0 16,3 1 0-16,0 1 0 15,2 0 0-15,1-4-2 0,2 2 2 16,-1-2 0-1,-3-2 1-15,0-2 1 0,0-4-2 16,-2-1 0-16,-1-1 0 16,0-2-1-16,-3 1 1 15,0 1 0-15,0 0 1 16,0 2 0-16,-1-1 1 16,-14 3 2-16,0-2-3 15,-3 0 2-15,3-2-3 16,-1-3 1-16,2-1 0 15,4 0-1-15,1-2 2 16,3 4-2-16,0-3-1 16,-3 0-11-16,5-1-90 15,-1 0-173-15</inkml:trace>
  <inkml:trace contextRef="#ctx0" brushRef="#br0" timeOffset="96713.35">23523 3281 394 0,'0'0'97'0,"0"0"-75"15,0 0 39 1,0 0-31-16,0 0 0 16,0 0 48-16,1-85-44 15,23 68-7-15,6 1-16 16,4-2-6-16,4 1 15 0,-1 6 31 15,-5 2-14 1,-6 5-25-16,-5 4-4 0,-7 0-7 16,0 0-1-16,-3 9 1 15,-2 4 0-15,-3 0 1 16,-2 5 1-16,-2 0-2 16,-2 2 3-16,0 2 1 15,0 3 2-15,0 4 0 16,0 3 0-16,-7 0-1 15,2 3-4-15,1-1 2 16,2 2 0-16,2 1-2 16,0 2 1-16,0 5 4 0,8 5 1 15,2-2-2 1,2 1 3-16,1-4-1 16,4-6 7-16,2-4 2 15,1-8-12-15,2-5-4 0,0-6 2 16,2-7-1-16,3-6 1 15,3-2 1-15,-2 0-4 16,1-2 0-16,-7-9-7 16,-10-2-19-16,-6 4 0 15,-6-2 13-15,0 3-1 16,-5-1 1-16,-13 3 10 16,-6 3 0-16,-5 3 3 0,-1 0 1 15,2 0 2 1,4 7 8-16,4 7 1 0,4 4-12 15,4 7-2-15,4 1 1 16,4 7-2-16,4 5 3 16,0-1 0-16,0 5 0 15,10-1 0-15,2-2-1 16,1 0-1-16,0-1 2 16,0 1 0-16,2-3 0 15,-1 3 0-15,2-3 2 16,-4 0-2-16,-2-1 1 0,-1-3-1 15,-3 1 0 1,3-2 2-16,1-5 0 0,1 0 0 16,0-2-2-1,0 0 2-15,0 1 10 16,-4 0 3-16,-2-2-12 16,-5-1-1-16,0 2 2 0,0-4 5 15,-14 2 3 1,-11-4-1-16,-5-1-3 0,-3-3 0 15,1-5-1-15,3-7-4 0,4-2-3 16,2 0-18 0,-1 0-169-16,-1-17-618 0</inkml:trace>
  <inkml:trace contextRef="#ctx0" brushRef="#br0" timeOffset="119687.3">29594 6436 488 0,'0'0'572'15,"0"0"-547"1,0 0-23-16,0 0 48 0,0 0 42 15,0 0-19-15,0 0-27 16,0-16-25-16,-9 16-13 16,-9 6-3-16,-13 12-2 15,-16 6-2-15,-7 3 3 16,-1-1-4-16,2-3 0 0,6 0 0 16,-2-4 1-1,1 4 0-15,-2-4 2 0,-1 0 1 16,2 0 2-16,1-1-3 15,3-5-2-15,-1 0 0 16,-2-4 0-16,-7 1 5 16,-5 2-6-16,-4 0 1 15,-2-4 1-15,-2 1 0 16,-1 1 1-16,-2-4-3 16,-5 4 0-16,1-4 4 15,3-2-4-15,7-1-4 16,6-2 2-16,3 0 2 15,1 1 1-15,1-2 2 16,2 0-6-16,1 0 5 16,5 0-2-16,6 0 3 15,1 0-2-15,1-6 0 16,-2-1 0-16,3-1 0 0,-2 2 0 16,-1-1-1-1,-3 0 0-15,2-2 3 0,1 2-2 16,0 0 5-16,4-1 4 15,2 1 6-15,1 1-1 16,1-1 1-16,4 3 1 16,0-2-6-16,2-1-9 15,4 3-2-15,-1-1 1 16,4 1 1-16,6 1-2 16,-1 1 0-16,2 0 0 0,3-2-3 15,1 2-12 1,2 2-38-16,3-2-29 15,1 2-79-15,-3-4-80 0,-1-2-211 16</inkml:trace>
  <inkml:trace contextRef="#ctx0" brushRef="#br0" timeOffset="120077.52">27147 6417 959 0,'0'0'106'0,"0"0"-106"0,0 0 0 0,0 0 22 0,0 0 34 0,0 0-15 0,-84 62-6 0,38-30-11 0,1 1 11 16,2-3 1-16,6-3 2 0,7-1 6 0,6-5-29 0,6 1-6 15,3-2-6-15,8 0 6 16,5 1 9-16,2 5-12 16,8 7 14-16,20 5 31 0,12 4 13 15,11-1-31-15,9 1-15 16,9-2 21-1,5 2-16-15,-2 0-23 0,0-3-6 16,-7-5-115-16,-14-10-309 16</inkml:trace>
  <inkml:trace contextRef="#ctx0" brushRef="#br0" timeOffset="125769.72">29973 7535 817 0,'0'0'60'15,"0"0"-47"-15,0 0-1 16,0 0 88-16,0 0 9 15,0 0-14-15,0 0-24 0,0-10-10 16,0 10 0 0,0-1-12-16,0-1-28 0,-5 1-8 15,-14-1-13 1,-12 2-7-16,-11 0-2 16,-10 0 4-16,-5 0-4 15,-3 5-13-15,-3-4 15 0,-5-1 0 16,-4 0 1-16,-7 0 5 0,-2 0-2 15,-2 0-2 1,-5 0-3-16,-6 0 7 0,-9 0 1 16,-9 0 0-1,-9 0 0-15,-2 0 1 0,0 0-1 16,3 0 1 0,6 0 0-16,5 0-1 0,9 0 0 15,8 0-1 1,5 0 0-16,4 0-1 0,-1-7-3 15,-6 2 5-15,-5-2-2 16,-11 1-3-16,-10 3 3 16,-14 0 2-16,-9 3-12 15,-1-2-9-15,1 2-17 16,8 0 36-16,11 0-4 16,5 0 4-16,8 0 2 15,3-2-5-15,4-2-2 16,0 0 2-16,-2 2 5 15,-5 2 3-15,-5 0-3 16,-4 2-2-16,-5 15-1 16,-3 0 0-16,-4 2-18 15,-2-1-1-15,1 1 19 16,6-5-16-16,3 2 16 16,3-2 3-16,2-2 2 0,3 3-2 15,-5 1-3 1,-2 1 2-16,-3 3 0 0,-4 0 0 15,6-1 1-15,6 1 0 16,13-3 2-16,11 0-2 16,12-2 5-16,9 1-4 15,3 0 1-15,3-1-2 16,2 2-2-16,6 3 1 16,4-2 1-16,0 5 1 15,6 0 1-15,1-1 6 16,6 5-1-16,4 3 1 15,0 5 4-15,-2 6-12 16,-3 8 1-16,-1 5 1 0,-2 1 2 16,1 4 0-16,2 3-1 15,1 3 2-15,1 8-2 16,-2 2-1-16,1 2 0 16,2 5 0-16,1 4 10 15,4 7-7-15,3 1 2 16,1 9-1-16,3 1-2 15,1 4 0-15,0 3-3 0,-1 0 3 16,-5 1-1 0,1 0 2-16,-2-1-5 15,4-4 0-15,4 2 1 16,5-2-1-16,3 4 1 0,2-3 1 16,3-2 0-1,5-2 1-15,4-8-2 0,0-4 3 16,0-7-2-16,15-6-2 15,9-6 1-15,2-3 0 16,4-3 2-16,2-6 0 16,3-2-6-16,7-7 4 15,7-6-1-15,10-2 1 0,6-5 2 16,13-6 3 0,7-5 1-16,6-4-6 0,5 1 4 15,0-3-4 1,0 0 1-16,-1 3 0 0,4 0-2 15,5 0 3-15,10 3 0 16,5-2-3 0,11 1 0-16,4-4 0 0,5 2 9 15,2-3 1-15,-5-1-9 16,-3 3 4-16,3 2 0 16,-5 1-4-16,-4 1 1 15,-2 1-2-15,-2 1 0 16,-6-1-1-16,4-4 1 15,5-4 1-15,4-8 1 16,11-6-2-16,7-6 13 16,-2-1 17-16,-1 0 6 15,-11-10-11-15,-11-2 5 0,-13-4 6 16,-7 3-15 0,-6-3 2-16,3 0 13 0,1-4-14 15,7 0 4-15,10 3-11 16,1 2 8-16,-3 3 2 15,-4 6-8-15,-7 0-15 16,-5 0-1-16,5 1-2 16,3-1-6-16,8 1-7 15,8 3-10-15,15-2 6 16,12-4 6-16,1-7-18 0,0-5 28 16,-12 0 0-1,-16 1 2-15,-15-2 0 16,-8 1 0-16,-4-3 0 0,2-2-1 15,7 0 0-15,12-3-6 16,9 1-19-16,9 0 0 16,2 0 13-16,0 3 8 15,-5 3 5-15,-12 4 0 16,-15 1-1-16,-19 5-10 16,-13 1-20-16,-10 4-31 15,2 0 35-15,6 0 20 0,4-3-1 16,1 2-14-1,1-1 12-15,-6 2-1 0,-2 0 11 16,1-4-1 0,2 2 0-16,1-1-1 0,-5 3-20 15,-4 0-10 1,-6 0 9-16,-8-2 15 16,-2-2 7-16,-7-2 1 15,-2-5 0-15,-1-2 2 0,-7-3-2 16,-3-4 2-16,-5-4-1 15,-6-3 8-15,0-9 8 16,-3-8-9-16,0-10-3 16,0-12 16-16,3-15-6 15,5-7-13-15,5-9 0 16,-3 1 0-16,-4 2 15 16,-11 6 11-16,-7 5-11 15,-3 2-10-15,-1 1 6 16,-14-4-7-16,-6-3 1 15,1-5 4-15,4-6 61 16,4 0-69-16,5-7-3 16,7 4-4-16,0 4 4 0,0 7 2 15,0 7 3-15,0 9 3 16,-9 7 5-16,-6-1-6 16,-8 2 10-16,-5 0-16 15,-3-1 0-15,-4-2-1 16,1 1 0-16,3 2 1 15,2-1-1-15,3-2 0 16,-4-6-2-16,-8-7 1 0,-8-4-9 16,-10 3 9-1,-15 5-3-15,-12 3 2 0,-12 4 1 16,-13 1-1 0,-16 7-2-16,-16 1 3 0,-15 4 0 15,-19 5-3-15,-16 8-2 16,-12 13-15-16,-11 12 11 15,-7 14-15-15,-6 12-10 16,-2 0-41-16,-1 22-115 16,14 10-272-16</inkml:trace>
  <inkml:trace contextRef="#ctx0" brushRef="#br0" timeOffset="127437.32">23814 8699 400 0,'0'0'447'16,"0"0"-440"-1,0 0 42-15,-39-86 28 0,20 69-67 16,1-1 27-16,-4 1 67 15,-2 2-71-15,-5 0-9 16,-5 6-13-16,-8 3-6 16,-4 6-3-16,-6 0 3 15,-5 0 23-15,-1 15-21 16,-2 5 10-16,5 5-2 16,4 3-11-16,10 2 11 15,6 2 1-15,11 1-3 16,11 0-7-16,2 3 1 0,6 3 1 15,3 1-3-15,1 4 0 16,1 3 6-16,-2 1-9 16,1 3 0-16,-6 0-1 15,-2-1 4-15,-4 0-3 16,0 0 0-16,-2-3 1 16,0-6-3-16,-4-6 4 15,-5-3-4-15,-4-1 2 16,-7-4 1-16,-4-2 1 0,-3-5-4 15,2-7 3 1,4-10-2-16,5-3 4 0,7-8-2 16,0-17-3-1,2-1 6-15,3-2-6 0,0 2-1 16,2 3 1 0,0 7 0-16,-1 2-2 0,-2 0 2 15,-5 6 3-15,-3 2-3 0,-3 1-2 16,-1 5 1-1,3 0 1-15,0 1 0 16,1 11-2-16,0 5 1 16,4 1 1-16,3 2 0 15,9-2-1-15,6 1-2 16,6 1 0-16,1 2-11 16,22 3 14-16,5 6 1 15,3 4 1-15,-1 5-2 16,-4 2 0-16,-2 1 2 0,-8 2 0 15,-10-3 3-15,-6 2 7 16,-6 0 5-16,-25-3 1 16,-9-5 24-16,-4-7-2 15,4-5 12-15,1-9 0 16,2-4-34-16,1-4-9 16,-3 0-7-16,0-4-2 15,-1-3 0-15,9 0-2 16,7 0-39-16,7-21-11 15,10-7-67-15,7-12-167 16,0-7-130-16</inkml:trace>
  <inkml:trace contextRef="#ctx0" brushRef="#br0" timeOffset="128067.6">22182 9358 527 0,'0'0'165'0,"0"0"-165"16,0 0 0-16,0 0 34 0,0 0 100 15,0 0-20-15,-30 10-71 16,16-2-3-16,-2-3 17 16,1-3-13-16,-3-2-7 15,2 0 11-15,-5-4-11 16,0-15-29-16,3-5 7 15,0-12-12-15,2-7 4 16,0-4-5-16,-1-6 1 0,-1-5-1 16,-1-6-2-1,1-2 0-15,2-2-1 0,2 4-1 16,2 2-8 0,9 6 8-16,3 6-15 0,0 10 13 15,10 4 3-15,9 4 1 16,1 3-2-16,4 1 3 15,3 2-1-15,-1-1 1 16,6 0-1-16,4-1 0 16,1 0 0-16,2-1 1 0,-3 2 5 15,2-3 3 1,-2 1-4-16,-1-2 5 16,-2 0-1-16,-4 0 6 15,-3 2-9-15,-7 2 2 16,-2 3-2-16,-8 1-6 0,-3 2-39 15,-6 3-143 1,0 1-151-16,-11 4-396 0</inkml:trace>
  <inkml:trace contextRef="#ctx0" brushRef="#br0" timeOffset="128307.75">22152 7999 1171 0,'0'0'17'0,"0"-100"-17"16,16 48-12-16,6-6-10 16,4 0 22-16,10 8 38 15,1 10 21-15,3 16-16 16,10 14-35-16,-1 10-8 0,6 10-5 16,0 26-1-1,-8 15 4-15,-7 24-16 0,-15 17-110 16,-11 15-187-16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5:35:52.0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16602 11071 906 0,'0'0'53'0,"0"0"-46"0,0 0 42 15,0 0 58-15,0 0 4 16,0 0-11-16,0 0-37 16,18-23-30-16,-25 17-22 15,-6-2-10-15,-2 2-1 16,1-3 1-16,-6 1 7 15,-1-2-3-15,-1-2-2 16,-8 1-3-16,-1-2 0 16,-5 1 0-16,-10 1 0 15,-4-3-1-15,-8 5 1 0,-9-1-2 0,-9 2 1 32,-6 0 1-32,-8 4-2 0,-8-2 2 15,-9 5-5-15,-13 1-12 0,-10 0-15 16,-10 5 17-1,-3 4 6-15,-11 1 6 0,-3-2 2 16,1-3 1 0,-7 1 1-16,4-1 0 15,-4 2-1-15,-4-1-2 16,0 1 1-16,-8-1-2 0,4-4-1 16,-2 2 3-1,5-2 1-15,6 2 2 16,4-1 0-16,7 4-2 15,5 0 0-15,3 1 0 16,4 0-2-16,9 3 1 16,6 1 1-16,8 1 3 0,10-2-1 15,9 5-2-15,6 0-4 16,12 2 3-16,9 1 1 16,4-2-1-16,10 2 1 15,5 0 0-15,3 1 0 16,9-3 0-16,1 3-2 15,3-3 2-15,5 2 0 16,4-2 0-16,3 2 0 16,4 4-1-16,5 2 1 15,2 4-1-15,5 7 1 16,4 3 0-16,3 5 0 0,0 0 0 16,0 0 0-1,0-1 2-15,-5-3-2 0,-2 0 0 16,0-2 0-16,-1 1 0 15,2 4 0-15,0-1 0 16,4 3 1-16,2-1-1 16,0 0 0-16,2-1 1 15,10 1-1-15,3-1 7 0,4-1-6 16,4-1 1 0,3 1-2-16,6-3 2 15,2 1 1-15,5 0-1 16,0-3 1-16,7-1-1 0,2 1-1 15,4-1 2-15,5 2-1 16,4 1 0-16,3-2 0 16,3 0 1-16,8-3 1 15,2-3 0 1,11-2-3-16,5-3 5 0,-1-1-6 16,4 0 2-16,-1-3-4 15,4-1 3-15,-1 3-1 16,-1-1 2-16,0 0-2 15,0 1 3-15,0-3-2 16,2-3 0-16,5-2 5 16,4-4 2-16,0-1 1 15,3-4-7-15,5-1 3 16,-1-1-4-16,6-3 3 16,0 0-4-16,-4-2 3 0,-3 0-3 15,1 2 2-15,1-2-1 0,-2 2 0 16,-1-2-1-1,0 0 0-15,-5 0 0 0,5 0-3 16,-5 0 3 0,1-2-1-16,-6-3 2 0,-4-1 0 15,-3 0-1 1,-5-1 1-16,-2 0 1 0,0-6-2 16,0 0 0-1,-5-3 0-15,-4-3 0 16,-4-1 0-16,-1-4-1 15,-2 3 1-15,-4-3 0 16,-4 0 1-16,-2-1 0 16,-3 0 0-16,-2-3 1 15,-2-1-2-15,-1-3 1 16,-5-4 0-16,-2-1-1 0,-3-2 3 16,-3-4-3-16,-1 0 1 15,-5 5 0-15,-5 0 2 16,-3 1 0-16,-2-4 1 15,-4-5 1-15,-4-2 4 16,-3 1 3-16,-6-2 4 16,-1 2-5-16,-4 0-2 15,-1-3 2-15,-3 3 5 16,0-4-9-16,-3-3 1 16,-8 0 2-16,-2-3-8 15,-5-2 8-15,1-4-4 16,1-5-5-16,3-4 8 0,-1-1 18 15,5 0-6-15,2 3 15 16,0 4 8-16,-4 6-6 16,-3 3-19-16,-6 6-3 15,-9 7 1-15,-11 7-13 16,-20 8-4-16,-28 12-5 16,-37 17-41-16,-48 0-230 0,-57 11-410 15</inkml:trace>
  <inkml:trace contextRef="#ctx0" brushRef="#br0" timeOffset="3343.3">17024 7782 931 0,'0'0'67'15,"0"0"-63"-15,0 0 26 16,0 0 42-16,0 0 1 16,0 0-29-16,0 0-13 15,9-35-9-15,-9 28-5 0,0-5-7 16,-7 0-10 0,-7-5-1-16,-2-1-1 0,-5-4 2 15,-4 1-1-15,-1 0 1 16,-2 3 1-1,-4 1 1-15,1 1-1 0,-4 3 12 16,0-1-9-16,-4 3-2 16,-1-1-2-16,-3-1 0 15,-4-2 1-15,-6 3-1 16,-8-3 0-16,-4 1 0 16,-3-1 2-16,-1-2 0 15,-2 1 3-15,-3-3 3 16,-3 2 17-16,-2 1-18 15,-6 2-4-15,-8 2-3 16,-4 0 0-16,-7 2 1 16,1-1-1-16,-2 1-2 0,0 0 2 15,-2 0 1-15,0-2 0 16,1-2 2-16,-2-3-1 16,4-1 0-16,1-1 1 15,-1 1 6-15,1 0 0 16,0 2 4-16,-1-1-5 15,2 1-4-15,2 2 3 16,-4 2-2-16,1 0-3 16,0 4 8-16,-3 1-8 15,6 1 0-15,1 0 1 16,2 3-2-16,-1 2 3 0,1 1-3 16,2 0-1-1,-1 0 0-15,5 0-2 0,0 1 0 16,0 8 2-16,5-1-1 15,2 4 1-15,2-3 0 16,2 3 1-16,0 4-1 16,1-1 2-16,2 5-2 15,-2 3 1-15,-2-1 0 16,-1 4-1-16,6-1 0 16,4 2-2-16,5 2 1 0,1 4 0 15,2 5 0 1,2 3 1-16,3 1 1 0,7 4 3 15,6 0 1 1,4 2-1-16,8 2 1 0,6-1-3 16,4 0-1-1,10 2 0-15,4 0 1 0,7-1-2 16,3 2 2-16,0-4 0 16,3 2 0-16,12 2-2 15,4 2 1-15,4-1-1 0,4 1 2 16,2-2 0-16,6-6-2 15,3 0 1 1,4-3 0-16,4-4 0 0,4-1 0 16,3-1 0-1,2-4 1-15,1-1 2 0,4-1 0 16,2-5-3 0,10 1 2-16,2-5 3 0,7-1-6 15,1-5 1-15,8-2 3 16,4-3 0-16,5-1-3 15,3-1 0-15,1-2 3 0,0-1-3 16,0 0-1 0,0-4 2-16,2 0-1 0,3-1 0 15,2-1 3 1,4 0-4-16,-1 0-2 0,2 0 1 16,1 0 0-1,2 0 1-15,-4-1 0 16,-4 1 2-16,-2-2 0 0,2 0-2 15,3 0 1 1,-1-2 3-16,5-2-4 0,-1-2-4 16,-7-1 4-1,6-1-2-15,-7 0 0 16,-3 2 4-16,-3 0-2 0,-5 1 0 16,-3-2 2-16,2-1-1 15,-2 1 1-15,0-2-2 16,-1 3 0-16,-8-1-1 15,0 2 1-15,-1 1 0 16,-3-2-2-16,2 3 2 16,-4-1-1-16,-6-1 2 0,1-1-1 15,-5 0 0 1,-3 0 0-16,-7-1 1 16,-1-1-1-16,-2 0 2 15,-2-2-1-15,4 3-1 16,-2-3 1-16,0 1-2 0,-7-2 0 15,-4-1 1-15,-8-3 0 16,-3-1 0-16,-4-6 0 16,-2-1 0-16,2-6 2 15,0-2 2-15,0-6-3 16,-2 0-1-16,-6-4 11 16,-8-1 10-16,-8-3-15 15,-6-4 5-15,0 0 9 0,-10-2 14 16,-17-2 2-1,-11-3-21-15,-11-4 10 0,-7-1-17 16,-12 3 14-16,-11 1-16 16,-9 7 7-16,-9 5-4 15,-16 8-9-15,-17 5-74 16,-35-7-293-16</inkml:trace>
  <inkml:trace contextRef="#ctx0" brushRef="#br0" timeOffset="8563.28">16275 14264 1094 0,'0'0'109'16,"0"0"-109"-16,0 0-12 0,0 0 12 16,0 0 16-1,0 0 48-15,0 0 3 0,4 0-24 16,-17 0-14 0,-6-6-21-16,-15-8-8 15,-4-3 0-15,-5-3-21 0,-11-1-6 16,-4-3 25-16,-3-1 2 15,-3 3 0 1,-3 1 6-16,-7-1-5 0,-6 2 4 16,-5 2 5-16,-5 2-9 15,-4 1-1-15,-6 3-1 16,-6 2 1-16,-7-1-1 16,-5-1 1-16,-3 1 0 15,-4 0 0-15,-5 2 3 16,-1 0-1-16,-5 2 0 15,0 1 5-15,2 0-6 16,0 4 6-16,1 1 5 0,-4 1-5 16,-2 0-4-1,-4 1 2-15,-8 11-4 0,2 1 1 16,0 1-2 0,-2 4-5-16,3 0 2 0,1 1 1 15,2 2 2-15,3-1 0 16,1 2 0-16,3 1 2 15,3 2-1-15,3 6-1 16,8 0-2-16,5 1 2 16,3 1-1-16,8 2 1 15,4-2 0-15,14 3 2 16,4-1 11-16,5 0-6 0,8 3-1 16,-1 1-1-1,8 3 3-15,6 1 0 16,9 6 2-16,7 2 0 0,5 5-2 15,4 3-2 1,1 5 3-16,6 7-4 0,4 7 1 16,6 2 3-16,9 1-4 15,9-3 5-15,0-2-1 16,11-1 1-16,19-3-2 16,8-3 5-16,9-2-5 15,8-4-3-15,9-3-1 16,11-3-1-16,10-1-1 15,6-4 2-15,7 2-3 0,9-4 2 16,4 3 0 0,7-3 0-16,3-2 0 0,2-2 1 0,4-8-3 31,10-6 4-31,5-6-1 0,6-6 1 16,6-8-3-1,2-5-2-15,1-5-1 0,7-2 1 16,-3 0 0-16,6-5 2 15,2-6 1-15,-2-4 2 16,4-4-5-16,-3-4-2 16,-2-2 0-16,2-3 2 15,-2-5 2-15,2-2 0 0,-4-2 1 16,3 0-1 0,-7 0-2-16,-7 2-2 15,-4 1 1-15,-5 0-1 16,-4-2 2-16,-1-2 2 0,0-1 3 15,-5-3-5-15,-2 0-4 16,-9 2 0-16,-8-3 4 16,-5 2-1-16,-8 2 1 15,-7-1-3-15,-7 1 3 16,-6-1 1-16,-9 1 1 16,-5 3 0-16,-4-1-1 15,-3 2 0-15,-3 0-2 16,-3-1-6-16,-4 1 1 0,-9-2 4 15,-6-1-2 1,-7-3 3-16,-2-2 1 16,-3-1 1-16,0-1 0 15,-6-1-1-15,0-1 0 16,-6-2 1-16,-6-5-1 16,-6-4 2-16,0-2-2 0,-21-6 1 15,-19 2 2-15,-14-5-2 0,-28 4 21 16,-28 0 13-1,-31 6-28-15,-36 10-7 0,-37 14-94 16,-35 17-142-16,-49 12-339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5:36:32.3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27773 2252 785 0,'0'0'257'16,"0"0"-247"-16,0 0 37 16,0 0 99-16,0 0-70 15,0 0-34-15,0 0-31 16,-11-23 1-16,6 21 5 0,-1 2 0 15,-4-2 10-15,-10 2-15 16,-5 0-11-16,-9 0 0 16,-4 7 1-16,-2 5 6 15,-5 1-1-15,5 3 11 16,3 5 1-16,2 1-3 16,8 3 8-16,5 1-8 15,6 1-2-15,5-2-2 0,5-3-6 16,6-2-2-1,0-2-4-15,5-3 1 16,14-3-1-16,4-2 3 16,7 0-3-16,3-2 4 0,2 0-4 0,-1 5-1 31,1 3 1-31,-4 2 0 16,0 5-1-16,-1 3 1 15,-3 3 0-15,-4 0-1 0,-6 2 1 16,-8 2 0-16,-4-2-2 0,-5 1 2 15,-3-1 2 1,-18 3-1-16,-12-1 2 16,-6-2 1-16,-2-3 0 15,-4-6 0-15,-1-3 5 0,2-7 10 16,3-6 5 0,3-4-2-16,4-2-7 15,-1 0 5-15,6-10-14 16,6-4-2-16,8-7-2 15,11-1-2-15,4 0-63 16,0 1-20-16,19 4-62 16,10 4-58-16,4 3-43 0,-1 1-97 15</inkml:trace>
  <inkml:trace contextRef="#ctx0" brushRef="#br0" timeOffset="299.93">27835 2703 1044 0,'0'0'32'0,"0"0"67"0,0 0 86 0,0 0-57 16,0 0-82 0,0 0-40-16,7 10-3 0,-2 17 19 15,-2 7 55-15,-3 5-48 16,0 0 9-16,1 3-17 15,-1 0-3-15,3 0-8 16,1-1-7-16,-2-6-3 16,-2-5 0-16,0-7-3 15,0-7-19-15,0-4-52 16,1-6 7-16,-1-5-103 0,0-1-21 16,0 0-4-1,-14-19-252-15</inkml:trace>
  <inkml:trace contextRef="#ctx0" brushRef="#br0" timeOffset="655.63">27797 2699 690 0,'0'0'356'0,"25"-76"-351"15,-5 38-3-15,2 4 95 16,5 7-5-16,-2 9-38 15,0 7-16-15,-3 5-25 16,-1 6-9-16,-3 0-3 16,0 11 1-16,0 9 6 15,-4 5-7-15,-3 7 1 16,-5 3 4-16,-6-1 26 0,0 5-2 16,-15-4 5-1,-10-3 3-15,-4-6-1 0,-3-3-25 16,2-5-1-16,1-8 9 15,6-3-11-15,3-4-5 16,4-3-3-16,5 0-1 0,5 0-9 16,5-6-118-1,1-6-146-15,0-1-133 16</inkml:trace>
  <inkml:trace contextRef="#ctx0" brushRef="#br0" timeOffset="1633.88">28442 2475 1025 0,'0'0'44'0,"0"0"-20"16,0 0 113-16,-110-46-15 15,75 46-45-15,1 0-22 16,4 22-15-16,3 7 1 16,5 8 0-16,5 9 7 15,3-2 0-15,8 1 2 0,6-5-22 16,0-8-23 0,9-7 0-16,11-7-3 0,7-7-1 15,1-6 0-15,2-5 2 16,2 0-3-16,-4-13-5 15,-4-11-23-15,0-2-2 16,-5-6 0-16,-7-2-8 16,0-1 1-16,-9 3 21 0,-2 8 7 15,-1 7 8 1,0 9 2-16,0 5 3 0,0 3 6 16,0 0-10-1,2 7-4-15,6 14 4 16,2 3 0-16,3 1 9 0,1 1-5 15,2-4-4-15,1-5 0 16,0-6 2-16,-3-7 0 16,-1-1 0-16,-1-3-2 15,-1 0 3-15,2-13-2 16,2-8-1-16,3-5-11 16,1-2 1-16,1 6 1 15,-1 2 4-15,-2 9 4 16,-1 3-3-16,-4 7 4 15,1 1 0-15,-2 0 0 16,0 14 5-16,-3 4 15 16,0 3-9-16,-5-5-2 15,1-2-4-15,-1-4-3 16,0-4-2-16,0-5 2 16,3-1-2-16,0 0 0 15,2-5 2-15,2-14-2 0,5-3-13 16,-1 0 5-16,0 4 0 15,0 1 5-15,-1 7-1 16,1 5 2-16,0 5 2 16,0 0 1-16,-2 2 4 15,0 11 7-15,-5-1-5 0,-1-1 3 16,-3-2-1 0,0-4-3-16,0-2-3 0,-2-3-3 15,-1 0 4-15,2 0 6 16,2-5 7-1,4-13-8-15,3-3-9 0,2-7-1 16,-1 3 0 0,6-2 0-16,0 1 1 0,3 4 0 15,1 6-2-15,-2 2 1 16,-1 11 1-16,-3 3 6 16,-4 0 10-16,-1 19 4 15,-3 8 22-15,-3 1-15 16,-2 3-13-16,-2 3-11 15,-1 2-3-15,0 4-26 16,0 3-113-16,0 4-64 16,-6 0-191-16,-8 0-181 15</inkml:trace>
  <inkml:trace contextRef="#ctx0" brushRef="#br0" timeOffset="2130.44">27844 3904 907 0,'0'0'163'0,"0"0"-162"0,0 0 142 16,0 0 11-16,0 0-52 16,0 0-43-16,0 0-44 15,-15-4-15-15,15 32 26 16,0 5 30-16,0 4-27 0,0 7 39 16,1 3-52-1,5 2 10-15,-1-2-9 0,-1-4-11 16,1-8-6-16,3-7 0 15,1-8-6-15,2-5-19 16,1-7-61-16,0-8-42 16,2 0-29-16,2-18-79 15,-1-14-121-15</inkml:trace>
  <inkml:trace contextRef="#ctx0" brushRef="#br0" timeOffset="2401.42">28051 3803 1082 0,'0'0'83'0,"0"0"-76"16,0 0 157-16,0 0-44 15,0 0-99-15,0 0-17 16,24 46 70-16,-9-6-26 16,1 3 6-16,1 4-2 15,3 2-14-15,-1 1-6 16,1 0-22-16,0-5-4 0,-5-8-3 15,-1-3-3 1,-4-7-2-16,-6-5-53 0,-2-4-101 16,-2-6-68-1,-2-6-98-15,-16-6-239 16</inkml:trace>
  <inkml:trace contextRef="#ctx0" brushRef="#br0" timeOffset="2579.85">27796 4220 1258 0,'0'0'0'0,"0"0"5"16,0 0-5-16,118-92 90 0,-60 66-49 16,0 3-18-1,-3 7-9-15,-6 4-14 0,-14 5-79 16,-4 1-152-16,-8 2-201 15</inkml:trace>
  <inkml:trace contextRef="#ctx0" brushRef="#br0" timeOffset="3621.63">28643 3876 884 0,'0'0'72'15,"0"0"-65"-15,0 0 101 16,-77-73 32-16,44 70-20 16,4 3-39-16,-2 1 9 15,3 21-28-15,2 6-16 0,6 6 38 16,6 2-26-16,6 2-9 15,6-5-29-15,2 3-6 16,3-9-5-16,16-4-3 16,3-9-2-16,5-8-4 15,6-6-2-15,1 0 2 16,1-10-7-16,-4-11-23 16,-4-2-16-16,-9-3 6 15,-3-1 10-15,-6-3-2 0,-6 1-6 16,-3 3 26-1,0 5 3-15,0 3 0 0,0 8 9 16,0 6 3-16,0 4 3 16,0 0-6-16,0 4-5 15,3 14 5-15,9 3 22 16,1 1-6-16,3-1-10 16,3-1-1-16,-2-6-3 15,0-1 2-15,1-7-3 16,-6 0-1-16,-1-6 0 0,0 0-1 15,-2-6-1 1,4-10-1-16,-1-7-17 16,2-3 6-16,-2-1-10 15,-2 2 8-15,2 7 12 0,-3 4 1 16,-1 10 2 0,0 4 0-16,1 0 1 15,2 14 8-15,1 4 18 0,-2 3 1 16,-2 3-2-16,-1-6-12 15,0-3-8-15,0-1-1 16,-3-8-3-16,-1-4-1 16,0-2 1-16,3 0 0 15,3-2-1-15,3-16 0 16,4-6-36-16,2-5 0 16,0 0 3-16,-1 1 19 15,3 4 2-15,1 5 1 0,-3 9 9 16,0 10 1-16,-4 0 2 15,-1 10 2-15,-3 9 14 16,-2 6-3-16,-1-2 0 16,-2-2-4-16,-2-4-1 15,0-4-1-15,0-3-7 16,-2-7-1-16,-1 0-1 16,2-3 1-16,-1 0 6 15,2-8 12-15,6-12-18 0,0-6-17 16,5-3 15-1,-1-3-7-15,-1-1 3 0,3 3 5 16,-2 5-4 0,3 10 5-16,-3 6 2 15,-3 9 8-15,2 0-7 16,0 18 5-16,0 11 21 0,3 5-5 16,-2 3-8-1,0-1-7-15,1 0 1 0,-1-4-10 16,2-6 0-16,-1-3-1 15,-4-4-54-15,-2-8-69 16,-4-7-164-16,-4-4-206 16</inkml:trace>
  <inkml:trace contextRef="#ctx0" brushRef="#br0" timeOffset="4440.2">29752 2357 669 0,'0'0'115'0,"0"0"-108"0,0 0 124 0,-27-84-46 15,27 60 1-15,0-1-23 16,12 2-17-16,11 0-21 16,8 5 1-16,3 3-8 15,3 3 2-15,-3 5-4 16,-4 2-2-16,-3 5-4 0,-4 0-4 16,-5 8-4-1,-6 12-1-15,-4 7 8 0,-6 5-4 16,-2 6 18-16,0 7 15 15,0 5-13-15,-6 5 20 16,-1 10-1-16,2 6-17 16,5 4 4-16,0-1 10 15,0-3 1-15,18-4-19 16,6-4-14-16,6-10-6 16,7-8 1-16,2-10 0 15,-2-11 1-15,0-6-5 16,-4-12 0-16,-4-5 3 15,-7-1 0-15,-7 0-2 16,-6 0 1-16,-6-1-1 16,-3 0 12-16,-5 1-2 15,-17 0-11-15,-11 15 0 16,-4 9 9-16,2 6 6 0,5 4 7 16,11 3-14-1,12 6-3-15,7 7-4 0,1 5 0 16,26 8-1-16,10 3 1 15,11 7 1-15,1 0 3 16,-1 0 5-16,-8-4 5 0,-11-5 2 16,-14-13-4-1,-12-12-3-15,-3-7-4 0,-26-7-3 16,-23-7 4 0,-12-4-3-16,-9-8-4 0,1-6-31 15,7 0-89-15,9-13-144 16,4-6-189-16</inkml:trace>
  <inkml:trace contextRef="#ctx0" brushRef="#br0" timeOffset="6749.85">30934 1527 603 0,'0'0'106'16,"0"0"-98"-16,0 0 76 16,0 0 48-16,0 0-20 15,-26-76-15-15,22 67-30 16,2 2-3-16,1 3 13 0,1 4-18 15,-2 0-6 1,2 0-26-16,0 4-27 0,0 19 3 16,0 9 2-1,0 9 27-15,3 4-10 16,1-1-5-16,-2-1 16 16,-1-4-12-16,1-2-4 0,1-5-11 15,-1-5 1-15,-2-6 3 0,0-8-9 16,0-7-1-1,0-3 3-15,0-3 0 0,0 0 8 16,0-7 16 0,0-19-16-16,-7-9-11 0,4-5-1 15,-1-4-2 1,3-1-2-16,1 0-1 0,-2-1-9 16,2 0 4-1,0 6 2-15,0 6-2 16,0 9 5-16,0 9 4 15,3 7 4-15,1 3 0 16,-1 2-2-16,-1 2 0 16,1 2-4-16,5 0-14 0,2 7 10 15,8 13 8-15,1 6 5 16,-1 3-5-16,2 2 9 16,-4-4-9-16,2-1 4 15,-3-8 1-15,0-4 0 16,-3-6-4-16,-1-5-1 15,2-3 3-15,0-3 4 0,6-17 4 16,2-13-5 0,-4-8-3-16,-1-1-6 15,-8-1 2-15,-5 1 1 16,-3 5 0-16,0 5-2 0,0 6 2 16,0 9 0-1,0 5 5-15,0 6-3 0,0 3 1 16,0 3-3-16,0 0 0 15,0 3-21-15,0 17 21 16,7 8 3-16,3 7 32 0,1 8-17 16,-5 7 15-1,4 6-3-15,-2 0 7 0,1-3-12 16,0-4-7 0,1-6-8-16,-1-6-3 15,0-5-7-15,3-2-1 0,-3-6 1 16,-1-5 0-16,-1-4-1 15,-1-5-12-15,-3-4-52 16,-2-4-70-16,1-2-34 16,-2 0-39-16,0-20-77 15</inkml:trace>
  <inkml:trace contextRef="#ctx0" brushRef="#br0" timeOffset="7110.04">31542 1171 1088 0,'0'0'106'0,"0"0"-102"0,0 0 13 0,0 0 38 16,0 0-16 0,0 0 25-16,0 75 32 0,0-32-63 15,0 7 4-15,0 5 10 16,0 0-2-16,0-2-11 15,-1-4-6-15,1-11-9 16,0-7 1-16,0-12-4 16,9-3-8-16,6-8-4 15,4-4 7-15,5-4 10 16,6 0 8-16,4-2-6 16,5-14-9-16,-2 0 0 15,0-3-9-15,-1 1-3 0,-3 2-2 16,-9 0 0-16,-6 7-36 15,-11 3-96-15,-7 6-68 16,0 0-87-16,-25 4-319 16</inkml:trace>
  <inkml:trace contextRef="#ctx0" brushRef="#br0" timeOffset="7640">31269 2003 1026 0,'0'0'54'0,"0"0"-27"15,0 0-22-15,0 0 86 16,0 0 8-16,108 22-22 0,-57-18-20 16,8-3-14-1,5-1-6-15,5 0 11 0,2 0-5 16,4-11 5-16,6-6-17 15,-3-3-12-15,-6-4-3 16,-11-4-5-16,-12-6-2 16,-11-10 1-16,-7-6-7 15,-6-8 2-15,-3-11-5 16,-8-10 1-16,-8-13-1 16,-6-4 0-16,-7-4-3 15,-21 1-10-15,-10 6-4 16,-14 5 1-16,-15 8 11 0,-18 8 0 15,-14 11-1 1,-11 12 0-16,-9 16 0 0,-8 19-7 16,-7 14 3-16,-3 10 4 15,5 31 6-15,10 20 1 16,7 16 0-16,12 23-1 16,15 12 19-16,21 14 7 15,28 6 5-15,23-8-5 16,16-6 4-16,28-17 4 15,30-14 1-15,21-13-5 16,13-12-16-16,16-19-14 0,11-15-3 16,8-14 1-1,12-14-28-15,-9-6-200 0,-18-30-321 16</inkml:trace>
  <inkml:trace contextRef="#ctx0" brushRef="#br0" timeOffset="24137.39">29015 5121 843 0,'0'0'19'16,"0"0"-17"-16,0 0 52 15,0 0 31-15,0 0-9 16,0 0-18-16,0 0-34 0,0-12-22 16,0 12 1-16,0 7-3 15,0 9 32-15,0 4-2 16,0 2-15-16,0 1 6 16,0 1 26-16,0 4-25 15,0 3-21-15,0 5 32 16,-2 1 2-16,-4-1-19 15,0 0-1-15,-1 0 20 16,4-4-16-16,2-2-15 16,1 0-4-16,0-2 1 0,0-2 0 15,1-2-1 1,6-2 0-16,1-4 3 0,-2-1-2 16,1-2-1-1,1-5 0-15,-1 0 1 0,1-3-1 16,-1-1 0-16,2 0 1 15,-2-2-1-15,1-2 0 16,1 2 0-16,4-3 0 16,2-1 3-16,5 0-1 15,2 0 2-15,2 0-3 0,1 0-1 16,5-1 1 0,5-5 0-16,2 0 0 0,6 2-1 15,-1-2 0-15,1 1 1 16,0-1-1-16,-1 0 0 15,0 2 1-15,-8 1 0 16,-6 0-1-16,-2 3-2 16,-3-3 2-16,0 1 5 15,1-1 3-15,-2 1 2 16,-5 1-2-16,-5 1-8 16,-6 0 0-16,-2 0 0 15,-1 0-1-15,2 0 1 16,-2 0-1-16,0 0 1 0,-2 0-17 15,-1 0-55 1,0 0-48-16,0 0-28 0,0-3-48 16,0-5-344-1</inkml:trace>
  <inkml:trace contextRef="#ctx0" brushRef="#br0" timeOffset="24512.61">29780 5547 989 0,'0'0'99'0,"0"0"-96"16,0 0 48-16,0 0 58 16,88-34-55-16,-64 34-23 15,0 0-3-15,0 1-7 16,0 13-14-16,-4 0-6 0,-1 4 5 15,-2 1-2-15,-2 4-1 16,-3 4 2-16,-6 0 14 16,-6 3 13-16,0 1 6 15,-21 2-17-15,-7-4 10 16,-3-3-9-16,-1-3 2 16,4-5 1-16,5-3-10 15,4-6-10-15,5-1-3 0,4-6-2 16,6-1 0-1,2-1-13-15,2 0-60 16,0 0-62-16,0 0-45 16,0 0-80-16,6-9-377 15</inkml:trace>
  <inkml:trace contextRef="#ctx0" brushRef="#br0" timeOffset="25455.75">30724 5572 972 0,'0'0'104'0,"0"0"-99"15,0 0 125-15,0 0-23 0,0 0-35 16,0 0-33-16,0 0-27 15,0-2-11-15,2 17 3 16,1 4 42-16,0 7-3 16,0 1-9-16,-1 0 10 15,-1-1 10-15,1-4-43 16,-2-7-5-16,1-3-6 16,1-4 0-16,-2-5-6 15,0-1-66-15,0-2-49 0,0 0-42 16,-9-9-69-16,-9-12-475 15</inkml:trace>
  <inkml:trace contextRef="#ctx0" brushRef="#br0" timeOffset="25709.89">30500 5506 1076 0,'0'0'56'16,"0"0"-55"-16,0 0 62 15,0 0 60-15,0 0-60 0,111-61-24 16,-69 48 0 0,0 4-17-16,-10 2-17 15,-6 2-5-15,-11 5-2 0,-7 0-48 16,-5 0-98-16,-3 6-69 15,-2 6-196-15</inkml:trace>
  <inkml:trace contextRef="#ctx0" brushRef="#br0" timeOffset="25909.89">30483 5845 711 0,'0'0'303'15,"0"0"-299"-15,0 0 57 16,0 0 103-16,85-26-78 16,-49 10-53-16,1-1-25 15,-6 3-8-15,-7 2-84 16,-3 2-45-16,-3 2-107 16,-3 1-109-16</inkml:trace>
  <inkml:trace contextRef="#ctx0" brushRef="#br0" timeOffset="26284.2">30829 5671 663 0,'0'0'94'15,"0"0"-51"-15,0 0 172 16,0 0-96-16,93-14-33 0,-76 24-24 16,-3 7-14-1,-5 2-21-15,-3-2 13 0,-3-1-22 16,-3 1-12-16,0-4-3 15,0-4 0-15,0-3 3 16,0-5-2-16,0-1 0 16,-2 0 3-16,2 0 2 15,0-8-9-15,0-10-9 16,3-4-2-16,12-3 4 16,6 2-25-16,0 3 18 15,0 7 9-15,-2 4 4 16,-1 7 1-16,3 2 20 15,-2 0 12-15,-2 14-1 0,-2 1 6 16,-5 2-27 0,-2 1-3-16,-4-1-4 0,-4 0-3 15,0-1-1-15,0-2-87 16,0-3-87-16,0-4-123 16,0-6-271-16</inkml:trace>
  <inkml:trace contextRef="#ctx0" brushRef="#br0" timeOffset="26603.83">31220 5666 848 0,'0'0'101'0,"0"0"-101"0,0 0 136 0,0 0-16 16,0 0-33-16,0 0-41 15,52-46-27-15,-45 46-15 16,-2 9-2-16,0 2 2 16,-2 3-1-16,-3 0-2 0,1 2-1 15,-1-1 0 1,0 1 2-16,0-3-2 0,2-5 0 16,-2 1 0-1,0-7 1-15,0-1-1 0,0 1-1 16,0-2-3-16,0 0-63 15,0 0-45 1,-3 0-131-16,-8-8-160 0</inkml:trace>
  <inkml:trace contextRef="#ctx0" brushRef="#br0" timeOffset="27224.02">31146 5291 768 0,'0'0'202'16,"0"0"-201"-16,0 0 101 0,0 0-11 16,0 0-82-1,0 0 22-15,28 50 43 0,-12-15-35 16,-4 2-18-16,-3 1-3 0,-2 3 3 15,-1 2-14 1,-1 4-4-16,-2-1 1 0,0-4-3 16,-1-5 2-1,1-8-1-15,0-5 0 16,2-7 1-16,0-9 0 16,-2-5-1-16,0-3 0 15,0 0 1-15,1 0 11 16,1-10 0-16,3-8-7 15,2-3-7-15,-3-3 0 0,3 0-7 16,-1 3 3-16,-1 1-23 16,1 6-5-16,0 4 28 15,-2 3 4-15,1 2-2 16,1 4-2-16,4 1 3 16,-1 0 0-16,3 0-1 15,-3 9 2-15,-3 5 1 16,1 6-1-16,-5 2 0 15,-1 3 5-15,-2 1 6 16,-2-2-2-16,0-3-1 0,0-3 1 0,-5-5 2 31,-9-2 11-31,-5-2 7 16,-3-5-3-16,-3-1-11 16,-2-1-3-16,4-2-1 15,1 0-7-15,4 0-4 0,8-5-2 16,2-5-31-16,5 0-69 15,3-5-85-15,0 0-103 16,6 0-131-16</inkml:trace>
  <inkml:trace contextRef="#ctx0" brushRef="#br0" timeOffset="27824.68">31516 5591 900 0,'0'0'89'0,"0"0"-76"0,0 0 141 16,0 0-73-16,0 0-48 15,0 0 7-15,-19 56-12 16,19-30 1-16,0-1-4 16,0-1-16-16,2-4-7 15,8-2-1-15,-2-4 1 0,2-6-1 16,-4-5-1-1,-1-2 1-15,-2-1-1 0,0 0 1 16,3-4 11 0,2-14-12-16,2-4-2 0,0-3-11 15,2 0 0 1,1 3 0-16,2 2 2 0,-3 6 2 16,-1 9 5-1,1 5 3-15,-3 0 1 0,-2 5 4 16,0 12 4-16,-4 1 7 15,-1 3-3-15,-2-3 4 16,0 0-6-16,0-6-8 16,0-4 1-16,0-2-3 15,0-4 1-15,0-2-1 16,1 0 0-16,5 0 1 16,2-16-1-16,1-4-2 0,3 0-6 0,-6 4 7 15,-2 2 1 1,-1 7 4-1,-3 3 12-15,0 4 41 0,2 0-1 16,2 0-47-16,7 9-7 16,1 9 16-16,4 3 19 15,-1 2-32-15,0-3-3 16,-5 0-2-16,1-5 0 16,1-1-49-16,-6-4-74 15,-3-3-44-15,-3-4-134 16,0-3-305-16</inkml:trace>
  <inkml:trace contextRef="#ctx0" brushRef="#br0" timeOffset="28923.9">31805 5085 167 0,'0'0'620'0,"0"0"-618"0,0 0 2 16,0 0 101-16,-87-3-36 15,62 3-3-15,-3 2-28 16,-2-1-15-16,-5 0-6 0,-2-1 26 15,-6 0-27-15,-3 0 14 16,-8 0-24-16,-4 0-1 16,-5-1-1-1,-3 0-2-15,1-1 1 0,2 2 9 16,3 0 2-16,4 0-5 16,2 0-4-16,2 0-2 15,1 0-2-15,3 0 2 0,4 2 28 16,6 0-4-1,5 3 13-15,2-2-27 0,1 4 1 16,-1 3-5 0,4 1 20-16,5 3-10 15,5 6-7-15,4 4-2 16,1 6 5-16,1 5 3 0,0 4-2 16,0 0 7-1,3 4-5-15,4-2-8 0,3 1-2 16,-1 1-5-16,2-1 4 15,0 2-4-15,0 0-1 16,0 2 8-16,3-1-1 0,9 1-6 16,-3-2 2-1,0-1 2-15,0-4 5 0,-2-1 1 16,2-4-5 0,3-3-6-16,0-5 9 0,4-5-4 15,0-6-6-15,6-4 2 16,5-2-2-16,2-3 5 15,6-6-5-15,4 0 1 16,4-1 0 0,9-14-2-16,5 0 1 0,3-3-1 15,5 0 1-15,1 0-1 16,0 1 1-16,-1 2-1 16,-2 3-2-16,-2-1 2 15,-3 1 2-15,-3 4-2 16,2-2-2-16,-2 3 2 15,2 0 1-15,-2-1 0 16,0 4-1-16,1 0 1 0,-6 2-1 16,-2 0 0-1,-7 0 0-15,-5 1 0 0,-4 0-1 16,-8-2 1 0,0 0-1-16,-10 0 1 0,-3 2-1 15,-5 1 0-15,0-3 1 0,4 0-1 16,-2 0 3-1,0-2-1-15,0 4-1 16,-2-5 1-16,0-1 0 16,0-2 5-16,-1-1-6 15,-1-1 3-15,-4-5 1 16,0 1 1-16,0-6-1 16,0-3-4-16,0-6 4 15,0-2-1-15,-4-6-2 16,-7-5 0-16,-1-1-1 0,-3 1 1 15,-2 2 0 1,-3 1 10-16,-1 2 8 0,-4 3-5 16,2 4 8-16,-5 2-8 15,-2 2-1-15,-3 4-10 16,-4 4-3-16,0 2-14 16,-6 9-100-16,-6 8-104 15,-7 0-233-15</inkml:trace>
  <inkml:trace contextRef="#ctx0" brushRef="#br0" timeOffset="34049.71">28090 5111 522 0,'0'0'145'16,"0"0"-143"-16,0 0-2 16,0 0 61-16,0 0 25 15,0 0 3-15,0 0-31 16,9-6-27-16,-9 6-4 16,0 0 10-16,0 0 2 15,0 0-10-15,-14 0-18 16,-2 0-10-16,-4 6-1 0,-2 5 0 15,-2-1 1 1,-4 0-1-16,0-1 0 0,2-1 4 16,2-3 0-1,4-1 10-15,1 1-7 0,3-4 9 16,1 1 5 0,2 0 3-16,2 0-8 0,0-1-4 15,2 3 3-15,-2 1 7 16,1 3-14-16,1 3 4 15,1 3 6-15,2 4-1 16,2 4-6-16,1 5 8 16,2 3-5-16,-1 3 0 0,0 3 9 15,-1 3 13 1,3 0-17-16,0 3-13 0,0 3-5 16,0 3 11-1,0 3-9-15,0-1-1 0,0-3 0 16,0-3 2-16,0-7-1 15,2-5-3 1,-1 0 1-16,1-2 0 0,-2-2 2 16,0-5 3-16,2-7-5 15,2-2-1-15,0-9 2 16,1 0 1-16,2-4-2 16,2-1 1-16,3 0 1 15,0 0 0-15,4 0-1 16,1-3-2-16,4-5 1 15,1 0-1-15,2 0 0 0,4 2 0 16,5-2 0 0,9-1 1-16,6 3-1 15,5 1 1-15,4 1 0 16,-2 1-1-16,-4-1-3 0,-2 4 3 16,-2 0-1-1,-3 0-1-15,0 0 0 0,0-3 1 16,0-1 0-16,-4-2-4 15,-2 2-1-15,-2-4 5 16,-4-1-2-16,-7 3 1 16,-8-2-4-16,-4 3 5 15,-4 1 1-15,-5-3 0 16,-2-2 1-16,-2-2 1 16,0-3 0-16,0-2-2 0,0-4 0 15,0 3 0 1,0-3 3-16,0 0-3 0,0 0 0 15,-3-4 0-15,-2 3 0 16,1-2 0-16,-1-2 1 16,-2 1-1-16,1-2-1 15,0-1 1-15,1-2 1 16,-1 4-1-16,1 0 0 16,0-1 0-16,-1 1 1 15,2 1 0-15,-2 0-1 16,1 3 0-16,-2-1 5 15,1 2 7-15,0 3-8 16,0-5 4-16,-3 1 7 16,0 0-11-16,0 0 12 15,0-2-12-15,-1 3-2 0,2-2 1 16,1 4-3 0,-1 2 3-16,-2 3-2 0,2 3 0 15,1 3 0-15,-5 1 0 16,2 4 6-16,-3 0-6 15,-3 2 1-15,-2 0 5 16,-6 0 2-16,-6 2-9 16,-5 11 0-16,-10 1-2 15,-8 6 2-15,-9 0-1 16,-5 2-5-16,-2-1-52 16,2 2-101-16,1-2-125 15,2-3-352-15</inkml:trace>
  <inkml:trace contextRef="#ctx0" brushRef="#br0" timeOffset="35969.87">28303 5503 432 0,'0'0'56'16,"0"0"3"-16,0 0 58 15,0 0-13-15,0 0-51 16,0 0-21-16,-6 0-6 16,6 0 0-16,0 0 5 15,0 0-6-15,0 0-15 16,0 0-2-16,0 0 8 16,0 0 4-16,0 0 9 15,0 0-5-15,0 0 17 16,0 0 0-16,0 0-6 15,0 0-7-15,0 0-2 0,0 0-10 16,0 0-4-16,0 0-5 16,0 0 7-16,0 0-3 15,0 0-1-15,0 0 13 16,0 0-1-16,0 0 5 16,0-1-10-16,0-8-12 15,6-2-4-15,5-2-1 0,5-2 0 16,2-3 2-1,3 0-1-15,4-4 2 16,5-5-3-16,4 0 0 16,5-4 1-16,3 1 4 0,-3 0 9 15,-2-1-2 1,-1 2 12-16,-5 2 1 0,1 1 3 16,1-1-6-1,-1-2-9-15,1 4 6 0,-4 2 0 16,-4-1-8-16,-1 3 11 15,-5 3-5-15,-6 4-6 16,-3 4 1-16,-3 3-2 16,-4 3-2-16,-2 4-2 15,-1 0-2-15,0 0-4 16,0 0-4-16,0 0-2 16,0 0-39-16,0 0-59 15,0 4-26-15,2 3 10 0,5-3-65 16,4-4-68-1,4 0-23-15</inkml:trace>
  <inkml:trace contextRef="#ctx0" brushRef="#br0" timeOffset="36280.37">29227 4648 1026 0,'0'0'58'0,"0"0"-49"0,-85 0 65 15,50 11 28 1,7-1 14-16,7 5-76 16,8-3-16-16,10 1-17 15,3 2-4-15,0 2-1 0,19 3 4 16,9 3-1 0,4-1 0-16,2 2-2 0,-3-1-1 15,-4 2 1 1,-9 1 1-16,-5-1 7 0,-10-1 7 15,-3-6 4-15,0-3-1 16,-13-2 17-16,-2-3-24 16,0-4-11-16,2-2-3 15,-2-4-34-15,6 0-78 16,3 0-44-16,6-10-93 16,0-11-80-16</inkml:trace>
  <inkml:trace contextRef="#ctx0" brushRef="#br0" timeOffset="36764.81">29389 4753 1033 0,'0'0'99'16,"0"0"-80"-16,0 0 110 16,0 0-26-16,0 0-53 15,0 0-42-15,26 35 71 0,-10-9-41 16,-1 1-26-1,0-3-6-15,-6-1-6 0,-2-4 0 16,0-3 0 0,-4-3 0-16,1-2 0 15,-4-7 0-15,0 1 2 16,0-5 4-16,0 0 3 0,-4-3 4 16,-12-14-13-1,-3-3-4-15,-1-11 4 0,6-6-9 16,2-4 3-16,4-2-11 15,4 2 4-15,3 3-5 16,1 6 14-16,4 6-1 16,15 5 4-16,7 1 0 15,-1 7 1-15,3 3 0 0,-7 7-1 16,-3 3 1 0,-4 0 0-16,-4 4 2 0,-6 11-1 15,-4 2 3 1,0 3 3-16,-6-1-1 0,-8 3-4 15,-3-4-2-15,4-3 0 16,5-2-7-16,4-2-89 16,4-3-80-16,0-2-14 15,4-2-97-15,12-4-201 16</inkml:trace>
  <inkml:trace contextRef="#ctx0" brushRef="#br0" timeOffset="37220.08">29838 4548 912 0,'0'0'107'16,"0"0"-17"-16,0 0 67 0,0 0-37 15,0 0-30-15,-82 6-7 0,69 9-44 16,3 0-23-1,8-2-8-15,2-1-8 16,0-3 0-16,0 2-2 16,10-2 0-16,4-4-34 15,1-1-37-15,0-4-20 16,-2 0 15-16,-4 0 35 16,-1 0 36-16,-5 0 7 15,-3 0 1-15,0 0 46 16,0 0 22-16,0 0-39 15,0 0-13-15,1-2-9 0,5-1-5 16,6-3-3-16,6-2 0 16,4 0-1-1,2-1 0-15,-2 7 0 0,-4 2 1 16,2 0 1-16,-7 9 7 16,-1 15 16-16,-8 7-7 15,-4 6 9-15,0 6-26 16,-4 5-10-16,-15 6-150 15,-5 2-125-15,-7-1-322 16</inkml:trace>
  <inkml:trace contextRef="#ctx0" brushRef="#br0" timeOffset="37779.74">28532 5841 813 0,'0'0'68'0,"0"0"-8"16,0 0 69-16,0 0-26 16,0 0 11-16,0 0-39 15,-8-25-57-15,8 26-15 0,9 17 29 16,7 6 40 0,2 3 1-16,-1 4-22 0,0 5-8 15,2 1 1-15,-2-2-20 16,2-3-12-16,-5-4-5 15,0-6-7-15,-1-2-1 16,-4 0-15-16,2-4-41 16,-1 3-48-16,-1-3-52 0,0 0-60 0,-2-2-63 31,-2-4-134-31</inkml:trace>
  <inkml:trace contextRef="#ctx0" brushRef="#br0" timeOffset="38079.91">28813 6089 739 0,'0'0'256'16,"0"0"-244"-16,0 0 94 16,0 0 25-16,0 0 18 15,0 0-61-15,0-48-64 16,2 56-23-16,2 13 3 15,2 7 66-15,-1 6-42 16,-1 3-4-16,1 0 30 16,1-1-36-16,-2-1-10 15,2-5-5-15,-1-3-3 16,-1-8 0-16,1-5-10 0,2-4-78 16,1-6-15-1,1-4-61-15,2 0-43 0,-2-18-131 16</inkml:trace>
  <inkml:trace contextRef="#ctx0" brushRef="#br0" timeOffset="38284.21">28974 6028 649 0,'0'0'548'0,"0"0"-547"15,0 0 1 1,0 0 85-16,0 0-23 0,0 0 83 15,35 58-38-15,-20-28-56 16,1-1-16-16,-1-2-26 16,0-1-11-16,-1-2 2 15,-3-4-4-15,-6-1-56 16,-5 2-121-16,0-3-85 16,-13-1-126-16</inkml:trace>
  <inkml:trace contextRef="#ctx0" brushRef="#br0" timeOffset="38442.03">28888 6279 1330 0,'0'0'0'16,"0"0"0"-16,0 0 6 16,66-83 54-16,-39 65-42 0,1 3-18 15,-3 7-77-15,-5 6-154 16,-4 2-171-16</inkml:trace>
  <inkml:trace contextRef="#ctx0" brushRef="#br0" timeOffset="38924.08">29252 6151 1154 0,'0'0'97'15,"0"0"-81"-15,0 0 2 16,0 0 82-16,0 0-31 16,0 0-42-16,-34 65-22 15,34-61-4-15,0-2-2 0,0-2 1 16,0 0 0-1,0 0 4-15,0-15 8 0,0-7-12 16,3-8-15 0,1-2 8-16,-1 1 1 0,0-2-3 15,-1 3 7 1,-1 4 2-16,2 7 4 0,-1 8-3 16,-1 6 18-1,2 5 22-15,-2 0-20 0,5 0-15 16,4 12-4-16,4 6 24 0,3 7 37 15,1 1-4 1,-5 0-33-16,2-1-9 16,-1-3-7-16,-4-3-7 15,0-1-3-15,-2-6-4 0,-2 1-31 16,-6-5-96 0,0 0-48-16,-2-2-69 15,-14-3-114-15</inkml:trace>
  <inkml:trace contextRef="#ctx0" brushRef="#br0" timeOffset="38994.69">29252 6151 230 0</inkml:trace>
  <inkml:trace contextRef="#ctx0" brushRef="#br0" timeOffset="39029.86">29252 6151 230 0,'47'-62'0'0</inkml:trace>
  <inkml:trace contextRef="#ctx0" brushRef="#br0" timeOffset="39454.71">29393 5991 205 0,'0'0'265'16,"0"0"-10"-16,0 0-34 15,0 0-72-15,0 0-31 16,0 0 9-16,72 10-27 0,-70 6-21 16,-2-2-23-1,0-3-37-15,0-4-5 0,0 0-11 16,1-3-3 0,-1-3 0-16,0-1 0 15,0 0-6-15,0 0-8 0,0-1-4 0,0-12-13 16,0-6-55-1,0 1 59-15,0 2 12 16,0 6 2-16,0 4 13 16,0 4 24-16,0 2 20 15,0 0-24-15,0 0-10 16,0 0-7-16,0 0-2 16,0 0-1-16,2 0 0 15,5-4 3-15,7-7 4 16,2-1-7-16,2-3-4 0,-1 2-13 15,-4 3 2-15,-4 6 12 16,-3 1 0-16,-2 3 3 16,0 0 16-16,1 6 7 15,0 12 37-15,-2 6 15 16,-2 2-39-16,1 0-24 16,-2 1-8-16,0-1-4 15,0 6-2-15,0 1-61 16,-8 8-83-16,-5 0-111 15,-2 2-102-15</inkml:trace>
  <inkml:trace contextRef="#ctx0" brushRef="#br0" timeOffset="41067.23">29260 6541 941 0,'0'0'159'0,"0"0"-139"15,0 0-20-15,0 0 91 16,0 0 10-16,0 0-38 16,0-13-47-16,0 13-16 15,0 0 0-15,0 0 1 16,0 4 2-16,3 8 44 0,6 7 15 15,1 0-22 1,-1 4 27-16,-1 0 2 0,2-3-51 16,-3 2-4-1,2 0-6-15,4 3 7 0,0-1-3 16,4 2-8 0,0 1 6-16,2 1 8 0,-1-1-6 15,3-1-4-15,1-4-1 0,4-3-4 16,-2-6-2-1,3-1-1-15,1-6 2 16,2-5-1-16,0-1 2 16,1 0-3-16,0-4 0 15,4-8-8-15,1-1-7 16,2-3-11-16,-1-2 6 16,-1-4-4-16,-1 0-3 15,-4-3 3-15,3-3 2 0,1-1 3 16,-2-2-10-16,0 0 20 15,-5 1 2-15,-3 2 6 16,-3 0 1-16,-1 1 1 16,-1-4 1-16,2 0-2 0,2-3 1 15,1-1 0 1,1 1-1-16,2-3 7 16,2 2 2-16,-2 1-6 15,0 3-2-15,-2 3 1 16,-6 4 1-16,0 0-1 15,-2 3 1-15,-1 3 5 16,-1 2-2-16,-4 3 2 16,-1 2 4-16,-4 2 0 15,-4 4-1-15,0 2-1 16,-3 2-4-16,0 1-5 0,0 0-1 16,0 0-16-1,0 0-63-15,0 0-85 0,0 0-107 16,0 5-133-16</inkml:trace>
  <inkml:trace contextRef="#ctx0" brushRef="#br0" timeOffset="41359.76">30335 6173 953 0,'0'0'63'0,"0"0"-39"0,0 0-24 16,27-91 77 0,1 68-26-16,5 5 26 0,0 4-3 15,3 7-7-15,3 4 23 16,-1 3-7-16,-2 12 2 16,-8 16 1-16,-11 9-21 15,-7 4-29-15,-10 3 3 16,0-1-22-16,-2 2-15 0,-18-3-2 15,-5-1-56 1,-7-3-145-16,1-7-138 0,-2-8-274 16</inkml:trace>
  <inkml:trace contextRef="#ctx0" brushRef="#br0" timeOffset="42914.97">28805 5046 767 0,'0'0'85'0,"0"0"-84"15,0 0-1 1,0 0 80-16,0 0-9 0,0 0-34 16,-6 40 17-1,1-11-18-15,2 7 28 0,0 3-27 16,1 6 34-16,2 4-11 15,0 3-44-15,-4 7 18 16,-2 5 9-16,2 1-26 16,-2 8-3-16,3 1 5 15,-2 5-9-15,1 7-9 16,-7 6 6-16,1 2-3 16,-6 1 4-16,-6-2-5 15,0-1 5-15,-2-3 4 0,3-1 10 16,4-6-15-1,4-2-2-15,6-4 2 0,4-7 0 16,3-2-2 0,0-10 0-16,2 0-3 15,12-4 1-15,3 2-2 16,4-1 1-16,1-2-1 0,-2-3 0 16,-1-4-1-1,2 1 5-15,0-6-3 0,1 2 0 16,0-3 1-16,2 0 1 0,-1-1-2 15,-1 0-2 1,2 1 0-16,-2-4 1 16,1 2-1-16,2-6 0 15,-1-2 3-15,1-4-3 0,4-6 0 16,3-2 0 0,3-4 2-16,2-6-2 0,5-5 2 15,6-2 0-15,8 0 1 16,5 0-2-16,8-9 1 15,1-4-2-15,2 1 0 16,-2-4 0-16,-3 4 1 16,-1-2-1-16,1 1 0 15,3 2 0-15,2 0 5 16,1-3 1-16,3 0 0 16,-3 1 8-16,-6 1-6 15,-9 1 11-15,-12 6-5 16,-14 1-9-16,-14 1-2 0,-3 1-3 15,-6 2 0 1,-2-5-1-16,3 1-30 0,-3 1-37 16,-3 0-34-1,-2-1-46-15,-1 0-12 0,-1-1-33 16,3-3-122 0</inkml:trace>
  <inkml:trace contextRef="#ctx0" brushRef="#br0" timeOffset="44211.69">32009 6957 1047 0,'0'0'54'0,"0"0"9"0,0 0-63 0,0 0 169 15,0 0-67-15,0 0-33 16,-52-8-24-16,9 8-30 16,-10 0-13-16,-12 6-2 0,-5 0 4 15,-8 2-3-15,-4 2-1 16,-4-1-4-16,1 0 4 15,5 1 1 1,2-1-1-16,4-1 5 0,4-2-4 16,3-1 0-16,5 2 3 15,4 1 5-15,5 2-1 16,5 4 25-16,6 4-7 16,8 6 8-16,9 6-13 15,2 5-5-15,7 9-3 16,0 3 4-16,2 7 7 0,-1 4-17 15,5 5 9 1,1 6 3-16,2 3-11 16,7 6-2-16,0-1 24 15,0-4-22-15,0-3-6 0,5-2-2 16,3-4 3 0,-5-7-1-16,1-7-2 0,1-7 0 15,2-5 0-15,5-6 1 0,3-4-1 16,4-4 0-1,2-1 3-15,2-7-3 0,2 0-5 16,3-2 5 0,-2-2 0-16,2-4 0 0,-1-5 0 15,3-3-1 1,4 0-1-16,5 0 0 16,8-1-2-16,6-4 3 15,7 4 1-15,7 0 0 0,4 1 0 16,5 0 0-16,5-2 0 15,0 1 1-15,-1-1 1 16,-4 1-1-16,-10 1-1 16,-5 0 1-16,-7 0 1 15,-2 0-2-15,-2 0-1 16,-5 0-1-16,0-7 2 16,-3-3-4-16,1-8 3 15,0-2-1-15,-1 0-1 0,-4-4-2 16,-8 2-8-1,-8 1 11-15,-6 2 1 16,-5-4 1-16,-2-3 2 16,-2-6-2-16,2-6 0 0,-5-9 0 15,1-8 0 1,-4-3 0-16,1-7 0 0,-2-4-3 16,0-1-2-1,-2 1-15-15,-11-1 15 0,-3 3 1 16,-1 3-6-16,2 2-3 0,3-2 11 15,2-7-1 1,2-2-16-16,4-1-25 16,-1 4 19-16,-4 5 5 15,-5 7-4-15,-6 10 3 0,-5 8 21 16,-2 11 1 0,-3 8 11-16,-1 6-9 15,-2 5 7-15,-6 6-10 16,-3 4-30-16,-3 0-80 0,-1 9-190 15,-2 11-352-15</inkml:trace>
  <inkml:trace contextRef="#ctx0" brushRef="#br0" timeOffset="44723.27">31223 7559 1099 0,'0'0'0'0,"0"0"-105"15,0 0 105-15,0 0 135 16,0 0-34-16,0 0-19 15,-28-46 0-15,1 46-30 0,-8 6 9 16,-4 13-6 0,0-1 1-16,4 4-2 0,7-3-4 15,8-2-17 1,9-2-13-16,6 1-6 16,5-2-11-16,3 3-2 15,21 0 0-15,13-2-1 16,9 2 0-16,2-1 1 15,1 0-1-15,-10-1 1 0,-11 2 0 16,-10-3-2-16,-15 2 1 16,-3-3 0-16,-11 4 8 15,-21-3 20-15,-5 1-1 16,-2-7-17-16,6-3-4 16,9-3-6-16,12-2-11 15,7 0-62-15,5-14-104 16,2-5-34-16,19-7-52 15,9-1-211-15</inkml:trace>
  <inkml:trace contextRef="#ctx0" brushRef="#br0" timeOffset="45096.45">31284 7724 1478 0,'0'0'0'15,"0"0"0"-15,0 0 0 0,0 0 78 16,0 0-14-16,63 75-21 15,-54-50-33-15,-3 0-10 16,-3-3 4-16,-3-2-1 16,0-5-2-16,0-3 0 15,-2-5-1-15,-5-3 0 0,-2-4-3 16,-6 0-9 0,0-1-12-16,-3-18-9 15,5-9 21-15,5-9 5 16,4-5-14-16,4-3-23 0,2 1 8 15,14 7 23-15,4 6 11 16,0 8 1-16,2 5 1 16,-3 6 5-16,-5 6 26 15,-5 6 17-15,-5 0-12 16,-4 8 3-16,0 11 38 16,-8 4-23-16,-11 0-28 15,-1-3-19-15,5-6-7 16,6-5-39-16,7-4-116 0,2-4-139 15,4-1-250 1</inkml:trace>
  <inkml:trace contextRef="#ctx0" brushRef="#br0" timeOffset="45421.19">31591 7732 1295 0,'0'0'0'16,"0"0"-9"-16,0 0 9 15,0 0 118-15,-50-71-74 0,35 49-11 16,1-4-18 0,8-5-2-16,2 2-6 0,4-6 2 15,0 5 7 1,0 6-15-16,7 3 2 16,10 7 2-16,1 4-4 15,1 6 0-15,3 4 8 16,0 0 44-16,0 14 19 0,2 6 21 15,-1 7-38-15,-1 5-2 16,-3 3-39-16,-4 2-1 16,0-1-6-16,-5-5-4 15,-2-4-3-15,-3-9-14 16,-5-3-59-16,0-6-111 16,-7-3-65-16,-13-4-88 15,-5-2-303-15</inkml:trace>
  <inkml:trace contextRef="#ctx0" brushRef="#br0" timeOffset="45499.96">31591 7732 1012 0</inkml:trace>
  <inkml:trace contextRef="#ctx0" brushRef="#br0" timeOffset="45589.58">31591 7732 1012 0,'39'-107'94'0,"-24"88"-94"0,8-2-23 0,2-5-9 0,0 0-203 0,-3 3-425 16</inkml:trace>
  <inkml:trace contextRef="#ctx0" brushRef="#br0" timeOffset="45931.95">31876 7511 1244 0,'0'0'37'16,"0"0"-30"-16,0 0 46 15,0 0 99-15,5 79-59 0,-5-77-65 16,0 2-18 0,0-4-3-16,0 0 4 0,0 0-3 15,0-14-8-15,0-8-42 16,0-5-11-16,0-2-13 15,0 1-20-15,0 6 20 16,0 9 21-16,0 5 45 16,0 7 52-16,0 1 28 15,0 0-22-15,2 0-19 16,2 0 3-16,2 6 1 16,1-3-28-16,4-3-12 15,3 0-2-15,5-9-1 16,6-8 0-16,0-1-13 15,0 2-4-15,-5 5 15 16,-4 7 2-16,0 4 44 0,-3 20 58 16,0 22 32-1,-1 11-28-15,-7 5-64 0,-4-9-34 16,-1-9-8 0,0-13-75-16,-8-19-309 0,-21-8-1176 15</inkml:trace>
  <inkml:trace contextRef="#ctx0" brushRef="#br0" timeOffset="72099.62">28140 15485 1122 0,'0'0'6'15,"0"0"1"-15,0 0 82 0,0 0-8 16,0 0-13-16,0 0-21 15,-4-74-3 1,4 71 6-16,0 3 28 16,0 0-21-16,0 0-26 0,0 0-15 15,0 0-9-15,0 0-7 16,0 3-1-16,0 15 1 16,0 7 17-16,0 8 30 15,0 7-26-15,0 6-12 16,0 2 6-16,0 3 1 15,0-4 6-15,0 0-9 0,0-3-4 16,4-2-2 0,6-2-3-16,3-3 2 0,5-7-2 15,3-6 1 1,0-8-3-16,1-5-1 0,0-6-1 16,-1-4 0-1,-1-1 0-15,0 0-5 0,0-10-39 16,-4-9-40-16,-3-6-73 15,-6-4-67-15,-6-4-90 16,-1 2-220-16</inkml:trace>
  <inkml:trace contextRef="#ctx0" brushRef="#br0" timeOffset="72319.73">27917 15967 1177 0,'0'0'37'0,"0"0"-23"0,0 0 17 16,0 0 41-16,90-69-45 15,-32 36-12-15,3 1 2 16,-3 3-12-16,-9 4-5 16,-9 5-3-16,-5 4-98 15,-11 4-108-15,-4 6-84 16,-9 0-132-16</inkml:trace>
  <inkml:trace contextRef="#ctx0" brushRef="#br0" timeOffset="72671.77">28695 15523 1031 0,'0'0'37'0,"0"0"-20"16,0 0 110 0,0 0 19-16,0 0-84 0,0 0-31 15,-81-12 8 1,61 37 7-16,4 7-4 0,0 6 11 16,3 4-18-1,7-3 23-15,5-1-22 0,1-2-23 16,0-6-10-16,12-1 7 15,9-8-8 1,-2-4-1-16,7-7-1 16,-1-6 0-16,2-4-11 15,1 0-64-15,-3 0-26 16,2-16-38-16,-4-3-59 0,1-4-37 16,-5-4-66-16</inkml:trace>
  <inkml:trace contextRef="#ctx0" brushRef="#br0" timeOffset="72988.97">29019 15426 995 0,'0'0'188'0,"0"0"-183"15,0 0 93-15,0 0 69 0,-101 26-93 16,82-7-23-1,8 3-28-15,11 1-21 0,0 2 3 16,9 7 0-16,18-1-3 16,7 1 4-16,8 2-3 15,0-2 4-15,-3 1 3 0,-11-2 4 16,-9-1 1 0,-16-3 12-16,-3 1 0 15,-27-2 6-15,-18 1-17 16,-13-4-16-16,-4-3-1 0,-3-5-39 15,-1-4-101 1,0-5-191-16,3-5-303 0</inkml:trace>
  <inkml:trace contextRef="#ctx0" brushRef="#br0" timeOffset="77036.11">21645 15118 491 0,'0'0'15'0,"0"0"28"15,0 0 75-15,0 0-1 16,0 0-2-16,0 0-64 16,-5-46-16-16,5 39 21 15,0 0 5-15,0-2-13 16,0 1-6-16,0-2 8 16,0 1-8-16,0 1 0 15,0 2-13-15,0 2-1 16,0 4 5-16,0 0-8 15,0 0-25-15,0 5 0 16,0 17 0-16,3 9 20 16,0 9 30-16,-1 1-15 15,-1 2-9-15,1 3 16 16,-1 1 0-16,-1 7 2 16,0 4 3-16,0 5-9 15,2-6-2-15,1-7-19 0,4-7 6 0,2-11-9 16,3-8-12-1,1-5-1-15,2-8 1 0,5-5 0 16,-1-4-2 0,5-2-2-1,0 0-45-15,-1-12-74 0,-4-9-60 16,-5-5-52-16,-9-2-163 0,-5-3-463 16</inkml:trace>
  <inkml:trace contextRef="#ctx0" brushRef="#br0" timeOffset="77244.8">21503 15576 1220 0,'0'0'76'0,"0"0"-70"16,0 0 43-16,0 0 53 15,0 0-102-15,88-93 2 16,-37 53-4-16,-3 4 0 15,-2 4-63-15,-6 6-153 16,-9 7-96-16,-8 4-372 16</inkml:trace>
  <inkml:trace contextRef="#ctx0" brushRef="#br0" timeOffset="77599.75">21795 15352 36 0,'0'0'790'0,"0"0"-789"0,0 0-1 15,90-47 135 1,-47 31-18-16,6 6-24 16,-1 8-3-16,-2 2-15 15,-8 6-27-15,-7 13-11 16,-6 8-13-16,-10 6 4 16,-9 7-14-16,-6 2 23 0,0-2-9 15,-10-3-13-15,-5-6 1 16,-2-7 4-1,5-7-3-15,1-9-11 16,2-7 3-16,-2-1 47 16,-4-6-3-16,0-17-36 15,1-10-10-15,3-5 2 0,8-6-9 16,3-1-3 0,0 0 3-16,0 6-1 0,3 3-2 15,4 11-11-15,0 5-87 16,0 6-7-16,2 7-50 15,1 2-111-15,2 3-100 16,-1 2-219-16</inkml:trace>
  <inkml:trace contextRef="#ctx0" brushRef="#br0" timeOffset="77842.88">22286 15216 883 0,'0'0'233'16,"0"0"-220"-1,0 0 70-15,0 0 110 16,0 0-80-16,94 92-35 16,-80-68-2-16,-4-1-37 0,-1 1-21 15,-5-2-6 1,-2-2-11-16,-2-4-1 0,0 1-10 16,0-6-32-1,-9-1-56-15,-7-4-41 0,-1-6-76 16,-4-13-169-1</inkml:trace>
  <inkml:trace contextRef="#ctx0" brushRef="#br0" timeOffset="78033.39">22225 15108 958 0,'0'0'175'15,"0"0"-175"-15,0 0 0 16,0 0 47-16,0 0-47 16,0 0-53-16,-7-22-99 15,7 18-62-15,0 4-223 16</inkml:trace>
  <inkml:trace contextRef="#ctx0" brushRef="#br0" timeOffset="78726.47">22419 15227 942 0,'0'0'64'16,"0"0"-64"-16,0 0 0 0,0 0 91 15,80-69 1 1,-54 69-50-16,5 0 23 0,-2 22 13 16,-5 10-6-1,-5 3-46-15,-7 1 15 0,-5-4-6 16,0-4-8 0,-3-6-12-16,-3-6-5 0,-1-8 2 15,0-4-10-15,0-2-2 16,0-2 8-16,0 0 9 15,0-4 9-15,-1-12-26 16,-7-10-19-16,4-5 3 16,1-7 1-16,3-2-31 15,0-2 23-15,0 3 6 0,6 5 2 16,10 6 8 0,5 10 5-16,2 7 1 15,2 11 1-15,2 0 1 0,-1 11 9 16,1 14-5-1,-1 1 4-15,-4 3-1 0,0-4-5 0,1-1 1 16,-4-6-3 0,1-6 4-16,-4-3-3 0,-1-8 0 15,-3-1-1 1,0 0 3-16,-5-10-4 0,-2-4-3 16,-4 2 1-1,-1 4 1-15,0 6 1 16,0 2 18-16,-9 0 7 15,-3 2-17-15,-2 8-3 0,4 0-1 16,7-2-4-16,3-3-6 16,0-1 4-16,0-2 0 15,3-2 2-15,13 0 0 16,0 0 0-16,0 0-13 16,1 0 3-16,-2 4-11 15,-1-2-13-15,2-2-23 0,4 0-56 16,3-8-71-1,2-17-94-15,-4-8-168 16</inkml:trace>
  <inkml:trace contextRef="#ctx0" brushRef="#br0" timeOffset="79487.17">23204 14796 746 0,'0'0'191'0,"-15"-80"-70"0,10 57 93 15,1 9-38-15,1 3-38 16,0 5-76-16,3 4 15 0,0 2-63 0,3 2-14 15,15 21 0 1,7 14 45-16,0 7-1 0,1 6-35 16,-5 2 28-1,-2 1-27-15,-2 0 0 0,-1-5-9 16,-2-5-1 0,-4-10 0-16,-1-10 0 0,-3-7-5 15,-3-6 3-15,-2-6-20 16,-1-3-20-1,0-1 15-15,-1-1 12 0,-19-13-94 16,-7-1 56-16,1 9 31 16,0 6 17-16,7 0 5 15,-2 11 9-15,5 11 15 16,5 6 11-16,7-1 0 16,4-1-13-16,0-7-19 15,13-6 2-15,9-2-3 16,4-7 0-16,1-4-2 15,-3 0-50-15,0-15-33 16,-7-10 9-16,-3-8-23 0,-8-17 24 16,-2-14-78-1,-4-10-50-15,0-7-3 0,0-5-5 16,-10-2-22 0,2 2 35-16,1 12 196 0,1 16 114 15,0 23 257-15,3 16-171 0,3 15 34 16,0 4-105-1,0 21-101 1,0 16 160-16,12 11-87 0,3 8-31 16,3 2-17-16,0-2 44 15,1-2-38-15,0-7-25 16,-4-10-22-16,2-5-4 16,-5-11-4-16,-2-11-4 15,2-4 0-15,-2-6 2 16,4-2 1-16,2-23-3 15,4-7-24-15,-4-5-22 16,2-2 13-16,-1 8 10 16,-3 12-10-16,-5 8 25 0,-1 11 4 15,-1 0-4-15,1 11 8 16,2 11 20-16,3 6 27 16,-1 3-35-16,1 2-9 15,1-1 11-15,0 0-14 16,2-3-2-16,-1-3-1 15,3-1-69-15,-1-7-41 16,-1-4-78-16,-3-5-80 16,-2-9-228-16</inkml:trace>
  <inkml:trace contextRef="#ctx0" brushRef="#br0" timeOffset="80156.45">23885 14644 911 0,'0'0'116'0,"0"0"-104"0,0 0 148 16,0 0 12-16,0 0-112 0,0 0 15 15,-13-47-43 1,13 47-28-16,8 19 8 0,8 9 41 16,1 8 23-1,-1 2-48-15,-4 2 15 16,1-1-25-16,-1 1-2 0,1-3-16 15,-2-4 5-15,0-7-5 16,-1-3-11-16,-3-7-51 16,-1-6-53-16,-1-8-48 15,-1-2-32 1,2-13 38-16,-1-19-59 0,-4-9-286 16</inkml:trace>
  <inkml:trace contextRef="#ctx0" brushRef="#br0" timeOffset="80389.92">24051 14530 1101 0,'0'0'108'15,"0"0"-96"-15,0 0 6 16,0 0 73-16,0 0 4 16,0 0-20-16,67 69-9 15,-49-36-31-15,-4 3 13 0,-3 1-13 0,0-1 2 16,-2-1-21-16,0-7-14 15,0-5-2 1,-2-3 0-16,-1-4-13 0,2-5-66 16,-2-2-59-1,-3-6-79-15,-2-3-105 16,-1 0-296-16</inkml:trace>
  <inkml:trace contextRef="#ctx0" brushRef="#br0" timeOffset="80868.34">24341 14579 635 0,'0'0'327'0,"0"0"-327"16,0 0 0-16,-21-82 41 16,21 57-6-16,0 5-27 15,7 5-1-15,7 4 4 16,2 5 16-16,1 6 3 16,3 0 31-16,1 7-4 15,0 17 22-15,-5 8-24 16,-5 1 4-16,-5 9 6 0,-6-3-18 15,0 0 9 1,0-7-5-16,0-7-11 0,0-7-25 16,0-6 2-16,0-6-6 15,0-3-3-15,0-3-5 16,4 0 4-16,8 0-5 16,8 0 8-16,4-10 8 15,4-3-7-15,-1-1-7 16,-8 2-3-16,-7 3-2 0,-3 0-3 15,-5-2-73 1,-1-2-67-16,0-4-112 0,2-6-87 16,-3-5-67-16</inkml:trace>
  <inkml:trace contextRef="#ctx0" brushRef="#br0" timeOffset="81232.27">24699 14347 1197 0,'0'0'141'15,"0"0"-133"-15,0 71 185 16,0-40-21-16,0-1-48 16,0-4-78-16,0-5-30 15,12-4-2-15,2-5-7 16,3-5-6-16,1-3 3 0,3-4-4 16,0 0-5-16,3-13-13 0,-4-6-25 15,-3-5-4 1,-4 3 14-16,-4 4 8 15,-4 6 9-15,-2 5 16 16,-2 4 3 0,2 2 12-16,3 2 6 0,0 16-2 15,2 11 40-15,-1 5-20 0,2 3-23 16,-2 5 1 0,1 1-17-16,1-4 5 0,0 1-5 15,-2-5-21 1,-1-3-53-16,0-7-121 0,0-5-149 15,-3-7-342-15</inkml:trace>
  <inkml:trace contextRef="#ctx0" brushRef="#br0" timeOffset="82825.6">25545 14483 562 0,'0'0'191'16,"0"0"-189"0,0 0 0-16,0 0 138 15,0 0-8-15,0 0-63 16,-3-57 14-16,1 55 22 0,1 2 0 15,-1 0-31-15,-1 0-20 16,-1 0-22-16,-5 6 1 16,-3 5 9-16,3-3-10 15,4 0-18-15,4-6-12 16,1-2-1-16,0 0 0 16,0 0 0-16,0 0 2 15,0 0 4-15,0 0 1 16,0 0-3-16,0 0-1 15,0 0 1-15,0 0-3 16,0 0-2-16,0 0-3 0,0 0-4 16,0 0 1-1,0 0-2-15,0 0-1 16,0 2 2-16,0-1 6 16,0 1 0-16,0-1 2 15,0 0-2-15,0 1 2 0,0-2-1 16,0 0 0-16,0 0 0 15,0 0 1-15,0 0-1 0,0 0 0 16,0 0 0 0,0 0 1-16,0 0 2 15,0 0 1-15,0 0 2 16,0 0 0-16,0-4-6 0,0-7-14 16,0 1-4-1,-6 1 13-15,-3 5-1 0,3 1 2 16,-2 3 4-1,1 0 8-15,-3 12 5 0,2 10 7 16,1 3 23-16,2-1-10 16,5-2-15-16,0-6-10 15,0-6-6-15,9-3-1 16,5-4 0-16,3-3-1 16,3 0-6-16,-1-7-17 15,2-11-25-15,-6 1 17 16,-3 0 6-16,-4 1 22 15,-5 3 2-15,-2 6 1 16,-1 2 1-16,0 2 4 16,0 3 22-16,0 0-4 0,3 0-11 15,2 0-12 1,6 6 0-16,3 6 28 0,4-2-15 16,0-1 3-16,1-3-10 15,0-4 0-15,-1 0-2 16,2-2-2-16,0 0 0 15,-1-15 8-15,1-10-3 16,-3-7-3-16,-5-6-3 16,-6-7-1-16,-6-2 0 15,-2-1 0-15,-22 4-4 0,-10 8-12 16,-14 9 10 0,-7 12 5-16,-9 15 2 15,-6 5 5-15,1 28 9 16,5 17 22-16,9 11 3 15,11 8 5-15,16 0-14 0,15-5 0 16,13-3-13-16,9-8-4 16,28-8-4-16,9-10-5 15,16-9-5-15,9-14 0 16,10-8-9-16,11-4-68 16,4-11-110-16,0-10-129 0,-9-8-76 15,-11 0-500 1</inkml:trace>
  <inkml:trace contextRef="#ctx0" brushRef="#br0" timeOffset="83373.67">26168 13922 1173 0,'0'0'22'0,"0"0"-22"16,0 0 158-16,0 0 10 15,0 0-88-15,0 0-28 16,-21-65-3-16,21 65-24 15,0 0-17-15,0 0-2 0,9 17-5 16,11 11 33 0,-4 10 19-16,1 6-6 0,-5 6-16 15,-4 5-3 1,-2 3 22-16,2 3-12 0,1-4-14 16,4-8-24-1,2-5 0-15,1-11 0 0,3-4 0 16,-3-9 0-1,-1-7 0-15,0-5 0 0,-3-5-30 16,1-3-49-16,-2-7-90 0,-5-22-192 16,-6-6-347-1</inkml:trace>
  <inkml:trace contextRef="#ctx0" brushRef="#br0" timeOffset="83554.7">26124 14357 1467 0,'0'0'0'0,"0"0"7"0,0 0-7 16,0 0 84-1,98-55-67-15,-47 27-17 0,-2 0-5 16,-9 3-144-16,-4 3-158 16,-6 5-112-16</inkml:trace>
  <inkml:trace contextRef="#ctx0" brushRef="#br0" timeOffset="83820.59">26638 14032 1043 0,'0'0'69'16,"0"0"22"-16,0 0 107 16,0 0-75-16,0 0-43 0,0 0-8 15,-73 54 24-15,58-22-37 16,6 0-20-16,6-4-16 15,3 1-1 1,0-5 18-16,6-3-32 0,6-4 11 16,3-3-4-16,2-4-13 15,2-5 2-15,3-3-4 16,-2-2-15-16,1 0-54 16,-1-4-48-16,-3-12-104 15,1-2-149-15,-6-3-484 16</inkml:trace>
  <inkml:trace contextRef="#ctx0" brushRef="#br0" timeOffset="84209.73">27019 13923 1381 0,'0'0'9'15,"0"0"14"1,-96 54 147-16,78-34-77 16,11-1-70-16,7-2-17 15,15 2 7-15,13-1-6 0,5 2-1 16,1 2 6-16,-2-1-10 15,-7 4 15-15,-12-1 3 16,-10-1 19-16,-3 3 1 16,-10-4-11-16,-20-1 2 15,0-4 1-15,2-6-26 16,11-5-6-16,7-4-15 16,10-2-65-16,0-2-121 0,13-16-208 15,13-4-217 1</inkml:trace>
  <inkml:trace contextRef="#ctx0" brushRef="#br0" timeOffset="84320.64">27169 14234 1269 0,'0'0'0'0,"0"0"30"16,0 0 46-16,0 0-45 16,0 0-31-16,0 0-167 15,21-41-147-15,1 14-476 16</inkml:trace>
  <inkml:trace contextRef="#ctx0" brushRef="#br0" timeOffset="85067.24">27453 13832 1242 0,'0'0'208'0,"0"0"-194"15,0 0 140-15,-56 104 49 16,42-68-119-16,9-3-56 15,5-4 0-15,0-3-27 16,14-5 3-16,7-5-4 0,4-10-2 16,0-2-25-16,2-4-38 15,-4 0-25-15,-3 0-8 16,-6-6 1-16,-5 3 42 0,-5 2 51 16,-2 1 4-1,2 0 13-15,1 0 27 0,6 5 34 16,5 4-16-1,3-5-28-15,4-4-13 0,6 0-5 16,3-3-2-16,3-12-8 16,-5-2 0-16,-6-3-2 15,-5 3-15 1,-8 1 10-16,-2 0 5 0,-5 2 5 16,-1 1-4-16,-3 0 3 15,2 3-2-15,-2 3 11 16,0-1-4-16,0-1-5 15,0 0 0-15,0 0-4 0,0 1 1 16,-8-2-1 0,-4 0 1-16,0 2-2 0,-4-1-1 15,-1 1 0 1,3 1 0-16,-1 5 1 16,2-1 0-16,2 3 2 0,0 0 0 15,0 0 0-15,2 7 8 16,1 10 16-1,5 6-3-15,3-1-16 0,0-1 4 16,9-3 0-16,10-3-10 16,2-5 0-16,6-7 0 15,2-3-12-15,-1 0-5 16,0-6-22-16,-4-4-2 16,-7-3 27-16,-4 2 14 0,-3 2 3 15,-4 1 4 1,-1 3 4-16,2 1 17 15,2 4-4-15,6 0-22 16,8 16 19-16,2 10 17 16,2 11-18-16,-5 4-3 15,-5 5 1-15,-1 0-9 0,-6-4-7 16,-4-4-2-16,-3-7-17 16,-3-7-45-16,0-9-64 15,-4-8-98-15,-11-7-130 16,-8-3-370-16</inkml:trace>
  <inkml:trace contextRef="#ctx0" brushRef="#br0" timeOffset="86627.69">27399 13387 1024 0,'0'0'73'0,"0"0"-73"0,-91-23 22 0,51 21 49 16,1 2-22-16,-1 0-16 0,-5 0-30 15,-6 4-1 1,-13 14-2-16,-15 0 1 0,-10 7-1 16,-10 3-5-16,-11 3 3 15,-8 4 2-15,-15 0 0 0,-10 2 0 16,-7 0 0-1,-3-1 2-15,-5 4-1 0,2 5 6 16,-4 6-7 0,-3 2-3-16,-3 1 3 15,-5-3 0-15,2-4 0 16,-4-5 2-16,4-2 0 16,4-6-2-16,1 1 0 15,4-2-4-15,2 1 4 16,-3 2-7-16,6-3 7 0,3 3 2 0,2-2-2 15,13-1 2 1,1 3-2-16,1-1-2 0,2 0-1 16,-7 2 2-1,-1 0-5-15,1 1-19 0,4-3 15 16,5-4 6 0,10-3 4-16,11-4 0 0,14-3 0 15,16 2 41-15,13 1 21 16,5 5-23-16,9 7-32 15,6 7-5-15,8 3-4 16,8 1 3-16,9 2-1 16,11-2 6-16,7 4-5 15,4 4 9-15,0 6-3 16,4 6 5-16,8 0 3 16,6 4-9-16,3-2 12 15,8 0 3-15,0 2 13 16,3-1 1-16,-1-1-22 0,2-6 1 15,0-3-9 1,5-8-1-16,1-9-2 0,5-10 2 16,3-7 1-1,6-10-2-15,8-6-2 16,9-7 6-16,7-3-4 16,8 0 1-16,9-9 0 0,11-11-3 15,14-2 3-15,18-4 3 0,12-1 2 16,10-3 3-1,15-2-1-15,11-5 10 16,12-3 9-16,5 0-19 16,-4-1-11-16,-5 2-1 0,-8 1-2 15,1-4-3 1,1 1-2-16,4 0-4 0,5 1-3 16,0-6 5-1,-5 3 10-15,-3-1 0 16,0-1 4-16,-11 1 0 15,4-2-4-15,-7 2-4 16,-3 1 4-16,-3 0 0 16,-5 0 3-16,-5 2-1 15,-9 1 1-15,-10 5-3 0,-11 4 0 16,-14-1-4-16,-10 9 4 16,-10 4-2-16,-9 2 2 15,-7 3 2-15,-7 2-2 16,-4-1 4-16,-11 2-8 15,-7 2-1-15,-7-1 5 16,-5 1 0-16,-3 0 1 16,-3 3-2-16,1-2 1 15,2-1-5-15,5-3 1 16,0 1-1-16,2 0 0 0,-5-2-2 16,-6 4-4-1,-5-3 7-15,-8 1 0 0,-2 3 4 16,-5-5 0-16,-4 1 5 0,-4-5-1 15,-1-2 2 1,-1 2-5-16,2-5 0 16,3-3-1-16,1-6 0 15,-1-5 0-15,0-3-1 16,-4-3 1-16,-1-2 9 16,0-4 9-16,-17-2 7 0,-6-4 2 15,-3-4-20 1,0-1 0-16,2-2 8 0,0-7-6 15,-3-5-8-15,-2-2 3 16,0 2-4-16,-4 5-1 16,-3 10 1-16,-4 8 8 15,-4 4 7-15,-6 8-5 16,-7 6 0 0,-2 4-7-16,3 3-3 0,7 6 7 15,12 0-2-15,5 4 0 16,6-1-5-16,-1 2-3 0,3 3-12 15,4 4-38 1,3 3-15-16,-3 4-28 16,-5 6-94-16,-15 18-126 15,-10 11-161-15</inkml:trace>
  <inkml:trace contextRef="#ctx0" brushRef="#br0" timeOffset="88785.67">27617 13545 739 0,'0'0'0'15,"0"0"-21"1,0 0 21-16,0 0 42 0,0 0-26 15,0 0-3 1,-25-17 18-16,7 17 4 0,-3 0 8 16,-6 0 6-16,-5 3-10 15,-3 5-7-15,-8 0-16 16,-2 3-2-16,-7 2 3 16,1-1-8-16,0 2 4 0,-1-1-9 15,3-1 27-15,1 3-4 16,-4-2-15-16,-3-1-4 15,-4 0-1-15,-2 1-6 16,0 0 0 0,-3 1-1-16,-2-1 0 0,-1 1-1 15,-2 0 0 1,4-1 1-16,3 2 0 0,4-5 0 16,2 3 1-16,2 1 0 15,3 0 2-15,2 1-2 16,6-2 5-16,7 0 0 15,0 1 0-15,8-4-3 16,5 2 6-16,1-1 18 16,4-3-1-16,3 1-16 0,-1-1 1 15,4 3-6 1,-2-4 2-16,3 3 5 0,0-1-3 16,3-2 3-1,3 3 1-15,0 0 2 0,2 2 13 16,0 5 21-16,0 7-24 0,2 2 4 15,-1 3 22 1,2 7-13-16,0 0-15 0,0 2-1 16,2 2 6-1,8 1 5-15,5-2-18 0,-1 3 20 16,2 3-10 0,-3-4 1-16,2 4-15 0,-3-6-1 15,-1-3-1 1,0-1-6-16,-3-9 0 15,1-3 0-15,1-5-3 16,-2-3 0-16,2-2 4 0,4 0-3 16,-1-1-1-16,6-3 1 15,1 1-1-15,2 0 3 16,1-1-2 0,-2-2-1-16,3-2 0 0,1 0 0 0,3-3-1 15,7 1 2 1,2-1-1-16,4-1 0 15,3-1-1-15,3 0-4 16,3 0 5-16,5 0 0 16,2 0 0-16,2 0-1 15,1-10 1-15,3 1 0 16,4-6 1-16,5 0 0 16,5 1 0-16,-1-2 0 15,0 1-1-15,-4 2-1 16,-3 0-7-16,0 2 7 0,0-2-4 15,0 2 3-15,0-2-5 16,-1 3 7-16,-1-1-1 16,-1 1 0-16,-2-1-8 15,-3-1 5-15,-4 2-8 16,-8-1 10-16,-4 3-12 16,-8-1 14-16,-4 1-1 15,-5 1 0-15,-1 0-1 16,-5 1-4-16,0 1-8 15,0-1 1-15,2 2 10 0,1-2 2 16,-2 0-7-16,-1 2-5 16,-6 1-3-16,-4 1 12 15,-4 1-6-15,-5 0 6 16,0 1 3-16,2-2 2 16,0 0-3-16,1-3 0 15,-1-2-4-15,1 0 2 16,-2-2 0-16,2-2 2 15,-3-2-1-15,-3 0 3 16,0 1 0-16,0-3 0 16,-12-1 0-16,-5 1-2 0,0 0 2 15,-1-4 7 1,-2-1-5-16,0-4-2 16,1-2 2-16,2-4 0 0,0-1-1 15,2-1 0-15,3-3 1 16,1 1-2-16,0-6 0 15,2 0 1-15,0-1 0 16,2-1-1-16,-2 3 3 0,0-3 14 16,-2 5-2-1,2 2-10-15,-1 3 14 0,0 0 8 16,1 0-24 0,-1 0-1-16,2 1 2 15,-1 1 3-15,1 5 1 16,1 0-2-16,-5 5 2 15,0 1-1-15,-7 1 1 16,-13 4 0-16,-11 3-8 16,-15 7-2-16,-18 4-6 15,-20 1-60-15,-24 13-179 0,-27 2-757 16</inkml:trace>
  <inkml:trace contextRef="#ctx0" brushRef="#br0" timeOffset="91869.9">16351 15223 480 0,'0'0'489'0,"0"0"-489"0,0 0-8 16,0 0 8-1,-72-80 21-15,62 61 12 0,3 5 50 16,1 4-16-16,3 4 22 16,1 5-9-16,1 1-37 15,-1 0-38-15,2 0-5 16,0 0-6-16,0 9-4 16,8 13 10-16,8 9 45 0,5 7-3 15,1 6-23 1,2 4 8-16,0 4 23 0,3 4-1 15,3 3 8-15,0-3 13 16,-2-3-9-16,2-3-49 16,-3-3-10-1,1-3 4-15,-1-7 8 0,-3-2-7 16,0-5-3-16,-3-5-4 16,-2-5-3-16,-4-4 3 0,-3-2 0 15,-2 0-3 1,-5-3-44-16,-4-5-43 15,-1 2-29-15,0-2-86 16,-12-3-40-16,-13-3-212 16</inkml:trace>
  <inkml:trace contextRef="#ctx0" brushRef="#br0" timeOffset="92273.27">16347 15902 1169 0,'0'0'0'0,"0"0"-56"0,0 0-22 16,0 0 78-16,0 0 21 15,0 0 43-15,62 63 0 16,-21-22-15-16,6 11-8 15,0 3 13-15,-1 3-12 0,-4-5-3 16,-3-7-19-16,-5-12-4 16,-4-9 1-16,0-9 7 15,-7-11 1 1,0-5-6-16,-1 0 0 0,4-20 3 16,5-19 39-16,9-19-10 15,0-20-40-15,4-10-3 16,2-6 8-16,-4 4 5 15,-4 5-21-15,-8 10-4 16,-7 6-21-16,-7 11-84 16,-5 14 11-16,-7 15-70 15,-4 10-139-15,0 10-687 16</inkml:trace>
  <inkml:trace contextRef="#ctx0" brushRef="#br0" timeOffset="95271.47">28014 13407 567 0,'0'0'0'16,"0"0"2"-16,0 0 2 0,0 0 97 15,0 0-12-15,0 0-36 16,1-31 6-16,-1 29 32 16,0 0-24-16,-7 2-24 15,-7 0-33-15,-8 0-7 16,-5 0 1-16,-7 8 5 16,-8 2-7-16,-1 2-2 15,-6 0 1-15,-2-1-1 0,1-1 1 16,1-2 0-1,-1 1-1-15,0 1 5 16,-3 0-4-16,-4 1-1 0,-4 2 1 16,-2-1-1-16,1 1 0 15,-3 1-2-15,1-2 2 16,-3 3 1-16,-2-4-1 16,-1 0-1-16,5 1 0 15,2-3-7-15,2 4 6 16,1 0-4-16,1 1 6 15,-1 0 1-15,3 0 0 0,3 2 0 16,2 1 2 0,6-1-3-16,3 1 4 15,7-5-3-15,8-1-1 16,4-2 7-16,7-2-6 0,5-2 6 16,2 1-1-1,4-2-2-15,1 3 4 0,2 2-2 16,-2 4 2-1,2 2 0-15,0 3 4 0,1 6-1 16,2 6 7-16,0 7 7 16,0 4 18-16,2 5-3 15,9 7 10-15,0 6 12 0,-1 5-13 16,-2 5-3 0,-2 0-8-16,-3-2-25 0,-2-4 12 15,5-3 0-15,2-4 13 16,2-3-32-16,4-4 25 15,0-4-20-15,0-5-6 16,-2-4-4-16,3-5 0 16,-2-4 1-16,7-4-2 15,3-2 3-15,6-6-2 16,3-5-1-16,6-4 4 16,2-6-3-16,8 0-1 15,4-4 2-15,5-10-2 16,6-4-1-16,3 1-5 15,5 0 4-15,6-2-7 16,2-1 6-16,3 1-20 16,1-3-5-16,2 0 5 15,1-1 5-15,0-1 7 16,-3 1-3-16,-4 3 5 16,-6 3-1-16,-4 1 9 15,-1 5-5-15,-4 1 0 16,-6 1 5-16,-7 6-5 0,-6-2-5 15,-5 4 7-15,-4-2 1 16,-2 2 2-16,1-1 1 16,-4 1 0-16,-4-2 0 15,-3 0-18-15,-7 0 1 16,-1-3-14-16,-5 2 19 16,-2-4 12-16,-1-1 4 15,-5-1-2-15,-2 0 0 0,-1-1 2 16,0 0 0-16,2-4-3 15,1-4 2-15,3-2-3 16,-2-3 0 0,2-5 0-16,-3-3 0 0,0-3 0 15,-1-4 1 1,-2-3 2-16,0-4 1 0,-2-2-4 16,-8-5 3-16,-4 2 16 15,2-6 5-15,0-4-7 16,-1-6-10-16,1-2 2 15,-3 4 14-15,-1 2-8 16,-5 9-7-16,-4 5 2 16,-7 10-8-16,-11 11-2 15,-23 12-56-15,-35 10-279 16</inkml:trace>
  <inkml:trace contextRef="#ctx0" brushRef="#br0" timeOffset="149059.71">13208 6206 1012 0,'0'0'74'15,"0"0"-74"-15,0 0-25 16,0 0 25-16,0 0 7 16,0 0 12-16,0 0 11 15,-23 42 39-15,23-5 26 16,0 6-41-16,20 1 8 16,6-2-48-16,6 0-1 15,8-6 1-15,11-2-3 16,6-3-3-16,11-3 5 15,4-2 3-15,4-2 1 0,6-6-4 16,6-4-6-16,5-3 4 16,1-5-7-16,4-6 2 15,8 0-2-15,0 0 0 16,1 0-2-16,-4 0-2 16,-1-6-1-16,-5 1-2 15,-1 2 3-15,-3-1 0 16,-6 1 0-16,-4-1 0 15,-2-2 0-15,-4-3 0 16,1-1 4-16,3-3-4 16,7-3 2-16,6-1 0 15,3-2 0-15,2-2-2 16,1-1-3-16,3-1 3 16,5 1-2-16,-4 1 1 0,-2 3 1 15,0 5 0-15,-4 1 1 16,0 2 1-16,5 6-2 15,4-4 2-15,4 1 1 16,1 1-3-16,1 3-4 0,-4 3 1 16,-2 0 3-1,-5 3 0-15,-5 12 0 0,-1 4 0 16,-4-1 1 0,2 4 1-16,6 0 0 0,1-1 1 15,4 3 1-15,-1 0-3 16,-5 1-1-16,-5 4-1 15,-9 2-1-15,-8 3 2 16,-12 1 0-16,-12 2 0 16,-10-2 0-16,-12-2 1 15,-8-5-1-15,-7-6 0 16,-7-6 0-16,-2-6 0 16,-6-4 1-16,-1-4-1 15,0-2 1-15,0 0 9 16,0-2 7-16,-6-14-16 0,-3-3 1 15,0-6-1 1,2-3-1-16,5-5-1 0,2-3 0 16,0-7-3-1,12-2-2-15,9 0-4 0,7-1-2 16,7 0-5 0,6 3 5-16,4 2-1 0,7 1 10 15,8 5 3-15,6 4-1 16,7 4 2-16,10 5 3 15,4 8-4-15,-1 3-1 16,1 4 1-16,1 6-5 16,0 1 4-16,-2 0-2 0,-2 16 2 15,-5 5 0 1,3 2 1-16,3 5 0 0,0-4 0 16,5-6 0-16,5-5 0 0,5-5 1 15,6-2 1 1,3-4-2-16,-1 2-1 15,-4 2 1 1,-3 0-5-16,-2 2 5 0,-5 1 0 16,-6 1 1-16,-3 1-1 15,-7-2 1-15,-3-2-1 16,0-3 2-16,3-4 0 16,1 0 0-16,3 0 1 15,-3-6 1-15,-8-9-3 16,-5-5 8-16,-5-6 0 15,-3-5-5-15,-3-4 11 16,-5-2 2-16,-4-1 16 16,-10 1-15-16,-6 6 14 0,-11-1 7 15,-5 1-14 1,-10-1-25-16,-4-1-30 16,-3-5-167-16,-37-3-432 15</inkml:trace>
  <inkml:trace contextRef="#ctx0" brushRef="#br0" timeOffset="175867.08">12426 6888 408 0,'0'0'785'0,"0"0"-784"15,0 0 2-15,0 0 4 16,-26-72 68-16,26 69 35 16,0 3-20-16,0 3-75 15,0 16-13-15,5 12 7 16,3 6 12-16,-1 4 4 0,2 3-14 16,-3 2-8-16,3-1-2 15,-3-2-1-15,4-5-3 16,1-10-34-16,1-7-59 15,4-14-41-15,-2-7-54 16,-1-10-42-16,-6-25-202 16</inkml:trace>
  <inkml:trace contextRef="#ctx0" brushRef="#br0" timeOffset="176254.24">12484 6575 880 0,'0'0'72'0,"0"0"-63"0,-81-27 10 16,49 27 55 0,-7 12 20-16,0 17-49 15,0 14-12-15,2 11-2 16,4 13 7-16,3 2-1 0,8 9-7 16,11 3 6-16,7 1-11 0,4-3 11 15,20-4-11 1,14-10-12-16,15-9 13 0,8-8-19 15,8-12 7 1,6-14-2-16,2-16-4 0,3-6-7 16,-5-21 6-1,-3-20 2-15,-2-16 2 0,-4-17-5 16,-5-17 4 0,-7-8 6-16,-15 6 4 0,-22 4-8 15,-13 15-3 1,-40 10-4-16,-20 7-1 0,-15 14 0 15,-13 13-4-15,-9 22-10 16,-3 8-12-16,-1 38-110 16,-2 10-132-16,-2 6-523 15</inkml:trace>
  <inkml:trace contextRef="#ctx0" brushRef="#br0" timeOffset="182236.66">15647 7683 596 0,'0'0'108'0,"0"0"-108"16,0 0 5-16,0 0 59 0,0 0 92 15,0 0-94 1,0 0-58-16,0 0 65 0,-52-20-11 16,52 20-12-16,-2 0-2 15,2 0-10-15,-1 0-8 16,1 0-7-16,0 0-13 0,0 0 3 15,0 0 6 1,0 0-13-16,0 0-2 0,0 0-1 16,6 0-1-1,15 2 2-15,6-1 14 16,11-1 28-16,8 0-26 16,6-3-5-16,1-5-1 15,4-2-4-15,-4 1-4 0,-3 2-2 16,-4 2 0-16,-10-1 0 15,-6 5 0-15,-8-2 0 16,-7 3 0-16,-5 0-1 16,-5 0 1-16,-2 0 0 15,-2 0-1-15,1 0 0 16,-2 0 1-16,0 0-1 16,0 11 1-16,-2 7 2 15,-12 5 11-15,-5 4-3 16,-3 0 6-16,1 0 6 15,0-2-7-15,-1 2 4 16,-3 2 11-16,-4-1-3 0,-2-1 7 16,1 1 1-1,0-3-7-15,8-3 6 0,4-6-19 16,9-8-10 0,3-4-5-16,6-4 0 0,0 0-7 15,0 0-12-15,0 0-55 16,15 0-13-16,6 0-56 15,7 0-92-15,3-11-45 16,1-4-129-16</inkml:trace>
  <inkml:trace contextRef="#ctx0" brushRef="#br0" timeOffset="182501.5">16350 7763 574 0,'0'0'418'0,"0"0"-405"0,0 0-11 16,0 0 156-16,0 0 14 16,0 0-111-16,-30 5-41 15,0 20 11-15,-7 11 18 16,-5 3 0-16,2 4 8 16,2 0-21-16,2 0 6 15,5-2-3-15,4-4-13 16,7-1-16-16,4-6-7 15,8-7-3-15,5-7-5 0,3-6-10 16,0-7-99 0,0-3-77-16,16-7-12 15,4-26-190-15</inkml:trace>
  <inkml:trace contextRef="#ctx0" brushRef="#br0" timeOffset="182909.67">16466 7718 1032 0,'0'0'3'0,"0"0"-1"16,0 0 5 0,0 0 70-16,-7-74 4 0,7 65-36 15,10 5-26 1,5 4-7-16,1 0 11 15,-1 16 27-15,-3 15-12 16,-7 9-1-16,-5 9 31 16,-2 3-5-16,-16 1-6 15,0-3-28-15,1-11 9 0,6-9-5 16,2-14-16-16,6-7 2 16,3-7-11-16,0-2-2 15,0 0 4-15,15-9-1 16,13-14 6-16,14-7 2 15,6-4-9-15,1 0-4 16,2 6-3-16,-6 4 0 16,-5 6-1-16,-9 6-3 15,-10 5-46-15,-6 5-94 16,-7 2-36-16,-4 0-89 16,-4 0-122-16</inkml:trace>
  <inkml:trace contextRef="#ctx0" brushRef="#br0" timeOffset="186189.46">17259 7765 248 0,'0'0'344'15,"0"0"-337"-15,0 0 42 16,0 0 57 0,0 0 18-16,0 0-35 0,0-20-64 15,0 18-14-15,0 0 21 16,0 2 14-16,0 0-14 15,1 0-2-15,-1 0-10 16,0 0-10-16,3 0 3 16,0 0-13-16,4 0 0 15,2 9 12-15,3 2 2 16,-1 7 7-16,-2 0 26 16,-2 3-9-16,3-1-1 0,-1 2-28 15,2-3 14-15,-1 1-17 16,-1-4 0-16,0-2-1 15,1-3-1-15,-2-2-2 16,-2-4 1-16,-1-2 0 16,-2 0-1-16,-2-2 1 15,2-1 1-15,1 0 4 16,1 0-1-16,1 0 13 16,3-4 5-16,9-13 3 15,4-5-5-15,4-7-12 0,5-4-4 16,4-5-5-16,4-5-1 15,3-4 0-15,6-5 1 16,0 0-2-16,2 0 0 16,1 2 2-16,-2 4-2 15,0 6 0-15,-8 9 2 16,-7 7-4-16,-13 13 2 16,-12 4-4-16,-6 7-56 15,-3 0-45-15,-10 7-80 0,-20 11-125 16</inkml:trace>
  <inkml:trace contextRef="#ctx0" brushRef="#br0" timeOffset="187616.17">15019 7044 116 0,'0'0'68'0,"0"0"19"15,0 0-14-15,0 0 26 16,0 0-22-16,0 0-24 16,-9-35-22-16,9 29 10 15,-1 2 61-15,-1-2-39 16,-1 1-45-16,2-1 8 16,-2 2 6-16,1 1 59 15,2 0-29-15,0 2-28 16,0 1-9-16,0 0-5 0,0 0 5 15,0 0 3-15,0 0-5 16,0 0 3-16,0 0-1 16,0 0-1-16,0 0-10 15,0 0-6-15,0-2-1 16,0 2-5-16,0 0-2 16,0 0-2-16,0 0-6 0,2 0 6 15,5 9 2 1,5 4 14-16,-3-1-7 15,0 3 2-15,4 5 22 16,-1 3-13-16,0 4 7 0,3-1-14 16,0 4 7-1,0-3-10-15,-3-3 4 0,6-2-4 16,-6-3-2 0,-1-5-3-16,-3-4 2 0,-2-4-3 15,-1-4-1-15,-2-1 1 16,2-1 0-16,0 0 4 15,2 0 4-15,7-15 12 16,5-14 11-16,8-17-14 16,4-13-13-16,7-10 0 15,6-5-4-15,9-5-1 16,14-1 0-16,7 0 1 16,1 5 3-16,-8 10-4 0,-12 11-1 15,-12 13-2 1,-10 7 2-16,-10 11-1 0,-7 6-1 15,-5 11-22 1,-4 6-112-16,-7 1-68 16,0 23-74-16,-15 7-203 0</inkml:trace>
  <inkml:trace contextRef="#ctx0" brushRef="#br0" timeOffset="194191.91">23235 5178 989 0,'0'0'63'16,"0"0"-62"-16,0 0 10 15,0 0 90-15,0 0-34 0,0 0-39 16,0 0 4 0,-64-46-15-16,43 37-9 0,-9 0-8 15,-17-1-1-15,-19 3-13 16,-24 2-4-16,-26 5-8 15,-24 0-1-15,-20 0 8 16,-1 5 1-16,1 2 18 16,5 0 3-16,12 1 0 15,-3 2-3-15,-2 0-1 16,-1 2 1-16,-9-4-1 0,-8 0 1 16,-16-1 0-16,-12 0 1 15,-4-3 2 1,-5-3-3-16,4-1-2 0,8 2 2 15,6 0 0 1,6-2 2-16,11 1-1 0,5-1-1 16,0 0-1-16,1-13 1 15,-11-4 0-15,-5 7 0 16,-8 2 0-16,-7 7 0 16,-6 1 1-16,-3 0-1 15,4 12-3-15,5 4 3 16,13-1 0-16,6 1 2 15,12 0-2-15,7 1 0 0,1-2 0 16,8 0-3 0,-2 1 3-16,5 2 0 15,8 2 0-15,9 0 0 16,3 2 0-16,7 0 1 0,4 0-1 16,5 1-2-16,1-1 0 15,4-2 1-15,4-3-1 16,2-1-1-16,4-5 3 15,4-2 0-15,1-6-18 16,7 0-5-16,-5 0 14 0,-3 0 6 16,-5 1 2-1,-5 2-1-15,-2 1 2 0,3 1-4 16,1-2 1 0,2-4-2-16,5-2 4 0,5 0 1 15,4 0 0-15,2 0 0 16,2-8 0-16,0 0 1 15,3 1-1-15,-2 3 0 16,-2 4 0-16,-4 0 0 16,2 0 0-16,7 8 0 15,11-1-2-15,11-1 0 16,9-6 1-16,3 0 1 16,-1 0 1-16,-2 4-1 15,-6 1-1-15,-3 4 0 16,-2 3 0-16,0 0 1 15,0 4 0-15,1 1 0 16,-3 4-1-16,5 1-1 16,4 4 1-16,10-1 1 15,5 1 0-15,9 2-2 16,4 2 2-16,7 4-2 16,1 3 1-16,6 3 0 0,3-1 0 15,0 1-2-15,2-1 2 16,15 2 1-16,7-3 0 15,5-1 0-15,6-2 0 16,6-1 0-16,4-3 0 16,7-6-1-16,4-3 1 15,7-6 0-15,7-7 3 0,11-2-1 16,5-3-1-16,7 0 0 16,10 1 0-1,7 4 1-15,8 4-2 16,10 5 0-16,3 2 0 15,5 3-3-15,6-4 3 0,3-3 0 16,0-4 1-16,11-11 1 16,14-1 0-16,20-14-1 15,18-14-1-15,7-3 0 16,-4 3 0-16,-11 8 4 16,-15 10-3-16,-12 7-1 15,-8 3 0-15,-8 0-1 16,-8 12-1-16,-4 3-3 15,-8 3 2-15,0-1 3 16,7-1-1-16,5-3 0 16,11-5-4-16,11-5-3 15,1-3-15-15,1 0 12 16,-3-2 1-16,-6-4 10 16,-1-2-3-16,-2 2 3 0,4-3-3 15,-1-3 1-15,-1 2 2 16,3-2 1-16,-8 0 1 15,0 3-1-15,0-2-1 16,2-1-4-16,7 1-1 16,-1-2-5-16,2 2 7 15,-4 2-5-15,-3 0-2 16,-2 3-9-16,-4-1 17 16,0-1 1-16,3 2 0 15,-2-1 0-15,-2 1-9 0,-3 0 8 16,-12 4-1-16,-9-2 6 15,-7 3-1-15,-8-2-2 16,-10-1 6-16,-7-2-4 16,-7-6 17-16,-7-2-6 15,-4-3-6-15,-8-3-7 16,-11-4 2-16,-10 0 5 16,-9-3 19-16,-7-8 9 15,-6-1-6-15,-4-13-13 16,-7-6 15-16,-5-8-11 15,-5-9-12-15,-5-2 8 16,-3-3-5-16,0-4 0 0,-17 0 13 16,-6 2-14-1,-9 0 16-15,-7 4-2 16,-4 6-13-16,-3 9-3 16,-9 11-8-16,-6 10-2 0,-16 13-55 15,-18 11-136-15,-26 8-265 16</inkml:trace>
  <inkml:trace contextRef="#ctx0" brushRef="#br0" timeOffset="195493.27">15241 9157 558 0,'0'0'51'0,"0"0"-50"16,0 0 20 0,0 0 67-16,0 0 41 0,0 0-44 15,0 0-10-15,5-58-29 0,-5 58 33 16,0 0-16-1,0 0-20-15,0 0-19 0,0 0-14 16,0 0-10 0,1 0-14-16,4 5-4 0,5 13 18 15,-1 5 38 1,3 4-14-16,0 0-11 16,-2-5 0-16,1 0 11 15,1-8-18-15,-2 1 12 0,1-5-13 16,0-4 13-16,3-6-9 15,4 0-2-15,7-6 13 16,12-19 25-16,10-12-26 16,13-14-4-16,11-12 0 15,5-8 16-15,9-4 3 16,3 0-9-16,-4 7-15 16,-5 5-4-16,-15 14-3 15,-15 12-3-15,-15 12-1 0,-12 8 0 16,-6 7-2-1,-9 6-5-15,-4 2-27 0,-3 2-19 16,0 0-53 0,0 10-84-16,-7 10-222 0</inkml:trace>
  <inkml:trace contextRef="#ctx0" brushRef="#br0" timeOffset="197691.23">18119 6657 731 0,'0'0'7'15,"0"0"-7"-15,0 0 0 16,0 0 6-16,0 0 64 0,0 0 10 15,-91-15-66-15,76 9 36 16,-1-1-42-16,2-1 38 16,2-4-5-16,4-3-26 15,3-1 13-15,5-6-24 16,0-2 1-16,0-2 2 16,18 2-6-16,5-2 0 15,5 2 0-15,5-1 0 16,2 6 0-16,-2 3 1 15,-2 5 0-15,-1 4 2 16,-6 3-1-16,-1 4-1 16,-3 0-2-16,-3 1 0 0,-2 14 1 15,-5 1 3 1,-1 5-3-16,0 4 25 0,-1-3-1 16,-2 3-23-16,0-1 4 0,-1 2 14 15,1 1-7 1,-3-1-8-16,2 5 6 0,-4 2 10 15,-1 5 0 1,0 5-10-16,0 7 5 0,0 5-7 16,-6 7 11-1,0 7-4-15,1 2 8 0,3-1-13 16,2-4-6 0,0-12 0-16,10-6-1 0,9-5 4 15,4-4 2-15,4-7 7 16,3-4-7-16,1-7-1 15,-1-9 1-15,-2-5-3 16,-1-7-5-16,0 0 1 16,-3 0 5-16,0-6-4 15,-5-6-2-15,-4-3-1 16,-5 3 4-16,-7-1-3 16,-3 2 4-16,0 4-2 15,0-3 0-15,-11 4-4 16,-9 4-2-16,-5 2-3 15,-8 2 1-15,-6 18 0 16,-7 9 1-16,-3 7 2 16,4 7 0-16,3 2 1 15,7 3 2-15,7 2-2 16,6 6-1-16,6 2-3 16,8 1 3-16,7 2 0 0,1-2 1 15,0 3-1-15,3 3 0 16,6 3 0-16,4 1-2 15,4 1 3-15,2-4-1 16,3-6 1-16,5-4 0 16,-3 0-1-16,2 3 1 15,-4-3 0-15,-4-2 0 16,-8-2 2-16,-4-9-2 16,-6-2 0-16,0-8 1 0,0-2 2 15,-10 0 10-15,-13-1-2 16,-5-3-4-16,-9 2 2 15,-9-2 1-15,-5-2 0 16,-3-4 5-16,0 0 4 16,3-7-8-16,1-3-6 15,1-3-3-15,4-3-2 16,-1-3-2-16,5-2-8 16,1 0-24-16,3-8-26 15,-3-10-79-15,-1-7-84 16,1-7-191-16</inkml:trace>
  <inkml:trace contextRef="#ctx0" brushRef="#br0" timeOffset="199314.26">18003 6113 911 0,'0'0'0'0,"0"0"-91"0,0 0 16 16,-101-53 75-16,60 40 10 16,-6-5 24-16,-8 0 22 15,-9-1-33-15,-7 1-2 16,-8 1-13-16,-14 3 15 16,-11 3-15-16,-8 4-8 15,-12 5 2-15,-8 2-2 0,-4 5 1 16,-6 17-1-1,-3 6 0-15,-4 7-1 0,-6 1 2 16,-4 1-1 0,7 0 5-16,9-1 8 15,16-3 29-15,17-1 27 16,13-1-49-16,9 2-3 16,7-1-8-16,1 2-4 0,4-2 7 0,6 2 1 15,10 3 24 1,9 1 2-16,5 6-12 0,4 5-9 15,6 5-13 1,3 8-4-16,4 7 4 0,2 13 4 16,2 12-4-1,-1 12 4-15,1 8 2 0,2 6 8 16,-1 1-6 0,2 1 7-16,2 2-6 0,4 1-5 15,9-3-1-15,7 7-3 16,0 0-1-16,4-2-4 15,11-1 0-15,0-9 0 16,-1-4 1-16,0-4-1 16,-1-9 1-16,4-6-1 15,3-3 0-15,10-1 0 16,8 0 2-16,9-4-1 16,8-1-1-16,6-5 2 15,6-5 0-15,0 0-1 16,5-7 0-16,-2-4 0 15,2-7 0-15,2-10 0 16,5-9 0-16,9-10 3 0,8-9 1 16,11-10-3-16,7-9 2 15,7 0-3-15,5-21 1 16,8-6-2 0,4-8 3-16,2-6 4 0,7-8-4 15,8-3 2-15,5-6 0 16,8-3-4-16,-1-1 0 15,-11 1-2-15,-9 3 0 16,-18-1 1-16,-15 1-3 16,-11 4-4-16,-9 2-26 15,-9 2 20-15,-6 2-11 16,-13 0 18-16,-14 1 2 0,-16 2-8 0,-10 0 5 16,-7-3 7-1,-5-4 0-15,-3-6 2 16,2-7-1-16,-1-4 3 15,3-4-4-15,-2-4 0 16,5 0 4-16,-1-4 3 16,-1 0-2-16,1 0 0 15,-1 1 3-15,-4 5-6 16,-1-1-2-16,-7-2 0 16,-4-1-1-16,0-3 1 15,-6-1 1-15,-12-7-1 0,-4-1 0 16,-2-9 0-1,-4-6 0-15,-4-11 0 0,-4-5 0 16,-3-2 0 0,-3 5 3-16,-1 12-2 15,2 12-1-15,-5 15 4 16,-3 10 2-16,-3 16-4 0,-6 11-2 16,-4 17-2-16,-12 22-41 15,-15 8-101-15,-20 26-150 16,-12 9-526-16</inkml:trace>
  <inkml:trace contextRef="#ctx0" brushRef="#br0" timeOffset="201795.26">24106 4666 792 0,'0'0'19'0,"0"0"-19"15,0 0 22 1,0 0 83-16,-97 0-4 0,73 7-33 15,4 4 10 1,6-3-29-16,7-2-9 16,5-2-24-16,2 0-16 15,9 0 2-15,12 2 16 0,15 0 30 16,4 0-14 0,2 1-21-16,1 2 6 0,-7 6 4 15,-8-1 12-15,-10 6-16 16,-4 1-4-1,-10 0-3-15,-4 4 1 0,0-4-3 16,-7 1 11-16,-11-3-14 16,-3-5-3-16,-2 3-4 15,0-4-7-15,-3-6-99 16,0 1-57-16,-3-8-149 16,-4-5-319-16</inkml:trace>
  <inkml:trace contextRef="#ctx0" brushRef="#br0" timeOffset="201957.44">23918 4572 964 0,'0'0'84'16,"83"-96"-80"-16,-27 52-8 15,-1 4 6-15,-11 11-4 16,-13 14 2-16,-7 8-67 15,-8 7-208-15</inkml:trace>
  <inkml:trace contextRef="#ctx0" brushRef="#br0" timeOffset="203083.31">24446 4153 973 0,'0'0'53'0,"0"0"-51"15,0 0 0-15,0 0 1 16,0 0 16-16,-89 17-13 0,38 5 5 16,-4 2-4-16,3 2 0 15,-3-4 8-15,1-2 5 16,3-1 10-16,-3-6-10 15,4 0-7-15,5-1 1 16,3-5-7-16,11-1 19 16,7-1 7-1,5-1 7-15,6 1-6 16,2 5-26-16,0 6-2 0,-2 13-2 16,-1 15 5-16,-2 16 15 15,0 17-3-15,-4 17-8 16,2 6 17-16,-3 6 4 15,2-1-19-15,4-10-7 16,8-13 9-16,5-12-17 16,2-17 1-16,0-17 1 15,11-9-2-15,2-7 1 16,6-9-1-16,4-4 0 16,7-7 0-16,7 0-9 15,8-7-13-15,7-12 0 0,9-5 9 16,3 2 10-1,4 0-4-15,3 0 2 0,2 2-8 16,6 0 12-16,2 2 1 16,2-1-2-16,-8 3-11 15,-9 0-14-15,-10-1-1 16,-7 0 18-16,-4-6 9 16,-3-4 1-16,-8-4 0 15,-7-9 3-15,-9-11 1 16,-8-17 3-16,-10-9-2 0,0-10 1 15,-20-3 11-15,-15 0-5 16,-6 7-1-16,-4 0 9 16,1 13 0-16,4 9-7 15,6 12-11-15,6 16-1 16,7 8-1-16,6 10-5 16,7 11-80-16,4 4-59 15,-6 13-216-15,-4 15-276 16</inkml:trace>
  <inkml:trace contextRef="#ctx0" brushRef="#br0" timeOffset="204124.24">26016 4246 716 0,'0'0'21'0,"0"0"5"16,0 0 119-16,0 0-47 0,0 0-19 15,0 0 41 1,-90 0-67-16,81 0-2 0,4 0-9 15,2 0-12 1,3 0 1-16,0 0-24 16,19-4-7-16,17-8 0 15,16-2 1-15,6 3-1 0,0 2 1 16,-10 9 0 0,-15 0 7-16,-15 7 10 0,-17 13-2 15,-1 3-4-15,-6 1 47 0,-11 1-28 16,-1-4-21-1,4-1-3-15,7-4 3 0,5-1-10 16,2 2-5 0,0 0 5-16,5 3 0 0,2-2 3 15,-4 0-1 1,-3 1-1-16,-6 2-1 16,-21-1 3-16,-9-2 0 0,-1-4-3 15,3-6-12 1,2-5-16-16,9-3-45 15,3 0-27-15,10-15-47 16,8-13-66-16,2-11-231 16</inkml:trace>
  <inkml:trace contextRef="#ctx0" brushRef="#br0" timeOffset="204579.08">26298 3867 235 0,'0'0'898'0,"0"0"-880"16,0 0-11-16,-124-40 31 16,63 40 43-16,-11 22 13 15,-4 11-55-15,6 3-16 16,6 9 4-16,9 4-11 16,13 2 18-16,3 6-14 0,11 4-16 0,7 8 9 15,3 2-2 1,12 4-6-16,6 3-3 0,0 1 3 15,21 0-2 1,9 0 1-16,6-4 12 16,3-6-3-16,4-13-3 15,6-13 2-15,6-12 10 16,5-15-4-16,5-16 0 16,7-3 1-16,9-31 9 0,4-19-8 15,-5-14 3-15,-2-10-11 16,-16-5 1-16,-17 0-5 15,-18 2-5-15,-18-1 0 16,-9 2-3 0,-13 5 0-16,-19 6-12 15,-7 14-3-15,-5 13 8 0,-1 16 6 16,-6 13-9-16,2 12-13 16,1 0-26-16,9 23-10 15,11 6-15-15,12 3-68 16,14 2-84-16,2-5-80 15,14-4-78-15</inkml:trace>
  <inkml:trace contextRef="#ctx0" brushRef="#br0" timeOffset="204926.95">26856 4050 274 0,'0'0'801'0,"0"0"-765"0,0 0-21 16,0 0 58-16,-85-12 25 15,45 37-20-15,2 4-22 16,10 3-22-16,12-2-20 0,14-2-12 16,2-1 1-16,15 0 9 15,13-2-10-15,11-1 2 16,8 2 13-1,2-1-6-15,-4-1 4 0,-7-2-4 16,-15-3 19 0,-16-3-17-16,-7 1 8 0,-21 0 15 15,-22-2-4-15,-11 3-25 16,-9 2-7-16,1 1-34 16,1 3-102-16,4-1-131 15,6-3-243-15</inkml:trace>
  <inkml:trace contextRef="#ctx0" brushRef="#br0" timeOffset="205752.47">25663 5728 844 0,'0'0'28'0,"0"0"-27"0,0 0 32 16,26-88 71-16,-5 78 16 0,-1 8-46 16,1 2-32-1,-5 3 3-15,-6 22 18 0,-7 4 16 16,-3 3-7 0,0 1 13-16,-6-4-71 0,-1-2 3 15,-2-4-2-15,8-7-5 16,1-7-7-16,0-4 0 15,8-5 0-15,16-3 3 16,15-21 5-16,7-14-11 16,6-11-2-16,-4-10-26 15,-8-1-15-15,-11-1 10 0,-17 2 27 16,-12 4-33 0,0 8-25-16,-24 12 55 0,-15 14 9 15,-13 15 1-15,-11 6 7 0,-11 17-4 16,-7 20 19-1,-1 9 7-15,6 10-3 16,13 7-7-16,18 6-5 16,16 0-6-16,12-1 1 15,16-1-5-15,1-4 2 16,21-1 3-16,16-7 23 0,14-9-21 16,7-8 24-1,9-14-9-15,0-11-16 0,0-10-5 16,1-3 4-1,-1-22-5-15,3-16 9 0,-2-15 0 16,-5-9 5-16,-11-1-5 16,-15-2 4-16,-20 5-10 15,-15 2-4-15,-2 2-2 16,-29 2-2-16,-10 7-1 16,-9 4-1-16,-2 11 1 15,2 8-7-15,8 10-3 16,10 6-10-16,10 7-36 15,10 1-32-15,10 6-48 16,0 11-183-16,6 1-48 16</inkml:trace>
  <inkml:trace contextRef="#ctx0" brushRef="#br0" timeOffset="206071.33">26605 5400 1347 0,'0'0'57'0,"0"0"-57"0,0 0 0 16,0 0 11-16,0 0 111 15,0 84-27-15,0-38-33 0,0 2-43 16,0-2-13-16,0 0-6 16,0-7 2-16,0-6 0 15,0-8-2-15,5-7-52 16,-1-8-8-16,2-7-56 16,2-3-49-16,2-12-14 0,4-18-143 15,4-13-396 1</inkml:trace>
  <inkml:trace contextRef="#ctx0" brushRef="#br0" timeOffset="206262.81">26759 5417 1155 0,'0'0'236'0,"0"0"-220"0,0 0 2 16,0 0 116 0,0 81-38-16,1-41 24 15,9 3-95-15,4-1-23 0,1 1 2 16,3-6-3-16,-6-4-1 15,-4-2-89-15,-8-3-57 16,0-1-93-16,-26-8-120 16,-11-8-264-16</inkml:trace>
  <inkml:trace contextRef="#ctx0" brushRef="#br0" timeOffset="206389.27">26614 5761 1304 0,'0'0'162'16,"0"0"-162"-16,93-98 0 0,-41 59 3 15,3 4-2-15,-2 5-1 16,-7 2-32-16,-13 4-166 16,-18 3-203-1</inkml:trace>
  <inkml:trace contextRef="#ctx0" brushRef="#br0" timeOffset="207139.34">26216 4690 1003 0,'0'0'120'0,"0"0"-120"0,0 0-10 0,0 0 10 31,0 0 71-31,63 74 64 0,-38-22-44 0,0 5-50 16,1 4 36 0,-4-9-6-16,1-8-60 15,-3-11 9-15,4-11 41 16,0-10-18-16,8-12-24 0,11-12 11 16,12-33 7-1,21-29-8-15,20-27-7 0,15-13-9 16,9-14-6-16,5 3-7 15,0 3-6-15,-8 6-3 16,-13 15-69-16,-14 19-111 0,-29 25-101 16,-33 28-273-1</inkml:trace>
  <inkml:trace contextRef="#ctx0" brushRef="#br0" timeOffset="208507.35">26687 3585 704 0,'0'0'0'0,"0"0"0"16,0 0 0 0,0 0 29-16,-101-3 44 0,76 3-10 15,-2 7-16-15,-12 5-26 16,-7 2-9-16,-11 6 10 16,-7-1 8-16,-5 1-19 15,-7 1 2-15,-2-1-10 16,-2 0-3-16,1-2 0 15,9-1 1-15,7-1 2 16,10-4-2-16,9 0 7 16,7-1 5-16,7-1 29 0,6 2-12 15,5 8-7 1,5 3 8-16,7 12-9 16,-3 7 34-16,4 8-28 0,0 8 11 0,-1 5-18 15,3 6 18 1,-3 4-18-1,-1 7-1-15,-1 7 3 0,-3 4-4 16,-3 2-1-16,3 0-10 16,2-10-3-16,9-11-4 15,1-19 3-15,0-15-2 16,10-13 0-16,5-7 4 16,7-10-4-16,5-5 3 15,10-3 5-15,10-4-2 16,11-15-5-16,5-7-3 15,6-3 0-15,5-2-1 16,2 4 0-16,9-2 2 0,4 4-2 16,1 1-2-16,-2 3 3 15,-2 3 0-15,-5 6 3 16,-5-1-2-16,-7 5 0 16,-10 2 0-16,-12 2-1 15,-7 4 1-15,-9 0-2 16,-7 0 1-16,-9 0 0 15,-6 0 1-15,-4 0-1 16,-1-8 3-16,0-8 6 16,2-5-6-16,0-7-1 15,0-3 9-15,-4-7 15 0,-2-9-21 16,0-10-1 0,0-7-1-16,-9-8 8 0,-10-9-11 15,-3-3 0-15,0-1 2 16,0 6 4-16,4 14-3 15,0 17-1-15,4 17 1 16,1 15-1-16,0 14-2 16,-11 2-130-16,-15 4-366 0</inkml:trace>
  <inkml:trace contextRef="#ctx0" brushRef="#br0" timeOffset="-187565.58">13963 5403 378 0,'0'0'360'16,"0"0"-360"-16,0 0-14 15,0 0 14-15,0 0 41 16,0 0 29-16,0 0 36 15,3 1-41-15,-1-8-20 16,1-8-6-16,0-6-29 16,-1-2-9-16,-2-4 0 0,0-3 3 15,0 0-1 1,-15-4 0-16,-7 1-2 0,-8 2-1 16,-12 4 0-16,-9 7 3 15,-13 9-1-15,-12 5-2 16,-12 5 1-16,-10 1 3 15,-5 10-4-15,-8 14 0 16,-2 11 3-16,4 9 1 16,10 9-4-16,13 10 14 15,16 6 16-15,13 12-2 16,10 7 13-16,6 3-20 0,8 5-3 16,8 8-10-1,11 0 1-15,10-1-1 0,4-3 7 16,23-9-2-16,20-7-10 15,12-13 1-15,16-13 1 16,19-16-3-16,19-15 0 16,16-14 2-16,14-13 0 15,3-20-4-15,1-31 2 16,-4-24-2-16,-2-21 4 16,-7-22-2-16,-8-12 0 15,-10-2 0-15,-18 6 1 16,-24 8-1-16,-32 16-2 0,-34 12 2 15,-19 13-2 1,-42 15 1-16,-16 14 1 0,-15 15-2 16,-4 17-1-1,-2 14-1-15,4 2-3 16,11 29-2-16,21 15-39 16,24 6-72-16,20 2-114 0,14-5-223 15</inkml:trace>
  <inkml:trace contextRef="#ctx0" brushRef="#br0" timeOffset="-186515.9">18449 5375 181 0,'0'0'613'0,"0"0"-610"0,-91 0-3 16,51-20 0-1,-10-8 5-15,-8-10 2 16,-12-8 72-16,-13-3-22 16,-10 0 2-16,-14 1-12 0,-16 7 13 15,-20 7-52-15,-21 9 5 16,-17 6-10-16,-11 11 2 16,-6 8-2-16,2 0-2 15,0 22 5-15,1 12-1 16,-2 13-5-16,-7 11 0 0,2 12 2 15,1 9-1 1,1 8 1-16,6 7-2 0,5 6 0 16,8 3 1-1,19 11 6-15,20-1 2 0,36 0 26 16,37-3 8 0,39-11-8-16,30-8-19 0,48-6 5 15,36-10-6-15,27-8 10 16,24-9-2-16,11-3-15 15,15-4-6-15,5-7-1 16,5-5 2-16,13-15-3 16,19-15 2-16,17-9 4 0,24-25-1 15,2-23-4 1,8-17 0-16,-1-13 1 0,-4-8 4 16,-8-7-4-16,-27-6-2 15,-24-8 0-15,-27-13 0 16,-25-10 3-16,-25-4 0 15,-27-1-1-15,-30 9-2 16,-33 9-1-16,-23 12 1 16,-39 15 0-16,-43 18 3 15,-31 20-3-15,-29 20 0 16,-21 19-2-16,-10 13-6 16,-4 1 5-16,15 25 1 15,25 11-3-15,37 9-5 16,44 5-77-16,37-2-84 15,19-8-114-15,45-9-207 16</inkml:trace>
  <inkml:trace contextRef="#ctx0" brushRef="#br0" timeOffset="-185617.74">20793 5338 568 0,'0'0'390'0,"0"0"-376"16,0 0-13 0,6-99-1-16,-6 63 2 0,-11-4 16 15,-19 0 32-15,-13 2-28 0,-21 6 35 16,-18 5-36-1,-18 10-15-15,-21 9 5 0,-19 8-11 16,-24 4 0 0,-18 25-2-16,-12 10 2 15,-3 14 2-15,15 12 1 16,15 13 6-16,22 8 15 16,21 7 33-16,18 7-8 0,17 5-32 15,18 3-10 1,18-1-3-16,20-2 0 0,21-6-4 15,12-8 3-15,33 1 4 16,27-5 1-16,22-5-2 16,21-13-4-16,18-14 0 15,16-17 5-15,19-15-3 16,18-18 1-16,18-5-1 16,11-29 3-16,6-17-6 15,-2-14 0-15,-5-12 0 16,-6-11 3-16,-12-10-4 15,-15-10 6-15,-23-8-6 16,-25-1 0-16,-27-4 0 16,-29 4 2-16,-29 5 0 15,-28 6 0-15,-14 11 1 16,-42 12 1-16,-31 16-2 16,-32 17 1-16,-23 17 6 0,-21 18 11 15,0 10-20-15,16 1 2 16,24 20-1-16,33 1-1 15,36 1-5-15,25 5-20 16,21 1-96-16,21 4-48 16,22-5-43-16,18-8-20 15,21-9-456-15</inkml:trace>
  <inkml:trace contextRef="#ctx0" brushRef="#br0" timeOffset="-185079.86">22717 4803 1025 0,'0'0'31'0,"-99"-38"-26"0,27 34-5 0,-18 4-5 15,-13 8 5 1,-8 25 0-16,0 10 17 0,4 15 26 16,8 16 9-1,10 8-18-15,10 7-2 0,16 5-13 16,15-1 0 0,14-4 7-16,11 0-7 15,17-2 3-15,6 4-10 0,20 6-7 0,19-1 0 16,13 0 8-1,19-9 0-15,20-13-2 0,17-15-3 16,22-18-1-16,13-21 1 16,11-20-7-1,10-11 7-15,1-32 0 16,-2-22 2-16,0-17-6 16,-14-19-2-16,-14-8 4 15,-21-5-2-15,-29 0 0 16,-25 3 13-16,-28-2 21 15,-27 1 36-15,-16-2-4 0,-45 6-23 16,-35 14-5-16,-44 21-18 16,-42 27-22-16,-44 33-2 15,-46 22-11-15,-28 42-103 16,-20 7-92-16,5-5-223 16</inkml:trace>
  <inkml:trace contextRef="#ctx0" brushRef="#br0" timeOffset="-148259.02">7798 14899 926 0,'0'0'35'0,"0"0"56"15,-94-66-89-15,83 52 70 16,5 7-33-16,2 2-4 16,4 5-5-16,0 0-30 15,4 0-16-15,15 15 16 0,9 10 3 16,5 12 8-16,6 12 2 15,8 9 6-15,7 3 16 16,7-1-16-16,3-4-7 16,5-8-5-16,3-5 0 15,5-6 6-15,11-4-3 16,6-10-2-16,12-6-1 16,6-7 1-16,1-10-4 15,1 0-2-15,2-13 2 0,11-7-2 16,4-3 1-1,11-4 1-15,5-1 2 16,4-2-4-16,3 1 0 16,1-1 2-16,2 0 0 15,5 2 6-15,8 0 3 16,7 0 1-16,11-3-7 16,-5 1-6-16,2 0-1 0,-6 1 2 15,2 5-1-15,-1 1 0 16,2 5 3-16,3 2-4 0,-9 4-5 15,-9 3 5 1,-7 5 0-16,-8 4 0 0,0 0 2 16,-4 1 2-1,-4 15-4-15,-3 7-1 16,-8 7 1-16,-5 7 4 16,-4 5 0-16,-9 7-1 0,-8-2 2 15,-2 3-3-15,-7 0 1 16,-5 4 0-16,-10 3-1 15,-13 2-2-15,-13 3 2 16,-16-1 2-16,-8-1-4 16,-12 0 1-16,-6-7 5 15,-9-1-1-15,-6-8 0 16,0-4-5-16,-3-5 1 16,-16-5 2-16,-6-4-1 15,-3-10 3-15,-3-5 1 16,-3-6-2-16,1-5 1 15,0 0-1-15,2-17-2 16,3-13-2-16,7-11-1 16,7-7-5-16,11-9 2 15,3-1 4-15,8-3-1 16,19-3 2-16,6 1-2 16,11 1-1-16,4 0 2 15,9 3-4-15,5 8 3 0,10 1 0 0,6 5-4 16,3 6-3-1,3-1 5-15,0 7 3 0,-2 6-2 16,-1 7 1 0,-3 9 1-16,-3 8 0 0,3 3 0 15,2 0 0 1,5 12-1-16,8 4 3 0,1 2-4 16,-2-1 2-1,-1-1-1-15,-3-2-2 0,0-9 3 16,-1-3 1-16,-4-2 1 15,-2-2 1-15,-4-15-1 16,-6-7 0-16,-7-10 1 16,-6-3 1-16,-8-9 0 15,-6 0 0-15,-5-4-1 16,-8-1 0-16,-6 1 2 16,-5 1-5-16,-8 5 1 15,-5 9 1-15,3 4 0 0,-5 12-4 0,-2 8 2 31,-1 5-3-31,-2 4-71 16,1-3-78-16,4-4-75 16,6-8-187-16</inkml:trace>
  <inkml:trace contextRef="#ctx0" brushRef="#br0" timeOffset="-146384.6">17494 13364 956 0,'0'0'77'0,"0"0"-76"0,0 0-1 0,-58-86 0 16,33 72 0-16,-8 2 8 15,-8 3 0-15,-8 3 4 16,0 1 22-16,-6 0-11 16,-5 0 2-16,-4 1-18 15,-12 0 12-15,-11-1-12 16,-7 1-7-16,-12 1 4 15,-6 0 1-15,-7 1 1 16,-13-1 11-16,-11 0-2 16,-7-1-9-16,-11 1-2 15,-9 0 1-15,-5 1-1 16,-3 1-4-16,-4 0 0 16,-7 1 0-16,-9 0 2 0,-9 0 3 15,-3 0 0-15,-2 0 2 0,-2 2 2 16,-3 6 1-1,-2 0 12-15,-6 0-5 16,6 3-12-16,4-4 4 16,1-1-7-16,4-1 2 15,-1-3-3-15,-6 3 1 16,5 0 4-16,3 1-6 0,2 2-1 16,4-1-1-16,-6 2 2 15,-3 1 1 1,9 1-1-16,6-1 0 0,3 0-1 15,2 0-3-15,4-1 4 16,0 0 0-16,4 0 4 16,11-1-3-16,6 1-1 15,9-1-4-15,7 2 3 16,1-1 1-16,6-2 0 16,3 1 0-16,6-1 1 15,8-3 2-15,8-1-3 0,6-3 0 16,10 0-5-1,2 0 5-15,5 0 0 0,7 0 1 16,5 0 3 0,2 0-4-16,3 0 0 0,3 0-2 15,4 8 2 1,1 2 2-16,0 3-2 0,3 0-4 16,2-2 3-16,9-2-4 0,7-1 3 15,9-1 0 1,7 1 2-16,6 1 0 0,7-1 1 15,6 4-3 1,6 5 1-16,6 2-2 16,3 7-5-16,0 2 5 15,6 5 3-15,7 5-1 0,-1 6 1 16,5 6 0 0,-2 6 1-16,1 3-1 0,1 2 1 15,0 1-1 1,0 7 1-16,-2 5 2 15,-2 2-1-15,2 2 9 16,-3-1-4-16,4-6 3 0,1-3-4 16,7-4 2-1,4-4-3-15,3-4-3 0,4-2 4 16,5-5-4-16,8 0-2 16,4-3 1-16,9-3-1 15,11-3 1-15,8-7 0 16,11-3 1-16,9-5-1 15,5-3-1-15,8-3 4 16,3-2-1-16,11-3-1 16,11-3 1-16,9-1-1 15,11-5-2-15,11-3 3 16,-2-2-1-16,6 0 2 16,-3 0 3-16,11 0 4 0,4 0 4 15,4 0 2-15,8 3-15 16,-6-2 4-16,5 3-2 15,0-4-3-15,3 0 4 16,7 0-2-16,7 0-3 16,-1-8-2-16,-3-4 2 15,3 2 0-15,0 1 3 16,4-1-2-16,2 2-1 16,-3-2-2-16,-8 6 2 0,-1 1 3 15,-5 0-2-15,2 1 5 16,0 2-6-16,-3-1 0 15,-6 1 1-15,-2 0 0 16,2 0 2 0,-1-4 1-16,2-2-4 0,0 2-3 15,-8 0 1-15,-11 2 2 16,-7 2 0-16,-7 0 1 16,-5 0 2-16,-2 0-3 15,-6 0-1-15,-6 0-1 16,-7 0 1-16,-4 0 1 15,-8 0 0-15,-7 0 1 0,0 0 0 16,-3-10 2 0,-4-2-2-16,-5-4 0 0,-9 2-2 15,-11-1-1 1,-9 5 2-16,-7-1 0 0,-10 3 1 16,-8-4-1-16,-8 2 0 0,-7 0 1 15,-3-4 1 1,-3 1-2-16,0-5 4 0,-3-4-1 15,-1 1 0 1,-2-1 0-16,-3 0 0 16,-6 3-2-16,-6-2 1 15,-2 3 4-15,-4-2-2 16,-1-2-3-16,-1 0 3 16,2-9 0-16,-1 1-4 15,-1-7 0-15,2-4 2 16,0-3-2-16,-1-5 5 15,0 0 14-15,-2-1 20 0,0-1-13 16,0-2-4-16,-5 1 6 16,-10-1-21-16,-4-2 4 15,-4-3-1-15,-5-4-8 16,-5-6-2 0,-3-6 8-16,-3-1-1 0,2 1 14 15,-1 5-9-15,0 5 1 16,-2 5-3-16,-8 4-10 15,-9 2-90-15,-19-3-241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5:41:34.4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25100 5170 780 0,'0'0'34'15,"0"0"6"-15,0 0 30 16,-2-78 52-16,-1 64-18 15,0-1-12-15,3 4 14 0,0 1-57 16,0 3 1 0,0 2 12-16,0 5 3 0,0 0-24 15,0 0-18 1,0 8-16-16,0 17-5 0,0 16 36 16,0 9 20-16,0 11 8 15,3 2-12-15,0-6-32 16,2-2 14-16,1-6-15 15,3-7-15-15,-2-5-4 16,1-7-2-16,-1-6 0 16,1-8 0-16,-4-7-18 15,-1-9-60-15,-1 0-77 16,-2-22 0-16,0-13-223 16,0-7-166-16</inkml:trace>
  <inkml:trace contextRef="#ctx0" brushRef="#br0" timeOffset="361.8">25015 5074 935 0,'0'0'71'0,"0"0"-69"16,36-92-1-16,1 60 46 0,5 2 50 15,4 8 8 1,5 9-27-16,-2 9-29 0,-4 4-20 15,-2 11 7-15,-7 16-17 16,-6 5-7-16,-4 8 9 16,-3 4 5-16,-8 3 10 15,-9 3-23-15,-6 2 17 16,-5-1 19-16,-22-2-17 16,-5-4 2-16,-6-2 18 0,-5-8-16 15,3-7-29-15,1-7 4 16,3-8-3-16,5-6-6 15,4-5 0-15,3-2 2 16,3 0-4-16,8-11-6 16,1-2-66-16,11-6-63 15,1-2-51-15,10-1-120 16,12-4-85-16</inkml:trace>
  <inkml:trace contextRef="#ctx0" brushRef="#br0" timeOffset="662.01">25919 4942 1185 0,'0'0'20'16,"0"0"-18"-16,0 0 85 0,0 0 19 15,0 0-51-15,0 0 22 16,9 71 1-16,-4-31-12 15,-1 2-30-15,4 2 32 16,-1 1-58-16,-1-2-2 16,0-6-4-16,0-4-4 0,-2-7-1 15,2-8 1 1,-3-6-10-16,-1-6-66 0,-2-6-23 16,0 0-13-16,0-11-25 15,-12-17-291 1</inkml:trace>
  <inkml:trace contextRef="#ctx0" brushRef="#br0" timeOffset="830.16">25610 4971 1240 0,'0'0'50'0,"0"0"-50"16,0 0 10-16,99-107 94 15,-25 66-22-15,20-1-45 16,15-3-33-16,5 9-4 16,-5 3-70-16,-20 4-275 0</inkml:trace>
  <inkml:trace contextRef="#ctx0" brushRef="#br0" timeOffset="2003.21">23711 10150 1007 0,'0'0'27'0,"0"0"-18"16,0 0-9-16,0 0 0 15,0 0 2-15,0 0 1 0,0 0 56 16,-61-63-12-16,73 63-29 0,18-5-14 0,19 1 12 31,18-6-2-31,15-2 13 16,13-7-7-16,9-4-10 15,10-4-4-15,13-3 5 16,13-2 0-16,17-1 12 16,13-2-4-16,11 0-12 15,7 1-4-15,3-1 5 16,7 1-1-16,1-1 4 16,2 2 0-16,-12 6 9 0,-10 2 1 15,-19 1-12 1,-15 6-2-16,-14 4 6 0,-13 3-7 15,-14 1-3 1,-16 3-3-16,-20 3-1 0,-19 0-2 16,-18 3 2-16,-14 1-14 15,-16 0-50-15,-1 5-76 16,-31 12 35-16,-26 5-100 16,-24 3-149-16</inkml:trace>
  <inkml:trace contextRef="#ctx0" brushRef="#br0" timeOffset="3580.21">23553 10150 658 0,'0'0'164'0,"0"0"-87"0,0 0-75 15,0 0 9-15,0 0 57 16,0 0 17-16,7-16-31 16,-7 18-42-16,0 13-12 15,0 8 51-15,0 6-18 16,0 10-20-16,0 13 31 0,0 11-3 16,0 9 13-16,0 7-8 15,0 1-20-15,0 4-7 16,0 3 1-1,0 3 11-15,2 0-16 16,4-1-1-16,4 1-8 0,1-2 7 16,1 0 16-16,1 1-22 15,-6 3-4-15,0 0 4 16,-6-5-7-16,-1-7 4 16,0-9-3-16,0-7 1 15,0-10-2-15,0-7 0 16,2-5 0-16,1-8 1 15,2-5-1-15,3-7 2 16,1-5-2-16,1-6-1 16,5-2 1-16,2-4 2 15,5-3 4-15,8-2-3 16,4 0 0-16,11 0 0 0,6-11 0 16,11-4-3-16,11-3 1 0,5-3 0 31,12-2 1-31,10-2 0 0,10-2-1 0,6-2-1 15,8 3 0 1,0-4-3-16,3 1 3 0,3 2 0 16,1 0 0-1,-3 3 1-15,0 4 0 0,2 1 1 16,3-1 2 0,3 2-3-16,3-2-1 0,-1 1-4 15,-3-2 3-15,-3 5-1 16,-2 0 2-1,-12 1 0-15,0 2 2 0,0-2-1 16,1 3 0-16,-1-2-1 16,-3 2-3-16,-11 3 2 15,-8 2 0-15,-7 1 0 16,-8 3-1-16,-11 2 1 16,-9 1 0-16,-10 0-7 15,-10 0 8-15,-6 0 1 16,-7 0 3-16,-6 0-4 15,-3-2 4-15,-6-3-3 16,-1 0 2-16,-5-2 1 16,-2-8 6-16,1-8 1 15,-3-8-11-15,-3-8 8 0,0-6-8 16,0-9 0-16,0-3-1 16,-12-1-1-16,0-5 0 15,-4-2 0-15,0 0 2 16,3-2-3-16,-2 0 3 15,2-4-2-15,-2 1-1 16,0-3 3-16,0-3-1 16,1-3-2-16,1 0 3 0,1 2 0 15,1 5-1 1,0 3-1-16,0 4 1 0,0 3 1 16,0 3 0-16,3-3 0 15,4 4 0-15,2-3 0 16,2 1 0-16,0 0 0 15,0 5 0-15,0 8-2 0,0 7 2 16,-5 7 1 0,-7 5-1-16,-4 4-3 15,-1 3 2-15,-1 3 1 16,1 2 7-16,3 2-3 16,-1 3-2-16,-2 1-2 15,1 3-3-15,-3 4 1 16,-5 3-3-16,-2 0-4 15,-9 0 0-15,-7 14-10 16,-12 3-16-16,-9 7-45 16,-13 4-149-16,-21 3-256 0</inkml:trace>
  <inkml:trace contextRef="#ctx0" brushRef="#br0" timeOffset="4685.89">18717 10943 344 0,'0'0'273'0,"0"0"-244"0,0 0 26 16,0 0-20-16,0 0 40 16,0 0 6-16,0 0 0 15,-25-37-33-15,34 37-39 16,16 0-2-16,13 0 39 16,14-3-4-16,11-5-19 15,11-5-2-15,10-2 1 16,7-2-2-16,9-1-1 15,9 0-11-15,4 0-2 16,5 1-4-16,6 0 0 16,5-2-2-16,7 0 0 15,7-4 0-15,-1 4 2 16,6-1 0-16,4 3 1 0,-4 0 1 16,2 3-2-16,-5 1-2 0,-8 2 2 15,-5-1 2 1,-8 5-1-16,-8-2 0 15,-4 0-3-15,-2-1 6 16,2-1-3-16,-3 0-1 0,0-1-2 16,-6-1 1-1,-7-1 0-15,-7 2 1 0,-9 2 1 16,-11 3-3 0,-12 1 2-16,-8 2 2 0,-3 0-1 15,-2 2 8-15,-1-3 4 16,-4 1-5-16,-5-3-2 15,-1 1-4-15,-5-2-2 16,-4 4 0-16,-7 1 0 16,-7 0-2-16,-3 3 0 15,-2 0 0-15,1 0-2 16,4 0 1-16,2 0 1 16,1 0 0-16,-1 0-1 15,-2 0 0-15,-3 0-19 16,-3 0-25-16,-2 0-26 15,-2 0-51-15,-2-3-30 16,-19-4-286-16</inkml:trace>
  <inkml:trace contextRef="#ctx0" brushRef="#br0" timeOffset="4979.43">22661 10249 769 0,'0'0'73'0,"0"0"-69"0,136-48 12 15,-65 38 118-15,4 6 0 16,-2 4-32-16,-5 6-6 0,-12 17-32 0,-18 11-15 16,-26 13 5-1,-16 10-7-15,-44 11-6 16,-24 6-18-16,-12-1-21 15,-6 3-2-15,-2 3-8 16,-2-3-135-16,-2-4-147 16,0-12-407-16</inkml:trace>
  <inkml:trace contextRef="#ctx0" brushRef="#br0" timeOffset="5770.14">18999 12452 896 0,'0'0'22'0,"0"0"-22"0,107-69 0 16,-55 45 3-16,6-1 24 0,9 1 41 15,9 4-18 1,5 2-16-16,5 2-6 0,10-1-6 16,9-4-3-1,12 0 7-15,10 1-5 0,8-2-4 16,0 2-4-16,0 1 5 16,0 1-5-16,-2 3-1 15,-1 0-3-15,3-1 0 0,-1 1 10 16,3-3-6-1,-1-1 7-15,-6-3 5 16,-4 2-6-16,-6-5-7 16,1 1 6-16,-5 1 4 0,-3-1-14 15,-8 2-7 1,-12 3 1-16,-13 5 2 16,-10 2 1-16,-13 4-4 0,-8 2 0 15,-10 1-1-15,-3 3 1 16,0-2 0-16,-2-2 0 15,3 0 0-15,0-2-1 16,-2 1 2-16,-6 0-2 16,-7 3-2-16,-6 0 2 15,-9 4-2-15,-4 0-6 16,-3 0-31-16,0 0-18 16,0 0-74-16,-7 0-80 15,-12 0-143-15</inkml:trace>
  <inkml:trace contextRef="#ctx0" brushRef="#br0" timeOffset="6043.36">22628 11616 993 0,'0'0'74'0,"0"0"-73"16,0 0-1-16,98-65 61 0,-46 54 73 15,5 8-47 1,9 3-18-16,-1 7 2 0,-3 18-6 15,-11 11-21 1,-15 7 32-16,-22 6-50 16,-14 8-7-16,-33 7 2 15,-23 5 2-15,-16 0-17 16,-10-4-6-16,0-8-3 16,0-4-86-16,-2-7-93 15,4-9-107-15,4-11-180 16</inkml:trace>
  <inkml:trace contextRef="#ctx0" brushRef="#br0" timeOffset="6741.2">19032 9938 1003 0,'0'0'154'0,"0"0"-154"16,0 0-2-16,0 0 2 16,0 0 51-16,0 0-3 0,12 34 53 0,-3-7 14 15,-4 3-66 1,-2 0-12-16,1-2-2 15,-2-5-24-15,-2-1-2 16,0-7-7-16,0-5-1 16,0-5-1-16,0-5-61 15,-11 0-74-15,-10-9-115 16,-7-12-174-16</inkml:trace>
  <inkml:trace contextRef="#ctx0" brushRef="#br0" timeOffset="6945.05">18597 9962 74 0,'0'0'1091'0,"0"0"-1083"0,0 0-4 15,0 0-4-15,0 0 35 16,80-88 49-16,-26 57-17 16,9-2-16-16,-2 2-29 0,-3 3 2 15,-11 10-20 1,-9 7-4-16,-11 8-27 0,-11 3-119 15,-7 14-28 1,-9 16-97-16,-3 8-152 0</inkml:trace>
  <inkml:trace contextRef="#ctx0" brushRef="#br0" timeOffset="7110.21">18756 10326 642 0,'0'0'433'0,"0"0"-433"15,0 0 4-15,0 0 14 16,0 0 68-16,0 0-43 16,105-64-43-16,-59 30-1 15,-3 1-108-15,-7 0-177 16,-3 7-167-16</inkml:trace>
  <inkml:trace contextRef="#ctx0" brushRef="#br0" timeOffset="7513.69">19111 10072 949 0,'0'0'174'16,"0"0"-169"-16,0 0 3 16,0 0 72-16,75-72 24 15,-36 62-18-15,-2 7-30 16,-1 3-22-16,-8 2-24 16,-8 13-1-16,-1 5-8 15,-9-3 8-15,-5-1-7 0,-3-1 0 16,-2-5 0-1,0-3 2-15,0-3-3 0,0-4-1 16,0 0 1 0,0 0 8-16,0 0-9 15,0-12-10-15,1-10-50 16,14-3 19-16,3-2 33 0,6 3-3 16,1 6 8-16,2 4-1 15,-2 10 4-15,0 4 9 16,0 0 21-16,-3 10 11 0,0 12-13 15,-7 2-7 1,-3 4 11-16,-2 2-20 16,0-1-4-16,0-1-4 15,-1-4-4-15,0-7-1 16,2-2-22-16,0-6-110 16,0-7-46-16,0-2-82 0,0-16-139 15</inkml:trace>
  <inkml:trace contextRef="#ctx0" brushRef="#br0" timeOffset="7730.4">19795 9921 880 0,'0'0'336'0,"0"0"-336"16,0 0 0-16,0 0 44 15,12 97 67-15,-2-64-8 16,3 3-77-16,1 1-7 15,1-4-4-15,-2-1-13 16,-1-6-1-16,-4-4-1 16,-4-5-34-16,-1-6-72 15,-3-4-93-15,0-7-22 0,-3 0-108 16</inkml:trace>
  <inkml:trace contextRef="#ctx0" brushRef="#br0" timeOffset="7998.19">19813 9797 301 0,'0'0'556'16,"0"0"-543"-16,85-29 60 0,-63 29 21 16,-8 8-46-16,-10 20 9 15,-4 6 45-15,0 4-13 16,-15 0-43-1,-7-2-23-15,3-5-13 16,6-9-8-16,6-7-2 0,4-7-11 16,3-5-99-16,0-3-78 15,4 0-45-15,11-22-2 16</inkml:trace>
  <inkml:trace contextRef="#ctx0" brushRef="#br0" timeOffset="8499.37">20074 9731 1220 0,'0'0'1'0,"0"0"-1"15,-8 88 80-15,5-58 55 16,3-7-85-16,0-3-35 0,9-6-4 16,8-5-11-16,2-6 2 15,3-3-2-15,1 0-5 16,1-19-74-16,-1-4 3 15,-3-2-1-15,-7 5 40 16,-2 6 29-16,-7 5 8 16,-1 7 28-16,-2 2 23 15,3 0-24-15,3 6-26 0,4 7 58 16,3 3-16-16,3-2-24 16,2-3 1-16,5-6-11 15,3-5 0 1,-1 0-1-16,0-8-4 0,0-11 0 15,-4-8-1-15,-4-5-3 16,-3-10-3-16,-5 2-4 16,-4-3 4-16,-6 2-8 15,0 2 10-15,0 8 1 16,0 7 2-16,0 12 20 16,0 10 79-16,0 2-23 0,4 0-78 15,3 20 8 1,5 6 20-16,5 5 34 0,0 0-46 15,2-3-11 1,-1-1-1-16,2-4-4 0,-3-5 0 16,0-1-2-1,-4-3-14-15,-5-1-74 0,-5-2-94 16,-3-1-90 0,-18-4-213-16</inkml:trace>
  <inkml:trace contextRef="#ctx0" brushRef="#br0" timeOffset="8664.16">20376 9710 1260 0,'0'0'0'0,"63"-81"-68"16,-16 32 68-16,9-2 58 0,7 3-45 16,3 3-13-1,1 4-5-15,-8 11-84 0,-11 9-86 16,-21 11-487-16</inkml:trace>
  <inkml:trace contextRef="#ctx0" brushRef="#br0" timeOffset="9483.79">19502 12804 1114 0,'0'0'62'15,"0"0"-61"-15,-106 14 6 0,59 7 101 16,2 4-8-1,10-3-42-15,15-2-27 0,10-5-15 16,10 0-14-16,0 0 2 16,26 2 5-16,11-2 5 15,11 1-10-15,7-3 6 16,-3 1-5-16,-5 3-3 16,-14 2 0-16,-14 2-2 15,-13 5 6-15,-6 1 14 16,-17 2 30-16,-17 1 4 0,-8-4-29 15,4-7-11-15,6-6-9 16,10-8-4-16,8-5-1 16,10 0-54-16,4-11-84 15,0-9-140-15,24-10-3 16,9-2-78-16</inkml:trace>
  <inkml:trace contextRef="#ctx0" brushRef="#br0" timeOffset="9874.67">19666 13014 1039 0,'0'0'107'0,"0"0"-97"16,0 0 23-16,0 0 50 15,89 75 48-15,-66-46-70 16,0 1-21-16,-4 0-20 0,-6-5-5 16,-3-3-7-16,-6-8-4 0,0-6 1 15,-2-3-3 1,-2-5-1-16,0 0 5 0,-3 0 15 15,-18-15-15 1,-4-10-5-16,-1-9-2 16,5-10 0-16,8-5-11 15,5-8-13-15,8 1-3 0,0 2 8 16,19 5 0 0,10 8 12-16,7 9 6 0,-5 12 2 15,-5 12 2-15,-8 8 9 16,-8 7 2-16,-8 18 15 15,-2 9 1-15,0 1-4 16,-14 2-13-16,-2-6-11 16,4-6-1-16,6-6-2 15,4-6-30-15,2-4-91 16,2-6-34-16,16-3-82 16,4-4-213-16</inkml:trace>
  <inkml:trace contextRef="#ctx0" brushRef="#br0" timeOffset="10228.2">20115 12977 980 0,'0'0'76'0,"0"0"-57"0,0 0-19 0,0 0 88 16,0 0-34-16,0 0-23 15,-77-81-27-15,77 44-3 16,0-7-1-16,0 1 3 15,1 6-3-15,8 2 9 16,2 12 15-16,0 6 35 16,-3 10-9-16,3 7 13 15,3 0-37-15,5 11 13 16,4 11 61-16,1 6-11 16,0-1-65-16,-4 8 12 15,-1-3-16-15,-3-1-6 0,-2-1-13 16,-4-5-1-16,-4-3-1 15,-6-1-93-15,0-3-83 16,-10-1-48-16,-16-5-22 16,-3-2-171-16</inkml:trace>
  <inkml:trace contextRef="#ctx0" brushRef="#br0" timeOffset="10313.59">20115 12977 993 0,'4'-16'169'15,"4"-2"-150"-15,16-7-4 16,12-6 14-16,7-1-29 15,1-7-12-15,-3 1-181 16,-8 1-239-16</inkml:trace>
  <inkml:trace contextRef="#ctx0" brushRef="#br0" timeOffset="10565.22">20497 12446 1113 0,'0'0'91'16,"0"0"-88"-16,0 0 106 0,0 0 42 15,0 0-83 1,0 0-36-16,0 63 27 16,0-14 46-16,0 9-61 15,5 9-14-15,1 5-4 16,1 1 9-16,-2-4-13 16,2-4-16-16,1-7-3 0,-1-9-3 15,4-9-2-15,2-10-17 16,4-11-97-16,5-12-76 15,5-7-7-15,-1-7-69 16,-2-29-305-16</inkml:trace>
  <inkml:trace contextRef="#ctx0" brushRef="#br0" timeOffset="10835.17">20882 12431 1309 0,'0'0'2'16,"0"0"2"-16,0 0 39 16,0 0 19-16,0 0 50 15,38 110-19-15,-24-44 15 16,-2 4-65-16,0 4-6 16,-1-9-7-16,-1-4-22 0,3-14-4 15,-2-12-4-15,0-8-1 0,2-11-17 16,-4-9-98-16,2-7-68 15,2-13-13-15,0-26-114 16,1-18-538 0</inkml:trace>
  <inkml:trace contextRef="#ctx0" brushRef="#br0" timeOffset="11004.34">21096 12491 1285 0,'0'0'156'0,"0"0"-138"16,0 0-18-16,0 0 133 15,45 86-16-15,-22-48-37 16,4 3-49-16,1 0-13 0,-1-5-18 16,-5 0 0-1,-5-7-4-15,-5-2-122 16,-12-1-122-16,0-6-148 16,-22-5-385-16</inkml:trace>
  <inkml:trace contextRef="#ctx0" brushRef="#br0" timeOffset="11776.04">21067 12868 1166 0,'0'0'0'0,"33"-85"-98"15,2 33 17-15,6-5 81 16,2 4 10-16,1 10-10 16,-3 13 4-16,-8 13 5 0,-8 13 57 15,-3 4 25-15,-5 6-4 16,-1 19 43-16,-5 8-16 15,-3 3-38-15,-4-1-20 16,-2-1-14-16,-1-11-19 16,1-3-13-16,-1-12-8 15,-1-4-1-15,0-4 0 16,0-5 9-16,0-19-10 16,0-8-50-16,-1-9 5 15,-2 1 44-15,3 3 0 0,0 6-4 16,0 11 5-16,1 7 17 15,14 8 47-15,2 5-3 16,5 2-17-16,3 15 15 16,1 7-29-16,-2 4 6 15,-2 4-27-15,-3-2-6 16,-5 0-3-16,-8 0-2 16,-6-5-59-16,0 0-68 15,-20-3-70-15,-13-6-73 16,-1-6 34-16,1-8 2 15,6-2 202-15,10-3 34 16,3-14 67-16,5-6 89 0,9-5-61 16,0-8-8-1,12-8-75-15,18-4-4 16,6-3-8-16,3 6 0 0,-3 8-1 16,-7 14-2-16,-8 16 3 15,-6 7 17-15,-3 18-4 16,-3 11 105-16,0 8 0 15,0-1-36-15,0-3-42 16,-2-5-25-16,2-8-12 16,-3-10-3-16,-1-6 0 0,-2-4-17 0,1-4-13 31,4-19-3-31,3-5-78 0,2-5 76 16,-3 5 25-16,-1 4 10 15,0 6 2-15,1 10 28 16,4 0 36-16,2 5 5 15,5 3-30-15,6 0 6 16,1 0-5-16,3 0-29 16,2 0-6-16,5 0 3 15,-1 0-8-15,3 22 13 16,-3 12-7-16,-5 24-8 16,-7 16 0-16,-8 11-10 15,-7-2-157-15,-4-14-208 0</inkml:trace>
  <inkml:trace contextRef="#ctx0" brushRef="#br0" timeOffset="12804.05">27830 10424 812 0,'0'0'134'0,"0"0"-116"16,0 0-18-16,-86-5 109 0,78 4 13 16,4 1-30-1,3 0-28-15,1-1-25 16,0 1-15-16,0 0-13 15,5 0-7-15,16 0-3 0,18-4 17 16,12-5 9 0,14-5 7-16,20-6-5 0,15-4-4 15,14-1 13 1,8-1-10-16,8 1 3 0,0 1 2 16,2 3-9-16,-2 2-10 15,-7 4-2-15,-7 0 3 16,-2 3-5-16,2-1 2 15,-1 0-2-15,-6 1-3 16,-10 5 0-16,-18 3-4 16,-18 2 1-16,-16 2 4 0,-17 0-7 15,-13 0-2-15,-6 3 1 16,-4 1-2-16,-4 0 1 16,-3-3-2-16,0 0-24 15,0-1-31-15,-20 4-41 16,-12 0-90-16,-12-2-103 0,-6-2-208 15</inkml:trace>
  <inkml:trace contextRef="#ctx0" brushRef="#br0" timeOffset="13093.66">29504 9997 1075 0,'0'0'24'0,"82"-40"4"16,-16 20-26-16,10 3 108 0,11 7 15 0,1 10-34 31,-4 0-21-31,-10 28-5 0,-16 12 11 16,-16 13-8-16,-17 12 6 0,-20 6-29 16,-5 5 8-1,-36 3-32-15,-14-2-19 16,-6-6 2-16,-3-8-4 15,7-10-17-15,7-13-16 16,4-9-80-16,5-10-89 16,5-12-43-16,4-9-65 0,3-6-274 15</inkml:trace>
  <inkml:trace contextRef="#ctx0" brushRef="#br0" timeOffset="14090.35">26315 4385 703 0,'0'0'55'15,"19"-132"-30"1,-19 70 65-16,-6 3 43 0,-24-2-61 16,-18 6 39-1,-16 2-68-15,-22 13-18 0,-17 13-14 16,-24 17-9-16,-21 10-2 0,-11 32 0 0,-17 29-1 31,-8 23 0-31,-7 23 2 16,0 18 7-16,1 21-3 15,11 23-4-15,23 14 16 16,27 13 8-16,35 7 11 16,38-3-8-16,35-1 3 15,21-6-3-15,51-17-12 16,40-14 2-16,42-25 10 16,38-29 10-16,35-25-4 0,25-30-23 15,11-30-3-15,11-23 2 16,0-20 3-16,4-32-4 15,-3-24-9-15,-12-18 0 16,-12-19 1-16,-20-16 2 16,-28-8-3-16,-27-14-12 15,-34-6-19-15,-34-9-3 16,-33-9 30-16,-34-3 4 16,-20 3 2-16,-42 14 1 15,-32 23 2-15,-26 28 7 16,-22 27 8-16,-14 24-1 15,-1 20-19-15,5 24-4 16,19 15 0-16,24 17-24 16,20 29-98-16,20 21-123 0,19 12-189 15</inkml:trace>
  <inkml:trace contextRef="#ctx0" brushRef="#br0" timeOffset="17207.13">28955 8740 1020 0,'0'0'8'0,"0"0"-5"0,0-82 62 15,-4 56 58 1,-7 4-22-16,-4 5-43 0,0 6 25 16,-1 7-23-16,-4 4-10 0,-5 4 21 15,-2 23-29 1,1 8 14-16,2 6 4 0,9-1-13 15,3-5-13 1,9-7-5-16,3-5-19 0,0-5-8 16,3-5 0-1,10-4 1-15,4-6-3 0,2-3 1 16,6-1-3-16,2-20-8 16,-3-7-16-16,2-4-1 15,-7 2 11-15,-6 0-2 16,-5 6 12-16,-7 5-16 15,-1 10 18-15,0 5 4 16,0 4 3-16,0 0-3 16,2 0-11-16,1 7-9 15,3 13 17-15,4 8 3 16,3-1 2-16,4 3 7 16,4-5-4-16,0-1 2 0,-2-6-1 15,2-4-3 1,0-6 2-16,-3-5-2 0,3-3 2 15,1-6-1 1,-1-19 1-16,1-13-2 16,1-11 1-16,-5-11-3 15,-5-8 0-15,-7-5 0 0,-6-7-1 16,0-9-4-16,0-1-7 16,-9 2 11-16,-6 9-11 15,3 15 7-15,-1 20 4 16,5 16 0-16,2 15 3 15,2 8-1-15,2 5-2 16,1 21-20-16,1 26 20 16,0 24 10-16,0 15 3 15,4 3-6-15,13-3 7 16,5-10-3-16,5-13-5 16,4-6 7-16,4-13-4 15,2-8-1-15,5-15-4 0,-5-11 0 16,0-10-3-16,1-5-1 15,-4-26 0-15,-2-12 3 16,-6-10-3-16,-6-12-11 16,-8-10-23-16,-8-9 0 15,-4-4-4-15,0 0-1 16,-12 3-16-16,-7 13 9 16,1 11 11-16,0 12 35 15,6 18 6-15,3 13-2 16,3 11 9-16,3 7 21 15,3 5-34-15,0 28 8 0,0 19 10 16,10 17 16 0,7 8-13-16,5 9 10 15,3 1 15-15,1-3-1 16,0-9-18-16,-1-12-22 0,2-10-5 16,-2-10 1-16,-1-8-1 15,-5-10-8-15,1-9-55 16,-1-12-108-16,0-4-49 0,5-24-38 15,1-22-291 1</inkml:trace>
  <inkml:trace contextRef="#ctx0" brushRef="#br0" timeOffset="17453.18">30146 7702 1185 0,'0'0'134'0,"0"0"-134"0,0 0 0 16,0 0 73-16,22 86 127 16,-8-24-56-16,-1 7-59 15,3 3-24-15,4-5-5 16,-4-1-16-16,3-6-19 16,0-6-16-16,-3-6-5 0,-7-12-1 15,-1-7-16 1,-7-9-79-16,-1-9-114 15,0-5-86-15,-17-6-111 16</inkml:trace>
  <inkml:trace contextRef="#ctx0" brushRef="#br0" timeOffset="18110.27">30122 8168 1279 0,'0'0'64'0,"0"0"-64"15,0 0 0-15,72-93 55 16,-28 64-21-1,6-4-28-15,0-1-5 0,-4-2-1 16,-8-4-1 0,-9-6-23-16,-10-7-42 0,-6-6 25 15,-12-5-10 1,-1-7 4-16,0 6 8 16,-13 8 35-16,0 18 4 0,-4 14 97 15,2 11 4-15,3 8-10 16,2 6-32-16,4 1 4 15,3 29-36-15,3 16 17 16,0 11 50-16,1 7-49 16,16 2-12-16,-2-3-7 15,1 0 3-15,-1-1 0 16,-1-7-17-16,0-8-3 0,0-10-7 16,-2-11-1-1,-2-12-1-15,-2-7-13 0,-1-6-42 16,2-1-5-1,2-5-27-15,5-14 11 16,4-3-14-16,-3 1 55 16,-3 6 28-16,-4 7 7 0,-2 5 0 15,2 3 1 1,5 0 7-16,0 0 29 0,3 0 7 16,-3 3-27-16,6-3-4 15,2 0 14-15,7 0 3 16,6-17-18-16,0-4-4 0,1-6-7 15,-2-4 3 1,-5 2-4-16,-8-2 0 0,-6-1 0 16,-10 5-1-1,-6 7-2-15,0 6 3 0,-8 13 7 16,-12 1 6 0,-4 11 8-16,-3 18 16 0,6 6 7 15,6 3 3-15,11 0-7 16,4-1-10-16,0-3-19 15,17-5 19 1,6-5-21-16,9-3-6 0,6-9-3 16,2-4-2-16,-1-2-25 15,-4 0-86-15,-12-5-169 16,-10-1-270-16</inkml:trace>
  <inkml:trace contextRef="#ctx0" brushRef="#br0" timeOffset="19985.43">30276 9528 1189 0,'0'0'196'0,"0"0"-196"16,0 0 0 0,0 0 31-16,0 0 49 0,0 0-41 15,25-12-13 1,2-10 2-16,2-8-21 0,-2-4 2 16,-9-1-5-16,-4-2 0 0,-8-2-3 15,-5 1-1 1,-1-2-2-16,0-1-3 0,-14 3 1 15,-8 1-10 1,-4 6 11-16,-7 9 2 16,-3 9 1-16,-7 11 1 15,-2 2 38-15,-3 15-1 16,3 9 17-16,9 2 14 16,11-3-26-16,12-6-12 0,8-4-15 15,5-3-7-15,0-7-4 16,17 1-2-16,12-4-2 15,15-7 0-15,10-16-2 16,7-10-17-16,3-2-12 16,-6 0-13-16,-3 1 6 15,-4 2 15-15,-2 2 8 16,-5 6 4-16,-11 9-2 16,-14 9-2-16,-12 6 12 0,-5 0-4 15,-2 17 6 1,0 11 0-16,0 13 33 0,-3 4-10 15,-3 0 23 1,6 0 1-16,0-6-24 16,6-9-14-16,14-7 1 15,2-9-7-15,5-6-1 0,-1-8-2 16,6 0 0-16,-1-18-3 16,-1-9 2-16,0-9-11 15,-5-8-7-15,-6-2-11 0,-7-4 9 16,-7 2 5-1,-5 2 0-15,0 7-6 0,0 8 11 16,-5 7 11 0,-1 12 3-16,0 8 20 0,5 4 16 15,-1 0-25 1,0 22-10-16,0 9 15 0,2 6 19 16,0-4-31-16,2-2 4 15,14-6-5-15,3-6-2 16,2-2 0-16,3-10-4 15,1-6-1-15,4-1 1 16,-1-8-19-16,0-13-3 16,-7-5-18-16,-6-6 6 15,-9 1 18-15,-6 1 9 16,0-2-4-16,0 4 7 16,-4 6 4-16,-6 2 1 15,2 12 4-15,2 2 8 0,3 4 12 16,1 2 0-1,2 0-25-15,0 12 6 0,0 10-6 16,9 8 14 0,11 1 1-16,-1 0-6 15,7-4-3-15,-1-3 3 16,-3-4-9-16,0-6 1 0,-2-6 0 16,-2-5 0-16,0-3-1 15,0-4 0-15,1-19-1 16,-4-10-2-16,0-11-3 15,-5-10-2-15,-4-10-4 16,-3-8-14-16,-3-9 5 0,0-4-29 16,0-5-14-1,-3-2 24-15,-9 9-18 0,-4 14 19 16,1 17 38 0,-1 22 1-16,3 10 10 0,5 13 2 15,3 4 19-15,4 2-11 16,1 1-20-16,0 7-10 15,0 19 7-15,0 15 3 16,6 10 5-16,10 9 5 16,3 4 0-16,-1 1 28 15,2-1-11-15,-1-2 15 16,1-5-5-16,0-5-15 16,2-8 9-16,0-7-7 15,2-9-14-15,1-10-5 16,0-6-1-16,1-11 0 15,2-1 0-15,1-5-2 16,-4-17-2-16,-1-8-13 0,-6-6-21 16,-5 2 6-1,-7-2-2-15,-5 10-5 0,-1 8 20 16,0 7 15-16,-4 8 10 16,-2 3 28-16,0 0-11 15,0 14-13-15,2 5 2 0,2 0 7 16,2-2-13-1,0-5-6-15,2-4-4 16,14-5 0-16,4-3 0 16,5 0-6-16,-1-13-28 0,1 0 1 15,-4 3 10 1,-8 5 23-16,-1 5 1 0,-2 0 8 16,0 21 17-16,-3 13 34 15,3 10-3-15,-7 6-13 16,-3 7-14-1,0-2-23-15,0-2-7 0,-7-4-4 16,-3-3-7-16,-1-6-65 16,-2-5-54-16,-2-4-17 15,-8-8-224-15,-8-2-416 16</inkml:trace>
  <inkml:trace contextRef="#ctx0" brushRef="#br0" timeOffset="20653.12">30556 9543 1445 0,'0'0'0'0,"0"0"-107"15,109 0 107-15,-25 0 106 16,23-14-19-16,15-8-29 15,14-3-31-15,6-7 3 16,-2-5 6-16,-1-2 28 16,-11-4-40-16,-4 2-15 15,-11-5 10-15,-8-7-13 0,-11-16-4 16,-14-12-1 0,-6-17 0-16,-12-10 2 0,-7-8-1 15,-14-6 1 1,-18-7-2-16,-13-2 1 0,-10-2 1 15,-17 1-1-15,-31 4 0 16,-22 0-1-16,-21-2-1 16,-18-1-1-16,-22 1-3 15,-14 2-7-15,-20 6-9 16,-17 18-5-16,-15 19 23 16,-12 27-10-16,-8 28 12 0,1 24 1 15,1 6-1 1,-4 37-9-16,0 25 5 15,-7 18 0-15,-3 21 4 16,5 19 7-16,13 13-4 0,22 11-2 16,34 9 23-1,38 10-2-15,37 9-8 0,37-1-6 16,27 1 5-16,16-4 18 0,38-14-21 16,29 2 27-1,26-6 15-15,20 1-22 0,18 0-11 16,12-9-9-1,17-1-2-15,12-19 7 16,14-16-8-16,12-21-7 16,-3-24-4-16,-4-28 2 0,-11-22 0 15,-9-11-5 1,-14-21-16-16,-24-20-36 16,-23-14-104-16,-36-20-256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5:43:01.7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21174 9350 1248 0,'0'0'19'16,"-20"-79"-19"-16,5 40 0 0,-5-2 2 16,-9 1 15-16,-10 5 27 0,-12-1-9 15,-9 5-18 1,-14 1-9-16,-20 10-5 16,-15 7-3-16,-12 6-1 15,-9 7-5-15,-7 0-1 16,-2 13 2-16,-7 14 4 15,-4 10 1-15,-1 11 0 16,-4 14 2-16,0 16 1 16,-2 12-3-16,2 8-5 15,6 3 2-15,1 1 3 16,4 2 1-16,6 2-1 0,8-2 1 16,14-3-1-16,28-5 4 15,31-5 1-15,37-2 8 16,26-4 2-16,47-3 7 15,23-4 12-15,19-6 4 16,14-8-7-16,12-9-21 16,9-7 2-16,8-14 0 15,9-14 1-15,17-15 11 0,18-5 38 16,21-26-5-16,15-17-28 16,7-11-10-16,-4-11-2 15,-11-9-5-15,-18-8-5 16,-18-3-2-16,-18 3-5 15,-31 4-2-15,-26 4 1 16,-27 4 2-16,-26 1-1 16,-24-1 3-16,-19-5-1 15,-3-3-2-15,-27-7 0 16,-20 0-1-16,-16 2-3 16,-17 7-10-16,-14 7 7 15,-13 10 1-15,-10 15 2 16,-12 17-3-16,-1 20 3 0,1 7-19 15,8 27-25 1,12 13-30-16,13 9-21 0,18 2-27 16,16 8-85-1,17 3-33-15,14 3-510 0</inkml:trace>
  <inkml:trace contextRef="#ctx0" brushRef="#br0" timeOffset="1388.04">22344 12491 805 0,'0'0'49'15,"0"0"-49"-15,0 0 0 16,0 0 0-16,-85-47 3 15,64 31 53-15,2-3 16 16,4-1 23-16,1-7-86 16,-2 2 9-16,-4-3-9 15,-5-2-3-15,-5 2 36 16,-8-1-23-16,-7 4-9 0,-10 0 6 16,-11 0 8-16,-11-2-21 15,-5 3-3-15,-12 4-2 16,-12 6 2-16,-9 7 0 15,-21 5-1-15,-11 2 1 16,-10 2 0-16,-9 15 2 16,2 4 3-16,3 7-5 15,3 4 1-15,6 6 1 16,0 8 7-16,-2 7 3 0,3 7-4 16,3 8 3-16,7 5 5 15,12 7 7-15,13 5 17 16,14 0-24-16,11 1 2 15,9-5-8-15,9-6 1 16,12-1-1-16,10-5 1 16,13-8-1-16,9-7 1 15,19-1 0-15,10-6-6 16,7 2 11-16,32 0 3 16,18-4-5-16,15-1-4 15,14-1-5-15,11-6 2 16,7-2-4-16,5-1 2 15,5-2-3-15,2-1-1 0,6-3-1 16,3-10-1 0,5-7 0-16,9-5 1 15,7-6 3-15,5 0 2 16,9-17 0-16,7-7 13 0,1-4 1 16,7-3-12-16,-8-1-3 0,-6-5 1 15,-4-1-2 1,-9-7 0-16,-1-6 2 0,-1-8 0 15,-5-4-2 1,-6-6 0-16,-8-6-6 0,-15-5 4 16,-12-8-2-1,-17-1 2-15,-18-10 0 0,-20-4 0 16,-20-3 0-16,-22 3-1 16,-3 9 3-16,-34 15 3 15,-18 12-2 1,-16 13 11-16,-21 15 20 15,-20 15-31-15,-18 15-2 0,-10 9-2 16,1 14-4-16,5 19-46 16,7 11-106-16,12 6-166 15,5-2-465-15</inkml:trace>
  <inkml:trace contextRef="#ctx0" brushRef="#br0" timeOffset="38120.32">19015 13275 850 0,'0'0'44'0,"0"0"-41"0,0 0 11 0,0 0 72 0,0 0-48 0,0 0 17 0,0 0-15 0,-58-4-25 0,35 4-15 0,-3 0-1 0,1 0 1 0,0 1 0 0,2 5 3 0,-4-1 0 0,-6-1 4 0,-5 3 3 0,-2-4 0 0,-4 2 8 0,-2 0 11 0,0-5-9 0,0 0 13 0,4 0 11 16,0 0-18-16,5-4-3 15,2-6-9-15,3-3-6 0,-3-3 3 16,-4-1 0-16,-4-2-7 16,-2-2-4-16,1-2 7 15,-1 0 10-15,-3-1 0 16,-1 2-16-16,-11 0 0 15,-2-2 0-15,-7-2 6 16,-3-3 2-16,-1-2-1 16,-4 1 1-16,-1-2 12 15,-7 1-7-15,-3 2-4 16,0-1-6-16,-3 1-3 16,0-1 2-16,4-1-2 15,1-1 3-15,2 1 1 16,10 3 4-16,-1 5 3 15,2 3-12-15,-6 6 1 16,1 1-1-16,-4 5-1 0,-2 6 0 16,-2 2 1-1,-2 0 0-15,0 0 0 16,8 1 1-16,8 5 0 0,6-2 1 16,8 1-2-1,8-2 0-15,9-1 0 0,13-2-1 0,9 2-1 16,7-2-2-1,4 1-48-15,5 2-58 16,0-3-44-16,3 6-39 16,0-2-60-16,0 0 34 15,0-4 58-15</inkml:trace>
  <inkml:trace contextRef="#ctx0" brushRef="#br0" timeOffset="39421.78">18064 10193 482 0,'0'0'198'15,"0"0"-166"1,0 0 13-16,0 0 0 0,0 0 73 16,-90-73-78-16,60 66-10 15,-4 1 5-15,-10 4 7 16,-10 2 10-16,-10 0-20 0,-12 0-13 15,-11 0 0 1,-8 0 9-16,-11 7-8 0,-2-1-3 16,-8 0-1-1,-14 2 23-15,-6 4-22 0,-15 6-15 16,-7-2 1-16,-1 1 26 16,-5 0-13-16,2-1-1 15,-4 3-2-15,-3 2-9 16,-3 4-4-1,4 0 0-15,1-3-2 0,13-2 1 16,11-6 1-16,13-10 1 16,20-2 1-16,14-2-2 15,19 0 0-15,14-6-4 16,13-6-26-16,11-1-49 16,13 1-67-16,8-6-109 15,12 0-71-15</inkml:trace>
  <inkml:trace contextRef="#ctx0" brushRef="#br0" timeOffset="39777.04">14901 9753 1203 0,'0'0'0'0,"0"0"-53"16,-99-7 18-16,31 31 35 16,-16 14 4-16,-18 11 8 15,-8 14 30-15,-3 11-11 0,7 14 8 16,7 12 19-16,16 17 6 16,16 3-21-1,21 0 4-15,24-10-13 16,22-15-16-16,11-15 7 0,37-13-8 15,18-15-8 1,17-13-5-16,16-12-1 0,11-12-3 16,3-11-10-16,-6-4-141 15,-16 0-151-15,-24-6-319 16</inkml:trace>
  <inkml:trace contextRef="#ctx0" brushRef="#br0" timeOffset="40950.97">2433 9969 1118 0,'0'0'26'16,"0"0"-22"0,0 0-4-16,0 0-8 15,0 0 3-15,-36 82 5 16,27-3 12-16,2 22 15 0,4 22 6 16,3 17-8-16,0 15-3 15,0 6 14-15,6 0-10 16,10 7 2-16,1 7-3 15,-4 10 8-15,2 9-4 16,-2 4 1-16,-1 4-11 0,3-5 8 16,0 7-5-1,0 0 10-15,-3 6 3 0,0 4-8 16,-2 1-14 0,1-3-4-16,-2-3-9 15,1-7 2-15,1-7 1 16,-1-11 9-16,2-13 8 15,-3-11 9-15,4-9-13 0,-2-11-8 16,-1-15-6-16,2-12 2 16,0-19-2-16,0-13-2 15,0-18 0-15,0-13-12 16,-6-19-57-16,0-16-19 16,-6-15-47-16,0-17-48 15,-4-41-33-15,-16-36-532 16</inkml:trace>
  <inkml:trace contextRef="#ctx0" brushRef="#br0" timeOffset="42798.01">2339 9925 800 0,'0'0'24'0,"0"0"-15"16,0 0 9-1,0 0 28-15,0 0 5 0,0 0-47 16,-9-24 1-16,46 23-5 15,23-3 21-15,25 0 2 16,18-5-4-16,19 0 6 16,20-4 0-16,16-3-6 15,17 2-6-15,13-2-11 16,7 1 5-16,2-3-2 16,7 4-4-16,10-9 2 15,14-4 3-15,20-3 14 16,11-4 4-16,12 2-16 15,8 1-2-15,8 0-3 16,6 0-3-16,-4-2-1 16,-4 0 1-16,-6 2 0 15,-12 4 0-15,-9 1-3 0,-21 5 2 16,-14 1 1-16,-16 1 3 16,-8-1-3-16,-8-1-1 15,-15 0 0-15,-12 2 1 0,-13 1 0 0,-13 2 0 31,-11 3 5-31,-9-2-4 0,-18 4-1 16,-17 3 0 0,-20 2-1-16,-20 4 0 15,-14 0 2-15,-17 0-4 0,-7 2 2 16,-5 0-1 0,0 0 2-16,0 0 18 15,-11 9 9-15,-7 6-18 16,-5 8-2-16,0 6-2 0,-3 7-3 15,5 6-1-15,2 2 3 16,3 6-3-16,2 3-1 16,8 2 0-16,3 12 3 15,3 5-2-15,0 7-1 16,0 6 3-16,0 7 9 16,0 5-12-16,0 6 9 15,0 12-3-15,0 14-4 16,0 5 5-16,0 11-5 15,0 5-1-15,-5-1 1 0,1 3 1 16,1-3-3 0,2 8 0-16,1 3 0 0,0 1 2 15,0 6-1 1,0-10 0-16,0 0 4 16,0-5-1-16,0 2-3 0,0-1 5 15,0-3-1-15,7 2-1 16,0-10-2-16,1-7-1 15,4-5 0-15,-2-10 0 16,1-9 0-16,-2-6-1 16,1-2 1-16,-4-9-1 15,0-5 0-15,-1-7 0 0,-2-7 0 16,-2-4 0 0,1-5 1-16,-2-4-1 0,0-9 0 15,0-6-1-15,0-7 1 16,-11-8 1-16,-4-6 1 15,-3-5-1-15,-5-3 1 16,-10-4 2-16,-8-3 1 16,-15 0-1-16,-13 1 2 15,-7-3-5-15,-9 3-1 16,-8-2 0-16,-9 0-1 16,-9-2-1-16,-10-2 2 0,-11-4-1 15,-6 2 1 1,-8-3 4-16,-9-1-3 15,-6 0 2-15,-9 0-3 16,-2 0-3-16,-4 0 0 16,-3-6 3-16,0 1 0 15,-3-3 5-15,1 3 2 0,1 1-7 16,-2 1-5-16,0 0 2 16,-6 3 3-16,-5 0 0 15,-5 0 1-15,4 0-2 0,0 3 0 16,3 4 0-1,5 1 1-15,6-1 3 0,3-1-1 16,4 3 0 0,13-5-2-16,4 0-1 0,5 0 0 15,5-2-2 1,4 0 3-16,5 0 0 16,7-2 3-16,11 0-2 15,8 0 2-15,13 0-3 16,11 0 0-16,16-4 0 15,8 2-4-15,8 2 4 0,4 0 0 16,8 0 0-16,13 0-1 16,6 0 0-16,5 0 0 15,5 0-8-15,2 0-42 16,5 0-26-16,-2 0-10 16,0 0-97-16,-3 0-24 15,0-10-459-15</inkml:trace>
  <inkml:trace contextRef="#ctx0" brushRef="#br0" timeOffset="43675.12">3789 9794 739 0,'0'0'45'0,"0"0"-29"16,5-90 44-16,-2 68 13 16,-2 9 9-16,1 7 1 0,-2 6-46 15,0 1-37 1,4 29-19-16,0 21 19 16,-1 22 6-16,-1 21 9 15,-2 26 10-15,0 24 24 0,0 27-8 16,6 23 19-16,0 16-44 15,9 14-9 1,3 12 18-16,10 11-9 0,5 6 8 16,3 1 5-16,2-5 1 15,-5-5-9-15,-6-9 4 16,-6-7-15-16,-6-8 5 16,-3-12 7-16,0-11-10 15,3-9 2-15,4-13 14 0,8-13 0 16,4-14 5-1,-2-20-17-15,6-14-10 0,-5-23-5 16,-4-19-1 0,-4-19-4-16,-6-19-40 0,-5-18-69 15,-8-16-30 1,-3-15-48-16,0-37-9 16,-11-29-759-16</inkml:trace>
  <inkml:trace contextRef="#ctx0" brushRef="#br0" timeOffset="44295.82">5260 9684 1007 0,'0'0'78'15,"0"0"-78"-15,0 0 0 16,0 0-13-16,0 0-2 16,0 0 13-16,-19-4-6 15,19 8 3-15,3 16 4 0,7 13 1 16,-1 10 3-16,2 12 1 16,-1 16 8-16,-1 10-2 15,5 17 9-15,-1 20 5 16,2 26-10-16,3 21 4 15,-3 19 19-15,1 16 1 0,-4 11 25 16,0 17-24 0,-6 4-10-16,-3 8-3 0,0-1-7 15,3-2-10 1,0 1-9-16,4-8 2 16,-1-2-2-16,-3-4 2 15,0-11 5-15,0-4 19 16,-3-8 13-16,0-8-5 0,3-7-20 15,0-12 5-15,-1-10-11 16,2-18 2-16,-3-10-9 16,-1-16 0-16,3-14-1 15,-1-14 0-15,-1-19-1 16,5-21-19-16,-6-18-67 16,0-20-77-16,-3-14-52 15,0-18-128-15</inkml:trace>
  <inkml:trace contextRef="#ctx0" brushRef="#br0" timeOffset="44942.84">6481 9075 1040 0,'0'0'35'0,"0"0"-35"16,0 0-3-16,0 0-24 0,0 0 4 15,0 0 23 1,13 97 2-16,2-20-1 15,3 21 2-15,4 22 16 16,6 26 24-16,5 23 11 16,5 24-30-16,2 25 16 15,3 11-24-15,2 14-6 0,4 8-4 16,-1 2-3-16,4 8 26 0,0 4 39 16,-2 5-4-1,0 1-30-15,-3-4-16 0,-6-5-3 16,-5-11-12-1,-6-13 1-15,-5-20-3 16,-2-10 10-16,5-17-5 16,-1-13 8-16,0-12-8 15,-2-20 2-15,-3-17-6 16,-5-20-4-16,1-23 1 16,-3-23-30-16,-2-22-53 0,1-23-59 15,-7-18-46 1,-7-41-154-16</inkml:trace>
  <inkml:trace contextRef="#ctx0" brushRef="#br0" timeOffset="45359.98">7846 9297 282 0,'0'0'1190'0,"0"0"-1190"0,-43 135-230 0,43-11 179 15,0 26 51-15,0 28 3 16,11 31 7-16,4 32 7 15,6 25 45-15,4 15-5 16,5 10-4-16,8-5-6 16,4-8-8-16,8-11-1 15,5-14-4-15,2-8-12 16,0-10 2-16,-5-6-1 16,-6-11-13-16,-9-20 0 15,-5-18-10-15,-10-20 0 0,-2-16-6 16,-9-18-38-1,-9-19 1-15,-2-19-54 0,-7-22-25 16,-19-21-37-16,-11-22-24 16,-14-23-146-16</inkml:trace>
  <inkml:trace contextRef="#ctx0" brushRef="#br0" timeOffset="46059.76">2002 11182 860 0,'0'0'47'0,"-90"-29"-12"0,56 25 32 15,4 2-42-15,6 2-12 16,9 0 5-16,9 0-13 16,6 0-5-16,0 6-11 15,9 10 11-15,15 5 5 16,10 4 3-16,13 0 1 16,14 3 4-16,21-4 9 15,21-2 1-15,18-1 22 0,20-3-22 16,18-5 2-1,21-7-6-15,26-6-7 0,30-6-2 16,28-16 0 0,16-10-10-16,26-5 0 0,15-6 1 15,18-7 0 1,10-1-1-16,7-5 0 0,2 2 3 16,-7-3-3-16,5 0-1 0,-12 0 1 15,-10-3 7 1,-13-2 1-16,-14-7 23 15,-13-8 15-15,-14-2 6 16,-17 1-12-16,-24 7-3 16,-26 11-4-16,-25 8-8 15,-30 9-11-15,-31 11-14 16,-28 8 0-16,-31 10 0 16,-25 7-1-16,-19 5-32 15,-19 2-112-15,-5 0-140 16,-32 0-206-16</inkml:trace>
  <inkml:trace contextRef="#ctx0" brushRef="#br0" timeOffset="46840.03">11784 9251 1083 0,'0'0'72'0,"0"0"-69"15,0 0 0-15,0 0 87 16,0 0 54-16,0 0-40 15,-38-50-38-15,38 50-42 16,0 12-20-16,0 25-3 16,7 17 125-16,2 14-35 15,-4 4-70-15,-2-3 2 16,-3-6-10-16,0-7-7 16,0-8-6-16,0-7 0 15,1-13-5-15,2-11-22 16,-3-8-113-16,2-9-45 0,-2-3 26 15,0-24-61-15,0-12-423 16</inkml:trace>
  <inkml:trace contextRef="#ctx0" brushRef="#br0" timeOffset="47271.81">11732 9194 1087 0,'0'0'35'15,"0"0"-35"-15,0 0 15 16,0 0 62-16,0 0-37 0,-1-87 15 16,29 65 9-1,12-1-27-15,8 4 7 0,0 7-1 16,-2 9-12-16,-10 3-11 16,-6 10-10-16,-10 17 1 15,-9 8 3-15,-5 6 15 16,-6 3 10-16,0-1-9 15,-3 0-24-15,-5-5 3 16,4-7-9-16,4-8 0 16,0-8-5-16,3-5-8 0,12-2 13 15,7-1 0 1,-1 3 3-16,-3 1 0 0,-3 5-1 16,-11 8-2-16,-4 11 6 15,-19 4 31-15,-21 7 5 16,-11 1-11-16,-4-4-9 15,4-7-9-15,4-8-11 16,9-11-2-16,10-10-1 16,7-7-35-16,6 0-54 15,9-19-64-15,6-14-45 16,3-11-65-16,27-9-121 0</inkml:trace>
  <inkml:trace contextRef="#ctx0" brushRef="#br0" timeOffset="47590.01">12166 9176 1075 0,'0'0'141'0,"0"0"-137"0,0 0-4 15,0 0 71 1,0 0 12-16,0 0 11 0,-31 112-37 16,28-62-26-16,3-1-8 15,9-7-3-15,13-13-11 16,5-9-9-16,1-11 0 0,1-9 1 15,1 0 2 1,-2-16 5-16,-4-9-4 0,-6-5 1 16,-9-1 2-1,-8 2 3-15,-1-1-6 0,-6 7 7 16,-14 5 6 0,-3 4-1-16,-5 6 1 0,-1 8-17 15,-1 0-7-15,7 0-13 16,8 0-58-16,6 0-36 15,9 0-58-15,0 0-100 16,15-8-227-16</inkml:trace>
  <inkml:trace contextRef="#ctx0" brushRef="#br0" timeOffset="48085.26">12497 8915 1153 0,'0'0'0'0,"0"0"10"16,0 0 26-1,0 0 103-15,50 110-22 0,-32-65-43 16,-5 1-40-16,5-5 5 16,-2-4-25-16,-1-6-6 15,2-6-7-15,-7-10-1 16,-1-5-9-16,-3-6-13 15,-3-4-51-15,1 0-6 16,1-7 41-16,1-11-1 16,3-4-32-16,3 8 66 15,0 4 4-15,4 9 1 16,2 1 13-16,3 0 19 0,6 11 37 16,0 1-19-16,-2-1-7 15,1-3-8 1,-1-7-5-16,-1-1 13 0,-2-5-10 15,-1-16 6 1,-2-11 23-16,-5-6-23 0,-4-4-23 16,-10-1 6-16,0 2 3 15,-4 0-3-15,-14 4-15 16,-1 5-3-16,0 5 0 0,2 10-1 16,5 9-3-1,-3 8-4-15,1 2-32 0,-5 30-175 16,-6 18-130-1,-8 18-232-15</inkml:trace>
  <inkml:trace contextRef="#ctx0" brushRef="#br0" timeOffset="48419.74">12102 10713 1380 0,'0'0'68'0,"0"0"-62"0,0 0-6 16,0 0 45-16,0 0 22 0,-22 74 24 15,32-19 11 1,4 4-45-16,2 2-19 15,-1-2-17-15,1-6 5 16,-1-8-16-16,0-8-9 16,-3-13-1-16,-6-10 0 15,-3-8-10-15,-3-6-47 16,0 0-26-16,-16-8-49 16,-19-18-213-16,-12-11-68 0,-8-3-341 15</inkml:trace>
  <inkml:trace contextRef="#ctx0" brushRef="#br0" timeOffset="48581.43">11649 10830 1335 0,'0'0'42'0,"0"0"-41"16,33-87-1-16,13 37 34 16,15-8 5-16,15-8-23 15,3 0-16-15,-3 12-1 0,-6 11-76 16,-16 13-212-1,-9 14-436-15</inkml:trace>
  <inkml:trace contextRef="#ctx0" brushRef="#br0" timeOffset="48969.99">12572 10517 1185 0,'0'0'287'0,"6"82"-285"0,0-28-2 16,-5-4 6-16,1-6 49 15,1-7 13-15,8-5-39 16,-2-5-19-16,1-5 5 0,-3-6-1 16,-4-6-13-1,-1-8 0-15,-2-2 3 0,0 0 9 16,0-8 19-1,-15-15-29-15,-9-15-3 16,0-5-4-16,-1-10 4 16,5-4 0-16,6-4 0 0,3 0 0 15,11 4 3 1,0 5-2-16,0 8 9 0,8 2 8 16,12 1 5-16,7 0-17 15,6 1-2-15,4 1-4 16,-1 11-27-16,-7 12-113 0,-12 10-109 15,-14 6-127 1,-3 19-517-16</inkml:trace>
  <inkml:trace contextRef="#ctx0" brushRef="#br0" timeOffset="49083.41">12541 10643 1247 0,'0'0'17'15,"0"0"-17"1,0 0 0-16,0 0-6 15,92-74-108-15,-46 23-236 0</inkml:trace>
  <inkml:trace contextRef="#ctx0" brushRef="#br0" timeOffset="49273.72">13178 10293 1216 0,'0'0'181'15,"0"0"-164"1,0 0-17-16,-88 60 105 0,55-47-5 15,6-5-77 1,8-4-20-16,10-4-3 16,6 0-75-16,3-16-128 15,1-17-204-15,17-9-381 0</inkml:trace>
  <inkml:trace contextRef="#ctx0" brushRef="#br0" timeOffset="49464.39">13355 9934 1161 0,'0'0'341'16,"0"0"-337"-16,29 85-4 0,-20-53 71 15,1 2 64 1,3 0-54-16,1-3-59 16,1-2-18-16,-3-5-3 15,-3-5-1-15,-3-5-14 16,-2-6-111-16,-4-5-68 0,0-3-85 15,-21-4-159 1</inkml:trace>
  <inkml:trace contextRef="#ctx0" brushRef="#br0" timeOffset="49624.56">13211 10012 1384 0,'0'0'42'0,"0"0"-41"16,0 0-1-16,64-94 43 15,-24 58-19-15,8 3-24 16,-5 3-33-16,0 15-96 16,-13 15-169-16,-15 17-113 15</inkml:trace>
  <inkml:trace contextRef="#ctx0" brushRef="#br0" timeOffset="49735.57">13411 10258 726 0,'0'0'201'15,"-9"76"-77"-15,9-60-33 16,7-15-41-16,19-1-2 15,8-26-45-15,10-21-3 16,3-15-165-16,-1-8-236 0</inkml:trace>
  <inkml:trace contextRef="#ctx0" brushRef="#br0" timeOffset="50139.98">13706 9725 1473 0,'0'0'42'16,"0"0"-40"-1,0 0-2-15,0 0 52 0,-21 106 40 16,34-61 26-16,6 1-84 16,3-1-14-16,2-5-2 15,-4-3-18-15,-3-6 2 16,-5-9-2-16,-2-7 3 16,-4-7-3-16,-4-4-3 15,-2-4 0-15,0 0-1 16,-11-5-7-16,-11-17-22 0,-3-7-6 15,-2-13 29 1,10-8-24-16,4-8-23 16,7-4-1-16,6 2 16 15,6 9 15-15,19 14 9 16,11 13 14-16,4 16 4 0,4 8 1 16,-2 15 16-16,-2 22 45 15,-9 10 16-15,-13 6 15 16,-8 1-41-16,-10-2-21 15,-1-3-3-15,-20-6-9 0,-3-7-19 16,4-9-1 0,4-11-5-16,7-8-68 15,6-8-117-15,3-7-50 16,0-24-235-16</inkml:trace>
  <inkml:trace contextRef="#ctx0" brushRef="#br0" timeOffset="50447.44">14170 9887 1311 0,'0'0'0'0,"0"0"-39"15,0 0 39-15,0 0 56 16,0 0 66-16,0 0-81 16,0 70-32-16,-3-70 6 0,-5-2 8 15,-2-18-17-15,0-9-4 16,-1-9-2-1,-2-8 1-15,4 0-2 0,-3-1 2 16,-3 4 2 0,6 4-2-16,3 9 34 15,3 3 15-15,3 1 19 16,0-2-56-16,12-4-13 0,9-8-2 16,3 1-32-16,4 2-111 15,-2 5-151-15,-9 13-160 16</inkml:trace>
  <inkml:trace contextRef="#ctx0" brushRef="#br0" timeOffset="50589.97">14054 9839 1229 0,'0'0'241'16,"0"0"-235"-16,0 0-6 0,101-36 36 15,-47-10 3-15,9-4-39 16,3-3 0-1,-3 10-121-15,-18 10-116 0,-17 11-253 16</inkml:trace>
  <inkml:trace contextRef="#ctx0" brushRef="#br0" timeOffset="51855.91">12289 11949 846 0,'0'0'269'0,"0"0"-263"16,0 0 7-16,-29-78 154 16,28 73-12-16,1 5-77 15,3 0-78-15,21 25 11 16,7 17 34-16,9 14 61 16,-2 11-48-16,-8 1-3 15,-5-3-14-15,-3-11-28 16,-1-12-6-16,-4-11-4 15,-1-11-2-15,-4-10-1 0,-3-6 1 0,-3-4-1 32,0 0-4-32,-2-28-1 0,2-13-21 15,3-16-56 1,1-2 16-16,-2 8 32 0,0 13 23 16,-2 15 10-16,-1 15 0 15,0 8 0-15,4 2-13 16,3 20 14-16,7 3 17 0,3 1 9 15,1-2 0 1,-4-6-10-16,2-8-15 16,-4-4 8-16,-4-6-1 15,2 0-1-15,-5-12 6 16,-4-13-2-16,-3-10-2 16,-3-6-1-16,0-3-5 15,-16-1-1-15,-5 2-1 0,-1-1-2 16,1 4-1-1,7 5 2-15,7 10-3 0,4 6 3 16,3 7 0-16,0 5-12 16,0 4-1-16,9 3-4 15,6 0 11-15,7 14 0 16,2 15 5-16,1 11 1 16,1 5 14-16,-1 1 15 0,2-4-1 15,0-6-20 1,0-10 9-16,-2-7-11 0,0-9-1 15,-5-9-3 1,-1-1 1-16,-2-3-1 16,-6-16 3-16,-8-8-5 0,-3-2-18 15,-16 4-5-15,-18 5 10 16,-8 3 6-16,-1 4 1 16,0 4 4-16,5 1 2 15,8-4 0-15,7-4 1 16,6-5-1-16,5-11-2 15,8-8-5-15,2-6-13 16,2-2-13-16,0 7-9 16,-3 12 16-16,-6 17 19 15,-9 12 3-15,-10 8-4 16,-8 28 8-16,-1 9 12 0,0 2 29 16,11-10-8-16,10-14-16 15,11-13-14-15,5-8-3 16,0-2-1-16,3 0 1 15,20-12 2-15,11-13 6 16,11-7-7-16,6 1 3 16,-1 9-3-16,-2 11-1 15,0 11-3-15,-2 4 2 16,3 17 1-16,-5 4 7 0,-4 0-7 16,-12-4 2-1,-5-3-2-15,-7-5-11 0,-6-4-85 0,-2-6-114 31,-8-3-126-31,0 0-273 16</inkml:trace>
  <inkml:trace contextRef="#ctx0" brushRef="#br0" timeOffset="52253.42">13054 11637 244 0,'0'0'640'0,"0"0"-632"0,0 0-8 15,0 0 159-15,0 0-7 16,0 0-88-16,-22-66-11 16,22 63-19-16,0 2-8 15,0 1-1-15,0 0 8 16,0-2 10-16,0 2-17 0,0 0-9 16,0 0-11-16,0 0 0 15,0 0-4-15,0 0-2 16,0 0-1-16,0 0-1 15,0 0 1-15,0 0 1 16,0 0 0-16,0 0 1 16,0 0 0-16,0 0 2 15,0 0-2-15,0 0-1 16,0 0-2-16,0 0 0 16,0 0 1-16,3 0-4 0,-2 0-17 15,1 0-6 1,-1 0 6-16,1 2 10 0,-1-1 2 15,2 0-3 1,-2 1 1-16,1-1-48 0,2 0-69 16,-2-1-95-1,-2 0-180-15</inkml:trace>
  <inkml:trace contextRef="#ctx0" brushRef="#br0" timeOffset="52779.95">13017 11201 1012 0,'0'0'63'0,"0"0"-63"0,0 0 58 0,0 0 25 15,0 0-41-15,0 0 80 16,80 128-19-16,-35-59-11 16,-5 6-31-16,-4 2 24 15,-6-2-36-15,-2-9-29 16,-4-10-2-16,-6-16-11 15,-3-15-6-15,-6-11 1 16,-4-8-2-16,-4-6 0 16,-1 0 7-16,0-9 4 0,0-17-11 15,-3-9-37 1,-12-4 16-16,-9 5-14 0,-3 4 3 16,-2 15 11-16,-1 13 12 15,0 2-1-15,-1 22 10 16,2 11 19-16,8 6 30 15,8-4-9-15,10-5-14 16,3-5-16-16,3-5-10 16,18-7-4-16,5-8-1 15,9-5-38-15,4-4-126 0,4-19-104 16,-4-7-121 0,-10-7-352-16</inkml:trace>
  <inkml:trace contextRef="#ctx0" brushRef="#br0" timeOffset="53430.27">13388 11404 1089 0,'0'0'258'0,"0"0"-258"15,0 0 0-15,0 0 50 16,0 0 81-16,87 110-36 16,-81-67-24-16,-5-3-37 15,4-3 1-15,2-9-8 16,2-9-26-16,3-7-1 15,5-9 2-15,3-3 0 16,6-7-2-16,0-23-52 0,-3-7-76 16,-4-10-22-1,-5-2-62-15,-7-1-34 0,-4-1-5 16,-3 2 153-16,0 10 61 16,0 9 37-16,0 15 151 15,0 10 84-15,0 5-46 0,5 9-82 16,5 19-23-1,5 10 93-15,2 3-97 0,-1 0-49 16,1-7-5 0,0-6-10-16,2-8 0 15,-3-7-9-15,-3-9-6 16,-1-4 0-16,-2-2 5 16,4-21-3-16,-5-11-3 0,0-5-27 15,-5-2-13 1,-4 2-2-16,0 6-11 0,0 9 24 15,-4 10 28-15,-1 9 1 16,4 5 19-16,1 0 17 16,0 0-13-16,0 0-7 15,0 0-4-15,10 0 11 16,10-5 5-16,3-10 1 0,1-7-5 16,-3 1-16-1,-6 3-1-15,-4 7-2 0,-7 6-5 16,1 5 1-1,3 14-2-15,3 23 2 0,7 10 82 16,0 4-52 0,6-5-9-16,4-11-20 0,5-7-1 15,1-14-2-15,3-10 1 16,5-4-41-16,-2-25-110 16,1-21-110-16,-11-14-161 0</inkml:trace>
  <inkml:trace contextRef="#ctx0" brushRef="#br0" timeOffset="54863.33">13897 8447 781 0,'0'0'107'0,"0"0"-107"0,0 0-36 0,0 0 35 16,-112-76 1-16,64 64 24 15,-7 4-1-15,-9 2-21 16,-6 4-1-16,-9 2 1 16,-3 0 16-16,-12 0-1 15,-11 0 11-15,-5 0-20 16,-2 8-7-16,0 7 6 0,11 7 3 16,2 8 24-16,4 6-27 15,-2 9 20-15,-3 6 13 16,-5 5-15-16,-5 6 16 15,-7 2 26 1,-5 1-10-16,3 0-16 0,4-3-20 16,10-4-12-16,13-1 14 15,7-6 10-15,16 0 6 16,10-1-16-16,5 8-10 16,5 5-7-16,7 6 3 15,3 8 2-15,6 9 1 0,8 14 15 16,9 13 11-1,10 16-15-15,6 11 14 0,0 22-34 16,13 18 11 0,14 14-4-16,12 11 1 15,4-1 24-15,6-6-20 16,2-6-11-16,4-9-2 0,3-8 0 16,4-11 1-16,0-14-2 0,2-14 0 15,4-14 1 1,3-11 0-16,2-11 0 15,2-6-2-15,-2-8 4 16,-6-9-2-16,-6-9-1 16,-1-12-1-16,1-13-5 15,6-12 4-15,2-15 1 16,8-11 0-16,3-5 0 16,8-13 2-16,11-19-7 15,9-15 9-15,16-14-8 16,14-9 2-16,6-5-7 15,6 1 3-15,1 5-3 0,-8 3 8 16,-5 4 0-16,-7 5-1 16,-7 1-10-16,-6 3-1 15,1 0-5-15,-4 3 13 16,-6 0 4-16,-8 4 1 16,-12 3-5-16,-12 6 2 15,-12 4 3-15,-8 5 0 16,-17 5 1-16,-8 2 2 0,-11-1-1 15,-5-6 2 1,-7-10-2-16,-5-12 7 0,-4-13-8 16,0-10 4-1,-9-8-1-15,-13-5 6 0,-8-8-10 16,-4-5 0-16,-4-4 0 16,2-7 0-16,0-1-1 15,3-7 0-15,3-3 1 16,0 2 2-16,0-2-1 15,-3 6-1-15,-1 9 0 16,-5 6 0-16,-5 2 3 16,-1 1-3-16,-1 1 0 15,1 4 0-15,6 7-5 16,4 9 5-16,9 3-1 0,3 4 2 16,4 5-2-16,4 6 2 15,-1 5-1 1,2 6 1-16,-2 1-1 0,-1-2-1 15,1-2 1-15,1 0 1 16,-1-2-1-16,4 4-2 16,-3-1 2-16,3 0 0 15,1-1-4-15,1 0 4 16,3 7-2-16,-1 7 2 16,-3 7 1-16,-2 5 1 15,-3 5-2-15,-7 1-1 0,0 6-1 16,-4-1 2-1,-3 6 0-15,-3 4-5 16,-3 3-1-16,-6 0-53 16,-14 21-137-16,-13 2-345 0</inkml:trace>
  <inkml:trace contextRef="#ctx0" brushRef="#br0" timeOffset="61230.01">15902 8391 466 0,'0'0'88'0,"0"0"-88"16,24-79 0-16,-16 47 22 16,-3 5 111-1,-5 5-15-15,0 4 9 0,0 5-43 16,0 4 4-16,-5 4-42 15,-9 3 43-15,-5 2-76 16,-8 0-10-16,-6 15-3 16,-7 8-2-16,-9 6 1 0,-5 2 0 15,-8 0 1 1,0-3 6-16,1 0-4 0,1-1 1 16,8-1 2-1,8-1-1-15,12-4 7 0,6-1 6 16,9-2-7-16,6-2-10 15,5 2 0-15,6 5-1 16,0 7 2-16,0 13 0 16,1 8 1-16,7 4 0 15,1 4 1-15,0 3-3 16,-3 6 1-16,0 8 0 16,0 11 4-16,0 16 1 15,3 13-1-15,3 3 1 16,1 11 9-16,4-4-7 15,-2 1 2-15,1 2 0 16,-1-6 2-16,6-5-7 16,-1-4-2-16,6-2 0 0,4-5 0 15,-1-4 2 1,3-6-3-16,-8-9 0 0,-2-7-2 16,-4-6 1-16,-4-12 3 15,-5-7 1 1,-1-11 2-16,-2-9-5 0,-3-9 2 15,-1-10-4-15,-1-8 0 16,1-3-1-16,-1-5 0 16,-1-1-6-16,2 0 5 15,-2 0-2-15,0 0 4 0,0 0 0 16,6 1-2-16,7 4 1 16,8-1 1-16,8-1 2 15,9-3-1-15,7 0-1 16,12 0 0-1,4 0 0-15,6-4-1 0,0-4 0 16,3 2 2-16,2-4-1 16,3-5 0-16,5-5 2 15,2-5-1-15,-3 0 1 16,0 0 2-16,-9 3-4 16,-4 5-3-16,-9 5-1 0,-8 0-11 15,-10 4 12 1,-8-1 2-16,-4-1-3 0,-6 0 7 15,-2-2-3 1,-1-1 1-16,-6 0 0 16,-3 3 3-16,-2-5-4 15,-5-3 3-15,-2-5 3 16,0-5-6-16,-3-7 0 0,-13-5 2 16,-5-1-3-16,-6-5 1 15,-4-6 0-15,-7-3 0 16,-4-8 1-16,-5-2-2 15,2-4-3-15,-1-2-6 16,5-3-1-16,7 1 6 16,0-1-7-16,4 4 6 15,3 1 4-15,-1 0-2 16,1-2-1-16,0-1 4 16,0-4 0-16,3-3 1 0,2 3-1 15,3 0 1-15,4 1 0 16,3 5 0-16,4 10 0 15,2 7 0-15,0 5 0 16,-1 1 0-16,-2 1 0 16,3 2 1-16,1-3-1 15,2-2 0-15,3 1 2 16,0-1-2-16,0 5 0 16,0 7-2-16,0 6 2 15,0 5 0-15,-4 7 2 16,-1-1 7-16,-3 2 2 15,0-4-10-15,2 1 0 16,-3-1-1-16,0 0 0 16,0-1 1-16,0 3-1 15,2-1 0-15,-2-2 1 16,1 1 2-16,1-1-3 0,-5 0 1 16,2 0 2-16,-1 2-3 0,-1 2 0 15,0 6 8 1,-1 6 7-16,-4 6 16 0,-8 1-31 15,-11 21-4 1,-13 17-52-16,-18 11-140 0,-18 0-521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5:45:03.6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21855 4378 560 0,'0'0'124'0,"0"0"-81"16,0 0 23-16,0 0 83 0,0 0-58 15,0 0-1 1,0 0-22-16,-48-8-21 0,47 8-31 16,-1 0-15-1,-2 0 3-15,1 0 7 0,-2 6 0 16,1-3-1-16,4 2-10 16,0-1 2-16,0 3-1 15,0 2 1-15,7-2 3 16,10 3 8-16,4 0-9 15,7-3 11-15,2 0 10 16,1-1-9-16,5-3-4 0,3 0-4 16,7-1 0-16,3-2-5 15,10 0-2 1,5 0-1-16,4 0 0 0,1 0 2 16,3 0-2-1,-2 0 0-15,3 0 1 0,1 0 0 16,2 0-1-16,1 0 1 15,1 0 0-15,-1 0 1 16,0 0-1-16,-1 1 1 16,0 3-2-16,-4 2 0 15,0 0 0-15,2 0-1 16,2-2-2-16,3 0 3 16,1 0 0-16,-2-1 0 15,-1 0 1-15,-1-2 0 0,-2 1 0 16,-1 1 1-1,-4-2-1-15,-5 1 0 0,-3 0 0 16,0 1 0 0,5 0 0-16,0 3-1 0,4-4 3 15,3 2-3 1,0-2-3-16,6 1 2 0,0-2-1 16,0 0 1-16,-1-1 1 15,-2 0 1-15,-4 0-1 16,-4 0 0-16,5 0 0 0,-2 0 1 15,2 0-1 1,6 0 2-16,0-2-2 16,3-3 1-16,3 3 0 15,1 0-2-15,-1 0-7 0,-4 2-5 16,4-3 5-16,0 0-4 16,-1 0-3-16,-2 0 6 15,-2 1-4 1,-2-1 4-16,-1 0 8 0,-5 0-2 15,-5-1 3-15,-3-1-1 16,-4 0-2-16,1-1 3 16,0-1 1-16,1 0-1 15,2-2-1-15,-2 3-15 0,4-4-9 16,4 1 20 0,2-2 2-16,0 1 1 0,0 4 2 15,-4-1 0 1,-6 1 0-16,-4 0 0 15,-3 2 0-15,-4 0 0 16,0-3 1-16,-2 2-1 0,-1-1 1 16,-2 0-1-1,1 0 2-15,-3 0-1 0,0-2 1 16,2-1-1-16,5 0-1 0,-2 2 0 16,0-3 0-1,-1 2 0-15,-6 2 0 16,-1 0 0-16,-5 4-2 15,1-2 2-15,-1 1-1 0,-1 1 1 16,1 1 0 0,0 0 0-16,2-1 0 0,-2 2 0 15,-5-1-2 1,0 1 2-16,-4 0 2 0,0-2-1 16,0 0 21-1,1 0 13-15,-4-1-25 0,2 2-9 16,-4 1 0-16,-1 0 3 15,-2 0 0-15,2 0-2 16,-3-1 2-16,1-1 2 16,1 2 1-16,-4 0 3 15,0-2-1-15,0 2 7 16,-2 0-9-16,1 0 4 0,3 0-6 16,-1 0 17-1,2 0 11-15,0 0 0 16,-4 0-17-16,-1 0-2 15,-5 0 2-15,-2 0 8 0,-4 0-10 16,-1 0-1 0,-2 0 4-16,1 0 3 0,-1 0-7 15,0 0-8-15,0 0-2 0,0 0-3 16,0 0-22 0,-12 0-148-16,-25 0-257 15</inkml:trace>
  <inkml:trace contextRef="#ctx0" brushRef="#br0" timeOffset="9087.54">29133 6572 838 0,'0'0'79'16,"0"0"-72"-16,0 0 55 0,0 0 82 15,0 0-38 1,0 0-14-16,0 0-39 0,-36-30-27 16,43 29-18-1,20-5-4-15,8-4 11 0,8-4-5 16,2-4-5-16,-2-2-4 0,-2-1 2 16,-3-3-2-1,-2-9 0-15,-6-5-1 16,-7-3-13-16,-8-4 7 15,-11 2 4-15,-4 0 2 16,-13 0 0-16,-16 1 4 16,-4 3-4-16,-5 7 2 15,2 9-1-15,3 5 5 16,1 8-6-16,5 8 11 16,3 2-10-16,2 2 6 0,1 18 0 15,6 9 4-15,2 5-1 16,5 7-9-16,5 5 20 15,3 8 8-15,0 5-23 16,0 4 0-16,0 5 6 16,3 0 0-16,5 0 19 15,0-4-26-15,3 1 6 16,-2-5 10-16,0-4 12 16,-2-10-22-16,1-5-9 15,-2-9 5-15,1-10-5 16,-4-5-1-16,-1-6-1 15,-1-5 0-15,-1-6 1 16,2 0-1-16,2-3 17 0,4-20-17 16,3-11-20-16,5-7-8 15,3-4 3-15,2-1-34 0,3 7-11 16,-2 3 50 0,-4 11 15-16,-2 7 5 15,-3 9 0-15,-2 8 1 16,0 1-1-16,3 1 0 15,0 14 4-15,0 5 20 16,-3 2-11-16,-2 3-6 0,-1-4 4 16,-1 0-4-1,2-8-4-15,-1-3-3 0,3-4 0 16,-1-4 1-16,-1-2-1 16,4 0 5-16,-1-14-5 15,2-9-12-15,-3-2-4 16,0 3-11-16,-5 2 16 15,-2 7-3-15,0 6 14 16,-2 4 2-16,-2 3 1 16,3 0-3-16,0 3 0 15,5 15 0-15,-1 1 48 0,5 1-34 0,-2-1-2 32,3-2 6-32,0-1 1 15,-1-6-19-15,1-3 8 16,-1-1 1-16,0-4-5 0,1-2 0 15,-4 0 4 1,3 0-5-16,-4-8 7 0,-1-11 1 16,1-7-10-1,-4-6-2-15,-4-5-15 0,0-3-4 16,-4-4-24-16,-11-2 7 16,-6-1-14-16,-1 4 33 15,-3 4 0-15,0 11 12 0,0 10 6 16,-2 10 4-1,0 5 1-15,2 3 10 16,4 0 1-16,2 13 1 16,5 10-4-16,1 5-6 15,2 2 28-15,8-2-6 16,3-3-17-16,0-6-12 0,6-3 1 16,10-6-1-1,0-2 4-15,1-7-2 0,4-1-1 16,5 0 3-16,2-11-4 15,5-7-9-15,1-4-10 16,1 4 0-16,2 2-1 16,-3 8 15-16,-3 7 5 15,-6 1-1-15,-5 6 0 16,-5 14 1-16,-4 4 6 0,-5 1 4 16,-3-3 1-1,0-1 5-15,-2-4-11 0,1-4-4 16,-2-5-1-16,2-2 2 15,-2-4-4-15,2-2 2 16,-1 0 0-16,4 0 4 16,2-2-4-16,4-14-17 15,7-5-12-15,1 2 20 16,-1 6-12-16,0 5-6 16,-3 8 22-16,0 0 3 15,-3 6 0-15,-2 12 2 16,-1 2 14-16,-4 3-5 15,-1-3 19-15,-2-2-20 16,1-4-3-16,-2-3-3 16,1-5-1-16,-1-6-1 15,-1 0 0-15,2 0 2 16,-2 0 13-16,1 0 2 16,3-14-14-16,1-6-3 0,4-5-19 15,2-5-7-15,3 1 15 16,3-1-25-16,1 3-22 15,-2 2 48-15,-1 5 10 16,-3 6-2-16,-3 4 2 16,-2 6 1-16,-4 2 0 15,-1 2 2-15,-1 0-3 16,4 0-1-16,-1 0 1 16,3 6 5-16,1 7 4 15,-2 1-7-15,0 3 8 16,4 2-1-16,1 4-2 0,3 1 12 15,2 0 3-15,0-4 6 16,2-3-15-16,1-5-7 16,-2-4-3-1,2-5 5-15,1-3-2 0,2 0 4 16,2-6-3-16,0-11-1 0,-3 0-5 16,-5-5 3-1,-5 3-4-15,-7 0 0 0,-4-2-2 16,0 5-8-1,0 0-1-15,-6 4 2 0,-3 7 4 16,1 5 5 0,-3 0 0-16,-1 4 0 15,0 12 1-15,1 3 8 16,4 4-3-16,4 1 8 0,3 1 2 16,0 3 7-1,0-2-13-15,12-1 3 0,6-1-2 16,3-4-2-16,4-5-7 15,0-3 1-15,1-5-3 16,-4-5-16-16,-7-2-63 16,0 0-9-16,-6-12-39 15,-6-9-130-15,-3-7-195 16</inkml:trace>
  <inkml:trace contextRef="#ctx0" brushRef="#br0" timeOffset="9969.78">30392 5666 993 0,'0'0'34'0,"0"0"-34"0,0 0 0 0,-63-77 31 16,33 66 2-16,-9 4 31 15,-11 6-63-15,-10 1 3 0,-10 0 3 16,-13 12-1-16,-10 3-5 16,-7 1-1-16,-3 1 4 15,3 0-1-15,2 3-3 16,5-2 2-16,7 0-2 15,6 1 0-15,11 1 0 16,3 1 20-16,5 1 31 16,-2 8-12-16,-1 3-17 15,1 9-12-15,2 2 8 16,6 2 7-16,5 3 0 16,11 1-10-16,6 6 12 15,7 5-20-15,8 8 19 0,2 7 1 16,4 5 4-1,1 2 3-15,3 1-6 16,3 0-6-16,5-3 8 0,0-1-13 16,6-1 2-1,18 2 10-15,7 2-23 0,7-6 13 16,5-7-15-16,5-9-4 16,1-8-1-16,6-5 1 15,4-5 8-15,6-9-8 16,3-7 0-16,6-9 2 15,5-10-2-15,4-8 0 16,9-3 5-16,13-20-5 16,10-7-4-16,15-5-3 15,7-4 6-15,6 3-3 0,2 1 2 16,-11 6 2-16,-11 6 1 16,-15 2 0-16,-8 9 0 15,-10 1 0-15,-8 3-1 16,-3 0-2-16,-10-2 2 15,-5 2-1-15,-7-3-1 16,-8 0 2-16,-6-2 0 16,-5-1 0-16,-7 2 1 15,-7-5 2-15,-8-5-2 16,-10-9 4-16,-6-13 2 16,0-11-4-16,-5-8 6 15,-18-13-7-15,-10-12-2 16,-6-12-1-16,-6-9 1 15,3-7 2-15,5-2 2 0,3-4-8 16,0 6 4 0,-1 12-3-16,-2 15 3 0,-8 19-1 15,-12 18-21-15,-10 12-80 16,-10 9-99-16,-11 1-126 16,-9-1-450-16</inkml:trace>
  <inkml:trace contextRef="#ctx0" brushRef="#br0" timeOffset="13393.76">30510 5630 776 0,'0'0'22'0,"0"0"-12"16,0 0-6-16,0 0 43 0,0 0 67 15,-91-38-77 1,67 37 0-16,-3 1 25 15,-1 0-10-15,-7 0-20 16,-7 2-6-16,-10 9 8 16,-10 4-10-16,-12 2-4 15,-9 1-5-15,-9 1 0 0,-9 0-11 16,-3 4 5 0,-3-2-8-16,-4 3 2 0,8-2 1 15,11 1-3-15,13-2 10 16,15 0 36-16,7-1 4 15,8-1-47-15,0 4-1 16,7-4 2-16,4 0 1 16,10 0 5-16,6 1 1 15,6 4-4-15,2 1-5 16,3 5 0-16,1 3-3 16,1 4 3-16,1 7 8 15,-3 7-4-15,0 5-3 16,1 5 8-16,-1 5 10 15,4 2-15-15,5 3 15 16,2 0 7-16,0 3-4 0,9-2 0 16,6 0-23-1,-1 6 6-15,-3 5-5 0,-1 0 6 16,-6-5 3-16,2-9-5 16,0-12 4-16,3-4-4 15,1-9-2-15,5-5 2 0,-1-11-5 16,3-7 1-1,0-9 0-15,4-2-2 0,3-7 4 16,3-3-4 0,7 0 2-16,6-13 1 15,7-7-3-15,6-4 0 16,5-3 0-16,5-2 1 16,4 1-1-16,8 3 2 15,-1 0-3-15,5-1 0 16,4 0-3-16,2 0 0 15,6 2 0-15,3 0 1 0,3 1 2 16,3-2 0 0,-1 4 0-16,-2 2 1 0,-6 4-1 15,-4 3 2-15,-11 6-1 16,-7 2 0-16,-10 1-1 16,-8 3-1-16,-7-1-3 15,-6-1-6-15,-1 0 4 16,-1-3 2-16,-3 1-6 15,-2-2-2-15,-4 0 3 16,-3 0 3-16,-7-2 6 16,-4 1 1-16,-7-3 1 0,-5-2 2 15,-1-6 0 1,0-2-2-16,0-5-1 0,-9-1-1 16,-4-5 0-16,-1-6-2 15,0-7-2-15,0-11 0 16,-2-6-4-16,2-6 0 15,-5-8-7-15,-1-7-3 16,-5-8 15-16,-3-5 2 16,-7-3 1-16,3-2 0 15,-4 11 1-15,0 9 5 0,-1 14-6 16,-4 12 0 0,-3 10 0-16,-1 5-6 0,-4 10 2 15,-1 9-107-15,-6 8-193 16,-5 1-294-16</inkml:trace>
  <inkml:trace contextRef="#ctx0" brushRef="#br0" timeOffset="42780.76">22510 6147 981 0,'0'0'12'0,"0"0"0"0,0 0 89 15,0 0 2 1,0 0-34-16,0 0 15 16,0 0-37-16,-57-71-16 0,42 70 15 15,-7 1-17 1,-6 0 17-16,-13 21-41 15,-8 8-4-15,-1 7-1 16,6 0 2-16,14-2 0 16,14-4-2-16,15-5-1 15,1 0-7-15,4 0 0 0,17-1 8 16,6-2-1-16,9-1 0 16,7-5-1-16,0-1 0 15,3-2 2-15,-4 0-1 16,-8 0 1-16,-7 3 0 15,-12 1 0-15,-6 0-2 16,-9 1 2-16,0 0 1 16,-12 1 4-16,-16 4 1 15,-12 1 3-15,-7-1 1 16,-4-3-2-16,1-2-6 16,6-6 1-16,7-6-3 0,7-6 0 15,11 0-4 1,8-4-50-16,7-15-15 15,4-9-116-15,0-8-72 0,10-9-350 16</inkml:trace>
  <inkml:trace contextRef="#ctx0" brushRef="#br0" timeOffset="43149.22">22519 5767 1035 0,'0'0'44'0,"0"0"-36"0,0 0 31 15,0 0 13-15,0 0-14 16,0 0-32-16,21 36 27 16,-9 6 76-16,1 11-60 15,-5 13-25-15,-4 9 24 0,1 4 28 16,-4 1-33-1,4 0-13-15,0-7 24 16,4-8-37-16,5-14-7 16,4-9 1-16,6-15-5 15,1-7-4-15,4-8 7 16,4-8-8-16,2-4 1 16,-1 0 0-16,-1-11-2 15,-6-6-91-15,-4-1-75 16,-3 1-70-16,-5-4-70 0,-4 1-309 15</inkml:trace>
  <inkml:trace contextRef="#ctx0" brushRef="#br0" timeOffset="43981.61">23196 6151 951 0,'0'0'102'16,"0"0"-53"-16,0 0 109 16,0 0 13-16,0 0-65 15,-110 15-66-15,80 28 7 0,5 3 9 16,8-1-21-16,13-4-18 16,4-7-2-16,0-9-15 15,10-5-3-15,8-6 3 16,3-6-3-16,2-6 3 15,3-2-6-15,4-14-8 16,-1-16-32-16,-4-6-9 16,-4-2 15-16,-8 1 8 15,-5 9 13-15,-4 8 2 16,-4 10 17-16,0 9 0 16,1 1 0-16,2 2-3 0,2 16 3 15,1 1 17-15,3 3 8 16,3-4-19-16,3-5-6 15,4-5 1-15,5-8 3 16,0 0-3 0,6-6 0-16,1-16-1 15,5-5-7-15,0-7-3 0,-2-3 0 16,-4-2 7-16,-7-1 0 0,-7 1-2 16,-6 3 3-1,-4 9 1-15,-3 14 2 16,-3 7 1-16,0 6 20 0,0 0-3 15,0 12-10-15,-3 14-6 16,-9 8 33 0,5 4-13-16,4-4-16 15,3-6 11-15,0-2-9 16,12-8-4-16,4-4 8 0,-2-6-11 16,3-5-1-16,1-3 1 15,3-4 4-15,3-19 5 16,1-10-4-16,-4-10-5 15,0-2-1-15,-7-5-1 16,-4 1 0-16,-4 5-3 16,-5 10-12-16,1 12 15 15,-2 10 1-15,0 11 2 16,0 1-3-16,2 18-14 0,2 18 14 16,1 13 41-16,0 4-8 15,1-2-7-15,0-5 6 0,0-3-26 16,0-7-5-1,2-5-1-15,-1-4 0 16,-1-8-2 0,-1-7-12-16,1-8-48 15,1-4-95-15,3-18-6 0,3-19-108 16,3-11-284-16</inkml:trace>
  <inkml:trace contextRef="#ctx0" brushRef="#br0" timeOffset="44173.65">24026 5888 1209 0,'0'0'37'0,"0"0"-30"0,-84 68 25 15,63-46 113-15,7 0-57 16,9 3-52-16,5 3-12 16,0-2 5-16,21 1-7 0,10-4-11 15,8-1 5-15,3-7-11 16,-4-3-5-16,-5-2 0 15,-6-6-78-15,-9 1-95 16,-3-4-63-16,-8-1-60 16,-7 0 63-16</inkml:trace>
  <inkml:trace contextRef="#ctx0" brushRef="#br0" timeOffset="45038.13">24023 5345 1071 0,'0'0'75'16,"0"0"-65"-16,-96-29-9 15,49 27 31-15,-10 2 14 16,-7 0-19-16,-8 17-4 15,-6 5-16-15,-10 3-5 16,-6 3-2-16,-8 1 0 16,-7 1 4-16,-8 1-4 0,1-2-2 0,1 3 2 15,5-3 0 1,2 2 1-16,8-2 12 16,6-2 6-16,5-2-15 0,6 0 7 15,5 2 19 1,7 2-22-16,7 3 6 15,8 5 0-15,2 7 6 16,2 7 10-16,4 7-9 0,2 6-8 16,9 3 13-1,5 5 1-15,11 6-17 0,9 3 17 16,8 6-1-16,4 1 0 0,0 1 5 31,0-3-16-31,0-3-6 16,4-3 9-16,4-5-11 15,2-2 0-15,1-6-1 0,8-9-4 16,2-10-2 0,12-15-2-16,7-9 1 0,8-9 1 15,8-5-1-15,10-10 1 16,10 0 0-16,11-10 0 16,16-13 0-16,14-8 0 15,12-6 0-15,7-5 2 16,10 0-1-16,12 3 4 15,6 6 2-15,9 3-7 16,-1 7-2-16,-13 3-2 16,-14 3 4-16,-12 3 0 15,-15 2 0-15,-17-2 3 0,-10 2 0 16,-13-2-2-16,-10-2 0 16,-11 0 3-16,-11-7-3 15,-8-8 1-15,-5-8 6 16,-4-12 5-16,-5-8-3 15,-6-12-5-15,-12-10 0 16,-6-9 4-16,-5-10-9 16,-24-5 1-16,-16-7 2 15,-15 1-3-15,-13 4 0 0,-9 6-2 16,0 9 2 0,-2 8-9-16,9 5 5 0,6 13-1 15,5 12 3-15,4 8-25 16,5 14-41-16,2 11-49 15,7 12-67 1,6 9-84-16,9 0-481 0</inkml:trace>
  <inkml:trace contextRef="#ctx0" brushRef="#br0" timeOffset="48591.27">28843 3117 463 0,'0'0'229'0,"0"0"-199"16,0 0-13-16,0 0 47 15,0 0 17-15,0 0-3 16,0-44-12-16,0 41-7 15,0 2-20-15,0-1 12 16,-7 2 12-16,-7 0-41 0,-6 0-10 16,-10 0-11-1,-9 0 4-15,-9 2-2 16,-3 5-3-16,-8-3 4 0,-3 2-4 16,-3-2 0-16,-5 2 0 15,-3-1 2-15,-8 2-2 16,0-2 0-16,0 1-1 15,1-2-2-15,-2 1 3 16,-3-1 0-16,-7-4 0 16,-4 0 0-16,-1 0 6 15,-3 0 6-15,-4 0-12 16,-2-1 0-16,-12-2 7 16,-3-2-7-16,-2 2 0 15,-3-3 0-15,1 0 0 16,-2 0-5-16,0 2 5 15,0 0 1-15,5 0-1 16,3 4 0-16,1 0 5 16,3 0-4-16,7 0-1 15,3 0 0-15,2 6-1 16,0 2-1-16,-8 1 0 0,-5 1 1 0,-5-2 0 16,2-2 1-1,5-1 0-15,6-1 0 0,4 1 4 16,9-4-4-1,2 2 0-15,8-1 0 16,2-1 0-16,2 0-2 16,-4 0 1-16,-6 2 0 15,-4 3 1-15,-4-4-1 16,-3 6 0-16,5-1 1 0,7-1 3 16,11-2-2-16,6-2 1 15,4 2-2-15,3-4 2 16,5 0-2-1,5 0-1-15,5 0 1 0,6 0-3 16,3 0 3-16,4 0-1 16,5 0 1-16,2-4 0 15,2 1 0-15,3 0 0 16,0 0-1-16,0 3 1 16,-3 0-1-16,-1 0 1 15,0 0 1-15,-1 0-1 16,2 0 0-16,4 0-1 15,1 0 2-15,8 0-3 16,1 1 2-16,3 3 0 16,3-3 0-16,-4 2-1 0,-1 5 0 15,-5 0 0 1,-1 2 1-16,-1 3 0 0,-4-1-2 16,3 0 4-16,1-2-2 0,4-6 0 15,10-3 0 1,4-1-1-16,3 0 1 15,0 0 0-15,0 0 0 16,0 0 1-16,0 0-2 0,0 1-1 16,-3 3 1-1,1-1-2-15,-2 1 3 0,-2-1 0 16,2 1 0-16,0-1 0 16,1 0 0-16,2-1 2 15,-1-2-4-15,2 0 3 16,0 1-1-16,0-1 0 15,-1 2 0 1,-4 1 0-16,-2 2 0 0,-3 2 0 16,-2 4 2-16,-2 1 1 15,2-1 5-15,3-1-2 0,1-2-1 16,3 1-4 0,0 0 0-16,1 2 2 15,1-1-3-15,0-2 7 16,1 1-5-16,1 0 0 0,-3 1-2 15,1 3 5 1,0-1-2-16,0 2 16 16,0-2-14-16,-2 2-5 15,2-1 6-15,0 1 2 0,2-2 2 16,-1 3 0-16,2 0-7 16,0-1-3-16,0 6 8 15,0 2 0-15,0 2 9 16,0 2-16-16,0-1 13 15,0-1-5-15,0-2-2 0,0-1 16 0,0-3-22 32,2 1 2-32,-2-1 3 0,0 0 1 15,1 0-5 1,1 3 0-16,-1 0 3 16,2 0-1-16,0 2 1 15,-1-2-1-15,2-1-3 16,-2 3 3-16,1 0-3 15,0 0 4-15,-1-2-2 0,1 0-3 16,-1 0 1-16,-2 0 0 16,1 1 1-16,-1-3 0 15,0 0 1-15,0 2-2 16,0-1-1-16,0-2 1 16,5 0-1-16,-2-3 1 15,3-1 1-15,0-2-1 16,1 1-1-16,1-2 0 15,1 0 0-15,0 1 0 0,4-2 0 16,2 2 1 0,4-1 0-16,7-1 2 0,4-1-1 15,1-1 6-15,5-1-5 16,1-2-2-16,5 4-1 16,1-5 4-16,4 2-4 0,0 0 1 15,5-1-1 1,2-1 1-16,6-2-1 0,1-2 1 15,3 0 1 1,3 0 0-16,3 0 0 0,7 0 0 16,3 0-1-1,5 0-1-15,3-8 0 0,3-1-4 16,6-4 3 0,3 1 1-16,5-5 0 0,-3 3 1 15,-2-1-1-15,-4 5 1 16,-10 3 1-16,-6 1-2 15,-5 1 1-15,0 4 0 16,6-2-1-16,1 0 0 16,0-1-1-16,7-2-3 15,4-3 2-15,4-2 1 16,4-3 1-16,-1 0 0 16,-3 2 1-16,-6 3 0 15,-6 0-1-15,-9 0-2 16,-5 4 2-16,0-2-6 15,5-1 5-15,6-2-2 16,3-1 3-16,6-3-1 0,0 0 0 0,0 0 1 31,-4 0-3-31,-7 4 3 0,-6 1 0 16,-9 3 0-16,-2 4 0 16,-8 0 0-16,-1 2 0 15,-1 0 0-15,1 0 2 0,0 0-1 16,4 0-1-1,6 0 1-15,8 0 1 16,-2 0-2-16,-1 0-1 16,-5 0 0-16,-3 0 1 0,-1 0-4 15,-1 0 4-15,-1 0 0 0,0 0 0 32,-1 0 0-32,-1 0 1 15,5 0-1-15,-3 0 0 0,3 0 1 16,-1 0-1-16,-2 0 0 15,-6 0 0-15,-4 0 1 16,-5 0 1-16,-6 3-2 16,-2 2 0-16,-1 0 0 15,-1 0 0-15,1 0 0 16,5 0 0-16,1 0 0 16,2 1-1-16,3 1-1 15,1-2 1-15,0 1-3 16,5-2 3-16,6-2 1 15,-1 0-1-15,1-2 1 16,-2 0 0-16,-4 0 0 16,-2 0 0-16,-1 0 1 15,-2 0-1-15,0 0 0 0,1 0 0 16,-1 0 1 0,-3 0-1-16,-1 0 0 15,-2 2 0-15,-3 0 1 0,-2-2-1 16,-8 2 1-16,-4-1 0 15,-3 0-2-15,-4-1 1 16,1 0-1-16,-2 0-1 16,-2 0 2-16,0 0 0 15,1 0 1-15,1-6 0 16,-3-3-1-16,-3-2-1 0,-3-1 1 16,-2-2 0-16,-2-5-1 0,-1-3 0 15,-1 2 2 1,0-7-1-16,0 0 1 15,0-5-1-15,0-5 0 16,0 0 0-16,0-1 0 16,0-3 0-16,0-2 4 15,0-6-3-15,-8-5-1 16,-3-7 5-16,-3-3-3 16,1 1 0-16,-1 1-2 15,3 3 1-15,3 6-1 16,1 0 0-16,2 9 0 15,-2 4 12-15,-2 5-2 16,-3 4-2-16,-3 4-1 0,-2 4-7 16,-5 5 1-1,-9 5-1-15,-17 12-9 0,-17 1-82 16,-26 11-132-16,-22 8-296 0</inkml:trace>
  <inkml:trace contextRef="#ctx0" brushRef="#br0" timeOffset="54347.19">16927 5126 582 0,'0'0'130'16,"0"0"-105"-16,0 0 40 16,0 0 70-16,0 0-22 15,0 0-28-15,0 0-37 16,0-3-32-16,-2 3-8 16,-2 0-7-16,3 0 0 15,-1 0-1-15,1 0-1 16,-2 0 1-16,-3 0 1 15,-9 0 7-15,-9 0-6 16,-6 0-2-16,-4 0-15 16,4 0 15-16,5 0 1 0,4 0 0 15,4 0 9-15,-2-2-6 16,-2-2-2-16,1 2 15 0,-2-2 31 16,-3 2-46-1,-8-3 15-15,-9 2 0 16,-10 0-14-16,-6 2-3 15,-6 1 0-15,-3 0 0 16,-5 0 0-16,-7 0 0 0,-6 0 0 16,-3 0 0-1,-4 0 1-15,-6 0 1 16,-2 1-1-16,-4 2-1 0,-8 1 0 16,0 2-1-16,0 4-1 15,0-2 1-15,2-2 0 16,4 0 1-16,3-2 1 15,0-1-1-15,0 0 0 16,-1-1 2-16,-1-1 0 16,2 2-3-16,5 1 1 15,5 1-1-15,7-1 0 0,4 0-1 16,6 0 2 0,4-1 0-16,2 0 1 15,-2 1-1-15,-5-1 0 16,4 3 0-16,-1-2 0 15,3 4 4-15,4-3-4 16,1 2 0-16,2-1 0 16,7-2 0-16,5 0 0 15,9-1-1-15,2 1 1 0,3 1-1 16,1 0 0-16,-5 4 0 16,-4 2 1-16,-4 1 0 15,-2 1-1-15,3 0-1 16,1-2 1-16,2 0 1 15,6-2 0-15,2-1 0 0,2-2 0 16,1-1 0 0,2 1 0-16,-3 0 0 0,0 2 0 15,-1 2 0 1,-4 2 0-16,-3 0 0 16,0 1 0-16,-3 1 0 15,-1-2 5-15,0-4-5 0,3 2 1 16,4-5-1-16,4-3-1 15,2-1 1-15,7-1 0 16,0 2 0-16,2 1 0 16,5-1-1-16,2 1 0 15,1 1 1-15,3-1-2 16,0 1 2-16,2 0-1 0,-5 2 0 16,6-2 1-16,0 2 0 15,-1-2 0-15,2 2 1 16,-1-1-1-1,2 2 0-15,-1-1 0 0,-2 0 0 16,4 1 0 0,-5-1 0-16,1 2 0 0,-1 1 0 15,3-2 0 1,0-1 0-16,4-1 0 0,-2-1 0 16,6 0 1-16,3-1-1 15,-5 1 0-15,2 1 0 16,0-1 3-16,-1 4-3 15,1-2 0-15,-2 4 1 16,-3 0 1-16,-1 0 1 0,-1 1 3 16,-1 1-4-1,3 1 7-15,1 0 4 0,-1-2-8 16,1 4-5-16,2 0 1 16,-1 2 0-16,-3 4 0 15,2 0 0-15,-3 1 0 16,2-2-2-16,0 1 1 15,0 1 0-15,0 1 1 16,-1-3-1-16,2-3 2 16,-2-1-1-16,4-5-1 15,1 1 1-15,2-4-1 16,1 1 1-16,-1 2 1 16,2 0 0-16,-1 0 3 0,1 3-4 15,0-1 3 1,0-1 1-16,0 5-3 15,0-1 0-15,0 1 4 16,0 0-2-16,0 0-2 0,0-1 0 16,0 5 0-1,0-3 11-15,0 4-9 0,0-2 7 16,0 1-3-16,0 1 0 0,0-2 3 16,0 0-8-1,0 2 1-15,1 3 4 16,2-4-5-16,0 5 0 15,2-3-2-15,-2 1 3 0,4-4-2 16,-1-1-1 0,2-5 2-16,2-1-3 0,5-4 2 15,2-2 1 1,6 0 3-16,7-4-1 0,5-1 2 16,6-2 1-16,1 0-5 15,0 0-2-15,4 1 1 16,2 1-1-16,4 1 2 15,3-2-3-15,2-1 1 16,1 1 1-16,-1-1-2 16,4 0-2-16,2 0 2 15,7-7 0-15,3-4-4 16,4-1 4-16,3 2 1 0,-5-2 0 16,-1 6-1-1,-7 0 1-15,-6 5-2 0,-3-1 2 16,-6 2-1-1,-2 0 0-15,-3 0 0 0,0 0 1 16,2-1 0 0,4-4-1-16,9 0 2 0,0 0-2 15,1 0 0-15,-2 3 0 0,-10 2-1 16,-6 0 0 0,-5 0-2-16,-7 0 3 0,3 0 0 15,-1 0-1 1,3 0 1-16,1 0 0 0,3 0 0 15,5 0 1 1,2 0-1-16,4-3 0 0,2-4 1 16,1 1 0-1,-4 4-1-15,-2 2 0 16,-6 0 1-16,-5 0-1 16,-1 0 0-16,-1 0 0 0,3 0 1 15,4 0 0-15,5 0 0 16,5 0-1-16,5-6 1 15,1 0-1-15,0 2-1 16,-4 1 1-16,-5 0 0 16,-2 3-1-16,2 0 0 15,1 0 1-15,2 0-1 16,4 0 1-16,2 0 0 16,1 0 1-16,3 0-1 0,-1 0 1 15,-2 0 0 1,-4 0 2-16,-4 0-2 0,-8 0-1 15,-2 3 1 1,-5 4 0-16,-3 0 0 16,1-1-1-16,4-1 1 15,5-3 0-15,6 0-1 0,1-2 3 16,3 0-3-16,1 0-3 16,-3 0 2-16,5 0-1 15,-2 0 2-15,2 0 0 16,3 0 0-16,0-3 0 15,0-2 1-15,-1 3-1 0,-2 0 0 16,0 1 1 0,-3-1-1-16,2 2 0 15,-4 0 1-15,-3 0 0 16,-3 0 2-16,-4 0-3 0,-4 0 0 16,-2 0 0-16,6 0 1 15,0 0 0-15,3 0-1 16,5 0 0-16,-1 0 0 15,-4 0 0-15,-1-1 0 16,-8-2 0-16,-3-1-3 16,-2-2 3-16,0 1 3 15,0-2-3-15,-2 0 1 16,-1 0 1-16,0 0-2 0,-4 0 0 16,-1-1 1-1,-9 4-1-15,-2 0 0 0,-7 2 0 16,-3 1 3-1,-1-1-3-15,-2 0 5 0,3-3-1 16,1 0 0 0,2-5-4-16,3 0 1 0,-1-2-2 15,-1-2 2-15,1-3-1 16,0-5 0-16,-2-1 0 16,0-1 2-16,-1-2-2 0,-2 1 1 15,0 0 0 1,-3-3 1-16,0 0 3 15,0-4-5-15,-6-1 2 16,-9-1-2-16,0-1 0 16,-2 0 1-16,0 3 1 15,2-1-1-15,0 4-1 0,1-1 2 16,1 3-1-16,3-2 1 16,-3 2 0-16,2-3-1 15,0-1 2-15,2-4-2 16,1-2-1-16,0-1 0 15,3 0 2-15,1 1-4 16,1 3 3-16,0 3-1 16,-3 1 2-16,0 2 1 15,-1-1-1-15,-1 3 7 0,-2 1-8 16,4-1-1 0,0-4 1-16,-2 1 3 0,4-6-3 15,-2-2 2 1,1-1-3-16,2 1 0 0,-3-1 0 15,0 7 2 1,-4 4-2-16,-2 6 1 0,-7 6 5 16,-7 3 5-1,-18 12 1-15,-27 0-12 0,-37 39 0 16,-52 30-15-16,-62 23-229 16,-61 3-919-16</inkml:trace>
  <inkml:trace contextRef="#ctx0" brushRef="#br0" timeOffset="56828.5">26844 8821 233 0,'0'0'28'16,"0"0"-28"-1,0 0-20-15,0 0-20 16,0 0-17-16</inkml:trace>
  <inkml:trace contextRef="#ctx0" brushRef="#br0" timeOffset="57645.18">26844 8821 787 0,'52'-17'48'16,"-52"17"-46"-16,0 0 57 16,0 0 57-16,0 0-62 15,0 0-16-15,0 0 5 0,-4 0-8 16,-10 0 5-16,-5 0-26 0,1 0 4 16,0 0-2-1,0 0 4 1,2 0 23-16,-3 0-23 0,3-10-4 15,0-6-7-15,4-2 14 0,5-6-17 16,3-3-3 0,4 0-1-16,0-1 0 0,13 3 9 15,7 0-5-15,3 3-4 16,5 3 4-16,2 6 0 16,0 3 2-1,-2 6 4-15,-2 4-9 0,-3 1 2 16,-4 16-5-16,-2 7 3 15,-2 8 11-15,-1 5-12 16,-7 9 14-16,-4 1 6 16,-3 4-3-16,0 0-2 15,0 0-12-15,-10 0 10 16,-7 1-2-16,-5-3-2 0,-2-2 13 16,-7-8-14-1,-4-4 0-15,-3-5 2 16,0-6-3-16,4-7-4 15,3-9 2-15,7-8 1 16,2 0-1-16,5-7-6 16,2-13 2-16,6-10 1 0,5-4-4 15,4-4-8-15,0 0 2 0,13 3-2 16,11 5-1 0,4 7 6-16,4 5 1 15,8 5 2-15,5 7 0 16,1 6 1-16,-1 0 0 15,-6 13 0-15,-4 8 4 16,-5 4-1-16,-4 0 9 16,-6-2-7-16,-5-1-5 15,0-5-2-15,-6-6 0 16,2-3-4-16,-3-4-39 0,0-1-34 16,3-3-23-1,5-3-56-15,4-22 21 0,6-12-98 16,3-10-183-1,-3-4 113-15</inkml:trace>
  <inkml:trace contextRef="#ctx0" brushRef="#br0" timeOffset="58218.08">27366 8699 974 0,'0'0'91'0,"0"0"-88"16,0 0 74-16,0 0 8 15,0 0-8-15,-46 70 6 16,37-30 10-16,7 1-50 15,2-4-12-15,7-3 6 16,9-5-8-16,6-5-18 16,4-8 22-16,-4-6-30 15,-1-7 2-15,-2-3-4 0,-2 0 6 16,-7 0-2-16,-5-13 2 0,-5-7 1 16,0-7-3-1,0-3-5-15,-15-1-4 0,-3-2 4 16,0-3-2-1,8 2-2-15,5 1-16 0,5 5 1 16,0 5 15 0,9 4-7-16,10 6 6 15,7 3-2-15,3 3 3 0,3 3 4 16,-2 4 1 0,-6 0-1-16,-2 12-5 0,-3 13 5 15,-4 5 5 1,2 3 3-16,-1-1 6 15,0-2 2-15,3-3 11 16,1-2-5-16,0-7-8 16,1-5 11-16,3-7-18 0,4-6 6 15,3 0 5-15,-1-19-7 16,-2-5-4-16,-7-2 0 16,-9-1-3-16,-12-2 2 15,0-1 5-15,-16-2-3 16,-16 0 1-16,-9 1-8 15,-6 6 0-15,-5 3-1 16,0 8-2-16,7 6-1 16,8 5-2-16,8 3-7 15,12 0-39-15,5 0-77 16,6 5-50-16,3 4-72 0,3-3-168 16</inkml:trace>
  <inkml:trace contextRef="#ctx0" brushRef="#br0" timeOffset="59048.9">27773 8101 1094 0,'0'0'35'0,"0"0"-35"0,0 0 0 15,0 0 37 1,-11-75 33-16,-7 68-24 0,-9 6-43 16,-9 1-3-16,-12 0 0 0,-13 13 1 15,-12 2-1 1,-13 3 1-16,-13 4-1 16,-10 3 0-16,-7 3 1 0,-7-1 1 15,7 0-1 1,7-3 0-16,12-4-1 15,14-2 5-15,10-1 14 16,5-1 15-16,10 2-8 0,6 1 3 16,9 5 15-1,5 5-17-15,4 9-7 0,4 9 3 16,5 14 15 0,4 11-21-16,6 13 11 0,3 5-1 15,8 5 37-15,4 1-51 16,0-3 17-16,4-1-5 15,8-2 6-15,0-6-15 16,0-5-9-16,3-7-4 16,1-13 1-16,2-12-3 0,1-10-2 15,1-10-1-15,2-7 2 16,4-8 0-16,2-10-1 16,8-2 0-1,9 0 0-15,10-12-7 16,12-8-2-16,10-2 10 15,14-6 2-15,17-2 0 16,16-2 0-16,14-6 0 16,6 1-1-16,-4-1-2 0,-4 1-5 15,-7 2 6-15,-8 4 0 16,-9 0 1-16,-7 6-2 16,-17 2-2-16,-12 6-23 15,-12 0-11-15,-12 2 28 16,-7-5-7-16,-8-4 10 15,-4-6 6-15,-4-4 5 16,-9-7-1-16,-3-6-3 16,-8-8 6-16,-9-8-5 15,0-7 6-15,-13-5-3 0,-20-5-1 16,-11-2 0-16,-15 2-3 16,-12 1 4-16,-6 6 3 15,4 6-8-15,4 6 0 0,8 14 0 16,3 12-2-16,1 11-3 15,-1 17-48 1,-2 7-95-16,-2 1-123 16,-4 11-192-16</inkml:trace>
  <inkml:trace contextRef="#ctx0" brushRef="#br0" timeOffset="65697.02">7549 7349 658 0,'0'0'8'15,"0"0"-8"-15,0 0 0 16,0 0 0-16,0 0 35 16,0 0 37-16,-82-40 66 15,64 17-100-15,-3-3 18 16,-1-2 3-16,-4-1-47 16,1-2 8-16,-8-1-17 15,-7 1-3-15,-2 0 8 16,-6 3-4-16,-7 6 4 0,-5 4 4 15,-4 5-9 1,-3 4 0-16,-3 7-2 0,-5 2 8 16,-2 0 0-1,-1 11-4-15,-2 16 4 0,2 9-5 16,2 3-4-16,6 4 10 0,7 1 21 16,13-1 23-1,12 3-8-15,14 4-15 0,11 5-23 16,13 3 14-1,0 4 9-15,10-1-12 16,19 5 32-16,7-1-30 16,5-2-10-16,7 0 5 0,4-6-6 15,6-7 1-15,3-9-3 16,8-8-5-16,9-7 5 16,13-9 4-16,7-9-1 15,5-8 1-15,2-3-6 16,0-26 2-16,-3-14-1 15,-2-13 10-15,-9-13-4 16,-6-12-7-16,-5-9 9 16,-14-4-9-16,-12 1 3 15,-23 12-1-15,-19 12-3 16,-12 12-4-16,-19 14 6 16,-23 6-3-16,-13 10-1 15,-11 10-3-15,-6 9-1 16,1 8 0-16,7 0 1 15,13 4-4-15,14 10-43 16,17 3-39-16,19 5-89 16,1 8-70-16,25 2-23 15,14-5-206-15</inkml:trace>
  <inkml:trace contextRef="#ctx0" brushRef="#br0" timeOffset="66742.92">16205 6619 1098 0,'0'0'76'0,"0"0"-75"16,0 0-1-16,0 0 0 15,0 0 12-15,0 0 35 16,31-31-4-16,26 24 40 15,18 0-30-15,13-1 17 16,10-5-51-16,8 1 30 0,4-4-17 16,1 0 10-1,-9 2-14-15,-15 4-15 0,-19 3-13 16,-19 2 0-16,-21 4 0 16,-16 1 0-16,-12 0 0 15,-3 0 16-15,-37 5 61 16,-32 13-34-16,-35 10-34 15,-19 2 25-15,-3-2 0 16,9-8-7-16,23-10-16 16,23-7-10-16,18-3 2 15,16 0-6-15,21-10-3 0,19-8-36 16,10-2-126 0,47-11-157-16,22-15-144 15</inkml:trace>
  <inkml:trace contextRef="#ctx0" brushRef="#br0" timeOffset="68293.92">17857 5789 1075 0,'0'0'151'0,"0"0"-149"0,0 0 0 15,0 0 35-15,0 0 9 16,0 0-1-16,25-69-13 16,11 41-15-16,7-4-8 15,5-5-2-15,-2-2 0 16,-3 0 2-16,-10 0-7 16,-10 4 1-16,-12-2-2 15,-9 3 2-15,-2 1 0 16,-8 5 1-16,-11 6 0 15,-3 5 3-15,-1 7 30 0,-2 4-16 16,1 6-18 0,3 0-3-16,6 20 15 15,2 15-14-15,5 15 2 0,2 15 13 16,3 12 17 0,2 9-1-16,1 6 28 0,0 4-17 15,0-3-25-15,4-7-1 16,12-9 10-16,1-15-18 15,2-16-1-15,0-12-1 16,-2-9-4-16,-3-13-2 16,-1-5-1-16,-7-6 0 15,2-1 0-15,2-8 4 16,7-25 1-16,5-15-5 16,2-9-10-16,0-3-4 0,-3 2-15 15,-2 9 2-15,-4 9-1 16,0 13 17-16,-6 13 11 15,-2 10 0-15,-2 4-1 16,2 4 0-16,4 16 1 16,-1 4 2-16,3 1-2 15,-1-1 1-15,-1-3 0 16,2-3-1-16,1-7 0 16,3-7 0-16,3-4 1 15,2 0-1-15,2-11 0 16,-3-9 0-16,-3-1 5 15,-5 3-3-15,-4 7-2 16,-6 5 0-16,-1 3 2 0,1 3-1 16,0 0-1-1,9 9-1-15,1 6 1 0,5 0 3 16,2-1 0 0,0-2 0-16,1-7 1 0,-3-2 0 15,5-3-3-15,-3-3 3 16,3-15 0-16,-2-7-2 15,-2-8 0-15,-5-4-1 16,-4-3-1-16,-7-2-27 16,-3-2 2-16,-3 5-11 15,-21 0-19-15,-7 4 18 0,-6 6 26 16,1 8 11 0,-3 9 0-16,0 12 2 15,-4 0-1-15,0 15 0 0,4 12 12 16,6 5 15-16,9 0-10 15,11-2 3-15,10-7-15 16,3-3-3-16,0-3-1 16,4-5 2-16,14-3-3 15,4-7-1-15,7-2-6 16,7-4 6-16,2-17 0 16,6-4-2-16,0-2-20 15,-5 3 11-15,-3 3 3 16,-4 7 7-16,-3 5 1 15,-3 7 2-15,-4 2 2 0,-4 1 3 16,-3 15 4 0,-6 1 23-16,-5 2-20 15,-1-2-8-15,-3-4 2 0,3-5-6 16,-3-2-1 0,0-3-1-16,1-3-1 0,1 0 1 15,3-3 0-15,4-16 0 16,5-5-38-16,4-3 12 15,-1 3 19-15,-4 11 6 16,0 6 0-16,-2 5-3 16,1 2 2-16,3 0 2 15,-3 14 5-15,3 2 11 16,-5 2-3-16,-2-2-3 16,-4-3-8-16,2-5 5 0,-5-3-7 15,2-2-2-15,-3-3-3 16,4 0 5-16,0-8 6 15,4-15-6 1,3-6-5-16,1-4 2 0,-1 5 3 16,2 6 1-16,-2 3-1 15,-1 6 2-15,4 6 6 16,1 7 6-16,1 0 26 16,1 0-7-16,0 17-11 15,1 6-7-15,-3 3 1 16,1 1-14-16,-2 2 1 15,-3-1-3-15,-6 2-34 16,-5 1-125-16,-8 2-117 16,-27-2-251-16</inkml:trace>
  <inkml:trace contextRef="#ctx0" brushRef="#br0" timeOffset="68829.13">18337 6452 1190 0,'0'0'0'0,"0"0"-84"0,0 0 84 0,0 0 41 16,121 15 41-1,-42-15-1-15,15-3-41 0,8-13-13 16,3-4-10-16,3-9 6 0,-1-7 14 15,1-10-9 1,0-6-3-16,-2-9 5 16,-4-9 6-16,-12-11 11 15,-15-6-18-15,-17-4-1 16,-20-2-12-16,-17-3-7 16,-21-4-6-16,-6-8-2 15,-34-5-1-15,-19 1-5 0,-20 1-31 16,-22 8 1-1,-14 10-13-15,-19 14 25 16,-14 23 2-16,-11 30 14 16,-20 26 2-16,-12 39 3 15,-13 40 2-15,3 31 0 0,13 29 6 16,25 18 13-16,38 18 18 16,42 7 5-16,42 2 7 15,40-13-6-15,16-19-4 16,41-23-1-16,19-31-12 15,16-19-7-15,16-19-10 16,4-18-7-16,-1-16-2 16,-8-12-18-16,-22-10-110 15,-22-4-108-15,-29 0-116 0</inkml:trace>
  <inkml:trace contextRef="#ctx0" brushRef="#br0" timeOffset="69703.98">20356 4778 37 0,'0'0'1107'0,"0"0"-1094"15,0 0 28-15,0 0 63 0,0 0 39 16,0 0-53 0,-6-23-61-16,13 60-3 0,9 12 133 15,-4 8-85 1,1-2-55-16,-3-2-6 0,-4-3-2 15,1-2-10-15,2-4-1 16,2-2 0-16,-1-5-2 16,2-11-83-1,4-9-87-15,7-13-94 0,-2-4-74 16,3-32-648-16</inkml:trace>
  <inkml:trace contextRef="#ctx0" brushRef="#br0" timeOffset="70223.96">20681 4717 1176 0,'0'0'16'0,"0"0"-16"0,0 0 0 16,0 0 124-16,-6 96-2 16,6-54-72-16,0 1-32 15,16-7-3-15,5-7-1 16,0-7-8-16,1-4-1 15,-1-6-1-15,-1-5-4 0,-4-3 0 16,-5-4 0 0,-7 0 0-16,-4 0 1 0,0-17-4 15,0-16-8-15,-7-13-15 16,-10-7 12 0,2-7-1-16,2 0-20 0,3 5 13 15,6 2 6-15,4 10 15 16,0 9 1-16,11 11 0 15,2 12 3-15,1 11 4 16,2 5-2 0,5 25 30-16,0 13 32 0,3 7-26 15,1 2-15-15,3-1-1 16,5-4 27-16,3-8-13 0,3-10-3 16,-3-12-22-1,-1-11-1-15,-5-6-5 16,-7-4 5-16,-2-26 14 15,-8-9 1-15,-10-7 4 16,-3-4-4-16,-15 2 11 16,-21 3-13-16,-8 4-21 15,-6 6 1-15,0 9-3 0,0 14-3 16,0 12-13-16,-4 12-151 16,-7 24-289-16</inkml:trace>
  <inkml:trace contextRef="#ctx0" brushRef="#br0" timeOffset="71363.86">16765 6523 811 0,'0'0'7'16,"0"0"-3"-16,0 0 26 15,0 0 55-15,0 0 66 16,0 0-48-16,-78-38-3 15,76 37-43-15,1 1-9 16,1 0-14-16,0 0-17 16,0 0-17-16,0 4 0 15,1 14 0-15,13 10 17 16,7 5 6-16,7 7 42 16,5 5-20-16,7 3 39 15,6 2 2-15,2 3-65 16,4-1 28-16,0-1-18 15,1-3-12-15,-1-2-4 16,-1-1-5-16,-5-1-3 16,-1-4 3-16,-10-6-9 15,-3-4-1-15,-7-3 1 0,-5-3-1 16,-7 0 0-16,-8 5-56 16,-5-1-76-16,-5 3-125 15,-26-7-135-15</inkml:trace>
  <inkml:trace contextRef="#ctx0" brushRef="#br0" timeOffset="71734.3">16908 7291 1096 0,'0'0'5'16,"0"0"-2"-16,0 0-1 0,0 0 88 15,98-19 11-15,-53 44-22 16,0 13-17 0,2 11-21-16,0 3-16 0,-3 0 2 15,-5-8-20-15,-3-10-1 16,-5-12 2-16,-7-8-4 16,-6-9 6-16,-1-5-3 15,-4-4 2-15,2-27 34 0,0-14-13 16,1-13-15-1,-2-7-6-15,-3-1 11 0,-6 5-14 16,-5-1 2 0,0 4-8-16,0 10 0 0,0 10 0 15,0 17-2-15,0 11-29 16,0 10-83-16,0 4-108 16,0 26-55-16,0 9 55 15,0 7-252-15</inkml:trace>
  <inkml:trace contextRef="#ctx0" brushRef="#br0" timeOffset="72443.95">17872 7134 1031 0,'0'0'3'0,"0"0"5"0,0 0 36 0,0 0 114 16,0 0-42-16,0 0-43 16,-29-46-73-16,41 57 13 15,12 14 9-15,10 10 87 16,4-1-67-16,0 5 31 15,0-2-20-15,-7 0-29 16,-6-1 9-16,-5-4-22 0,-13-1-10 16,-7-5 0-1,0-5 0-15,-10-1-1 0,-14-6-10 16,-7-6-39-16,-7-8-14 16,0 0-12-16,2-20 23 15,5-13 0-15,8-9 15 16,10-7 12-16,10-4 10 15,3-4 4-15,9 2 10 16,16 0-1-16,8 3 2 16,10 5 0-16,3 4 1 0,3 9 0 15,-7 9 2-15,-9 12 1 16,-9 13 3-16,-9 0 3 16,-3 23 18-1,-3 17 26-15,-3 12 11 0,-3 8 4 16,1-1-16-16,3-6-19 15,7-10-2-15,7-12-15 16,6-13-3 0,4-9-6-16,2-9-5 0,4-3 2 15,4-26-2-15,-1-10 0 16,-6-9-2-16,-11-3 2 16,-15 2-1-16,-8 4 2 15,-10 7 2-15,-24 7-3 16,-8 5-1-16,-9 9-1 15,2 3 3-15,3 11-4 16,11 3-5-16,9 0-24 16,12 13-101-16,11 10-134 0,3 1-74 15,11-1-403-15</inkml:trace>
  <inkml:trace contextRef="#ctx0" brushRef="#br0" timeOffset="73681.19">19326 7303 1027 0,'0'0'220'0,"0"0"-220"0,0 0-40 0,0 0 40 15,0 0 43-15,0 0 34 16,46 0-13-16,-20-4-33 16,-1-14-7-16,-2-3-7 15,2-10-5-15,-4-7-1 16,-5-7-2-16,-4-4-7 15,-6-6 0-15,-6 5 1 16,0 2-2-16,-19 1 0 16,-8 10-2-16,-9 11 2 15,-3 10 2-15,-9 16 29 0,-5 1-10 16,-2 22-19-16,4 7 16 16,12 0 21-16,12-4-3 15,14-6-16-15,10-3-15 16,3-7-2-16,1 0-4 15,22-7 0-15,15-3 3 16,13-4 0-16,16-21 4 16,3-6-7-16,2-5-1 15,-6 0-3-15,-8 2-1 16,-7 6 3-16,-13 7-2 16,-9 5 4-16,-12 9 1 0,-9 4 0 15,-5 3-2 1,-1 2-2-16,-1 18 3 0,1 9 36 15,-1 8-4-15,1-2-17 16,2 1 14-16,3-6-14 16,7-5-5-16,4-1-3 15,1-7-4-15,7-5 0 16,-3-8-2-16,4-4-1 0,0 0 1 16,-1-5 1-1,-3-12 3-15,-3-7-4 0,-8-4 1 16,-9-5 0-1,-3 0 1-15,0 0-2 0,-6 4-1 16,-13 5 3 0,-3 8 0-16,-3 6-2 0,-5 5-1 15,-1 5 2-15,1 0-2 16,3 2-1-16,9 7 1 16,6-3-2-16,11-4-2 15,1 2-7-15,0 4-45 16,8-4 13-16,14-3-34 15,6-1 15-15,5 0 1 16,1-13 45-16,-1-1 10 16,-1-3 2-16,-6 2 4 15,-2-1 1-15,-7 3 2 0,-6 4 2 16,-6 4 7-16,-4 4 18 16,-1-1 19-16,0 2-4 15,0 0-21-15,0 0-11 16,0 0-12-16,3 8-1 15,2 13 0-15,4 11 7 16,-2 1 12-16,2 6 1 16,0-3 10-16,3-1-8 15,2-6-8-15,0-3-5 16,1-8-5-16,5-5-2 16,-2-7-1-16,4-6 1 15,2 0 2-15,0-14-1 16,-2-12-3-16,2-4 2 0,-5-3-2 15,-7-3-8 1,-8 0-4-16,-4 3-2 0,-4 3-12 16,-12 5-7-1,-5 5 30-15,-1 7-3 16,1 5 0-16,-3 5 1 0,0 3 2 16,0 0 0-16,6 0 0 15,0 0-1-15,6 0-2 16,2 5-50-16,4 3-21 15,5 1-22-15,1-1-82 0,0 0-40 16,3-2-141 0</inkml:trace>
  <inkml:trace contextRef="#ctx0" brushRef="#br0" timeOffset="74379.81">20202 6703 907 0,'0'0'124'15,"0"0"-122"-15,0 0 26 0,0 0 41 16,0 0-16-1,0 0-37-15,-21-82-9 16,43 53-3-16,5 3 5 16,5 4 31-16,0 7 4 15,0 9 38-15,-5 6-22 0,-4 3-20 16,-4 18-13-16,-3 6 26 16,-4 2-7-16,-5-5 11 15,-4-4-28-15,0-7-13 16,-3-7-11-16,0-4-1 15,0-2-4-15,0 0 0 16,0 0 3-16,0 0 2 16,0-8 1-16,0-14-6 15,1-9-88-15,4-4 46 0,4 5 40 16,2 7-6-16,3 7-1 16,0 10 9-16,2 6 0 15,-1 0 2 1,5 16 14-16,-1 13 26 0,-1 1 3 15,-2 1-22-15,-4-6 12 16,-4-5-26-16,-5-7-9 16,1-4 3-16,-4-6-2 15,0-3-1-15,0 0 2 16,0 0 2-16,0-16 15 16,0-14-19-16,0-12-5 15,1-2-2-15,7-4 3 16,1 7-8-16,4 3 8 15,-1 12 4-15,2 7 1 16,5 14 3-16,4 5 13 16,3 8 21-16,6 23 19 15,-1 8-4-15,-1 11-27 0,-3 8-19 16,-5 1-5-16,-1 6-2 16,-4 8-23-16,-6 5-110 15,-11-3-299-15,-1-1-871 16</inkml:trace>
  <inkml:trace contextRef="#ctx0" brushRef="#br0" timeOffset="75782.07">15950 6638 682 0,'0'0'10'16,"0"0"55"-16,0 0-20 16,0 0-13-16,0 0 125 15,0 0-60-15,0 0-97 16,-22-17 6-16,39 48 11 16,3 12 47-16,5 15 0 15,2 11-41-15,6 15 65 16,3 20-14-16,7 10-23 0,0 15 14 15,5 0-21 1,0-3 5-16,1-7-12 0,-1-14-10 16,-1-11-2-16,0-13 15 15,-4-10-28-15,-6-8-1 16,-5-10-6-16,-6-5-2 16,-5-6 0-16,-4-5-3 15,-3-8 1-15,-3-5-2 16,-3-5-24-16,-7-2-67 15,-1-2-117-15,0-7-73 16,-17-8-203-16</inkml:trace>
  <inkml:trace contextRef="#ctx0" brushRef="#br0" timeOffset="76168.64">16274 8015 1160 0,'0'0'0'0,"0"0"-15"0,53 79 15 16,-18-29 23-16,6 13 50 0,6 9-30 16,6 8 36-1,1 4-27-15,-3-3-30 0,-2-2-13 16,-4-13 9-16,-4-17-6 15,-6-17 14-15,-11-14 1 16,-9-11-8-16,-6-7 3 16,-1 0 9-16,5-22 18 15,7-24 0-15,9-17-36 16,3-14-8-16,4-7-4 16,3-6 3-16,0-3 0 15,-2 4-4-15,-3 10-1 16,-7 19-5-16,-6 19-22 15,-6 13-68-15,-3 14-61 16,-1 11-41-16,1 3-84 16,-3 7-188-16</inkml:trace>
  <inkml:trace contextRef="#ctx0" brushRef="#br0" timeOffset="76765.58">18261 8249 1002 0,'0'0'40'16,"0"0"-17"-16,0 0 59 0,0 0 11 16,0 0-58-16,0 0-30 15,11 68 100 1,5-10-9-16,-1 5-26 0,-2 2-6 15,-1-1-5-15,-3-5-20 16,4-4-23-16,-2-10-10 16,2-8-6-16,-2-6 0 15,-1-7-1-15,0-5-3 16,-2-9-19-16,0-4-32 16,-2-3-25-16,1-3-56 15,2-12-3-15,0-19-25 0,4-16-292 16</inkml:trace>
  <inkml:trace contextRef="#ctx0" brushRef="#br0" timeOffset="76987.05">18585 8110 1242 0,'0'0'77'15,"0"0"-77"-15,0 0 0 0,0 0 81 16,50 100 76-1,-27-45-21-15,3 2-66 16,4 0-24-16,3-6 3 16,0-5-31-16,0-2-9 15,-3-3-9-15,-5-1 1 0,-8-1-1 16,-10-4-42-16,-7-3-65 16,-3-1-125-16,-27-9-87 15,-16-10-122-15</inkml:trace>
  <inkml:trace contextRef="#ctx0" brushRef="#br0" timeOffset="77123.8">18468 8789 1386 0,'0'0'18'0,"0"0"-8"0,0 0-10 16,109-110 6 0,-54 65-6-16,1 4 0 0,-10 2-37 15,-19 7-165-15,-21 2-269 16</inkml:trace>
  <inkml:trace contextRef="#ctx0" brushRef="#br0" timeOffset="77919.67">14861 6723 692 0,'0'0'4'0,"0"0"-4"16,0 0 54-16,-53-76-1 16,52 63-32-16,1 6 45 15,0 3 39-15,0 4-73 16,0 0-32-16,0 0 0 15,14 11 10-15,3 9 42 16,0 7 11-16,2 5-18 16,2 9-31-16,-1 7 45 15,0 5 20-15,1 14-21 0,-1 11-34 16,5 15 24-16,2 13-2 16,1 10 1-16,4 4 14 15,-1-2-8-15,5-2-21 16,0-7 14-16,1-5-17 15,0-2 0-15,-3 0-13 16,-1 0-7-16,0-3 0 0,0-1 4 16,0-11-1-1,-2-9 2-15,-3-10-6 0,-2-12-3 16,-4-11-3-16,-4-13-2 16,-3-7-1-16,-6-7-1 15,-5-5-5-15,-1-2-47 16,-3 0-96-1,0 3-67-15,-16 1-67 16,-20-2-251-16</inkml:trace>
  <inkml:trace contextRef="#ctx0" brushRef="#br0" timeOffset="78223.92">15180 8766 1168 0,'0'0'9'0,"0"0"-6"0,0 0-3 0,116 78 9 15,-72-29 72-15,3 5 1 0,6 6-31 16,3 2-25-16,3-7-15 16,-6-13-5-16,-6-12-1 15,-6-14 6-15,-7-12 5 16,-2-4 0-16,1-17 0 15,0-25 2-15,4-15-9 16,2-12-2-16,-2-5-6 16,-6 5-1-16,-7 10 0 0,-4 12-18 15,-7 14-97-15,3 14-17 16,2 18-25-16,2 1-105 16,-1 24-23-16</inkml:trace>
  <inkml:trace contextRef="#ctx0" brushRef="#br0" timeOffset="78513.99">16418 8982 1146 0,'0'0'38'16,"0"0"-25"-16,0 0-13 16,0 0 91-16,93 81 22 15,-66-28-48-15,-2 10 24 0,0 9-72 16,-2 3 9-16,1 0-19 16,-2-8-7-1,-5-17 0-15,-1-21-22 0,-7-14-97 16,1-15-91-16,-7-18-131 15,-3-27-478-15</inkml:trace>
  <inkml:trace contextRef="#ctx0" brushRef="#br0" timeOffset="78696.88">16817 8964 1382 0,'0'0'111'15,"0"0"-111"-15,89 77 0 16,-53-46 0-16,-3 0 0 15,-3 4 0-15,-5 6-16 16,-7 5-184-16,-17 4-118 16,-1-1-422-16</inkml:trace>
  <inkml:trace contextRef="#ctx0" brushRef="#br0" timeOffset="78823.88">16571 9450 1178 0,'0'0'352'15,"55"-110"-352"-15,23 42-111 16,29-16 45-16,23-10-5 0,17 1 31 16,-5 3-99-1,-14 10-466-15</inkml:trace>
  <inkml:trace contextRef="#ctx0" brushRef="#br0" timeOffset="80613.75">21102 4079 754 0,'0'0'9'0,"0"0"25"0,0 0-19 15,-81-26-14-15,44 24 54 16,-2 2 85-16,-6 0-67 16,-10 4-54-16,-9 11-7 15,-14 0 19-15,-8 3 2 0,-8 3-2 16,-11 6-7 0,-9 4-10-16,-12 6 8 15,-14 4-18-15,-14 4 0 16,-7 3 0-16,-5 6-2 15,1 3 1-15,1 2 2 16,6 2-1-16,4 0-1 16,3-2-1-16,1 2 6 15,2-3 9-15,-1-2-3 0,2-1 8 16,14-5 0-16,13-2-8 0,20-6 10 16,19-7 5-1,17-3-8-15,17-6 2 0,11-2-17 16,6-1 2-1,6 1-6-15,4-1-1 0,4 7 3 16,4 2-3 0,-3 8 4-16,2 7 2 0,-3 4 6 15,2 8-5-15,2 3 1 16,2-2 12 0,8 1 6-16,2 4-11 15,3 8 16-15,15 7-11 0,4 9 29 16,-2 4-33-16,2 0 7 15,-3 2 10-15,-5-5-13 16,0-5-13-16,0-10 3 16,3-13-1-16,4-9-1 15,4-11-5-15,3-8 2 16,5-9 2-16,3-6-5 0,4-9 2 16,6-4-3-1,9-6 2-15,8 0 0 0,12-20 0 16,11-9-2-1,4-4-2-15,10-9 0 0,7-3-4 16,10-6 3 0,12-8-1-16,7-1 1 0,3-4 0 15,4 1 2-15,8-2 2 16,4 4 0-16,9-3-3 16,6-2-11-16,-1-6 3 15,-1 1 3-15,-5 0 2 16,-6 7-3-16,-5 11-1 15,-12 5-2-15,-12 5-6 16,-16 6-6-16,-18 10 0 16,-16 3 4-16,-15 5 10 15,-14 3 6-15,-12 5-10 16,-6 0 6-16,-2-1-4 16,-1-1 9-16,-1-1 2 15,0-2-1-15,-6 0 0 16,0 1 1-16,-6-2-1 0,-1-1 3 15,-4-5-2 1,0-4-2-16,-4-2 0 0,-2-5 0 16,-1-3 0-16,-1-7 0 15,-1-5 2-15,-1-4-2 16,0-4-1-16,0-6 1 16,-3-8 3-16,-9-6 0 15,-6-2-2-15,-5 5 2 16,-10 1-1-16,-8 2-1 0,-9 1-2 15,-8-2 2 1,-6 4-1-16,-4 1 1 16,1 2-1-16,1 9 0 15,7 10 0-15,-2 11 1 0,-4 19-2 16,-7 16-9-16,-11 9-149 16,-12 7-295-16</inkml:trace>
  <inkml:trace contextRef="#ctx0" brushRef="#br0" timeOffset="114645.43">24352 11269 667 0,'0'0'241'16,"0"0"-230"-16,0 0 90 15,0 0-20-15,0 0 6 16,0 0 3-16,-31-75-21 16,31 73-4-16,-1 2-7 15,1 0-10-15,0 0-22 0,0 0-22 16,4 16-3 0,11 11 56-16,1 6 13 15,-5 5-19-15,-2 2-15 0,-2 0 31 16,-5-1-31-16,-2-2-14 15,0-2-6-15,0-6 4 16,0-5-5-16,0-6-9 16,0-10-6-16,0-1 0 15,0-5-1-15,0-2-3 16,0 0 3-16,-13-16-52 16,-7-10-105-16,-5-8-121 15,-1 0-71-15,0 3-208 16</inkml:trace>
  <inkml:trace contextRef="#ctx0" brushRef="#br0" timeOffset="114911.1">24026 11276 946 0,'0'0'93'0,"0"0"-89"15,0 0 9-15,0 0 107 16,0 0-5-16,0 0-47 0,-6-59-55 16,42 32 4-1,13-1 20-15,3-2 26 0,6 1-17 16,2 1-19-16,-2 4-4 0,-9 10-8 16,-8 2-15-1,-12 8-4-15,-5 4-9 0,-9 1-74 16,-3 19-112-1,-9 9 13-15,-3 7-170 16</inkml:trace>
  <inkml:trace contextRef="#ctx0" brushRef="#br0" timeOffset="115106.53">24169 11728 1044 0,'0'0'11'0,"0"0"-8"0,0 0 45 15,0 0 85 1,109-61-33-16,-49 12-65 0,1 0-27 16,-8 6-8-16,-14 10-2 15,-9 5-35-15,-8 2-109 16,-2-5-140-16,-8-4-293 16</inkml:trace>
  <inkml:trace contextRef="#ctx0" brushRef="#br0" timeOffset="115441.98">24744 10889 1265 0,'0'0'0'0,"0"0"2"15,0 0-2-15,0 0 19 16,0 0 22-16,0 0-14 15,0 61-13-15,1-54-4 16,-1-6-1-16,3 0-1 16,-3-1 5-16,0 0 59 15,0 0 48-15,-13-10-20 16,-8-11-87-16,1 0-5 16,-1-1-5-16,5 1-1 15,3 6 2-15,3 5-3 0,6 3-1 16,2 5-15-16,2 2-68 15,0 4-171-15,11 19-68 16,5 9 11-16</inkml:trace>
  <inkml:trace contextRef="#ctx0" brushRef="#br0" timeOffset="116009.79">24881 11292 975 0,'0'0'16'0,"0"0"-15"16,16-86 63-16,0 52 70 15,5 1-23-15,2 8-44 16,2 8 20-16,1 10-13 0,-4 7-58 16,-4 0-11-16,1 13 2 15,-5 10 20-15,-1 1-9 16,-2-2-11-16,-5-2-5 15,1-6 4-15,-3-6-1 16,-2-4-5-16,-1-4 1 16,1 0 1-16,-1 0 13 15,5-17 5-15,2-10-20 16,7-4 1-16,0 5-2 0,2 4-3 16,0 8 2-1,1 9-1-15,3 5-2 0,-2 0 0 16,0 17 5-16,-5 2 0 15,-2 6-2-15,-8-2 2 16,-2-1 6-16,-2-6 1 16,0-6-6-16,0-6-1 15,0-4 0-15,0 0 2 16,0 0 6-16,3-9 12 16,4-14-20-16,5-8-1 15,0-4 0-15,6-3-1 16,0 5-12-16,6 5 3 15,3 8 6-15,4 7 2 16,0 10 3-16,2 3 2 16,-3 3 11-16,-6 16 7 15,-3 4 2-15,-3 0-14 0,-2 1-2 16,-1 0-6 0,0-2 0-16,-2-2-44 0,1-6-128 15,2-5-152-15,1-9-361 16</inkml:trace>
  <inkml:trace contextRef="#ctx0" brushRef="#br0" timeOffset="116797.78">26092 10968 1301 0,'0'0'4'0,"0"0"-2"16,-28-85 109-16,28 46-62 16,0-4-33-16,16 4-4 15,9 3-11-15,8 9 1 16,5 6 9-16,2 12-5 16,2 9 6-16,-4 2-5 15,-6 21-3-15,-7 11 16 16,-8 7 15-16,-4 2 5 15,-7-2-8-15,-1-5-5 16,-5-7-7-16,0-8-13 16,0-6-2-16,0-7 2 0,0-6-4 15,0-2 4-15,0 0 6 16,0-7 11-16,0-14-8 16,0-14-16-16,0-7-4 15,9-3-4-15,7-2-23 16,2 1-12-16,3 8 8 15,1 10 28-15,-2 11-2 16,-1 11 8-16,0 6-1 16,-4 2 0-16,3 15 2 15,-4 8 27-15,-1 0-9 16,-3-2-7-16,1-3 6 0,1-7-6 16,-2-2-5-16,2-7-5 15,0-4 0 1,0 0 2-16,3-13 2 15,-3-6 0-15,-1-3-5 16,-6 1-5-16,-3 7-6 0,-2 7 3 16,0 6 8-1,0 1 0-15,0 0-7 0,0 18-2 16,0 5 9-16,0 4 37 16,9-2-20-16,6-6 3 15,6-3 8-15,2-7-20 16,3-7 0-16,5-2-4 15,2-13-3-15,-3-10 8 16,-2-5-9-16,-13-2 0 16,-9-3 3-16,-6 1 2 15,-3-1-2-15,-18 5 0 0,-12 8 0 16,-7 5-3 0,0 13-2-16,1 2 2 0,7 4 3 15,9 10-3-15,6-1-3 16,10 0-6-16,7-2-46 15,0-4-95-15,4-4-73 16,16-3-104-16,3-10-272 16</inkml:trace>
  <inkml:trace contextRef="#ctx0" brushRef="#br0" timeOffset="117069.35">27063 10078 1241 0,'0'0'32'0,"0"0"14"0,0 0 130 16,0 0-65-16,0 0-94 15,0 0-7-15,0 0 12 16,33 91 52-16,-15-38 3 16,3 5-48-16,0 2 35 15,0 3-16-15,3-6-27 16,1-5-4-16,6-13-9 15,2-8-4-15,0-7-2 16,-2-8-1-16,-5-7-1 16,-10-5-19-16,-7-4-66 15,-9 0-190-15,0-20-75 16</inkml:trace>
  <inkml:trace contextRef="#ctx0" brushRef="#br0" timeOffset="117205.22">27052 10549 1470 0,'0'0'0'0,"0"0"-10"16,0 0 10-16,0 0 33 15,134-104-33-15,-67 53-96 0,-8 0-352 16</inkml:trace>
  <inkml:trace contextRef="#ctx0" brushRef="#br0" timeOffset="118563.78">27565 10300 1361 0,'0'0'46'15,"0"0"-34"-15,0 0-2 16,0 0 66-16,49-84-36 15,-15 55-35-15,2 1-2 16,-3 9-2-16,-6 9 2 16,-5 10-2-16,-4 0 5 15,-2 19 13-15,-2 11 28 0,-2 6 0 16,-3 2 39 0,0-1-50-16,0-6-13 0,2-5-7 15,-1-5-9 1,0-11-5-16,-1-6-2 0,-2-4-1 15,5-6 1-15,3-17-1 16,0-11-25-16,0-5-3 16,-4-3-3-16,-4 0 6 15,0 3 9-15,-2 6 12 16,-4 9-2-16,1 11 7 16,-1 11 1-16,1 2-1 15,2 4 1-15,4 17-1 16,2 7 59-16,4 2-11 0,2-5-26 15,4-2-2 1,3-7-6-16,4-8-9 0,1-5 0 16,2-3-2-16,-1-1-3 15,-4-19 0-15,-5-6 6 16,-4-6-6-16,-12-2-3 16,-4-3-14-16,-3 1 10 15,-19-1-5-15,-5 4-16 16,0 7 18-16,6 9-1 15,5 10 9-15,8 4 4 16,7 3-2-16,1 0 0 0,0 11 4 16,1 6 1-1,16 0 5-15,4-4-3 16,3-4-6-16,2-6-2 0,1-3 2 16,3 0 0-1,3-1-1-15,1-15 1 0,4-6 0 0,-4-2 0 16,-4-3 1-1,-8 1 0-15,-13 4-1 16,-4 5 1-16,-5 5 0 16,0 4 6-16,-8 7-6 0,-9 1-2 15,0 0 2-15,-2 16 1 16,5 6 4-16,1 5-2 16,5 1 0-1,7 2 3-15,1 0 3 16,0-2-8-16,7-1 3 0,9-4 0 15,4-3-1 1,2-4-4-16,7-10 1 0,5-4 0 16,5-2 2-16,4-6-3 15,-4-10 4-15,-5-8-3 16,-4-3-1-16,-5-9 0 16,-1-7 1-16,-9-9-2 15,-6-10-6-15,-9-12-8 16,0-9-40-16,0-7 24 15,0-1 14-15,-4 1-3 16,1 12-8-16,-2 19 27 16,-2 19 0-16,-1 22 5 15,4 11 5-15,0 6 1 16,2 1-11-16,-1 10-1 16,0 24-6-16,3 19 7 15,0 15 11-15,0 4-9 16,4 4 2-16,14 0 16 0,0 0 3 15,5-2-3-15,0-7-3 16,4-13-5-16,1-10 2 16,2-11-1-16,-1-14-8 15,-4-7-5-15,1-12 2 16,-1 0 1-16,-3-13 2 16,0-18 2-16,-3-12-1 15,-6-12-4-15,-6-12-1 16,-5-11-1-16,-2-16-22 15,0-15-25-15,-9-7-47 16,-6 1 30-16,6 9-16 16,1 24 31-16,3 29 2 0,3 23 39 15,1 24 8-15,-1 10 0 16,2 34 9-16,0 16 26 16,0 13 24-16,0 12-28 15,5 3 1-15,10 5 6 16,1-6-11-16,8-5-25 15,4-8-2-15,5-4 0 16,0-3-3-16,-2-5-51 16,-2-3-79-16,-3-9-130 15,0-10-228-15</inkml:trace>
  <inkml:trace contextRef="#ctx0" brushRef="#br0" timeOffset="118831.89">29761 9591 1062 0,'0'0'367'0,"0"0"-365"16,0 0-2-16,0 0 130 0,-11 122 6 15,-9-61-52-15,-3-1-18 16,-2 0-15-16,-1-3-34 15,6-4-14-15,9-6-3 16,6-5-12-16,5-9-77 16,0-5-155-16,10-11-178 15</inkml:trace>
  <inkml:trace contextRef="#ctx0" brushRef="#br0" timeOffset="119626.73">30249 9337 1173 0,'0'0'30'0,"0"0"-27"0,0 0 51 16,0 0 43-16,-58 91-35 15,58-43-12-15,0 7 5 0,1 1 4 16,18-6 18 0,4-6-20-16,3-8-40 15,4-13 3-15,-2-7 28 16,1-13-26-16,-2-3-14 16,1-13 8-16,1-20-7 15,-5-9 0-15,-6-8-5 16,-8-8-2-16,-10-1 0 15,0-3-2-15,-12-1 0 16,-12 8-1-16,-7 6 1 16,-5 14 0-16,-3 16-1 0,0 14 3 15,0 5-1-15,1 4-1 16,7 14 0-16,9 4-3 16,8 0-4-16,11 3-22 15,3 2-137-15,14-1-143 16,16-5-93-16</inkml:trace>
  <inkml:trace contextRef="#ctx0" brushRef="#br0" timeOffset="119972.68">30713 9207 1236 0,'0'0'151'0,"0"0"-148"16,0 0 112-16,0 0 32 16,0 0-89-16,0 0-54 15,-20 56 30-15,20 1 29 16,0 6-25-16,9 5 13 16,2-4-37-16,3 1 22 15,0-3-23-15,-2-1-9 0,-2-8 4 16,-1-6-6-1,-1-13-2-15,1-12-2 0,-3-10-5 16,-3-7-61-16,-2-5-69 16,-1-5-18-16,0-25-68 15,0-15-439-15</inkml:trace>
  <inkml:trace contextRef="#ctx0" brushRef="#br0" timeOffset="120190.42">30692 9254 588 0,'0'0'351'16,"0"0"-348"-16,91-48 63 15,-49 42 131-15,-4 6-43 16,-5 3-64-16,-10 18-55 0,-13 8 45 16,-10 3-35-16,0 7 47 15,-21-6-63-15,-9-2-6 16,0-6-23-16,2-6 0 15,4-1-25-15,8-6-171 16,4-7-97-16,7-5-185 16</inkml:trace>
  <inkml:trace contextRef="#ctx0" brushRef="#br0" timeOffset="120826.73">31038 9410 1042 0,'0'0'20'0,"0"0"-15"0,31-72 90 16,-19 37 35-16,1-1-51 16,-3 1-40-16,-4 0 1 15,-3 4-13-15,-3 6 0 16,0 5-21-16,0 9 2 16,-5 7 34-16,-4 4 21 15,-3 10-33-15,0 21-30 16,-1 8 17-16,3 3 20 15,8 1 0-15,2-5-30 16,2-7 14-16,17-8 11 16,1-5-22-16,6-11-3 0,1-7 1 15,3 0 0 1,-2-21-2-16,-1-9-1 0,-5-7-2 16,-7 0 0-16,-9-6-2 15,-6-2-1-15,0-1 0 16,-13-1-5-16,-16 4-5 15,-2 7-1-15,-5 9 2 16,2 13 9-16,-1 9-1 16,3 5 1-16,5 2 0 15,5 13 3-15,8-3 7 16,8-1-10-16,6-1-4 16,0-1 2-16,17-4 1 15,9-4 1-15,10-1 5 16,5 0 0-16,3-14-5 0,0-4 2 15,-4 0 0-15,-3-1-1 16,-7 7-1-16,-12 3 3 16,-5 6-1-16,-4 3-1 15,-1 8 0-15,1 15 14 0,3 10 32 16,-2 5-19 0,-1 1 11-16,3 3-24 15,0-3-10-15,4 2-3 16,1-1-2-16,2 0-1 0,0-2-13 15,-2-1-80 1,4-10-70-16,-2-8-143 16,5-13-96-16,3-6-508 15</inkml:trace>
  <inkml:trace contextRef="#ctx0" brushRef="#br0" timeOffset="121796.24">31769 8962 1497 0,'0'0'26'0,"0"0"-21"15,-91 51 48-15,66-29 57 0,4-2-72 16,7-3-35 0,7-3-3-16,6-3-5 0,1-2-3 15,0-3-49 1,5-5-66-16,7-1-10 0,3 0 31 15,3-13-22 1,-2-1 50-16,-2 2 48 16,-5 3 26-16,-4 4 15 15,-1 4 63-15,-3 1 23 0,2 0-43 16,2 0-12-16,2 0 1 16,5 0-12-16,6-6 2 15,1-4-14-15,3-5-5 16,-2-5-7-16,-2-6-6 15,-4-10 0-15,-4-10-2 16,-1-13-3-16,-5-10 0 16,-2-10-13-16,-2-5 0 15,-2-1-4-15,-12-1 10 16,-1 9 1-16,-5 10 6 16,2 18 0-16,2 20 3 15,1 14 23-15,2 14 6 0,2 1 12 16,-1 10-42-16,2 15 0 15,2 14-2-15,4 6 12 16,4 8-5-16,0 6 8 16,4 3 3-16,10 2 22 15,4 1-3-15,-2-6-9 16,8-4-1-16,0-12 3 16,1-4-17-16,0-11 2 15,4-6-10-15,-2-10-2 0,4-8 0 16,5-4-2-1,0-2 0-15,-2-14 0 16,-1-7-1-16,-8-3 0 16,-10-4-7-16,-3 0-7 0,-11 2-1 15,-1 6 12-15,0 8 3 16,0 4 1-16,-4 8 0 16,1 2 1-16,0 0-2 15,2 10-12-15,1 8 12 16,0 5 2-16,0 1 2 15,11-5-3-15,4-1 1 16,6-6 0-16,1-4-2 16,1-2 0-16,1-3 3 15,-2-3-2-15,-4 0 0 16,0-1 7-16,-4-11-5 16,0-3 4-16,0-3-5 0,1-1 0 15,0-3-1 1,1-1 0-16,1 4-1 15,-3 2 0-15,-3 9 0 0,-1 6-1 16,-4 2-1-16,2 3-7 16,-1 21 9-16,1 11 13 15,-4 8 20-15,-4 7 3 16,0-1 21-16,-2 0-33 16,-8-6-7-16,1-5-15 15,0-9 0-15,-2-9-2 16,1-10-1-16,-2-9-8 15,-4-1-51-15,-3-10-113 16,-1-21-252-16,-1-14-411 0</inkml:trace>
  <inkml:trace contextRef="#ctx0" brushRef="#br0" timeOffset="121906.35">32221 8488 245 0,'0'0'0'0</inkml:trace>
  <inkml:trace contextRef="#ctx0" brushRef="#br0" timeOffset="122066.36">31480 8643 1397 0,'0'0'0'15,"123"-105"-55"-15,-44 48 55 16,1 6 7-16,5 9-3 0,0 9-4 16,-8 10-9-1,-22 10-271-15</inkml:trace>
  <inkml:trace contextRef="#ctx0" brushRef="#br0" timeOffset="122733.47">27888 11843 686 0,'0'0'152'0,"0"0"-68"0,-14-90 21 16,11 58-5-16,-2 0 5 16,-1 5-54-16,-1 5 58 15,1 8 29-15,-3 8-59 16,3 5 2-16,1 1-4 16,0 3-38-16,1 32-34 15,3 17 1-15,1 17 55 16,0 7-26-16,6 3-6 15,12-5 18-15,4-3-20 16,1-8-5-16,0-7-13 16,-2-9-9-16,-3-6 0 15,-4-7 0-15,-7-10 0 16,-5-5-16-16,-2-4-90 0,-16-7-90 16,-18-4-112-16,-13-4-177 15</inkml:trace>
  <inkml:trace contextRef="#ctx0" brushRef="#br0" timeOffset="122862.55">27640 12295 1368 0,'0'0'47'15,"0"0"-44"-15,117-95 3 16,-54 52 47-16,-2 2-39 16,-3 7-14-16,-6 3-144 15,-11 4-240-15</inkml:trace>
  <inkml:trace contextRef="#ctx0" brushRef="#br0" timeOffset="124079.68">28190 12139 1246 0,'0'0'35'0,"0"0"-13"16,0 0-22-16,0 0 117 15,0 0-64-15,0 0-41 16,92-93-3-16,-78 59-4 15,-10-2 0-15,-4 1-2 16,-3 1-1-16,-22 3 1 16,-13 5-3-16,-6 9 1 15,-1 9 0-15,5 8 10 16,8 0 21-16,13 0-10 16,10 0 6-16,7 0-13 0,2 0-13 15,17 0 4-15,19-11-6 16,15-12 3-16,7-4-3 15,0-5-2-15,-7 3-11 16,-7 5 4-16,-11 10 4 16,-8 11-5-16,-6 3 10 15,-5 12 0-15,-2 17 1 16,-4 10 18-16,1 0-3 16,-2-2 24-16,2-6-16 15,4-8-16-15,3-5-1 16,1-10-5-16,3-8-1 0,4 0 3 15,4-14 0 1,2-12-3-16,1-7-1 16,-6-3-30-16,-4 1-20 15,-7 7 22-15,-5 8 17 0,-4 10-3 16,-4 9 11-16,5 1-2 16,-2 4-4-16,5 15 9 15,6 3 25-15,-3 2-12 16,3-4 8-16,4-3-15 15,2-6 4-15,3-5 4 16,-1-6-1-16,2 0-11 16,-1-6 7-16,-2-14-6 15,-4-4 5-15,-5-5-7 16,-7-9 2-16,-6-7-3 0,0-5-3 16,-13-3-16-1,-14 1 14-15,-7 6-30 0,-3 9 8 16,-1 8 22-16,4 15 5 15,1 12 3-15,3 2 15 16,0 21-4-16,-1 13 6 16,6 6 8-16,6 1 4 15,8-3-23-15,9-6 10 16,2-6-19-16,0-9 1 16,9-3-2-16,8-8 2 15,8-6 0-15,6-2 2 16,8-19 4-16,3-9-7 15,4-6-5-15,2 1-15 16,1 0 9-16,-1 9 5 16,-3 10 5-16,-9 9 1 0,-10 7 0 15,-3 0-6-15,-8 11 2 16,-6 8 4-16,-4 1 0 16,-5-1 4-16,0-4 1 15,0-3 1-15,0-6-2 16,0-3-2-16,0-3-1 15,0 0 4-15,0-9-5 16,0-12-7-16,6-10-67 16,11-3 46-16,4 2-10 15,4 3 16-15,-1 8 1 16,-3 14 19-16,-2 7 1 16,-3 2 1-16,0 23 9 15,-6 5 50-15,0 1-29 0,-2-2 27 16,-3-2-36-16,-1-7-8 15,-1-8-11-15,0-6-1 16,-1-6 0-16,3 0 4 16,4-11 9-16,5-21-3 15,8-7-11-15,4-6-2 16,0-3-1-16,4 4-3 16,3 4 4-16,4 9 2 15,4 10 2-15,0 10 14 0,-3 11 27 16,-5 6-17-1,-2 24-10-15,-6 15-6 16,-4 8-4-16,-1 6 0 0,-3 2-6 16,-2 1-1-1,2-3-64-15,-4-7-157 0,-2-19-230 16</inkml:trace>
  <inkml:trace contextRef="#ctx0" brushRef="#br0" timeOffset="125358.38">27518 3316 835 0,'0'0'19'0,"0"0"-10"0,0 0 117 16,0 0-3-16,0 0-92 15,0 0 30-15,-59-100 38 16,23 69-45-16,-9-2-7 15,-14 0-35-15,-12 4 1 16,-18 8-12-16,-24 9 1 16,-16 12-1-16,-18 3-1 15,-15 31-3-15,-3 11 2 16,-10 18 1-16,2 12 0 16,11 15 2-16,6 13 5 15,22 14 5-15,24 6-1 16,29 4 6-16,36-1 26 15,29-5-16-15,16-4 22 0,28-7-29 16,31-7 2 0,26-13 4-16,23-12-3 0,27-22-5 15,21-21-9-15,14-26 7 16,10-11-4-16,0-35-1 16,1-20-7-16,-3-14 4 15,-3-16-1-15,-9-13-7 16,-20-13-1-16,-34-9 1 15,-36 0 2-15,-45-7-2 16,-31 1 2-16,-25 6-2 0,-35 14 0 16,-15 19 4-1,-6 22-3-15,3 23-2 16,9 21-3-16,13 21-22 16,11 8-113-16,10 36-138 15,9 12-281-15</inkml:trace>
  <inkml:trace contextRef="#ctx0" brushRef="#br0" timeOffset="126441.48">32615 7882 1187 0,'0'0'28'0,"-102"-56"-18"0,33 44-10 0,-17 7-8 0,-18 5 8 16,-18 0 5-16,-20 15 6 15,-7 21 3-15,-13 15 8 16,-8 17 1-16,0 21 16 16,-4 17 15-16,5 8-19 15,7 16-4-15,9 1-21 0,16 1 7 16,2 5-3-1,12-1 1-15,8 9-6 0,12 1 13 16,24-1 17 0,25 0-14-16,31-11-12 0,23-11-3 15,17-11 20-15,37-12-15 16,19-8-1-16,21-13-5 16,16-12 18-16,16-12-17 15,20-15-6-15,15-15 13 16,19-17-17-16,13-10 1 15,0-29-1-15,4-24 1 16,3-18 1-16,-6-18 6 16,-6-23-1-16,-5-25-7 15,-18-22 1-15,-21-19 4 16,-25-10-2-16,-34 3 17 0,-38 6 6 16,-36 12-15-16,-21 8-2 15,-44 8-9-15,-28 15 2 16,-22 21-2-16,-19 18-9 15,-11 23-18 1,-9 22-138-16,-6 9-123 0,3 9-348 16</inkml:trace>
  <inkml:trace contextRef="#ctx0" brushRef="#br0" timeOffset="127373.57">26565 5098 161 0,'0'0'448'16,"0"0"-448"-16,-54-89-6 0,40 57 6 0,0 1 19 15,5-2 18-15,0 2 52 16,5 3 33-16,2 4 21 15,2 4-73-15,0 7-49 16,0 2 33-16,2 3-41 16,11 3-11-16,5 5-1 15,12 0-1-15,4 18 9 16,12 19 8-16,8 24 24 16,9 23 13-16,11 24-3 15,14 24 26-15,9 18-44 16,18 19 6-16,9 25-15 15,13 16 0-15,13 15-15 16,2 7-4-16,1-4-3 0,6 6 4 16,2 0-3-16,4 2-1 15,1-6 0-15,-5-16-2 16,-6-4 4-16,-7-15 15 16,-11-8 11-16,-7-12-3 15,0-23-13-15,-5-15-5 16,0-19-9-16,-8-16-4 15,-14-15 4-15,-14-7 7 16,-16-13-4-16,-17-8 1 16,-13-14-3-16,-12-10 2 15,-7-15-2-15,-11-9-1 16,-8-7-2-16,-5-4-26 16,0-11 17-16,-2-25 1 0,-13-16-193 15,-7-14-38-15,-6-9-169 16</inkml:trace>
  <inkml:trace contextRef="#ctx0" brushRef="#br0" timeOffset="127755.9">29382 8979 957 0,'0'0'264'0,"0"0"-264"15,0 0-16-15,82-5 16 16,-31 34 64-16,5 11 30 16,0 13-60-16,0 8 28 15,1 3-21-15,-2 5 25 16,0-5-59-16,-4-9 13 15,-7-15-6-15,-9-21-8 16,-2-18 1-16,-9-5 48 16,1-37 18-16,1-23-9 15,-1-18-32-15,0-17-6 0,-4-10-10 16,-4-8-8-16,-8-10-8 16,-9-6-10-16,0 3-102 15,-16-1-67-15,-27 7-135 16,-21 15-446-16</inkml:trace>
  <inkml:trace contextRef="#ctx0" brushRef="#br0" timeOffset="128457.39">26663 5620 722 0,'0'0'113'0,"0"0"-112"0,0 0-1 16,0 0 12-16,0 0 41 16,0 0 39-16,0 0-27 15,-78 68-18-15,61-68 6 16,-1-6-43-16,3-8-6 15,2-3 26-15,1-6-12 16,2-8 33-16,2-9-11 16,-1-10-22-16,0-10 16 15,-4-12-28-15,1-13 0 16,-3-11 3-16,1-14-8 16,4-14 10-16,6 2 12 15,4 8-17-15,13 18 31 16,18 25 25-16,10 23-11 15,11 21 5-15,15 27 0 16,19 21-22-16,20 46 34 16,17 36-17-16,9 28-36 0,3 18-15 15,-2 13-5 1,-3-3-168-16,-19-15-261 0</inkml:trace>
  <inkml:trace contextRef="#ctx0" brushRef="#br0" timeOffset="131565.75">32933 7134 950 0,'0'0'1'0,"-94"7"-1"0,16 24-1 15,-21 10 1-15,-23 9 0 16,-19 6 3-16,-16 9 15 16,-19 7 4-16,-6 5 19 15,-9 3-8-15,-11 1-2 16,-7 3-12-16,-13 4-5 16,-7 6-6-16,-1 10-4 15,2 6-1-15,-2 1-2 16,0-2 7-16,-1-9-1 15,3-5-2-15,4-5 0 0,-2-5-5 16,-5 1 0 0,-10-1 2-16,-5 4-1 0,-2 9 0 15,-3 8-2-15,0-2-2 16,-5 4 3-16,5-8 3 16,5-5-3-16,7-6-1 15,7-7 1-15,5-9-3 16,3-8 6-16,10-2 0 15,15-5-3-15,5-3-2 16,6-3-3-16,-5-3 0 16,2 0 3-16,9 6 2 15,15 6 0-15,14 4-2 16,14 3-4-16,6-1 6 16,5-2 0-16,5-2-4 0,10-3 4 15,12-8 1-15,10-2 0 16,10-2-2-16,2 0 2 15,2 4 0-15,5 4-1 16,6 7-2-16,12 0 2 16,11 1 0-16,6 3 0 15,7 0 4-15,7 2-4 16,13 4 8-16,10 1 9 0,0 2-2 16,14 4 10-16,11 13-13 15,8 7 16 1,4 14-9-16,2 9 7 15,5 10-3-15,10 9-2 16,12 5-11-16,12-3-1 0,11 0-9 16,14-7 10-1,1-3-3-15,2-3-2 0,-1-8-1 16,-7-6-3-16,1-4 2 16,-1-11-3-16,3-11 7 15,4-16-5-15,10-19 1 16,10-17 2-16,13-17 0 15,11-17 1-15,6-5 4 16,6-25-5-16,6-16 3 16,10-14-4-16,10-14 7 0,13-12-4 15,13-3-3 1,5-7-4-16,-1 5 8 16,-1 2-5-16,0-1 3 15,2 5-2-15,7 1 2 0,-4 0-4 16,0 1 11-16,7-2-8 15,11-7 4-15,15-12-2 16,16-5-7-16,4-6 1 16,10-6-1-16,2 4 2 0,-1 2-2 15,-11 2-40 1,-11 11 16-16,-17 11-12 16,-15 10 25-16,-11 9 1 15,-15 6 7-15,-9-1 6 16,-8 2-1-16,-1 1 9 15,-4 1 0-15,1 1-6 0,-5 0 3 16,-12 4-4 0,-9 0 0-16,-12 10 1 0,-14 7 9 15,-9 5 10-15,-8 6-13 0,-13 2-4 16,-7 0 0 0,-13 3-6-16,-1-3-1 15,-5 1 1-15,-3-3-1 16,-18 2 0-16,-18-2 0 15,-19 0-2-15,-13-4 2 16,2-3 2-16,-7-9 0 16,0-7 2-16,0-14-4 15,0-15-4-15,0-9 4 16,0-7 0-16,0-1-1 16,-9-4 1-16,-7-3 0 15,-8-4 0-15,0-7-1 0,-1-7 1 16,-5-6 2-1,-3-10-2-15,-6-1 0 0,-4-2 1 16,-2 2-1-16,3-1 1 16,0-7 0-16,4-11-1 15,2-17 0-15,5-9 0 16,4 6 0-16,-1 9 1 16,-8 17 0-16,-8 21 2 15,-12 17-2-15,-5 17 1 16,-8 15 6-16,-5 22-4 0,-9 18-4 15,-16 22 0 1,-15 17-8-16,-20 9-42 0,-11 30-114 16,-6 9-121-1,-4 0-470-15</inkml:trace>
  <inkml:trace contextRef="#ctx0" brushRef="#br0" timeOffset="133290.81">24550 12309 755 0,'0'0'3'15,"0"0"49"-15,0 0 2 16,0 0-47-16,0 0-7 16,0 0 0-16,49-32 27 15,-23 44 29-15,12 7-20 16,8 1 17-16,12 4-32 15,11-3 34-15,8 2-27 16,10-3-5-16,7-4 17 16,8-7-29-16,5-7-4 0,6-2 0 15,11-4 0-15,3-19-2 16,6-10-2-16,-4-9-2 16,1-10 1-16,0-9 3 15,1-6-2-15,-2-7-2 16,-3-1 1-16,0-2-2 15,-2 6 2-15,-7 4-1 16,-6 7-1-16,-7 6-1 0,-5-1 0 16,-1 2 1-16,1 2 0 15,2 3-1 1,2 3 2-16,2 3-1 16,4 2 1-16,5 3-1 0,3 5 1 15,-2 8-1-15,-7 8-1 16,-9 11 0-16,-13 5 1 15,-8 0 0-15,-8 8-2 16,-7 4 2-16,-6-2 0 16,1-3 2-16,-1-1-1 15,-5-6 0-15,-7 0-1 16,-5 0 1-16,-1-12 3 16,-4-8-1-16,1-7 4 0,7-8-2 15,2-6-5 1,10-5 1-16,13-5-1 15,10-4 1-15,6-2-2 16,4 1 1-16,-1 4 0 0,-4 7-2 16,-7 11 1-1,-5 11 2-15,-5 9-1 0,-3 8 3 16,3 3 4-16,7 3 10 16,4 0-2-16,1 0 3 15,1 6-14-15,-6 5 3 16,-1 5-3-16,3 3-3 15,-7 3 0-15,0-3-1 16,-6 1 11-16,-4-8 9 16,3-6-6-16,4-6 11 15,2-6 3-15,3-19-10 16,-5-11 1-16,0-11 10 0,-4-10 12 16,-9-7 17-16,-12-2-1 15,-10 0-17-15,-15 2-10 16,-8 7-13-16,-7 8-7 15,0 11-10-15,0 10-16 16,-22 5-133-16,-18-2-359 16</inkml:trace>
  <inkml:trace contextRef="#ctx0" brushRef="#br0" timeOffset="142673.32">30602 11319 745 0,'0'0'423'0,"0"0"-419"0,0 0-3 0,0 0 1 0,0 0 20 15,0 0 55-15,0 0-3 16,-49 93 30 0,49-48-61-16,8-1-7 15,9-1 24-15,4-4-5 0,0-8-36 16,8-8 8-16,2-9-11 16,5-11-6-16,5-3-1 15,4-12-2-15,6-18-2 16,2-7-4-16,2-4-1 15,1 0-1-15,4 3-2 16,1 4-4-16,5 6-4 16,4 6 5-16,4 4 4 15,1 11 2-15,-4 7-1 16,-8 0 1-16,-6 22-1 16,-11 7 1-16,-5 4-3 0,-9 2 3 15,-6-1 1 1,-12-3-1-16,-8-3-2 0,-6-3 2 15,0-5 4 1,-9-5-2-16,-5-8 4 0,0-7-1 16,-1-3 4-16,-1-16-7 15,-1-11-2-15,4-6-1 16,3-7-3-16,7-1 4 16,3-2 0-16,4 4 0 15,18 5 0-15,5 6 1 16,5 7 3-16,5 3 1 15,6 4 13-15,3 2 4 16,2-1 6-16,-2-1-8 16,2-1-3-16,-5-4 8 0,0 0 0 15,-8 1 0-15,-11 2-13 16,-9 5-2-16,-12 8 6 16,-3-2 6-16,0 1-4 15,-5 3-15-15,-9 0-3 16,-2 4-4-16,-1 0-18 15,2 0-60-15,-2 3-32 16,5 3-64-16,-4 0-41 16,-2-6-127-16</inkml:trace>
  <inkml:trace contextRef="#ctx0" brushRef="#br0" timeOffset="143204.54">31955 10493 970 0,'0'0'52'0,"0"0"-24"0,0 0 20 15,0 0 66-15,-71-86 21 0,37 72-100 16,-7 3 1-1,-9 5-5-15,-15 4-15 0,-14 2 4 16,-22 4 0 0,-14 22 2-16,-22 9 8 0,-14 16-15 15,-9 10-7-15,-2 9 7 16,13 10 23-16,23 8 27 16,31 4-3-16,30 2-20 15,26-1-20-15,22-1-12 16,17-5 1-16,17-5 8 15,33-5 16-15,25-11-4 16,27-12-4-16,30-12-11 16,25-21-8-16,22-21-5 15,9-17-5-15,4-33 4 0,2-14 0 16,1-12 5 0,-8-12-1-16,-11-8-6 0,-24-2 4 15,-44 1-4-15,-50 1 8 16,-52 3 9-1,-39 5-13-15,-66 3-3 16,-53 20 4-16,-42 21 4 0,-41 34-9 16,-34 17 0-16,-17 46-7 15,-16 27-80-15,-2 7-340 16</inkml:trace>
  <inkml:trace contextRef="#ctx0" brushRef="#br0" timeOffset="160793.41">32246 7909 1008 0,'0'0'99'0,"0"0"-86"0,0 0-7 0,0 0-2 16,11-79 23-16,-11 68 62 15,0 2-2-15,0 3-37 16,-4 4 3-16,-16 0-34 16,-10 2-19-16,-13 0 0 15,-7 4 3-15,-14 16 5 16,-12 3-3-16,-11 8-2 15,-11 6 1-15,-8 6-4 0,-13 4 0 16,-8 4 1 0,-11 0-1-16,-3 3 1 0,-2 2 0 15,0-4 4 1,4-3 4-16,8-1 9 0,11-2 4 16,13-3-16-1,18-1 17-15,12 1 5 0,15-7-15 16,13 0-5-16,11-5-5 15,8-3-2-15,7 2 1 16,3 5 1-16,4 5 3 16,5 12 2-16,7 13 10 15,1 16-10-15,3 11 23 16,0 17 9-16,0 10-5 16,0 3-14-16,10 6 1 15,-1-4 15-15,-1-5-24 16,-1-6 6-16,-1-6-3 15,0-8-11-15,3-10-2 16,4-9 0-16,2-11-3 16,5-10 2-16,-1-15-1 0,4-15-1 15,5-12 0-15,12-17 0 16,15-3 1-16,20-27 1 16,17-11-2-16,22-4 1 15,14-5 0-15,14 0-2 16,12 1-7-16,4 3 1 15,10 1 5-15,6 6 2 16,0 1 1-16,0 5 1 16,-8 3-1-16,-9 3-1 15,-11 1-3-15,-16 0-3 16,-14 1 6-16,-14-2-1 16,-13-2 2-16,-10-4 1 0,-10-5 0 15,-10-7-1 1,-11-11 3-16,-9-16 0 0,-12-14-1 15,-11-12 0-15,-14-9-1 16,-4-4 4-16,-32-1-6 16,-17-2 0-16,-16-2-1 15,-9 5 0-15,-11 0 1 16,-5 5-3-16,1 6 0 16,6 6-14-16,5 11-55 15,8 12-38-15,3 5-133 16,2-6-171-16</inkml:trace>
  <inkml:trace contextRef="#ctx0" brushRef="#br0" timeOffset="162113.76">27298 3246 1016 0,'0'0'5'0,"0"0"16"0,0 0-13 0,0 0 9 16,-41-75 14-16,4 61 35 16,-14 2-17-16,-11 6 1 15,-16 6-12-15,-13 0 10 16,-12 3-6-16,-7 14-32 16,-5 1-5-16,-4 3-4 15,-5 2 1-15,1-2 3 16,4 1-2-16,8-2-1 15,10 2 2-15,10-1-1 16,6 0 1-16,6 2 0 16,12 1 0-16,15 0-1 15,17 1 5-15,15 10-1 16,9 12-2-16,10 14 8 0,1 15 45 16,1 9-42-1,15 13 16-15,-2 13-2 0,-8 9 11 16,-6 8-8-16,-3 1-9 15,-15-4-17-15,2-2 5 16,5-13-5-16,11-16 2 16,0-15-2-16,15-21-3 15,12-13-3-15,7-15 0 16,9-12-1-16,13-15 6 16,12-3-6-16,10-14 0 15,16-14-3-15,13-3-4 16,8 1 2-16,12-1 3 15,3 6-2-15,0 1 0 16,-1 4-2-16,-2 1 3 16,-3-3 1-16,-8 0-1 15,-8-3 0-15,-13-5-3 16,-17-3 5-16,-17-6 1 0,-16-11 2 16,-23-12 0-16,-19-17 4 15,-3-15-5-15,-18-13 5 16,-12-18-3-16,-1-5 5 15,0-3-3-15,2 4 7 16,4 14 11-16,1 15 3 16,5 14 27-16,-1 18-20 15,0 12-17-15,0 12-7 16,-1 15 0-16,-4 12-9 16,-5 17-11-16,-13 25-182 0,-22 19-261 15</inkml:trace>
  <inkml:trace contextRef="#ctx0" brushRef="#br0" timeOffset="165058.5">29159 2696 1017 0,'0'0'14'15,"0"0"-11"-15,0 0 0 0,0 0-2 16,0 0 3-16,-14-86 16 16,-22 74-10-16,-24 3-8 15,-26 8 0-15,-34 1 4 16,-29 0-5-1,-32 14 2-15,-23 0-3 0,-18 3 1 16,-15-2-1-16,-6-2-1 16,1 3 1-16,0 2 2 15,0 3-2-15,-4 5 8 16,-15 2-8-16,-9 0 0 16,-9 1 1-16,-13 2-1 15,-10 0 1-15,-5 1-1 16,-5 3 0-16,2-1 0 15,10-3 0-15,17-3 0 16,20-3 0-16,32-3 4 16,34 1 7-16,24-7 4 15,16-2 8-15,3 2-18 16,1 1 0-16,-1 5-4 0,-1 2 0 16,7 3 1-16,9 0-2 15,14 0-1-15,16-4-2 16,21-4 3-16,24-3 1 15,24-6-1-15,16 0 0 16,15-3-1-16,4 1 0 16,4 3-4-16,1 5 2 15,0 5 3-15,3 6 0 16,10 9 1-16,3 5 3 16,-2 7 0-16,-2 2-1 15,1 3-2-15,-5 1 2 0,-3 1-2 16,-2 2 2-1,-2 6 6-15,3 1 8 0,-2 5-3 16,-1 2 7-16,1 0-4 16,1-2-5-16,0-5-8 15,1-1-1-15,2-4-1 16,4 0 0-16,1 2 5 16,1-2-3-16,9 1 9 15,6-4-10-15,9-6 3 16,10-12-1-16,9-7 1 15,17-6-4-15,14-9 5 0,25-5-3 16,20-5-3 0,21-3 2-16,21-3-3 15,15 0 1-15,16-3 0 16,14-5-1-16,18-7 3 16,22 0-3-16,11-4 2 0,11 1-2 15,5-1 2-15,8 0-1 16,7-1 1-16,-2-4-4 0,-3 6 4 15,-5 2 2 1,-8 3-4-16,-5 3-3 16,-11 1 3-16,-19 3 0 15,-14 1 1-15,-12 1-1 16,-18-2-5-16,-18 2 1 16,-25-4-6-16,-14 0-1 0,-10-1 10 15,-16 1 1 1,-6 0-2-16,-20-3-6 15,-12 3 6-15,-15 2 0 0,-9-2-4 16,-12 4 6-16,-8-2-3 16,-8 2-24-16,-10-2 20 15,-4 2 4-15,-2-2-2 16,-3 0 5-16,2-2 1 16,-1-2 1-16,4-3-1 15,1-3 1-15,7-2-2 16,2 1 0-16,3 1 0 15,2-1 0-15,-1 1 0 16,-3-3 0-16,-4 0 0 16,-6-1 0-16,-8 2 1 0,-6-1 2 15,-3-2 4 1,0-7-5-16,0-8 0 0,-7-5-1 16,1-9-1-1,-2-6 6-15,1-4-2 0,-2-9-1 16,0-6 1-16,-1-6 11 15,2-8-8-15,4-9 16 0,2-4 1 16,2 0 3 0,0 2-16-16,0 8-1 15,0 3 33-15,0-1-33 16,0 2-1-16,0-1 10 16,0 3 13-16,0 2-12 0,0 2 0 15,-3 7-12 1,-15 4-1-16,-7 8 10 0,-11 12-6 15,-10 16-10-15,-22 21-1 16,-26 14-8-16,-36 44-57 16,-50 21-229-16,-42 10-663 15</inkml:trace>
  <inkml:trace contextRef="#ctx0" brushRef="#br0" timeOffset="167014.6">18892 5700 814 0,'0'0'69'0,"0"0"-45"16,-46-71 137-16,38 46-154 16,5-2 23-16,3-6-10 15,0-2 18-15,12-1 26 16,20-2-47-16,13 1 11 0,17 4-21 16,17 4-4-1,17 10-2-15,14 12 0 16,9 7 0-16,3 18-1 15,1 21-6-15,-6 14 6 16,-4 13 0-16,-3 13 1 16,-5 10 7-16,-1 13-4 0,-3 14 10 15,-1 4 21-15,4 10-9 16,0 3 9-16,-3 5 12 16,-5 16-23-16,-8 12 7 15,-8 19 1-15,-7 17-15 16,-1 13-11-16,-5 9 2 15,0 0-1-15,-3 10-3 16,-3 0-3-16,2 3 0 16,1 0 0-16,2-3 2 15,0 8-2-15,1 3 14 0,4 3-2 16,6-4 10 0,6 0-11-16,8-5-8 15,8 1 6-15,8-3-9 16,13-10 9-16,8 2-8 0,10-10 4 15,10 2-4-15,12-6 3 16,16-13 5-16,13-6 0 16,16-7-9-16,15-7-1 15,10-7 3-15,21-6 17 16,16-17-8-16,17-8-7 16,20-17-4-16,15-15-1 15,20-10 3-15,14-14-3 16,16-14 1-16,7-17-1 15,0-20 5-15,-3-21-5 16,-3-16 0-16,-5-21 2 16,-8-37-2-16,-8-22-12 15,-13-23-12-15,-14-16 21 0,-10-15-3 16,-18-19 4-16,-9-13 2 16,-14-21 2-16,-18-9-2 15,-22-5-18-15,-33-3 4 16,-28 4 9-16,-29 2 0 15,-28 2 3-15,-27 11 1 16,-31 14 1-16,-23 14 0 16,-25 22 0-16,-7 16 3 15,-7 15 1-15,-16 12-3 16,1 17 2-16,4 18-2 16,0 14 0-16,5 11-1 15,-1 10-7-15,2 3-65 16,1 6-125-16,0-5-94 15,5-6-173-15</inkml:trace>
  <inkml:trace contextRef="#ctx0" brushRef="#br0" timeOffset="167330.49">31765 10618 1483 0,'0'0'2'15,"0"0"-2"-15,0 0 0 16,5-90-20-16,30 44 20 16,14-10 7-16,14 4 14 15,14 2 18-15,8 13 14 16,-1 18 7-16,-4 19 22 15,-8 31-15-15,-12 46-11 16,-19 34-1-16,-26 24-14 16,-15 18-29-16,-38 4-12 15,-21 1-55-15,-6-11-176 16,-8-27-285-16</inkml:trace>
  <inkml:trace contextRef="#ctx0" brushRef="#br0" timeOffset="209114.86">25800 2544 229 0,'0'0'0'0,"0"0"-56"0,123-48 34 15,-75 35-36-15,8 6 58 16,3 2 4-16,4 5 35 0,0 0-1 16,-5 6-4-1,-5 19-34-15,-9 8-19 16,-8 9 12-16,-10 4 7 16,-5 8 0-16,-9 8-54 15,-6 1-51-15</inkml:trace>
  <inkml:trace contextRef="#ctx0" brushRef="#br0" timeOffset="209835.33">27350 3213 974 0,'0'0'66'0,"0"-75"-65"16,0 38 0-16,-9-4 1 15,-15-2-1-15,-9-4 8 16,-7 3 31-16,-11 3-19 16,-13 8 25-16,-18 10-44 15,-18 13 3-15,-13 10 5 0,-14 0-5 16,-11 29-1 0,-11 11-1-16,-12 13-1 15,0 10 11-15,8 13 32 16,14 10 11-16,19 7 5 15,17 13-35-15,18 11-14 16,17 5-5-16,14 1 13 0,18-2-13 16,21-6 22-16,15-3-5 0,35-6-18 15,30-10 3 1,28-12-2-16,19-10-2 16,19-15 12-16,18-14-9 15,5-15-6-15,3-15 6 16,2-13 0-16,-8-2 4 15,5-19 3-15,1-17 0 16,1-15-4-16,6-14-6 16,-5-14-1-16,-12-9 11 15,-15-4-3-15,-25-7 17 16,-29-3-12-16,-31-5-6 0,-33-7-11 16,-16-1-1-1,-44 5-2-15,-32 10 3 0,-20 17-1 16,-21 12 2-16,-11 18-2 15,3 14 2-15,9 14-1 16,18 13 1-16,24 9-1 16,20 3 0-16,18 12-51 15,18 18-102-15,12 12-111 16,8 10-98-16</inkml:trace>
  <inkml:trace contextRef="#ctx0" brushRef="#br0" timeOffset="210838.7">31663 8513 597 0,'0'0'61'0,"8"-95"3"0,-10 51 22 15,-26 1-8-15,-14 6 5 16,-19 8-19-16,-20 11 37 15,-17 16-77-15,-21 2 3 16,-19 25-17-16,-14 21-3 16,-11 10 4-16,8 17 10 0,12 14 37 15,19 11 26 1,25 12 4-16,27 7-53 16,30 5-10-16,31 6-5 15,14 6-3-15,42 1 25 0,26 0-14 16,22-9 26-1,21-12-10-15,23-11-20 0,15-20-1 16,14-17-17 0,5-20-2-16,1-24 0 0,-1-22 2 15,-5-14 3-15,-3-34-1 0,-14-20 1 16,-9-24-9 0,-15-22 0-16,-19-27 0 15,-21-17 2-15,-22-4-2 16,-33 4 4-16,-30 14 2 15,-15 14 4-15,-44 13-6 16,-21 18-4-16,-15 17-8 16,-19 20-38-16,-6 17-35 15,-1 14-54-15,5 11-44 0,14 5-51 16,15-5-185-16</inkml:trace>
  <inkml:trace contextRef="#ctx0" brushRef="#br0" timeOffset="212930.73">26443 744 789 0,'0'0'44'0,"0"0"33"15,0 0-14-15,10-77-20 16,-10 59 16-16,0 5 21 16,0 6-3-16,-6 3-21 15,-13 4-28-15,-8 0-19 16,-7 13-8-16,-7 9-1 16,-6 2 0-16,-1 0 1 15,0-3-1-15,8-4 0 16,7-5 2-16,8-3-2 15,7-2 2-15,6-1 8 16,6 2-2-16,3 0 2 16,1 9-3-16,2 3-1 0,0 5 17 15,0 9-1 1,2 7 12-16,-1 8-7 16,-1 11 12-16,0 11-8 15,-1 8 10-15,-9 7-12 0,5 6-7 16,5 1 3-16,0 2-15 15,6 0 3-15,13 0 5 16,5 2 3-16,0-1 5 16,-1-1-1-16,-1-8-3 15,-3-5-2-15,-1-10-14 16,6-8 2-16,1-9-2 16,2-12-2-16,1-11-1 15,1-8-2-15,1-9-1 16,1-9 3-16,2-6-3 15,1 0 0-15,-1-17-36 0,-2-13-70 16,1-7-75 0,-3-18-109-16,-5-16-176 0</inkml:trace>
  <inkml:trace contextRef="#ctx0" brushRef="#br0" timeOffset="213480.83">26698 652 689 0,'0'0'13'0,"0"0"-7"16,0 0 9-16,30-94-4 15,-10 70 47-15,0-1 36 16,5 1-7-16,2 2-28 16,-2 4-7-16,0 6-19 0,-5 9-7 15,-2 3 9 1,-1 4-17-16,-1 20 1 15,-1 9 24-15,3 7 5 16,0 7-12-16,3 6-11 16,2 8-5-16,7 9 0 15,6 6 24-15,5 7-9 0,6 6-14 16,1 6 10 0,4 2-16-16,0 3 2 0,-5 3 5 15,-6-1 1-15,-12-3 11 16,-16-9-10-16,-13-7-2 15,-9-8 4-15,-31-9-5 0,-12-10-7 16,-10-13-5 0,1-8-5-16,6-7-4 0,8-9-15 15,6-4-154 1,4-6-152-16,2-8-323 16</inkml:trace>
  <inkml:trace contextRef="#ctx0" brushRef="#br0" timeOffset="-213837.49">31994 4961 835 0,'0'0'59'0,"0"0"-1"0,0 0-37 15,0 0-3-15,0 0 16 16,0 0 10-16,-104-17-30 15,64 30 18-15,2 1-8 16,1-1-9-16,2-4 0 16,6 1 12-16,0-4-17 15,3 1-2-15,3 0 15 0,4 0-3 16,2-1-9-16,5 3-4 16,1 2 6-16,0 6-2 15,-2 7-4-15,4 5 5 16,-2 5 23-16,4 4-9 15,1 0 1-15,3 2 11 16,3 4-6-16,0 5-9 16,0 6 12-16,0 10-6 15,3 7 2-15,4 8-2 16,1 5 27-16,-1 5-20 16,2 5 0-16,3 1-18 15,-3 1 6-15,-3-4-9 16,0-2 10-16,-2-4-18 15,1-3 5-15,-2-5 2 16,3-10-2-16,2-10-7 0,2-12 0 16,0-10-3-16,1-9-2 15,0-8 6-15,-1-7-5 16,0-5-1-16,2-4-2 16,3-4 0-16,10-4-22 15,8-21-26-15,5-15-103 16,0-13-102-16,-4-16-164 15</inkml:trace>
  <inkml:trace contextRef="#ctx0" brushRef="#br0" timeOffset="-213288.71">32190 4875 641 0,'0'0'93'0,"0"0"-93"0,0 0 0 0,77-72 2 0,-49 51 30 16,5-2 46-16,5 0-12 16,1 3-31-16,0 2-7 15,-8 4 25-15,-10 5-16 16,-8 6-14-16,-10 3-11 16,-3 4-7-16,0 20 17 0,0 12 29 15,0 20-12 1,0 7-5-16,0 11-1 15,0 3-17-15,9 5-3 16,5 8 6-16,8 8 27 16,5 5-5-16,4 4 6 0,3 2-9 15,2-1-16 1,-1 5 14-16,0 2 14 16,-5-4-8-16,-7-2-3 0,-7-6-12 15,-9-9-12-15,-7-3 0 16,0-13-4-16,-13-9-5 15,-10-13 0-15,-3-12-2 16,-3-9-4-16,1-12 1 16,-5-6-1-16,-1-6-9 15,-4-9-112-15,-6-2-77 16,-3-17-174-16</inkml:trace>
  <inkml:trace contextRef="#ctx0" brushRef="#br0" timeOffset="-205733.3">27478 1233 712 0,'0'0'13'0,"0"0"-7"16,0 0-6-1,0 0 3-15,0 0 26 16,0 0 59-16,0 0-1 0,100-21-28 16,-67 12-22-1,4 1 22-15,8-4-14 16,13 0-26-16,11-2-5 15,13-5-2-15,12 0-7 0,9-1-2 16,6 2 0-16,-2 1-3 16,4 2 4-16,-4 4 1 15,-1 5-1-15,-2 0 0 16,-1 1 0-16,0 3 11 16,0 2-5-16,3 0-6 15,3 0 5-15,6 2-5 16,4 11 0-16,0 2-1 15,-2 7-3-15,-7 5 2 16,-2 5-1-16,-8 2 6 0,-2 3-2 16,-4 2 1-1,0 4-2-15,0 7-2 16,2 1 4-16,5 3 2 16,1-1 2-16,-1 1-6 0,-5-3-1 15,-4 1 2-15,-4 2 0 16,-3 1 4-16,-5 4 5 15,-8 0-7-15,-3 4 0 16,-6-2-3-16,-5 3-2 16,-3-2 0-16,-7 2 0 15,-5 1-1-15,-6 2 1 16,-4 4 1-16,-3 2-1 16,-2 3 2-16,-1 0-3 15,-2-4 3-15,-3-4-1 16,-3-2 0-16,-4-1-1 15,1 0 2-15,-2 1-3 16,-1-3 2-16,-1-4-3 0,3 4 4 16,-3 2-4-16,4 1 1 0,-2 3 0 15,0 0-2 1,-2 3 2-16,-1-1 1 16,1 1-2-16,-6-3 0 15,-5-3 1-15,1-7 1 16,-2 1-1-16,0 0 0 15,-8-1 10-15,-5-3 4 16,2-2 6-16,-1-5-4 16,2-6-4-16,3-8-10 15,2-7-2-15,4-6 0 0,1-4 0 16,0-5-1-16,-2-3 0 16,-3-1-2-16,-2 0-63 15,-6 1-50-15,-10 2-69 16,-6 2-20-16,-7-3-112 15</inkml:trace>
  <inkml:trace contextRef="#ctx0" brushRef="#br0" timeOffset="-205323.29">31799 4096 870 0,'0'0'243'0,"0"0"-240"0,0 0-3 16,0 0-20-16,0 0 20 15,0 0 17-15,40 54 14 16,-32-11 7-16,-4 8 8 16,1 8 3-16,-4 5-27 15,3 1-2-15,2-5-5 16,5-11-13-16,-2-16 0 15,4-10 6-15,-4-11 11 16,2-7 6-16,1-3-4 16,4-2 15-16,9-12 31 15,8-19-15-15,13-13-35 16,5-9-15-16,3-12 1 0,3-8-3 16,-5-5-1-16,-4-6-4 15,-7-4-59-15,-11 3-58 16,-13 5-59-16,-17 2-105 15,-5-3-588-15</inkml:trace>
  <inkml:trace contextRef="#ctx0" brushRef="#br0" timeOffset="-204396.73">27833 742 852 0,'0'0'0'0,"0"0"-9"15,-77 93 9-15,30-45 0 16,-5 2 10-16,-1-6 68 15,0-2 5-15,4 0-18 16,-2-4-6-16,3-3-30 16,4-2 0-16,7-6-11 15,5-7-6-15,14-2-6 16,6-6-3-16,11-5-1 16,1 3-2-16,1 3 1 15,22 5 5-15,13 6 11 16,17 5 16-16,16 6 16 15,17 1-21-15,13 1-9 16,7 1 4-16,0-2-15 0,-2 1-4 16,0 5 0-16,-7 5-4 15,-9 12-2-15,-14 6-130 16,-27-1-220-16,-26-13-591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5:48:18.9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25419 6245 459 0,'0'0'267'0,"0"0"-239"0,0 0 34 15,0 0 113-15,0 0-66 16,0 0-32-16,0 0-16 15,0 0 8-15,0 0-23 16,0-4 7-16,0-2-5 16,0-1-33-16,0-5-4 15,0 0 27-15,0-4-21 16,0-1-16-16,0-3 0 16,-3-2 1-16,-1 3-2 0,-2-1-1 15,-2 3 1 1,-2 4 0-16,0 3 3 0,-1 5-1 15,-1 2-2-15,0 3 8 16,-4 0-3-16,-4 1-5 16,-4 17 0-16,-1 7 0 15,-3 11 6-15,7 1 1 16,0-2-1-16,8 3 7 16,4 1-5-16,3-1 5 15,3 0 5-15,3-3-2 16,0-6-6-16,0-6-4 15,12-7-2-15,4-6-2 16,-1-4-2-16,7-4 1 16,2-2 4-16,6 0 0 15,1-11 2-15,2-10 0 0,-2-5-3 16,-4-3-2-16,-1-4-2 16,-7 1 0-16,-3-2-1 15,-2 3-5-15,-6 2-6 16,-5 4 4-16,-3 6 2 15,0 2 3-15,0 9 3 16,0 0 0-16,0 6 0 16,0 1 2-16,0 1-2 15,0 0-4-15,0 0-9 0,0 7-4 16,0 15 9-16,0 7 8 16,0 3 21-1,0 3-3-15,2-4-12 0,12 1 1 16,4-1 11-1,-3-3-13-15,4-3-2 16,-5-3-2-16,0-5-1 0,1-4-6 16,0-6-51-16,-3-1-17 15,0-3-66-15,0-3-60 16,-3 0-32-16,-1-9-92 16</inkml:trace>
  <inkml:trace contextRef="#ctx0" brushRef="#br0" timeOffset="290.45">25770 6202 1051 0,'0'0'62'0,"0"0"-10"0,0 0 102 0,0 0-41 16,0 0-44-16,0 0-53 15,0 11-12-15,7 20 10 16,2 13 79-16,2 4-64 15,-5 9 22-15,-2 0-12 16,-1-4-18-16,2-4-11 16,-1-6-10-16,3-7 1 15,-1-7 0-15,-1-8-1 16,0-8-29-16,-4-6-25 16,-1-4-31-16,0-3-21 15,0 0 4-15,-3-20-52 16,-15-12-274-16,0-9-102 0</inkml:trace>
  <inkml:trace contextRef="#ctx0" brushRef="#br0" timeOffset="532.37">25721 6211 714 0,'0'0'193'0,"0"0"-190"16,65-82 25-16,-32 57 78 15,6 7 20-15,-5 5-16 0,-3 12-74 16,-4 1-14-1,-7 13-16-15,-7 16 10 16,-11 8 14-16,-2 6 26 16,-15 5-1-16,-13-2-24 0,-2-6-13 15,6-8-11 1,1-7-1-16,7-7-6 0,4-5-1 16,3-5-35-16,6-3-74 15,3-5-67-15,0-5-25 16,0-19-185-16</inkml:trace>
  <inkml:trace contextRef="#ctx0" brushRef="#br0" timeOffset="1055.66">26098 6085 1123 0,'0'0'89'15,"0"0"-76"-15,0 0-13 16,0 0 73-16,0 0-19 15,0 0 5-15,0 84 12 16,0-40-50-16,9 2 12 16,-2 4 22-16,3-2-26 15,0-5-19-15,-3-7-10 0,-1-4 0 16,0-7 0 0,-3-7 1-16,0-8 0 15,-1-8-1-15,-2-2 0 0,0 0 4 16,0-1 11-1,-5-16-15-15,-10-9-36 16,-4-6 34-16,-1-8-5 16,0-4-23-16,-1-5 11 0,7-4 6 15,4 2-21 1,10 0 12-16,0 3 20 0,12 3 0 16,16 2 1-16,6 6 1 15,5 7-2-15,2 8 2 16,-3 11 3-16,-6 11 5 15,-6 0-1-15,-10 22-3 16,-7 11 8-16,-9 6 7 16,0 7 4-16,-22 0-16 15,-10-2 5-15,-5-6-8 16,2-7-1-16,4-6-2 16,8-8 0-16,7-9-1 15,8-3-21-15,5-5-57 16,2-2-19-16,1-19-93 15,0-11-71-15,0-12-102 16</inkml:trace>
  <inkml:trace contextRef="#ctx0" brushRef="#br0" timeOffset="1480.5">26334 5469 928 0,'0'0'33'0,"0"0"-31"0,0 0 36 15,0 0 92-15,0 0-96 16,0 0 25 0,12 98 61-16,-3-36-63 0,1 2-12 15,1 2 20-15,3-2 27 16,2-3-75-16,3-9-10 0,3-10 0 16,3-11-1-1,1-13 5-15,2-11-7 16,5-7 6-16,3-9-1 15,-3-19 0-15,-4-9-6 16,-9 0-3-16,-8 5-7 16,-9 7 2-16,-3 6 3 15,0 11-4-15,-13 7 6 16,-3 1 5-16,-3 26 3 16,-3 17 10-16,2 7 29 15,4 4 11-15,9-5-27 0,7-9-10 16,0-5-7-16,9-5-14 15,11-6 2-15,7-3-2 16,3-6-3-16,7-8-45 16,5-5-114-16,6-2-123 15,2-4-144-15</inkml:trace>
  <inkml:trace contextRef="#ctx0" brushRef="#br0" timeOffset="1828.24">27405 6029 548 0,'0'0'708'0,"0"0"-704"15,0 0-4-15,0 0 117 16,0 0 23-16,0 0-59 15,-67-22-58-15,67 22-23 16,16 0 1-16,14 0 1 16,8 0 20-16,9 0-5 15,5 0 0-15,2 0 7 16,4 0 17-16,2 0-10 16,3-1-11-16,-5-4-11 0,-3 2-2 15,-10 1-3 1,-11 0-3-16,-10 2-1 15,-8 0-5-15,-10 0-30 16,-6 0-92-16,0 0-62 0,-12-8-64 16,-19-2-539-16</inkml:trace>
  <inkml:trace contextRef="#ctx0" brushRef="#br0" timeOffset="2075.67">27951 5682 1142 0,'0'0'29'0,"97"-32"-28"16,-37 29 164-16,1 3 3 15,-3 20-43-15,-7 19-19 16,-12 16 0-16,-14 19-48 16,-20 13 2-16,-5 8-37 15,-36-1-14-15,-14-3-5 16,-11-5-4-16,-3-5-13 15,-3-3-84-15,3-8-145 16,0-12-87-16,1-14-170 16</inkml:trace>
  <inkml:trace contextRef="#ctx0" brushRef="#br0" timeOffset="4377.74">16826 4488 1100 0,'0'0'23'0,"0"0"-19"16,0 0 0-16,-86-41 0 0,50 33-4 15,-5 1 1 1,-9 2 7-16,-6-5 18 15,-8 2 34-15,-11-6-20 0,-2-2 2 16,-7 3 9 0,-8 0-15-16,-15 6-16 15,-19 7-18-15,-20 0-2 16,-15 6 0-16,-10 5-1 0,-7 2 0 16,-3-1-1-16,-5-1 2 15,-4 1 0-15,-6-2 2 16,3 0-2-16,3 0 0 15,1-3-1-15,2 2 0 16,1-2 0-16,-2 2 1 16,1 0 0-16,5-1-5 15,5-1-9-15,5-1 6 16,7-2 5-16,2-1 2 16,3-2 0-16,5-1 1 15,3 0 1-15,7 2 0 16,1 0-1-16,8 0-2 15,0 1-3-15,3 0-8 16,2-1 6-16,1 4-3 0,-1-2 2 16,7 2 8-16,7 0 0 15,3-2 0-15,5-2-2 16,9-1-16-16,-2-1-6 16,4 0 18-16,4 0 4 15,3-1 1-15,6-4 1 16,4 2 2-16,4 3-1 15,-1 0-1-15,-3 0 2 16,-2 4-1-16,-2 6-1 0,3 0 0 16,6-1-2-1,0-3-1-15,6-4 3 16,-2 2-1-16,5-2 1 0,-3-2 0 16,4 0 0-1,1 0 0-15,0 0 1 0,4 0-1 16,3 0 1-16,3 0-2 15,2 0 2-15,1 0 0 0,-3 0-1 16,-3 0 0 0,-5 0 2-16,-1 0-2 15,0 0-1-15,7 0 0 0,2 11-1 16,3 3 2 0,0 5-2-16,0 5 2 0,1 5-5 15,-3 0 3-15,5 1 0 16,4-1 1-16,-1-5-1 15,1-2 2-15,3-1-1 16,-1 2 1-16,-3 3 0 16,-2 3 0-16,6-4-1 15,8-1 0-15,7-2 0 16,14 2 1-16,5 5-3 16,2 6 3-16,2 6 0 15,-1 5 0-15,-2 9 1 16,4 2-1-16,0 2 1 15,1-2 2-15,2-4 1 16,0-4-4-16,12-5 2 16,12-1 6-16,13-4-3 0,13 0 2 15,11-3 4-15,12 0-2 16,3-4 1-16,12 2 7 16,6-6-12-16,0-1 6 15,12-5-8-15,10-6 0 16,14-6 4-16,12-4-5 0,16-6-2 15,5 0-1 1,8 0 0-16,5-3 1 16,6-6 1-16,8 2 0 0,7 0-1 15,10 1 0 1,0 0-3-16,-4 6 3 0,2-2 1 16,2 2 0-1,2 0 3-15,6 0-4 16,4-4-3-16,-1-2 3 0,3 0 1 15,1 4 1-15,3-2-2 16,6 3 0-16,-2 1-3 16,-1 0 3-16,-1 0 1 15,0 0 0-15,2 0 1 16,0 0-2-16,-5 0-3 16,-2-2 3-16,-5-1 1 15,1 0 2-15,-3 0-3 16,-5 1-4-16,-5-1 4 15,-2-5 0-15,-1 0 0 16,0-8 2-16,2-5-2 16,-2-5-4-16,-5-13 4 0,-9-4 0 15,-6-8 1 1,-9-7 0-16,-12-3 1 0,-10-3-2 16,-26-2-1-16,-17-7 1 15,-24-7 1-15,-24-5 1 16,-23-9 0-16,-21-10 1 15,-16-6 5-15,-22 2 16 16,-30 5 13-16,-18 13 13 16,-12 15 0-16,-4 13 10 15,1 18-33-15,1 18-27 16,-1 19-2-16,-3 7-112 0,-3 23-216 16,-4 6-535-1</inkml:trace>
  <inkml:trace contextRef="#ctx0" brushRef="#br0" timeOffset="5425.76">25400 8328 942 0,'0'0'37'0,"0"0"-29"0,-42-72 90 16,35 54 26-16,2 4 5 15,4 3-40-15,-1 5-21 16,1 3-16-16,1 3 11 16,-2 0-18-16,2 0-21 15,0 0-22-15,0 6-2 16,0 21-1-16,0 15 1 15,9 12 64-15,4 6-7 16,1 1-2-16,0-5-13 16,2 1-1-16,2-5-12 0,-2-4-12 15,3-8 11-15,-2-9-24 16,1-9-4-16,-5-8 0 16,1-6-1-16,-7-6-6 15,-4-2-42-15,-1 0-50 16,-2-3-85-16,-6-22-111 0,-26-7-547 15</inkml:trace>
  <inkml:trace contextRef="#ctx0" brushRef="#br0" timeOffset="5597.03">25134 8728 1453 0,'0'0'0'0,"0"0"-42"16,0 0 42-16,112-102 106 15,-71 69-66-15,-1 3-34 16,-5 5-6-16,-9 5 0 16,-2 3-132-16,-3 4-179 15,-6 1-239-15</inkml:trace>
  <inkml:trace contextRef="#ctx0" brushRef="#br0" timeOffset="5916.75">25553 8506 203 0,'0'0'834'0,"0"0"-832"16,121-62 11-16,-73 49 155 15,-2 10-31-15,-8 3-74 16,-5 11-25-16,-10 12-16 16,-11 8-2-16,-9 4 5 15,-3 5 6-15,-13-2-6 16,-14-4 3-16,-1-11-7 15,2-7 4-15,8-12 3 16,-1-4 0-16,1-5 15 16,3-20-25-16,5-10-4 15,4-7-6-15,6 0-2 16,0 1-6-16,10 5 0 0,2 5-3 16,4 6-18-16,-3 6-85 15,0 5-43 1,3 2-98-16,-4 5-105 15,3-4-259-15</inkml:trace>
  <inkml:trace contextRef="#ctx0" brushRef="#br0" timeOffset="6112.91">25962 8286 990 0,'0'0'58'16,"0"0"62"-16,0 0 90 15,99 71-105-15,-78-47 22 16,-6-1-46-16,-4 4 0 15,-5-3-61-15,-4-3-14 16,-2-3-6-16,0-2-4 16,-5-2-90-16,-11-2-89 0,-2-11-62 15,-6-1-134 1</inkml:trace>
  <inkml:trace contextRef="#ctx0" brushRef="#br0" timeOffset="6222.88">25926 8257 1056 0,'0'0'3'0,"0"0"-3"16,0 0-65-16,0 0-78 16,0 0 59-16,0 0-175 0,88-67-218 15</inkml:trace>
  <inkml:trace contextRef="#ctx0" brushRef="#br0" timeOffset="6511.75">26170 8285 573 0,'0'0'117'0,"0"0"-6"16,0 0 60-16,0 0-54 15,0 0-3-15,84-63 3 16,-64 54 1-16,-1 9-21 16,0 0-67-16,-3 12-3 15,-1 6 14-15,-2 2-3 16,-4-4-28-16,-4-8-10 16,-1-3 1-16,-2-5-1 0,-1 0 0 15,5-7 3 1,1-13-3-16,6-2-7 15,0 3 1-15,-1 8 5 16,1 11-2-16,2 0-12 0,3 11 10 16,2 6 3-16,2 1 2 15,0-5 0-15,1-6-2 16,2-7-73-16,-1-10-100 16,0-24-73-16,-8-13-235 15</inkml:trace>
  <inkml:trace contextRef="#ctx0" brushRef="#br0" timeOffset="6810.01">26716 7753 1186 0,'0'0'173'0,"0"0"-131"15,0 0 65-15,0 0 43 16,54 101 12-16,-34-40-115 16,1-2-4-16,3-2 4 15,8-6-41-15,-1-8-4 0,0-10-1 16,-5-9-1-16,-10-12-6 15,-7-7-30-15,-8-5-17 16,-1 0-12-16,-9 0 34 16,-19-3-82-16,-9 1 45 15,-5 2 59-15,5 6 9 16,7 10 30-16,12 1 46 16,8 3-8-16,7-3-29 15,3 0-29-15,6-4-2 16,22-7-8-16,15-6-5 15,9 0-135-15,8-10-119 16,-2-10-240-16</inkml:trace>
  <inkml:trace contextRef="#ctx0" brushRef="#br0" timeOffset="7025.86">27393 8213 433 0,'0'0'1130'15,"0"0"-1130"-15,0 0 0 16,112-78 116-16,-51 44 7 0,11 5-68 16,10 3-28-1,1 4-8-15,2-1-14 0,-7 6-5 16,-8 5-9-16,-9 7-95 16,-8 4-107-1,-16-2-98-15,-13-2-249 0</inkml:trace>
  <inkml:trace contextRef="#ctx0" brushRef="#br0" timeOffset="7247.1">28117 7800 1303 0,'0'0'80'0,"0"0"-73"16,128-23 90-16,-68 23 37 15,4 5 5-15,-3 20-48 16,-7 8-43-16,-17 8-31 15,-15 6-12-15,-19 3-2 0,-3 3 12 16,-23 0-15 0,-9-2 0-16,2-5-20 0,7-8-44 15,11-12-99-15,9-15-41 16,3-11-116-16,0-7-210 16</inkml:trace>
  <inkml:trace contextRef="#ctx0" brushRef="#br0" timeOffset="7775.68">29646 7513 617 0,'0'0'137'78,"0"0"-128"-78,0 0 167 0,0 0-17 0,0 0-16 16,0 0-2-16,-12-17-26 0,12 17-52 0,-1 0-32 0,-5 11-14 0,-5 13-7 0,-8 10 81 0,-8 9-30 0,-6 5-42 0,-4 3 21 15,-1 2 12-15,0 1-30 16,8-7-11-16,9-2 9 15,8-7-2-15,10-7-17 16,3-5 5-16,0-2-5 16,14-7 0-16,15-5-1 15,11-6 0-15,12-6-8 16,9 0-41-16,13-7-48 16,14-14-116-16,10-8-45 15,14-8-114-15,5-9-204 16</inkml:trace>
  <inkml:trace contextRef="#ctx0" brushRef="#br0" timeOffset="8139.86">31984 7284 1377 0,'0'0'0'0,"0"0"-81"0,0 0 81 16,0 0 57-16,0 0-6 16,87 1 44-16,-34 0-70 15,7 1-15-15,1 2 1 16,-4 7 2-16,-8 8 17 15,-4 11 32-15,-8 12-10 16,-10 16 19-16,-12 12 5 16,-15 8-30-16,-6 3-26 15,-33-7-14-15,-13-7-6 16,-12-11-13-16,-7-8-48 16,-2-13-84-16,-7-15-118 15,-11-20-143-15</inkml:trace>
  <inkml:trace contextRef="#ctx0" brushRef="#br0" timeOffset="8765.6">29231 5178 1042 0,'0'0'28'0,"0"0"-28"0,0 0 0 0,0 0 25 0,0 0 76 0,-61 94 12 16,27-48-30-16,-2 2-26 15,1 3-2-15,0 4-10 16,3 1-19-16,2 2 20 16,4 0-29-16,5-3-2 15,10-7-14-15,11-7 2 16,0-4 8-16,27-5-2 15,15-3 30-15,12-1-8 16,8-7-17-16,10-4 2 16,8-9-1-16,8-5-12 0,8-3 1 15,4-2-4 1,2-12-29-16,3-10-120 0,-3-5-147 16,-5-8-272-16</inkml:trace>
  <inkml:trace contextRef="#ctx0" brushRef="#br0" timeOffset="9097.49">31248 5178 1173 0,'0'0'0'0,"0"0"-28"15,0 0 28-15,0 0 53 0,122-22 22 16,-54 22-19 0,8 0-3-16,3 4-13 15,-1 16-8-15,-4 9 2 16,-11 11 34-16,-8 12-3 15,-21 10 19-15,-22 7-33 0,-12 8 2 16,-48 9-23 0,-32 5-17-16,-33 5-13 15,-31 0-80-15,-29-22-358 0</inkml:trace>
  <inkml:trace contextRef="#ctx0" brushRef="#br0" timeOffset="82265.39">7980 10669 709 0,'0'0'122'0,"0"0"-119"16,0 0-2-16,0 0 46 15,0 0 33-15,-97-70-10 0,76 57 13 16,-7 1-43 0,-5-3-27-16,-7 5 8 15,-8-1-13-15,-3 4 3 0,-7 2 1 16,0 1 0-16,-6 1-9 16,-8 2-1-16,-7 0 6 15,-1 1-6-15,-7 0 5 16,-6 0 1-16,-8 0 3 15,-2 7 2-15,-2 4 2 16,3 3 4-16,6-1-11 16,4 3 0-16,-1-1 3 15,2 2-10-15,-1-1 0 16,1-1 2-16,1-3-3 16,9-2 5-16,4 1-1 15,5-2 0-15,5 5-3 16,-4 2 1-16,2 3-2 15,2 5 0-15,-2-1 0 16,6 4-1-16,-5-1-1 16,1 4 0-16,4-7 2 0,7-3-1 15,9-7 2 1,10-5 1-16,4-4-2 0,3-2 0 16,0-2 0-16,-1 0 1 15,-6 0-1-15,3 0 0 16,-5 0 0-16,0-2 0 15,1-3 1-15,0 0-1 16,2 1 0-16,3 0 1 0,2-1-1 16,-2 3 2-1,0-2-2-15,-1 4 0 0,-2 0 0 16,0 0 0 0,-4 0 1-16,1 0 7 0,-1 0-6 15,1 0-1-15,8 5 7 16,7-2 7-16,0 0-6 15,5 0-4 1,2 0 1-16,-1 1-5 0,5-1 2 16,-2 4-2-16,3 0-1 15,-1 4-1-15,1 1-1 16,1 4 2-16,1 1 0 16,7 2-1-16,0 0 1 15,1 2 0-15,2 3 4 16,0 3-1-16,0 0 0 0,0 1 2 0,0 1 3 31,6-1-5-31,2 0 0 16,4-4 1-16,1 0 6 15,2-2-2-15,9-2-2 16,3 0 7-16,8 0-7 0,7-2 4 0,9-3-4 16,0 1-1-1,7-3-5-15,3 0 0 0,-3-2-2 16,-1-1 2-1,1 0 2-15,0-4-2 0,-2 4 0 16,-4-1 0 0,-2-1 0-16,0-3 0 15,-1-3 0-15,6-2 0 16,0 0 3-16,-1 0-2 16,0 0-1-16,-4 0 0 15,-2 0 1-15,0 0-1 0,0 0 1 16,1 0-1-16,6 0 1 15,2 0 0-15,0-1-1 16,-1 0 0-16,-2-2-2 16,-2 1 1-16,2-2-1 15,0-2-1-15,5-1 3 16,1 0 1-16,1 1-1 16,-4 5 0-16,-4-1-1 15,-3 2 1-15,2 0 0 16,0 0 1-16,1 0 0 15,-1 0-1-15,-2 0 0 16,-2 0 0-16,0 0 1 16,-3 0 0-16,-1 0-1 0,1 0 0 15,0 0 1 1,0 0 0-16,-2 0-2 0,2 2 3 16,-3-1-4-16,-5 2 2 15,6-3 0-15,-6 0-1 16,-1 5 1-16,0 0-1 15,-3 4-1-15,2-1-1 16,-2-1 1-16,2 0 2 16,2-1 1-16,2-3-1 15,2-1 1-15,1-2 1 16,2 0-2-16,-1 0 1 0,2 0-1 16,-2 0 0-16,-3 0 1 15,-1 0-1-15,-3 0 0 16,-2 1 0-16,3 3 1 15,1 0-1-15,-4-1 0 16,3-1 1-16,-2 3-1 16,-4-2 1-16,2 1-1 15,-2-2 0-15,5-1 0 16,1 0 1-16,-1-1-1 16,6 0 2-16,1 0-2 15,-4 0-2-15,0 0 1 16,-5 0 1-16,-1-4 0 0,-2-3-2 15,-1-1 2 1,0-3 0-16,-3 0 0 0,1-1 0 16,0-4 1-16,-2 0-1 15,-1 1 0-15,-1-1 0 16,-5 2 0-16,-1-1 1 0,-3 1 1 16,0-2-2-1,-1 0 1-15,-4-1 0 0,0-1 1 16,-2-3-1-1,-2-1-1-15,-3-3 0 0,-3-5 1 16,0-3-1 0,0-3 0-16,0-3-2 15,-11 0 2-15,-1-3 0 16,-7-2 0-16,-2-3 0 16,-3 0 0-16,-7-4 0 15,-3 0 2-15,-4 2-2 0,-5 8 0 16,-6 5 4-16,-8 9-3 15,-4 7 3-15,-11 3 0 16,-1 6 0-16,2 4-2 16,5 7-2-16,8 0-2 15,5 14-5-15,1 15-81 16,2 4-125-16,2 4-173 16</inkml:trace>
  <inkml:trace contextRef="#ctx0" brushRef="#br0" timeOffset="85295.62">22365 10037 413 0,'0'0'642'0,"0"0"-642"16,-39-105-36-16,25 65 36 15,0-1 7-15,-1 2 55 16,2 6-3-16,2 5-36 0,0 6 10 16,3 8 50-1,2 6-34-15,1 4 23 0,4 2 18 16,-1 2-47-1,2 0-25-15,0 0-12 0,0 0-6 16,0 18-8 0,0 18 8-16,0 15 30 0,9 12-7 15,1 5-11 1,1 4 36-16,3 4-21 0,-1 1 1 16,2 3-1-1,1 3 9-15,-2 3-28 0,4 2 4 16,-2 0 8-16,2-1-7 15,0-4 7-15,0 2-4 16,-1-7-6-16,0 1 7 16,1-5-4-16,-4-7-3 15,2 1-4-15,-3-1-4 16,-2-3 0-16,1 0 0 16,-3-5 4-16,-2-3-4 15,-1-2 0-15,3-1 0 0,-3 0-2 16,2 1 2-1,-1-3-1-15,2-5 2 0,-2-1 1 16,0-1 1 0,-3 2-1-16,1 2 5 0,-1 2-4 15,0-2-3-15,1 0 2 16,-1-3 7-16,1-2-6 16,2-2 2-16,2 2-4 15,-3-2 0-15,2-1 0 16,-4-3-2-16,1-1 1 0,2-5-1 15,-1-5-1 1,0-3 0-16,0-3 0 16,2-1 1-16,0 0-1 0,1 0 0 15,-1 2 1-15,-2-3-1 16,0 0 0-16,-5-5 0 16,1-3 0-16,-2-4 0 15,0-5 0-15,0-1 0 16,0 0 1-16,0 0-1 15,0 0-1-15,0 0 1 16,0 0-1-16,0 1 1 16,0-1 0-16,0 2-1 15,0 0 0-15,0-2-3 0,0 0-6 16,0 0-2 0,1 0-3-16,7 0-9 0,2 0 13 15,9-8 11 1,7-3 0-16,5-6 6 15,11-3-5-15,10-5 1 16,9-6 0-16,14-1-2 0,5-3 5 16,5 0-5-1,-4 5-5-15,-5 3 3 0,-6 5 2 16,-4 4-3-16,-2 5 1 16,-1-3 0-16,1 1 0 15,7-5-2-15,4-4 1 16,9-4 2-16,7-7 1 15,6-3 1-15,10-6 0 16,4 0 3-16,0 2-3 16,-5 0-1-16,-7 3-2 15,-4 4 1-15,2-1-3 16,-1 1 4-16,-1-5-1 0,2-2 1 16,2-2 0-1,-1-4 2-15,3 0-1 0,-2-2 2 16,0 3-1-1,-5 3-2-15,-10 7-1 0,-7 4 0 16,-7 1-6-16,-9 6 3 16,-9 2 4-16,-7 6-2 15,-9 3-2-15,-11 4 3 16,-8 5 0-16,-7 4-19 16,-6-1 16-16,-2 2-17 15,-2-3-51-15,0-2-63 16,-26 3-106-16,-15 2-123 15,-26 1-207-15</inkml:trace>
  <inkml:trace contextRef="#ctx0" brushRef="#br0" timeOffset="86738.85">22773 12684 532 0,'0'0'23'0,"0"0"11"16,0 0-34-16,0 0 122 16,0 0 18-16,0 0-35 15,0-18-44-15,0 18 2 16,0 0 6-16,0 0-10 15,0 0 4-15,0 0-14 16,0 0-1-16,0 0 13 16,-2 0-5-16,-8 6-27 15,-1 0-1-15,1 0 7 16,4-3-16-16,3 0 14 0,3-3 3 16,0 0-15-16,0 0-2 15,0-3 1-15,0-18-8 16,4-8-12-16,10-5 0 15,-1-5 2-15,-1 2 0 16,0-3-1-16,-4 1-1 16,-4-1 2-16,1-6 1 15,2-4-2-15,0-4 1 0,4-5 8 16,2-5-9-16,1-5 2 16,3-4-1-1,2-4 0-15,1-5-1 0,1-6 0 16,0-4 1-16,1-4-1 15,4 2-1 1,2 1-2-16,2-2 0 0,0 1 2 16,-4 2 0-16,0 1-2 15,-3-3-5-15,-1 5 2 16,0 5 0-16,-2 5 4 16,-1 4-1-16,-4 4 2 15,-2 7 1-15,-1 3-1 16,-3 7 0-16,2 1 1 15,-1 2 2-15,1 1-3 16,2 5 0-16,-1 1 2 0,0 5-1 16,-2 2 6-1,1 3-7-15,-1 3 0 0,1 1 3 16,-4 3-1-16,2 2-1 0,-2 1 1 16,-1 1 0-1,2 2-1-15,-2 1 0 0,0 1 0 16,-2 3 2-1,-2 2 8-15,-2 2 14 0,0 2-5 16,0 1 13 0,0 1-11-16,0 1-9 0,0 2-6 15,0-5 5-15,0 3-9 16,0 0 0-16,0-1-2 16,0 1 0-16,0 1 1 15,0 2 3-15,0 1-2 16,0 2-1-16,0-1 6 15,0 2-3-15,0 0-2 16,0-2-3-16,0 0-2 16,-2-2-46-16,-1 3-80 0,-4 1-79 15,-2 0-102 1,-3 1-125-16</inkml:trace>
  <inkml:trace contextRef="#ctx0" brushRef="#br0" timeOffset="87184.62">23114 9700 1119 0,'0'0'43'0,"0"0"-41"0,0 0 113 16,0 0 20-16,0 0-77 0,0 0-37 16,-6 0 9-1,15-1 1-15,6-16-7 0,7-2-6 16,7-7 0 0,2-7 9-16,2-3-18 0,0-3-1 15,-3-1 0 1,-1 2 1-16,-5 5-7 0,-6 5 1 15,0 6 5 1,-4 5 6-16,5 2-7 0,2 3 6 16,1 7 14-16,5 5 6 15,0 0-2-15,3 24 12 16,0 15 9-16,-4 14-22 16,-6 13 14-16,-5 7-34 0,-9 7-10 15,-5 9-7 1,-1-1-170-16,0-4-316 15</inkml:trace>
  <inkml:trace contextRef="#ctx0" brushRef="#br0" timeOffset="89861.28">22774 12635 3 0,'0'0'556'15,"0"0"-536"-15,0 0-12 16,0 0 84-16,0 0-16 16,0 0-48-16,0 0-6 15,-3 4 3-15,3-4-7 16,0 0 6-16,0 0 22 15,0 0 3-15,0 0-14 16,0 0 0-16,0 0 8 16,0 0-3-16,0 0-2 0,0 0-9 0,0 0-6 15,0 0-6 1,0 0-4 0,0 0 2-16,0 0 0 0,0-2-8 15,0-2-4-15,0 0 16 16,0-2-11-16,0 1-6 15,0-2-1-15,0 2 0 16,0-1 2-16,3-3-2 16,1 1 0-16,-1-3 0 0,0 3-1 15,0-3 1-15,2-1-1 0,-2 2 0 32,0-2 0-32,0 1 0 15,0 0 2-15,0-3-1 16,0-1 0-16,0 0 3 0,0-4-4 15,1 1 6-15,2-2 1 16,-1-1-6-16,2 3 0 16,-2 1 5-16,-2-1-5 15,1 2-1-15,-1-3 1 16,0 0-1-16,2-2 0 16,-1 2 0-16,0 3 0 15,1 0 2-15,-2 1 19 16,0-1-11-16,3-2-8 15,-1 2 3-15,1-3-5 16,1 3 2-16,-3-2-2 16,-1 4 0-16,2-3 1 0,-2 1 0 15,0 0 0-15,0 1 0 0,2-1 1 16,-1 1 1 0,0 1 5-16,1-4-8 15,1 2-1-15,3-4 0 16,-1-1-1-16,0 1 0 15,0 3 2-15,-2 0 0 16,1 0-1-16,-1-1-1 16,-2 1 2-16,1 1 0 0,-1-3 0 15,1 1 0 1,-1-2-1-16,1-2 1 0,1 5 0 16,-2-3 0-16,1 3-4 15,-1 0 2 1,3-2 1-16,-1 2 1 0,0 1 0 15,-1-1 0-15,0 0-1 16,1-2 1-16,2-1 0 16,0-4 0-16,4-2 1 15,0-1-1-15,0-1 0 16,-1 3 0-16,-3 0-2 16,-1 3 2-16,0 0 0 0,-3 4 0 15,2-1 1 1,0 0-1-16,1-1 0 15,2 1 3-15,3-1 1 16,-1 0-3-16,1 0 2 16,1 0-3-16,-4 1 1 0,-1-1 3 15,0 0-4-15,-2 1 1 16,-1-1-1-16,1 2 7 0,0-4 0 0,1-3-1 31,1-2 1-31,-1-3-4 16,2 3-1-16,1 2-1 15,-1 4 1-15,-1-1 0 16,1 3-1-16,-3 0-1 16,-2-1 0-16,2-2 2 15,0 0-1-15,0-3-1 16,6-7 5-16,0-2-2 0,1-2-2 16,1-3-1-1,1 6 1-15,-3 2-1 0,-2 2 0 16,2 5 1-16,-4 1 3 15,-1 0 1-15,-1-2 9 16,3 0 2-16,-5-1-7 16,2-3-4-16,4 0-2 15,1-4-3-15,1 1 0 16,5 0 0-16,-4 3 0 16,-1 1 0-16,1 3 0 15,0-1 1-15,3 1-1 16,-3 2 1-16,2-2-1 15,-1 4 1-15,0-3-1 0,0 0 1 16,1-2-1 0,-2 2 1-16,-1 4-2 0,0 1 2 15,-6 2-1-15,0 3 0 16,-1-2 1-16,-1 1-1 16,0 1 3-16,1 1-3 0,-2-1 1 15,3 0-1 1,2 0 0-16,0-1 0 0,0 1 1 15,-2 3 0 1,0 0 2-16,-3 1 15 0,-2 3 16 16,2 1-4-16,0-1-6 15,0-3-7-15,3-1-5 16,0 0-6 0,2-2-5-16,0 2 1 0,-2-2 5 15,0 2 0-15,-1 3 2 16,-2-1 1-16,-1 4 6 15,-1 2-5-15,-1 2-2 16,0-2-9-16,0 2 0 16,0-3-94-16,0 2-145 15,-7 2-194-15</inkml:trace>
  <inkml:trace contextRef="#ctx0" brushRef="#br0" timeOffset="90099.66">23796 9451 1031 0,'0'0'84'0,"0"-80"-79"0,21 40 50 0,9 6 139 16,4 9-40-1,3 8-63-15,-4 9-11 16,-3 8-30-16,-7 0-15 15,-4 18-35-15,-6 10 0 0,-5 10-2 16,-8 9-25 0,0 7-171-16,-9 2-101 0,-14 2-255 15</inkml:trace>
  <inkml:trace contextRef="#ctx0" brushRef="#br0" timeOffset="90845.36">23189 10899 630 0,'0'0'0'0,"0"0"0"0,0 0 42 15,0 0 35 1,0 0 5-16,0 0 45 0,-41 0-32 15,36 0-19 1,2 0 17-16,0 0-2 16,0 0-36-16,0 0-11 0,0 0 13 15,1-8-14-15,2-2-24 16,0-4-6-16,0-2 9 0,17-1-11 16,5 1 21-1,8 1 17-15,1 5 4 0,1 0 2 16,-3 8-15-1,-3 2-30-15,-3 0-10 0,-3 3-2 16,-1 9-7 0,-4 2-82-16,-1 0-108 0,-7-4-124 15,-5-2-214-15</inkml:trace>
  <inkml:trace contextRef="#ctx0" brushRef="#br0" timeOffset="91532.28">23164 8375 587 0,'0'0'51'0,"0"0"23"0,0 0 68 16,0 0-56-16,0 0 2 15,0 0 9-15,0-40-34 16,0 33 53-16,0 4 13 16,0 2-45-16,0 1-12 15,0 0-21-15,0 0-28 16,3 17-21-16,17 10 31 0,7 6 35 15,-3 5-35 1,0 2-19-16,1 1 1 0,-2 0-4 16,-3-3-7-16,-1-3-2 15,-6-6-2-15,-4-4-3 16,-3-6-1-16,-5-4-58 16,2-7-86-16,-3-6-2 15,0-2-3-15,0-14 10 0,-3-22-264 16</inkml:trace>
  <inkml:trace contextRef="#ctx0" brushRef="#br0" timeOffset="91881.47">23368 8186 1098 0,'0'0'161'0,"0"0"-160"0,0 0 23 15,0 0 141-15,0 0-100 16,0 0-62-16,-10 80 22 15,-6-27 7-15,0-3-11 16,3-7 7-16,2-8 6 16,2-8-19-16,5-8-5 15,1-8-8-15,3-5-2 16,0-2-2-16,4-2 2 16,16 0 4-16,6-2 10 15,7 0 22-15,3 0-2 16,0 0 7-16,-5 0-27 15,-4 0-7-15,-8 0-7 0,-5 0-1 0,-3 0-3 32,-4 0-44-32,-3 0-92 0,-1 0-24 15,-1-15-14-15,1-7-72 0,-3-10-211 32</inkml:trace>
  <inkml:trace contextRef="#ctx0" brushRef="#br0" timeOffset="92056.68">23625 8266 1180 0,'0'0'52'0,"0"0"-49"0,0 0 139 16,0 0-29-16,0 0-16 15,0 0-44-15,52 69-34 16,-43-55-13 0,-2-1-6-16,-4 0 0 15,1-3-33-15,-4-1-127 16,0-4-150-16,-4-5-271 0</inkml:trace>
  <inkml:trace contextRef="#ctx0" brushRef="#br0" timeOffset="92136.35">23526 8111 1157 0,'0'0'0'0,"0"0"-249"15,0 0 60-15</inkml:trace>
  <inkml:trace contextRef="#ctx0" brushRef="#br0" timeOffset="92775.17">23705 8200 899 0,'0'0'64'15,"0"0"-56"-15,23-89 167 16,-12 72-15-16,-2 4-79 15,-1 7-18-15,-1 5-36 16,1 1 9-16,1 0-5 16,0 6-14-16,-1 4-4 15,-2 0-5-15,-3-3-5 16,-1-3 1-16,-2-4-3 16,0 0-1-16,0 0 3 0,2 0 16 15,-1-12 13-15,4-5-32 16,-1 3 0-16,3 0-2 15,-1 7 2-15,2 1 3 16,2-3 7-16,7 3 0 16,0-1 0-16,-3 1-10 0,-3 0-6 15,-1 0 6 1,-4 0-2-16,1-7 2 16,-4 0 0-16,-3 0-6 15,0 0-14-15,0 5 18 16,0-1-1-16,-6 3 3 15,3 2 6-15,2 1-4 0,1 3 3 16,0 0-5 0,20 3-16-16,12 16 16 0,8 10 22 15,2 8-3-15,-2 9-16 16,-8 6 4-16,-8 0-1 16,-7 1-2-16,-7-7 3 15,-7-10 1-15,-3-10 9 16,0-12-8-16,-5-11 4 0,-10-3 6 15,-6-7 15 1,-3-23-6-16,-1-12-19 0,2-8 8 16,1-6-16-16,6-4 0 15,5-2-2-15,5 3-4 16,5 2-9 0,1 14-28-16,0 18-82 15,0 18-10-15,9 7-142 0,-2 25-266 16</inkml:trace>
  <inkml:trace contextRef="#ctx0" brushRef="#br0" timeOffset="93811.34">24362 9171 1067 0,'0'0'20'0,"0"0"11"0,0 0 121 15,0 0 12-15,0 0-57 16,0 0-57-16,0-10 4 16,0 10-5-16,-2 0-31 0,-1 13-13 15,0 6-2 1,0 9 17-16,1 5-5 15,2 1-4-15,0 2 4 16,3 0-2-16,11-6-7 16,4-5 1-16,0-10 0 15,1-5-2-15,0-7 5 0,0-3-7 16,1 0 1 0,1-15 4-16,-1-13-6 15,-1-1 4-15,-7-8-6 0,-6 0 2 16,-4 1-2-16,-2-1-3 15,-5-1-6 1,-13 1-3-16,-6 7-4 0,-3 7 6 16,2 9 8-16,-3 10 4 15,-2 4 0-15,0 0-1 16,6 8 0-16,5 3-1 16,10 2-3-16,6-1-1 15,3 3-2-15,0-1 5 16,18-2 1-16,9 0-4 15,7-1 4-15,2 0 0 16,4 2 4-16,-3 2-4 16,-6 5 8-16,-4 4 11 0,-9 6-6 15,-4 0 9-15,-7 4-3 16,-7-4-10-16,0-4-2 16,0-1-7-16,0-9 2 15,-4-4-2-15,-2-3-6 16,1-8-37-16,2-1-62 15,0-1-84-15,2-23-101 16,-1-18-238-16</inkml:trace>
  <inkml:trace contextRef="#ctx0" brushRef="#br0" timeOffset="94273.49">24645 9001 1405 0,'0'0'62'0,"0"0"-43"15,0 0 20-15,13 99 119 16,-5-73-44-16,4-1-83 16,6-7-22-16,2-5-1 15,2-4-3-15,0-7-5 16,0-2-2-16,-2 0-3 16,-4-5-61-16,-5-9-23 15,-7-3 33-15,-4 5 30 16,0 1 24-16,0 5 2 15,-1 3 25-15,-1 2 51 16,2 1-20-16,0 0-27 16,0 0-15-16,0 0-10 0,0 0-4 15,0 0-10-15,10 0 8 16,4-3 1-16,4 0 2 16,0-5 1-16,1 4 0 0,1-1-1 15,-1 4 3 1,2 1 4-16,1 0 17 0,4 0 7 15,0 0 10 1,0 3-5-16,-4-2-32 0,-8 1-2 16,-3-2-3-16,-6 2-28 15,-5-2-54-15,0 5-108 16,-2 6-43-16,-22 3-79 16,-10 9-437-1</inkml:trace>
  <inkml:trace contextRef="#ctx0" brushRef="#br0" timeOffset="94416.43">24655 9680 236 0,'0'0'1320'0,"83"-1"-1320"0,-12-25-36 0,13-14 32 15,1-10-145-15,-5-6-622 16</inkml:trace>
  <inkml:trace contextRef="#ctx0" brushRef="#br0" timeOffset="99045.17">22513 5726 711 0,'0'0'82'15,"0"0"-46"-15,0 0 13 16,0 0 36-16,0 0 39 16,0 0-30-16,0 0-28 0,0 0-21 15,-14-45 2 1,1 45-29-16,-8 0-18 0,-6 0-3 16,-8 11 2-16,-3 0 0 15,2 1 0-15,4-1 1 16,0-1 1-16,4-4-1 0,4 0 3 15,5 2-2 1,2-1 1-16,7 0-1 16,0 1 5-16,4 3-1 15,6 4 7-15,0 9 4 16,0 7-5-16,0 10 26 16,3 6 15-16,5 2-12 15,3 2-22-15,-2 2 1 0,-1 6 11 16,2 4-5-16,-1 12-13 15,-2 6 20-15,3 1-1 16,-1 4 11-16,2-4-30 16,1-3-4-16,1-6 11 15,0-4 4-15,1-5-8 16,0-2 12-16,0-1-12 16,4 0-8-16,-3-7 1 15,3-2 6-15,0-8-5 16,-2-6-1-16,-2-2-6 15,1-7-1-15,-5-1 0 16,-1-6 0-16,1-1 0 16,-2-1-1-16,-3-5 3 15,-1-1-2-15,1-4-1 0,-2-2 1 16,1-2-2-16,-3-1-1 16,1-3-3-16,-1-2-18 15,2 0-24-15,5-4-46 16,4-23-61-16,6-21-87 15,-3-22-89-15</inkml:trace>
  <inkml:trace contextRef="#ctx0" brushRef="#br0" timeOffset="99680.39">22623 5697 653 0,'0'0'489'0,"0"0"-489"0,0 0-81 15,93-56 81-15,-69 46 4 16,-2 7 38-16,-3 3 1 15,3 0-16-15,-2 12 1 16,3 4 3-16,-5-1-6 16,-2 3-14-16,-2 0 5 0,-1 1-6 15,-3 1 8-15,1 0-12 0,1 3 5 16,-3 4 2 0,0 2-1-16,1 4 3 0,2 4 3 15,0 4-7 1,0 9 35-16,1-3-13 0,2 4 13 15,-1 0-19 1,3 1-20-16,0 5 23 0,2 5-21 16,4 4-6-16,-4 2 8 15,-1 0 27-15,0-8-32 16,-5-5-2-16,1-6 22 16,2-7-22-16,-4-3 1 15,1-3 3-15,-2-6 10 16,-2 1-4-16,0-5 2 15,-3 0 13-15,-2-4-18 16,-1 1-10-16,-1 1 0 16,-2-4 1-16,0-3-2 15,0-4 0-15,0-4-1 16,0 0-1-16,0-3 2 16,-5 0-9-16,1-2-3 0,-5-1-28 15,-3-2-28 1,-3-1-33-16,-3 0-26 0,-3-16-76 15,2-19-118 1,-2-16-453-16</inkml:trace>
  <inkml:trace contextRef="#ctx0" brushRef="#br0" timeOffset="100316.61">23935 5266 905 0,'0'0'1'0,"0"0"-1"0,0 0 0 16,0 0 0-16,0 0 87 16,-90-10-15-16,68 10-23 15,-4 1-15-15,4 5 14 16,-2 1 2-16,3 2-1 16,-1-2-21-16,3-1 1 15,5 0-2-15,4 0-8 16,2 1-11-16,1 8-5 15,1 4 3-15,1 8 4 0,1 5 12 16,4 8-7 0,0 5 46-16,0 2-15 15,0 9 6-15,7 0-24 16,4 2 35-16,1 3-30 0,3 3-14 16,-2 8-11-16,3 6-3 15,0 7 5-15,-2 2 8 16,-2-4-1-16,2-1-5 15,-2-8-9-15,1-6 13 16,3-12-1-16,4-6-5 16,-1-9-1-16,1-6 0 15,-1-7-1-15,-1-6-6 0,1-1-2 16,-4-6 1 0,3-2 0-16,-4-7-1 15,0-3-1-15,-1-3-28 0,0 0-44 16,-1-18-38-16,3-13-46 15,1-16-122-15,-5-13-117 16</inkml:trace>
  <inkml:trace contextRef="#ctx0" brushRef="#br0" timeOffset="100831.49">24078 5266 758 0,'0'0'2'0,"0"0"0"0,70-76-2 16,-51 58 60-1,-5 6 71-15,-2 6-62 0,-6 6-43 16,-2 0-9 0,-1 0 22-16,2 16 29 0,-1 5-32 15,5 8 14 1,-1 5 7-16,1 4 8 0,1 4-49 16,3 2 12-1,3 2-12-15,3 6-2 0,3 3 0 16,6 3 6-1,4 3 12-15,1-4-18 0,2 4 7 16,0 7 8-16,-1 5-8 16,-1 4 13-16,-2 4-12 15,-2-1-3-15,-6 1 20 16,-7-3-30-16,-8 0 5 16,-6-3-4-16,-2-11 8 15,-6-8 4-15,-14-10-7 16,-5-11 7-16,-2-9-15 15,-2-7-4-15,-6-3-3 16,-5-2-7-16,-8-2-126 16,-7-6-140-16,-5-6-194 0</inkml:trace>
  <inkml:trace contextRef="#ctx0" brushRef="#br0" timeOffset="101805.21">22494 6034 422 0,'0'0'233'15,"0"0"-188"-15,0 0 40 0,0 0 36 16,0 0-37 0,0 0-42-16,-11-17-22 0,23 11-18 15,12-5 2-15,6-5 22 16,7-4 7-16,8-5 0 16,4-3-18-16,9-2-3 15,7-1 24-15,3 0 9 16,2 3-20-16,2 1-10 0,2-1-6 15,3 5 5 1,-3-2-6-16,-4-2-8 0,-1 2 3 16,-2 2 0-1,-1 2 1-15,-7 2 20 0,-8 6-8 16,-15 4 0 0,-14 5-8-16,-10 1-7 0,-9 3-1 15,-3 0-3-15,0 0-1 16,0 0-46-16,-13 15-128 15,-16 5 10-15,-8 8-251 16</inkml:trace>
  <inkml:trace contextRef="#ctx0" brushRef="#br0" timeOffset="102275.14">22622 6453 761 0,'0'0'57'0,"0"0"-55"0,0 0-1 0,0 0 76 16,0 0 10-16,0 0-43 15,51-37-25-15,-21 21 2 16,4 0 8-16,6-4 15 16,2 0-17-16,4-2-8 15,8-3-2-15,7-3 10 16,13-3 9-16,6-1-13 0,3-1 14 16,-4 2-16-16,-1 0-14 15,1 2 3-15,0-3 5 16,3-1 0-1,-4 2-5-15,-4-1 1 0,-8 6 13 16,-11 5-10-16,-12 4-13 16,-11 7 1-16,-10 2 0 15,-8 3-2-15,-10 4 2 16,-4 1-2-16,0 0-1 16,-9 0-16-16,-15 12-86 15,-7 11-35-15,-8 5-63 16,-6 4-82-16</inkml:trace>
  <inkml:trace contextRef="#ctx0" brushRef="#br0" timeOffset="102694.24">22778 6757 118 0,'0'0'781'0,"0"0"-753"0,0 0-22 0,0 0 82 15,0 0 24-15,0 0-50 16,56-34-24-16,-6 15 14 16,9-4-18-16,14-2 16 15,13-6 1-15,13-3 15 16,10-5-36-16,-2 0 6 15,0 4-7 1,-11 4-6-16,-14 6-6 0,-19 6-10 16,-15 1-2-16,-7 0-5 15,-10 4 0-15,-3-1 0 16,-6 3-10-16,-6 3-62 16,-7 3-26-16,-6 5 5 15,-3 1-5-15,0 0 4 16,-3 12-33-16,-19 12 57 15,-9 3-98-15,-8 3-163 16</inkml:trace>
  <inkml:trace contextRef="#ctx0" brushRef="#br0" timeOffset="103535.37">22411 5938 307 0,'0'0'136'0,"0"0"-79"16,0 0-2-16,0 0 45 15,0 0 17-15,-34-72-10 16,28 66-54-16,2 3-13 15,-4 3 26-15,-1 0-7 16,-4 15-28-16,-2 18-6 16,-1 11 59-16,4 3-25 15,6-7-8-15,6-10-31 16,0-10-3-16,7-6 1 16,12-4-12-16,7-7 3 15,2-3 4-15,5-2-3 16,-1-17-4-16,-6-7-2 15,-3-2 2-15,-10-3-1 16,-6-2 0-16,-7 2 4 0,0 3 5 16,-7 5-2-16,-6 9 13 0,-4 3-20 15,2 8-5 1,-2 3-8-16,-2 17-73 0,0 22-92 16,3 9-74-1,4 7-230-15</inkml:trace>
  <inkml:trace contextRef="#ctx0" brushRef="#br0" timeOffset="103875.16">22498 6379 808 0,'0'0'141'0,"0"0"-65"0,0 0-2 0,0 0 32 15,0 0-34-15,0 0-30 16,-30 18-21-16,30-2 8 16,0-1-19-16,11-7-6 15,5 0 7-15,5-4 2 16,1-4-2-16,2 0-6 16,-4-4-3-16,-1-8 4 15,-8-3 5-15,-5 1 12 16,-6-1 8-16,0-1 9 15,-2 5-21-15,-10 1-19 0,-4 7 0 16,-1 3-42 0,-1 3-71-16,0 21-34 0,4 10-9 15,1 5-47-15,6 5 28 16,7 5-12-16,0-2 14 16,0 1-48-16</inkml:trace>
  <inkml:trace contextRef="#ctx0" brushRef="#br0" timeOffset="104221.1">22704 6722 384 0,'0'0'205'16,"0"0"-6"-16,0 0 17 15,0 0-75-15,0 0-34 16,0 0-3-16,0 0-35 16,-51-41-22-16,32 57-16 15,1 4 3-15,9 2-15 16,4 3-4-16,5-1-15 15,0-2 0 1,5-5 0-16,11-6 0 0,5-6 0 16,3-5 0-16,1 0 0 15,1-7 1-15,-5-10 3 0,-3-2 0 16,-11-2 0 0,-5-2 3-16,-2 1-2 0,-9-1 1 15,-15 3 5 1,-3 2-11-16,0 1-5 15,8 3-13-15,5-1-46 16,13-8-128-16,1-9-121 0,15-14-434 16</inkml:trace>
  <inkml:trace contextRef="#ctx0" brushRef="#br0" timeOffset="104731.21">23993 5334 637 0,'0'0'51'0,"0"0"-49"15,0 0-2-15,0 0 96 16,0 0 4-16,0 0-2 16,46-43-1-16,-46 43-2 15,0 0-1-15,-9 0-33 0,-7 12-36 16,-7 8-20-1,1 6 12-15,7 0 0 16,7-4-1-16,8-3 0 16,0-6-10-16,0-3-6 0,16-2 0 15,1-4 0 1,5-4 4-16,3 0 0 0,0-3-1 16,-4-11 2-16,-6 0 4 15,-9-2 2-15,-6 2 19 16,0 0 3-16,-3 1-28 15,-8 5 0-15,-2 4-5 16,1 4-4-16,-1 0-60 16,-1 21-59-16,1 11-9 15,3 12-26-15,5 8-83 0,2 3-68 16</inkml:trace>
  <inkml:trace contextRef="#ctx0" brushRef="#br0" timeOffset="105062.71">24117 5742 496 0,'0'0'175'16,"0"0"20"-16,0 0-3 15,0 0-18-15,0 0-51 16,0 0-28-16,0 0-42 16,-35-63-11-16,22 76-16 15,3 2-21-15,4 3-3 16,6-1-1-16,0 1-1 15,3-3 0-15,14-1 3 16,2-2-1-16,1-4 0 16,4-6-1-16,-3-2-1 15,-3 0 4-15,-7 0-1 0,-10-7-1 16,-1-3 15 0,0-3-2-16,-14 2-14 0,-3 2-1 15,-3 5-5-15,-4 4-5 16,2 0-63-16,1 21-121 15,0 10-107-15,6 7-142 16</inkml:trace>
  <inkml:trace contextRef="#ctx0" brushRef="#br0" timeOffset="105395.11">24217 6342 266 0,'0'0'907'0,"0"0"-864"16,0 0 48-16,0 0 57 15,0 0-75-15,0 0-56 16,-3 37-5-16,3 0 56 16,0 1-27-16,1-4-34 15,17-7 1-15,6-8 9 16,4-11-7-16,2-6-1 15,1-2-2-15,-5-9-2 0,-7-15 5 16,-10-3 3-16,-9-5 17 0,0-4 15 16,-29 5-24-1,-16 6-21 1,-12 11-4-16,-9 14-75 0,-13 5-247 16,-10 15-691-16</inkml:trace>
  <inkml:trace contextRef="#ctx0" brushRef="#br0" timeOffset="108947.1">4720 12903 890 0,'0'0'71'0,"0"0"-42"16,0 0-25-16,0 0 7 0,0 0 42 15,0 0 4-15,0 0 15 16,0 0 40 0,-55-37-88-16,55 43-24 0,0 18-6 15,0 10 6-15,3 7 27 16,9 2-5-16,3 0-2 15,4-4-10-15,3-7-2 16,4-2-5-16,2-10 1 16,3-7 1-16,4-5 5 15,5-8-6-15,5 0 0 16,9-20 2-16,4-7-2 16,3-5-1-16,2 1-2 15,1 0 1-15,3 9-1 16,7 6 1-16,4 8 0 15,4 8 0-15,-4 0-2 0,-2 15-3 16,-9 17 2 0,-3 12 1-16,-9 11-3 0,-11 2 1 15,-13 0 2-15,-12-2 3 16,-14-10-2-16,-5-3 2 16,-6-7 1-16,-15-7 2 15,-3-8-2-15,2-9 0 16,-2-11 2-16,2-6 5 0,-1-24-5 15,1-12-6 1,1-10-21-16,3-8-8 0,3 0 17 16,6-1 2-16,6 3-10 15,3 5 0-15,1 10 13 16,18 9 6 0,7 8 1-16,16 4 0 15,9 5 8-15,16 4 1 0,12 4 12 16,6 3-1-16,3 1 5 15,-3 0 0-15,0-5-4 16,-3-3 2-16,-7-5-5 16,-4-6 8-16,-7-2-1 15,-8-2-4-15,-10 2 1 0,-18-2-7 16,-14-2 14 0,-11 1 8-16,-3-4-15 0,-5 3-9 15,-18-1-5 1,-5 3-1-16,-7 3-7 0,1 1-15 15,5 4-66 1,8-1-59-16,6 0-69 0,8 1-119 16</inkml:trace>
  <inkml:trace contextRef="#ctx0" brushRef="#br0" timeOffset="128485.15">26641 5448 835 0,'0'0'16'0,"0"0"-16"15,0 0 4-15,0 0 48 16,0 0 30-16,0-76-18 16,-6 64-35-16,-3 3-6 0,-1 0-22 15,-2-1 32 1,-4 1 25-16,-3 0-53 15,-6-1-2-15,-3 3 11 16,-8 0-12-16,-7 6-4 0,-7 1 5 16,-5 0-1-16,-9 8 9 0,-9 11 14 15,-11 4 2 1,-5 7 2-16,-2-1-8 16,2 4 5-16,-1 2 6 15,4 3-2-15,0 6 5 16,4 6-10-16,3 3-17 15,6 7-2-15,3 8 14 0,0 6 3 16,6 4-4 0,4 1-5-16,12 0-4 0,5-1-2 15,7 5 13-15,8 1-1 16,4 1-8-16,5 1-4 16,5 0 13-16,5 1-6 15,8-9-4-15,1 0-7 16,6-3 5-16,18 0-3 15,7-4-5-15,5-2 5 16,5-8-5-16,1-8 5 16,4-7-6-16,2-4 2 0,4-4-2 15,5-7 3 1,4-5 1-16,6-9-4 16,10-13 3-16,8-4 3 15,13-21-1-15,11-22-1 16,12-20 3-16,10-16-7 15,5-17 0-15,3-9 0 16,-11-2 0-16,-13 1 1 16,-17 7 0-16,-17 3 0 0,-17-9 0 15,-13-4-2-15,-13-7-7 16,-12-5-5 0,-11-6 4-16,-15 3 4 0,0 8 1 15,-28 13 0-15,-13 20 2 16,-13 15 0-16,-8 17 2 15,-10 12-1-15,-8 13 0 16,-4 11 1-16,5 9-3 16,9 6-4-16,18 0 1 15,16 14-31-15,18 13-144 16,15 3-158-16,3-1-143 0</inkml:trace>
  <inkml:trace contextRef="#ctx0" brushRef="#br0" timeOffset="130585.09">32030 4573 618 0,'0'0'59'15,"0"0"-56"-15,0 0 54 16,0 0 60-16,0 0-83 15,-100-45 16-15,76 40 29 16,-3-3-22-16,1 3-35 0,-7-1-11 16,-5 2 12-1,-5 1-8-15,-9 0-5 16,-8 1-1-16,-4 2-7 16,-5-1 2-16,-3 1-3 15,0 0 5-15,3 0 1 16,-2 0-5-16,0 0-1 15,0 0 2-15,-4 0 1 16,1 0-1-16,-7 6 5 16,-3 0-7-16,-1 0 2 15,0 0-2-15,4 2-1 0,4 0 1 16,4-1-3-16,-1 2 4 16,5 1 0-16,0 0 0 15,-2 3 2-15,2 3 8 16,-6 1-8-16,-1-1-3 15,6 3 1-15,3-4 0 16,7 2 9-16,8-2 4 16,-1 1-9-16,2 5-5 15,-1 2 0-15,-2 3 7 0,6 2-1 16,4-1-5 0,5 2 2-16,3 1-1 0,3-1-1 15,-3 7-1-15,2-1 0 16,-2 4 4-16,2 0-5 15,1-1 4-15,3 4-1 16,2 0 0-16,4-1-2 16,1 2-1-16,6-2 0 0,5 0 1 15,2-2 7 1,3-5-8-16,6-2 0 0,-1 2-8 16,2 4 8-1,-3 6 33-15,-1 2-26 0,-1-1-3 16,1-1 1-1,1 0-3-15,1 4-2 0,2 0 4 16,0 2-2 0,0-1 6-16,9-2-2 0,5-8 1 15,5-1-7-15,5-4 4 0,3-3 6 16,0 2 16 0,3-4-21-16,1 2-1 0,3-2 2 15,0-2-1 1,4 2 9-16,1-4-7 0,1-1 1 15,1-3 2 1,3-1-7-16,5-3 13 0,5-1-10 16,4-3 3-16,5-3-7 15,4 0 10-15,0-3-8 16,-1 2-2-16,2-1-2 16,1-2 3-16,1-2-3 15,2-1 4-15,2-3-3 16,4 0 4-16,1 0 0 15,0-13-2-15,0-5-1 16,2-3 0-16,5 1 1 16,-3 4-2-16,0-2-1 15,-6 3-2-15,-10-1 2 16,2 0-3-16,-1-1 0 16,1-1 2-16,4 0 0 15,2 0-3-15,-2-1 3 16,-3 0 0-16,0-1-8 15,-6-1 8-15,-3 0 1 16,-2-2 0-16,-8 2 1 16,-4 0-1-16,-6-2 0 0,-6 3-1 15,-3-4-2-15,1 0 3 16,0-1 0-16,-1-2 0 16,7 2 0-16,-6-2-1 15,0 0 1-15,-1 2 0 16,0-2 0-16,-2 2 1 15,-1 0 0-15,0-1-1 16,-3 1 1-16,-3 1-1 16,-2-1 2-16,-2 0 3 0,-4 0-3 15,-2-2 0-15,0-2 6 16,-4-1-4-16,-2-5-2 16,0 1-1-1,-4-3 0-15,-1 1-1 0,-1-3 1 16,-1 1 1-16,0 0-1 15,0-2 0-15,0 4 2 16,-6-3 8-16,-2 1-10 0,-3 2 1 16,1-4 6-16,-7-1-4 15,-1-2-1 1,-4-6 3-16,-3-1 2 0,-4 2 3 16,-1 4-7-1,-2 7 6-15,-9 6 10 0,-9 4-13 16,-19 6-7-1,-24 11-2-15,-38 10-10 0,-45 0-259 16,-43 12-699 0</inkml:trace>
  <inkml:trace contextRef="#ctx0" brushRef="#br0" timeOffset="139738.42">15404 12194 458 0,'0'0'58'0,"0"0"-25"0,0 0 25 15,-25-82-12-15,22 57 22 16,0 2-17-16,0 4-25 16,0 5 75-16,-2 5-26 15,3 3-8-15,-1 5 12 16,3 1-34-16,0 0-28 0,0 0-13 16,0 14-3-1,0 13 19-15,11 10 33 16,0 11 22-16,-1 10-33 15,-4 5 12-15,-2 9 2 0,-4 2-20 16,0-4 10 0,0-7-27-16,0-7-2 0,0-10-7 15,0-5 11-15,0-9-15 16,0-5 0-16,0-8-5 16,0-6 0-16,0-7-2 15,0-5 1-15,0-1 0 16,0 0 6-16,0 0 12 15,0-6-7-15,0-19-8 16,0-10-3-16,3-7-36 16,7 1 26-16,3-1-5 0,3 4-5 15,5 4 5-15,3 4 6 16,1 2 2-16,-1 3 6 16,2 7 0-16,-3 3 0 15,0 5 1-15,2 6-2 16,-2 4 0-16,5 0-2 15,-1 2 0-15,-2 22 2 16,-1 4 2-16,-9 6 0 16,-6 4-1-16,-6 3 3 15,-3 3-1-15,-6-1 2 16,-14 1-3-16,-3-4 3 16,-6-3 4-16,-5-7-2 15,-4-5 7-15,-5-5-5 16,0-8 0-16,1-6 1 0,1-5-7 15,8-1 1 1,4 0-2-16,8 0 0 0,5-7-10 16,8-3-66-16,8-4-87 0,0-7-153 15,10-9-256 1</inkml:trace>
  <inkml:trace contextRef="#ctx0" brushRef="#br0" timeOffset="140837.79">16239 12247 775 0,'0'0'114'0,"0"0"-92"0,-59-78 73 0,38 59 0 15,-5 3-1-15,4 6-37 16,-2 7 28-16,3 3-27 16,-1 4-15-16,-2 21 30 15,2 7-16-15,2 8 5 16,4 0 0-16,7 0-30 0,7-6-16 16,2-6-10-1,0-3 0-15,14-6-2 0,5-5-1 16,3-4-2-1,5-6 0-15,3-4 5 0,0 0-6 16,0-14 0 0,-3-7-19-16,-3-5-12 0,-5-2 5 15,-8 1-2-15,-8 3 17 16,-3 0-2-16,0 3-12 16,0 6 21-16,0 6 4 15,0 4 1-15,-2 5 2 16,2 0 0-16,0 0-3 15,0 0-5-15,0 0-9 16,8 11 14-16,3 2 0 0,-2-1 1 16,-1 1-1-16,-2-3 0 15,0-4 0-15,-3-3 0 16,-2-2 0-16,-1-1 1 16,2 0 1-1,1-8 7-15,6-11-9 0,4-6-20 16,4-2 10-16,3 5 9 15,1 9-1-15,-3 7 0 16,-2 6 1-16,-2 0-2 16,-2 7 3-16,-5 6 3 15,-1 5-3-15,-4 1 2 16,-1 0 2-16,-1-4-1 16,0-6-3-16,0-5 1 15,0-2-2-15,0-2 2 16,0 0 3-16,0 0 6 0,0-4 4 15,0-11-14 1,0-7-7-16,0-2 3 0,0 2 2 16,2 7 2-16,4 5-4 15,1 6 3-15,1 4-4 16,4 0-2-16,5 0 7 16,7 0 2-16,1 0 1 15,0 0 1-15,-3 0-3 16,0 0 1-16,-4 0 0 15,-1-4 1-15,-4-6-1 0,-4-4 1 16,0-5 2 0,-4-5-1-16,-4-5-2 0,-1-6-1 15,0 0 1 1,-1-1-2-16,-13-1-3 0,2 3 1 16,2 6 2-16,1 6 1 15,3 10 0-15,3 5 4 16,3 6 6-16,0 1-11 15,0 0-1-15,3 14-7 16,16 11 8-16,5 8 28 16,0 4 7-16,0 4-5 15,0-2-15-15,-4-1 2 16,-1-3-4-16,-2-3-9 0,-3-6-4 16,-1-5 0-1,-4-3 1-15,-3-4-1 16,-3-4-5-16,0-5-55 15,-3-4-46-15,0-1-7 0,0-7-21 16,0-21-155 0,-4-15-474-16</inkml:trace>
  <inkml:trace contextRef="#ctx0" brushRef="#br0" timeOffset="141126.51">16991 11709 1168 0,'0'0'39'0,"0"0"-37"0,0 0-2 16,0 0 65-16,0 0 11 16,0 0-21-16,-41 49-20 15,8-20 2-15,1-4-13 0,10-5 10 16,6-5 3-16,11-2-31 16,5 3 1-16,0 4 16 15,12 3 6-15,12 1 29 16,6-3-32-16,6-5 8 15,1-3-5-15,6-6-13 16,-1-1-9-16,-2-4-4 16,0-1-3-16,-5 2 0 15,-7-1-5-15,-1 0-108 0,-7 4-76 16,-1-4-78 0,-4-2-214-16</inkml:trace>
  <inkml:trace contextRef="#ctx0" brushRef="#br0" timeOffset="141522.64">17798 11775 1133 0,'0'0'63'0,"0"0"-53"0,0 0-7 16,0 0 67-16,0 0 71 16,-50-74-56-16,50 41-78 15,16-7-1-15,9-7 13 16,5-6-8-16,6 4 2 16,1-2 6-16,7-1 8 15,5 1 12-15,3-2-7 16,1 6 11-16,-3 4 15 15,-5 7-18-15,-7 5-7 16,-3 5-11-16,-8 2-11 16,-6 7-5-16,-6 6-4 0,-9 7-2 15,-3 3-50 1,-3 1-87-16,0 0-113 0,-9 0-158 16,-20 0-460-1</inkml:trace>
  <inkml:trace contextRef="#ctx0" brushRef="#br0" timeOffset="141779.09">18067 10889 1076 0,'0'0'70'0,"0"0"-68"16,121-89 62 0,-75 71 121-16,3 10-33 15,1 8-43-15,3 2-27 16,1 22 8-16,-11 8-27 15,-8 3-18-15,-12 1-8 16,-13 3-19-16,-10 0-7 16,0 2-5-16,-22 1-1 15,-4 1-2-15,-3-3-3 16,5 0-10-16,5-1-75 0,7-3-125 16,3-11-138-16,-3-12-313 15</inkml:trace>
  <inkml:trace contextRef="#ctx0" brushRef="#br0" timeOffset="142963.23">19071 10740 688 0,'0'0'20'15,"0"0"-16"-15,0 0 21 0,0 0 132 16,0 0-37-16,0 0-58 16,-3 17-4-16,3-6 43 15,2-1-13-15,4-4-40 16,1-3-8-16,0-3 2 16,2 0 3-16,1-12 1 15,3-14-21-15,-1-11-12 16,-1-8-7-16,-6-8-4 15,-5-4-2-15,0 1-3 16,-13 1-19-16,-11 8-12 16,-6 4 24-16,-6 9 6 15,-1 13-1-15,-2 13 2 16,0 8 3-16,-4 11 0 16,4 19 3-16,0 10 10 15,8-1 6-15,10-3 4 0,11-11-18 16,10-9 0-16,0-10-5 15,9-6 2-15,18 0 4 16,8-20 5-16,10-13-1 16,4-11-4-16,7-8-6 15,-1-2 1-15,-3-3-1 16,2 3 1-16,-8 8 0 16,-9 11-1-16,-13 15 0 0,-10 10 0 15,-10 8 0 1,-2 2-1-16,2 7-9 0,2 24 10 15,0 12 11 1,3 8 42-16,3 5-13 0,1-8 1 16,8-7 7-16,3-9-23 0,3-9-12 15,1-12-8 1,-2-8 1-16,2-3 2 0,0-15 0 16,5-17-2-1,3-11-3-15,-5-6-2 0,-2 1-1 16,-9-1-7-1,-8 6-4-15,-7 7-15 0,-2 12 8 16,-3 10 15 0,0 9 3-16,0 5 0 0,0 0-2 15,3 24-17 1,6 10 19-16,3 5 48 16,2 0-37-16,2-4-1 0,1-6-2 15,0-5-7 1,-1-6 2-16,-5-6-3 0,-4-6-2 15,-4-4-19-15,-3-2-84 16,0 0-52-16,-19-10-51 16,-19-14-437-16</inkml:trace>
  <inkml:trace contextRef="#ctx0" brushRef="#br0" timeOffset="143216.07">19416 10026 1127 0,'0'0'61'0,"0"0"-61"0,22-75-20 16,-3 39 20-16,-5 5 90 16,-8 8-8-16,-6 7-38 15,0 8 14-15,-6 6 31 16,-12 2-14-16,-7 0-16 16,-5 20-3-16,-2 4-36 15,4 3-12-15,9-3-8 16,11-3-9-16,8-4-51 15,3-4-92-15,26-7-84 16,5-6-31-16,3-5-271 16</inkml:trace>
  <inkml:trace contextRef="#ctx0" brushRef="#br0" timeOffset="143995.46">19674 9801 1021 0,'0'0'247'16,"0"0"-244"-16,0 0 9 15,0 0 113-15,0 0-22 16,0 0-35-16,103 23 4 16,-66 2-31-16,2 5-13 15,-5-3 27-15,-1-3-47 0,-3-4-4 16,-5-7 4 0,-5-4-2-16,-6-5 1 0,-5-4-3 15,-4 0 1 1,-3 0 3-16,-2-15 6 0,0-15-1 15,0-8-13 1,-4-4-3-16,-9-2 0 0,-3-1-13 16,0 4 2-16,2 6 7 15,3 9 5-15,4 13 2 16,3 6 1-16,2 6 4 0,2 1-5 16,0 0-12-1,2 15-9-15,14 7 21 0,4 3 21 16,2-7-16-1,1-4 8-15,3-7 1 0,-1-4-3 16,-1-3 1 0,-1-4-4-16,-4-13-4 15,-4-5 1-15,0-4-3 16,-6-4-2-16,-5 4-2 16,-4 2-7-16,0 4 7 0,-3 8-16 15,-7 4 11-15,5 5 7 16,-2 3 0-16,1 5-3 15,1 19-5-15,-1 11 8 16,5 6 11-16,1 0 3 16,1-6-4-16,14-7-4 15,2-6 5-15,-1-7-7 16,2-5-4-16,0-9 3 0,1-1 0 16,2-5 0-1,1-22 1-15,-2-6-4 0,-1-7-3 16,-4 0-4-1,-3 2-2-15,-3 6 9 0,-1 7 0 16,-5 11 0 0,1 9 1-16,-3 5 2 0,1 0-3 15,-1 19 3-15,4 6 9 16,1 7 10-16,2-3-3 16,2-2-10-16,2-4 14 15,4-9-17-15,2-4-6 16,3-7 5-16,-1-3-3 0,2 0 1 15,2-14-3 1,-2-6-16-16,-1-8-41 16,-2-6-48-16,-1-7-77 15,-6-9-95-15,-7-9-138 16</inkml:trace>
  <inkml:trace contextRef="#ctx0" brushRef="#br0" timeOffset="144441.26">20667 8850 1198 0,'0'0'113'0,"0"0"-108"15,0 0-5-15,0 0 56 16,0 0 100-16,63 99-23 16,-32-52-107-16,-1-2 11 0,-1 0-1 15,-6-3-7 1,-3-5-19-16,-2-8-8 0,-6-5 1 15,-2-11-2 1,-4-6-1-16,-4-5 0 0,-1-2-5 16,1-2-5-16,1-18-2 0,3-10-50 15,5-1 23 1,1 0 30-16,5 9-10 0,-2 8 0 16,3 10 16-1,-2 4 3-15,3 2 6 16,-3 14 31-16,-2 5-4 15,-5 3-11-15,-3-2-8 0,-4-2-4 16,-2-4 6 0,0 1-3-16,-6-4-5 0,-14 0 1 15,-7 0-6-15,-6-5-1 16,-1-3-2-16,0-5-9 16,7 0-30-16,6 0-24 15,5-4-2-15,8-5-8 16,4 0-103-16,4-1-23 15,0 0-16-15,11 1-160 16</inkml:trace>
  <inkml:trace contextRef="#ctx0" brushRef="#br0" timeOffset="145277.01">21337 8812 359 0,'0'0'726'0,"0"0"-696"16,0 0 47-16,0 0 128 16,0 0-78-16,-94 19-53 0,77 16 14 15,6-2-14 1,9-4-53-16,2-3-14 15,0-4-1-15,6 1-1 16,8-9-5-16,2-1 0 16,-1-7-24-16,2-6-95 15,0 0 25-15,-2-13 13 16,0-9 8-16,-4-1 25 0,-7 0 46 16,-4 7 2-16,0 3 26 15,0 4 48-15,0 6-28 16,0 0 25-16,0 3-12 15,0 0-35-15,0 0-24 16,11 0-8-16,11 0 8 16,8 0 19-16,4 0-8 15,1 0-8-15,-4 0 6 16,-1-4-3-16,-6-5-1 16,-5-1-3-16,-6-6 3 15,1-6 0-15,-5-11-3 16,-3-5-2-16,-3-8-25 15,-3-5 7-15,0-5-7 16,0-3-15-16,-8 2 27 0,1 8-9 16,0 14 18-16,1 13 4 15,2 14 13-15,3 8 55 16,1 5-37-16,0 26-25 0,3 13 80 16,10 8-21-1,1 2-33-15,5-3-4 16,1-6-15-16,3-4-1 15,0-9-12-15,-4-5 0 16,-1-8 0-16,-2-11-14 16,-1-5-46-16,-2-3-53 15,3-19 13-15,-1-17 35 16,-2-12-27-16,-2-3 20 0,-8 2 43 16,-3 9 29-16,0 13 6 15,0 11 35-15,0 8 71 16,-9 8 33-1,-9 0-86-15,-3 18-7 0,-5 11-20 16,6 7-2-16,12-3-14 16,8 1-11-16,11 1 0 15,27 0 4-15,12 1 15 16,11-3-1-16,3-4-20 0,3 0-3 16,2-2-15-1,-2-1-96-15,-6-1-111 0,-16-4-213 16</inkml:trace>
  <inkml:trace contextRef="#ctx0" brushRef="#br0" timeOffset="146045.25">17985 12697 1105 0,'0'0'30'0,"0"0"-18"0,0 0 34 15,0 0 13 1,0 0 71-16,55-76-66 15,2 73-16-15,13 3 22 16,9 0-11-16,8 10 6 16,1 8 0-16,0 6-15 15,-5 4-20-15,-7 7-16 16,-10 0-12-16,-11 0-2 16,-10-3 1-16,-10-3-2 15,-9-11-38-15,-11-6-71 16,-6-4-58-16,-9-8-37 15,0 0 9-15,-21-24-118 0</inkml:trace>
  <inkml:trace contextRef="#ctx0" brushRef="#br0" timeOffset="146266.09">18810 12564 850 0,'0'0'176'16,"0"0"-134"-16,100-18 64 15,-50 18 45-15,0 12-38 16,-1 11-6-16,-9 8-24 15,-7 9-42-15,-12 11 32 16,-15 8-19-16,-6 6-2 0,-19 1-33 16,-18-4-5-16,-10-7-11 15,-4-6-1-15,3-9-2 16,9-11-41 0,9-11-92-16,10-11-58 0,7-7-74 15,5-12-182-15</inkml:trace>
  <inkml:trace contextRef="#ctx0" brushRef="#br0" timeOffset="146887.01">20217 11772 1237 0,'0'0'15'0,"0"0"-14"0,0 0 18 0,-54-71 100 15,47 69 21-15,2 2-86 16,5 0-21-16,0 24-33 16,0 20 0-16,2 17 93 15,19 12-27-15,8 2-33 16,4 1 30-16,3-3-33 15,-1-7-11-15,-4-4-18 16,-1-5 3-16,-7-9-4 0,-5-7-1 16,-9-9-47-16,-9-7-109 15,-3-6-69-15,-25-5-39 16,-11-12-83-16,-9-2-150 16</inkml:trace>
  <inkml:trace contextRef="#ctx0" brushRef="#br0" timeOffset="147168.35">20156 12391 936 0,'0'0'214'15,"0"0"-74"-15,0 0-104 16,57-92 24-16,-10 54 10 16,10-7-33-16,4 1-29 0,0-1-8 15,-5 1 0-15,-9 2 0 16,-9 5-34 0,-13 2-8-16,-9 6 21 0,-10 10 8 15,-6 6 13-15,0 8 4 16,0 3 26-16,0 2 41 15,0 0-37-15,0 15-29 16,6 16 22-16,5 9 91 16,8 2-39-16,2-2-30 15,0-3-14-15,3-3 11 16,-1-5-38-16,-3-5-2 16,-4-3-6-16,-2-8 0 0,-5-4-7 15,-6-4-76 1,-3-2-127-16,-3-3-94 15,-26-10-176-15</inkml:trace>
  <inkml:trace contextRef="#ctx0" brushRef="#br0" timeOffset="147295.22">20478 11859 1339 0,'0'0'0'0,"0"0"-279"0,0 0-27 16,0 0 115-1,0 0 38-15</inkml:trace>
  <inkml:trace contextRef="#ctx0" brushRef="#br0" timeOffset="147731.98">20771 11866 216 0,'0'0'764'16,"0"0"-731"-16,0 0 20 15,32-86 56-15,-8 54 13 16,3 12-5-16,1 8-12 15,-1 12-64-15,0 0-22 16,-2 21 7-16,-1 7-1 16,-4 2-16-16,-3 0 1 0,-5-5-2 15,-5-6-6 1,-3-7-1-16,-2-7 0 0,-2-2-1 16,0-3 0-1,0 0 12-15,0-8 8 0,0-19-20 16,0-9-74-1,0-8 31-15,5-2 35 0,6-6-18 16,5 6-5-16,4 5 3 0,3 13 28 16,1 13 2-1,-1 12 48-15,-1 3-14 16,-1 14 5-16,0 12 8 16,0 7-8-16,0 2-11 15,-5-2-23-15,3 1-5 16,1-4 4-16,-1 0-6 15,1-3-2-15,-2-1-23 16,-1-4-123-16,1-4-59 0,-4-5-123 16,-1-8-316-1</inkml:trace>
  <inkml:trace contextRef="#ctx0" brushRef="#br0" timeOffset="148812.57">21602 11415 651 0,'0'0'569'0,"0"0"-568"0,0 0 0 16,0 0 110-16,-96 22 20 15,81 2-48-15,3 4-39 16,3 3 14-16,6 2 3 0,3-3-16 15,0-3-29 1,5-4-8-16,9-6-6 0,2-5-1 16,1-7 2-16,0-5-3 15,4 0-4-15,1-10-42 16,-4-13-23-16,-2-5 1 0,-5 0 10 16,-7 3 15-1,-4 3 16-15,0 7 19 16,0 5 8-16,0 4 6 15,0 5 14-15,0 1 23 0,0 0-31 16,0 0-12-16,0 0-4 16,12 5 4-16,3 5 6 15,4-3 1-15,0-2-5 16,0-1-1-16,0-4 2 16,-4 0-2-16,0 0 1 15,-2-11-2-15,1-8-8 16,2-5-14-16,-1 1-14 15,2 0 13-15,-5 5 18 16,1 3 4-16,-1 8 1 16,-2 6 8-16,1 1 11 15,-2 0 5-15,2 4 4 16,2 7-20-16,-3 0-2 16,0-1 2-16,-4-2-3 15,-1-6-5-15,-2 0 0 16,-1-2 0-16,-2 0 1 15,1-2-1-15,2-15-8 0,2-3-37 16,3 0 34 0,1 4 7-16,2 0-5 0,2 5 6 15,2 1 3-15,3 4 14 16,0 5 9-16,1-5-9 16,1 3-7-16,-4 0-5 15,0-3-1-15,0-2 4 16,-2-4-1-16,-3-3 0 15,-1-4 1-15,2-2-3 16,-3-3-1-16,0-5 0 16,1 3-2-16,-4 1 0 15,-3-1 1-15,-3 5 0 0,0 3 0 16,0 5 5-16,0 7-4 16,0 3 9-16,0 3 19 15,-4 3-15-15,-8 20-10 16,3 8 4-16,2 6 16 15,5-1 30-15,2-3-30 16,5-5-7-16,14-6 3 16,4-3-6-16,3-9-8 15,7-10-4-15,4 0 5 0,2-12-3 16,-2-15-3 0,-2-7-1-16,-5-5-13 0,-7 3-11 15,-6 1 6 1,-4 6 18-16,-4 11 1 0,-6 9 2 15,0 6 16 1,2 3 3-16,7 8-21 0,3 14 35 16,7 5 9-16,0 3-26 15,-1 0-13-15,3-1-4 16,-2-3-2-16,-1-4-1 16,-3-7-7-16,-3-3-90 15,-6-7-111-15,-7-5-46 16,-2-5-71-16,-2-24-328 15</inkml:trace>
  <inkml:trace contextRef="#ctx0" brushRef="#br0" timeOffset="148899.24">22532 10879 1169 0,'0'0'36'0,"0"0"-29"0,0 0 16 0,0 0-23 0,0 0-33 15,0 0-138-15,38-3-163 16</inkml:trace>
  <inkml:trace contextRef="#ctx0" brushRef="#br0" timeOffset="149267.62">22999 10878 1264 0,'0'0'144'0,"0"0"-65"15,0 0 114-15,-85 7-78 16,55 4-83-1,10-1-24-15,8-1-8 0,7-4-3 16,5 0-2 0,0-2-5-16,0 1-2 0,14-4-76 15,8 0 20-15,6-14 5 16,2-15 2-16,-3-13-34 16,-3-6 30-16,-8-10-64 15,-7-7 46-15,-7-7 32 16,-2-1-23-16,-3 10 59 0,-9 19 15 15,3 21 96 1,3 21 161-16,5 6-76 0,1 38-155 16,0 22 95-16,10 20-27 15,12 7-61-15,12 3-17 16,7-3-9-16,7 2-7 16,1 1-35-16,-3-3-206 15,-9-1-269-15</inkml:trace>
  <inkml:trace contextRef="#ctx0" brushRef="#br0" timeOffset="150086.98">22474 12236 1300 0,'0'0'159'0,"0"0"-140"0,0 0 45 15,0 0 97 1,0 0-43-16,44 84-37 0,-16-60-71 16,0-2-3-16,0-1-6 15,-4-5 0-15,-6-1-2 16,-3-5-41-16,-9-5-67 15,-6-5-62-15,0 0 34 16,-24-5 9-16,-8-11-123 16,-6-7 130-16,-1-7 121 15,2-2 81-15,4 0-4 16,5-1 72-16,7 2 0 16,6 2-27-16,14 0-20 15,1 3-50-15,10 3-22 0,14 3-30 16,3 7-5-1,1 12-4-15,0 1-19 0,-1 31 5 0,-6 19 12 32,-7 12-9-32,-8 10 17 0,-3 0 2 15,-2-8 1-15,6-10 0 0,2-18 1 16,8-17-2 0,7-15 2-16,7-4-1 15,7-22 0-15,5-16-32 16,0-6-24-16,-3-3-19 0,-7 6 23 15,-9 9 18 1,-8 8 34-16,-7 9 12 16,-4 9 36-16,-5 4 36 0,0 2-25 15,0 0-1-15,0-2-21 16,3-2-25-16,7-7-5 16,7-8-5-16,11-1-2 15,9-5-1-15,9 4-1 16,8 4 1-16,3 6 1 15,5 9 5-15,-2 2 37 16,-7 14-3-16,-9 15-39 16,-10 10-25-16,-17-1-265 15,-14-3-680-15</inkml:trace>
  <inkml:trace contextRef="#ctx0" brushRef="#br0" timeOffset="151485.01">27835 10254 992 0,'0'0'61'0,"0"0"-10"15,-43-76 13 1,35 56 53-16,2 8-5 0,5 8-12 16,1 4-14-16,0 12-85 15,7 22 6-15,11 18 10 16,-2 17 38-16,1 13 9 0,-5 9-7 15,-6 3-30 1,1-5-16-16,-4-8 12 16,-2-11-23-16,1-14 1 0,-2-14 1 15,0-19 0 1,1-13-4-16,-1-6 3 0,2-4-1 16,1-5 7-1,3-25-7-15,7-11-40 0,4-4 10 16,7 2 24-1,4 9-1-15,2 9-3 0,4 7 4 16,1 8 6-16,-1 9 0 0,0 1-6 0,-2 15 4 31,-7 14 2-31,-9 3 0 16,-13 7 0-16,-3-3 8 16,-11 1-5-16,-18-5 8 15,-2-8-1-15,-5-5 6 16,-6-6-4-16,2-4-6 15,-2-6-4-15,5-3-2 16,7 0-2-16,9-8-43 16,12-3-74-16,8 0-65 15,1 1-116-15,7-3-221 0</inkml:trace>
  <inkml:trace contextRef="#ctx0" brushRef="#br0" timeOffset="152155.39">28691 10506 1026 0,'0'0'237'0,"0"0"-181"0,-122 12 39 15,70 19 77-15,6 2-22 16,11-1-72-16,20-3-45 15,12-7-27-15,3-3-4 16,0 0-2-16,9-4-1 16,7-7 0-16,5-3-4 0,8-5-17 0,4-3-49 15,4-21-19-15,-2-5-13 16,-5-7-6-16,-9 0 41 16,-6 7 55-1,-9 6-1-15,-3 9 7 0,-3 9 7 16,0 5 24-1,2 0-10-15,2 13-9 16,4 8 63-16,2 1-35 16,4-2-14-16,6-4 22 0,4-5-16 15,3-5-10-15,0-6-1 16,2 0-8 0,-3-4 1-16,0-15-1 0,-3-12 0 15,-3-11 10-15,-4-10-11 16,-7-10-4-1,-3-5 2-15,-6-2 0 0,0-4-2 16,-12 0-1 0,-10-4 0-16,-2 6 0 0,-2 10 2 15,4 13-2-15,9 17 5 16,2 15 34-16,8 12 14 0,3 4-22 16,0 15-31-1,3 25 0-15,18 14 13 0,3 9 31 16,6 5-12-1,1 0-1-15,2-2-2 0,1-5 19 16,-1-5-26 0,2-7 2-16,-4-6-19 0,0-10-4 15,-2-8 4-15,-3-10-5 0,1-9 0 16,-3-6 0 0,-3 0 0-16,-5-6-60 15,-10-17-83-15,-6-8-149 16,-16-11-213-16</inkml:trace>
  <inkml:trace contextRef="#ctx0" brushRef="#br0" timeOffset="152309.09">28733 10311 1569 0,'0'0'0'0,"0"0"-28"0,0 0 28 15,144-99 1 1,-70 58-1-16,6-4-120 0,-4 4-171 15,-7 0-485-15</inkml:trace>
  <inkml:trace contextRef="#ctx0" brushRef="#br0" timeOffset="152853.18">30058 10150 1098 0,'0'0'214'0,"0"0"-192"0,0 0-17 16,0 0 118-16,0 0-17 15,0 0-46-15,-66-63-4 16,66 26-26-16,25-12-18 16,17-7-5-16,15-7 9 15,10-2 4-15,10-3-9 16,3 3 13-16,2 3 17 16,0 4-16-16,-3 6-13 15,-9 8 3-15,-15 8-8 16,-16 14-2-16,-15 11-5 15,-12 5-3-15,-6 2 3 0,-6 4-3 16,0 0-34 0,0 0-88-16,0 0-97 15,0 6-57-15,-5 9-22 0,-11 1-116 16</inkml:trace>
  <inkml:trace contextRef="#ctx0" brushRef="#br0" timeOffset="153408.53">30561 9245 954 0,'0'0'79'0,"0"0"-55"0,0 0 59 15,49-71 25-15,-12 51-28 16,4 5-24-16,5 8-27 15,-3 7-15-15,2 0-4 16,-2 19 6-16,0 12 55 16,-7 11-44-16,-8 6 3 15,-13 11 20-15,-9 3-31 16,-6-2-9-16,0-4-7 16,0-9-3-16,0-9-18 0,0-11-92 15,0-11-45-15,14-9-102 16,4-7-121-16</inkml:trace>
  <inkml:trace contextRef="#ctx0" brushRef="#br0" timeOffset="153818.73">31415 8970 1198 0,'0'0'69'0,"0"0"-58"16,0 0-9-16,-101 33 107 15,76-12-30-15,7 4-35 0,10-5-25 16,8 1-13-16,0-1-6 16,19-1 1-16,8 3-1 15,5 2 2-15,5 4-1 16,0 3 1-16,-1 4 4 15,-10 5 6-15,-12 1 5 16,-11-2 0-16,-3-3 7 16,-14-10 7-16,-16-6 1 0,-6-6 5 15,-1-8-17-15,4-6-6 16,4 0-7-16,6-9-4 16,3-9-3-16,8-2-27 15,6-2-39-15,6 1-50 16,0 3-60-16,8 7-57 15,6 2-175-15</inkml:trace>
  <inkml:trace contextRef="#ctx0" brushRef="#br0" timeOffset="154332.6">31363 9017 714 0,'0'0'128'0,"0"0"-98"0,0 0 78 0,0 0 51 16,0 0 17-16,0 0-70 15,-48-51-46-15,31 91-35 16,-3 14 68-16,-4 10 11 16,7 3-26-16,6-5-27 15,9-2-14-15,2-8-20 16,2-10-2-16,13-9-9 16,7-11-2-16,7-13 0 15,6-8-3-15,10-1 1 16,3-12-2-16,1-16-15 15,-4-1-123-15,-8-2-138 16,-8-1-96-16,-12 2-355 16</inkml:trace>
  <inkml:trace contextRef="#ctx0" brushRef="#br0" timeOffset="155360.82">31605 9341 260 0,'0'0'937'16,"0"0"-936"-16,0 0-1 15,0 0 4-15,0 0 58 16,0 0 30-16,33 28-31 0,-5-51-25 16,0-7-20-16,-5-1-11 15,-11-3-1-15,-9 1-4 16,-3-2 0-16,-12 1-21 16,-17 3 16-16,-8 1 2 15,0 4 2-15,-2 3 1 16,12 5 10-16,12 3 26 15,9 1-22-15,6 1-2 16,0-2-4-16,20 4-8 16,10 4-7-16,7 7 4 15,0 0 0-15,2 24-1 16,-2 12 4-16,-2 7 9 16,-7-2 20-16,-4-6 6 15,-5-9 7-15,-5-6-12 16,-3-10 7-16,-5-6-24 15,0-4 0-15,5 0-3 16,5-9 6-16,8-16-7 16,-1-7-9-16,-1-5 0 15,-6-2-1-15,-8 4-9 0,-4 3-5 16,-4 9 8-16,0 9-2 16,0 7 9-16,0 7 8 15,0 0-8-15,0 11-25 16,0 16 25-16,0 4 4 15,-1 0 1-15,1-6-4 16,1-4 0-16,17-11-2 16,2-4 1-16,0-4 0 0,3-2-1 15,-1-3 0-15,4-16-4 16,2-6-8-16,-1-3-11 16,-4 0-1-16,-7 4 14 15,-9 6 11-15,-4 10 3 16,-3 3 13-1,0 5 6-15,0 0 9 0,0 5-25 16,-6 16-3-16,0 3 1 16,5 1 2-16,1-5-1 0,0-4-5 15,14-9 0 1,6-3 2-16,4-4 0 0,1 0 3 16,0-11 0-1,1-10 0-15,-2-7-3 0,-2-6 0 16,-4-4-2-1,-8-5-20-15,-4-4-17 0,-3-2 16 16,1 6-32 0,-3 9 27-16,1 13 24 0,-2 13 2 15,0 8 9 1,3 0-9-16,2 8 8 0,4 12-7 16,2 1 26-16,0 1-26 0,3-4 0 15,2-3-1 1,6-5 1-16,3-6-1 15,3-4-3-15,2 0-3 16,-3 0-5-16,-4-2 10 0,-6 2 1 16,-5 0 0-16,-5 0 1 15,1 0 6-15,0 0 22 16,3 0 7 0,1 0-12-16,0 0-4 0,9 0 4 15,4-2 5-15,7-8-6 16,4-1-12-16,-7 4-8 15,-5 7-3-15,-13 0-7 16,-11 0-6-16,0 7-19 16,-28 10-37-16,-19 2-36 15,-13-2-179-15,-8-5 2 16,-5-10-36-16</inkml:trace>
  <inkml:trace contextRef="#ctx0" brushRef="#br0" timeOffset="155493.85">32194 8768 1195 0,'0'0'40'0,"0"0"-38"0,0 0-4 0,0 0 0 15,0 0-97-15,0 0-211 0</inkml:trace>
  <inkml:trace contextRef="#ctx0" brushRef="#br0" timeOffset="156199.57">29874 10919 839 0,'0'0'102'0,"0"0"-96"0,0 0 26 15,0 0 69-15,0 0-48 16,0 0-12-16,24-40 6 0,10 26 11 15,10-2 17-15,11-3 2 16,9-1-5-16,6-3-1 16,12-5-23-16,6-1 3 15,9-4 8-15,5 1-15 16,0 4-20-16,-6 6-11 16,-17 8-12-16,-13 9-2 15,-20 3-5-15,-15 2 3 16,-11 0-5-16,-11 0-72 15,-8 0-55-15,-1 0-45 16,-9 5-40-16,-21-4-30 0,-7-1-450 16</inkml:trace>
  <inkml:trace contextRef="#ctx0" brushRef="#br0" timeOffset="156422.09">30818 10313 1016 0,'0'0'97'15,"0"0"-96"-15,127-31 66 16,-69 31 125-16,-1 12-46 16,-6 26-55-16,-9 14 12 15,-17 14-11-15,-15 9-14 0,-10 3-52 16,-16 0-17 0,-18-2-8-16,-7-7-1 15,-3-2-25-15,2-6-111 0,3-14-177 16,5-15-221-1</inkml:trace>
  <inkml:trace contextRef="#ctx0" brushRef="#br0" timeOffset="158793.1">31756 10699 1004 0,'0'0'26'0,"0"0"-21"16,0 0 0 0,-5-85 57-16,1 57-27 0,-3-2-7 15,0 3 1 1,0 1-3-16,-2 2 5 0,-3 4 20 16,1 4-35-16,-1 5 29 15,-2 7 29 1,-3 4-59-16,-8 3 20 0,-4 26-12 15,-3 14-1-15,0 9 11 16,7 1 14-16,8-2 1 16,9-4 7-16,5-4-17 15,3-5-1-15,0-9-8 16,6-8-16-16,10-5-10 0,6-10-3 0,5-6 3 31,7 0 2-31,4-15-1 0,1-13-2 16,-3-5-2-1,-4-1-5-15,-8 1-17 16,-9 1-5-16,-9 3 3 16,-5 6 21-16,-1 9 0 15,0 4 3-15,0 8 2 16,0 2-1-16,0 0-1 0,0 0-12 16,2 8-17-16,5 10 19 15,4 5 8-15,4-2 4 16,-3-4-1-16,1-4-1 15,-4-6 2-15,-1-2-3 16,0-5 1-16,-3 0-2 16,2 0 2-16,6-15 12 15,6-13-5-15,4-6-7 16,-1-1-8-16,1 5 4 16,-2 7-6-16,-3 11 2 0,3 8 7 15,-3 4-6-15,-3 0 0 16,0 16 7-16,-5 6 0 15,-2 0 10-15,-5-1 4 16,0-5 2-16,-3-6-6 16,0-5-7-16,0-5-3 15,0 0 0-15,0 0 0 16,0 0 9-16,2-4 2 16,1-20-11-16,5-10-24 15,4-7-18-15,1 1 30 16,1 6-8-16,-2 7-13 0,-2 13 18 15,-4 5 11 1,0 9-5-16,-1 0-5 0,3 17 14 16,2 12 9-1,-1 2 3-15,1-5 2 0,0-2 3 16,1-8-10-16,1-6-3 16,0-4 2-16,0-5 0 15,4-1-3-15,-1-6 1 16,4-19 5-16,2-11-3 15,-6-5-6-15,-2-5-10 16,-6 4-13-16,-4 0 13 0,-3 5 5 16,0 4-20-16,0 6 16 15,-2 11 9-15,-1 7 2 16,2 9 5-16,1 0-6 16,0 10-1-16,0 18 0 15,0 7 15-15,1 2 11 16,7-3-13-16,2-6-3 15,0-4 1-15,1-3 6 16,-2-7-13-16,1-2-1 16,-2-8-1-16,-1-3-1 0,5-1 1 0,0-4 6 31,3-15 1-31,4-4-6 16,2 0-3-16,-4 4-1 15,-2 8-2-15,-6 8 1 16,-2 3-1-16,2 0-9 15,-3 8 6-15,0 12 6 16,-2 2 1-16,-2 0 2 16,0-2 1-16,-2-4-3 0,0-8 1 15,0-4-2-15,0-4-1 16,0 0 1-16,0 0 1 16,0-1 3-16,3-16-4 15,2-7-60-15,1-4 18 16,5 1 23-16,-1 4 8 15,4 6-2-15,-2 6 1 16,-2 8 5-16,-1 3 6 16,0 0-3-16,0 12 4 15,1 5 8-15,-2-1 1 0,-2 1-3 16,-3-5-3 0,0-4-2-16,-2-2-1 0,2-5-1 15,-2-1 0 1,3 0 0-16,3-2 0 0,4-16-8 15,3-7-43-15,2 1 7 16,-3 1 3-16,-3 6 27 16,1 1 14-16,2 8 1 15,-2 5 0-15,0 3 2 16,-2 0 12-16,0 7 0 16,1 3 12-16,3 1-13 0,-3-1-8 15,3-5-2 1,1-1 0-16,2-4 1 15,3 0 1-15,0-4-1 16,-6-8-3-16,-3 0-1 0,-7 2-6 16,-3-1-16-16,0 5 5 15,-3 4 14-15,-7 0 3 16,3 2 0-16,2 0 12 0,2 0 5 16,3 9-11-1,0 4-3-15,0-2-1 16,14 2 2-16,8-6 4 15,3-4 4-15,5 0 0 0,5-3-5 16,2 0 5 0,0-9-1-16,-1-8-3 15,-6-4-5-15,-9-5 3 0,-5-4 0 16,-7-3 1-16,-3-6-4 16,0-5-3-16,-1-5 0 15,2 4-3-15,-3 5 3 16,1 15 0-1,-4 11 2-15,2 13 0 0,5 1 7 16,4 17-6 0,6 16 25-16,4 13 61 0,0 4-35 15,-2 2-35-15,-1-5-6 16,-5 0-4-16,-1-3-5 16,-5-9-4-16,-7-6-1 15,-1-3-19-15,-4-8-103 0,-28-5-45 16,-11-8-135-1,-14-5-271-15</inkml:trace>
  <inkml:trace contextRef="#ctx0" brushRef="#br0" timeOffset="158958.72">32452 10083 1433 0,'0'0'0'0,"0"0"-4"0,0 0-228 16,0 0 178-16,0 0-159 16</inkml:trace>
  <inkml:trace contextRef="#ctx0" brushRef="#br0" timeOffset="167056.22">16464 13095 1118 0,'0'0'18'16,"0"0"-15"-16,0 0 1 16,0 0 50-16,-36-75 32 15,29 65 35-15,1 4-33 16,2 2-40-16,2 4-14 0,2 0-15 16,0 0-9-1,-1 9-6-15,1 21-4 0,0 14 40 16,0 16-1-16,4 8 18 0,10 4-19 15,5 4 8 1,2-2-1-16,-3 2-24 16,1-3 4-16,2-5-11 15,-3-7-2-15,5-7-4 16,-5-4-8-16,-1-7 0 0,0-6 0 16,-4-6-1-1,-4-9-32-15,-4-8-45 16,-5-4-74-16,0-2-64 15,-5-1-32-15,-16-3 30 16,-14 2-154-16</inkml:trace>
  <inkml:trace contextRef="#ctx0" brushRef="#br0" timeOffset="167375.14">16244 13905 709 0,'0'0'124'15,"0"0"-36"-15,0 0-28 16,0 0 31-16,0 0-36 15,0 0-20-15,38 10 59 16,-5 36-36-16,3 7 19 0,0 2-33 16,-2 1-21-16,2-3 7 15,-3-6-3 1,-1-3 3-16,-4-8-13 0,-3-6-5 16,-6-7-6-16,-2-9-1 15,1-7-4 1,-3-7 4-16,3 0 8 0,5-22 7 15,7-21 2-15,8-16-14 16,8-14-6-16,6-8-2 16,-1-2-1-16,-5 4 0 15,-7 12-1-15,-12 15-71 0,-5 18-35 16,-4 19-35 0,-8 13-150-16,-7 2-230 0</inkml:trace>
  <inkml:trace contextRef="#ctx0" brushRef="#br0" timeOffset="168111.03">16470 15204 765 0,'0'0'193'0,"0"0"-181"0,0 0-4 0,0 0 46 15,0 0-7-15,-105-21 13 0,72 21-17 16,0 4-13 0,0 2 5-16,3 0-13 15,2-3 7-15,5-1 5 16,0 3-2-16,2-2-2 15,4 7-14-15,0 5 10 16,0 7-3-16,2 8 17 0,2 8 0 16,-4 6-16-16,5 3-2 15,-1-1 4-15,4 1-5 16,3 1 7-16,3 2-1 16,1 3-7-16,2 6 2 0,0 3 1 15,0 7-9 1,0 5 2-16,0 9-3 15,0 7-2-15,0 6 5 16,0 2 1-16,3 1-4 0,2-8-11 16,6-3 2-16,3-8-4 15,6-4 1-15,2-4 1 16,3-6 1-16,1-5-3 16,-3-7 0-1,-1-8 0-15,-2-10 1 16,-1-6 0-16,-2-7-2 0,-1-7-1 15,-2-5-5-15,0-11-64 16,5 0-39-16,6-19-12 16,7-21-30-16,4-20-76 15,-2-15-54-15,-6-19-264 16</inkml:trace>
  <inkml:trace contextRef="#ctx0" brushRef="#br0" timeOffset="168579.27">16770 15299 1012 0,'0'0'32'0,"0"0"-32"16,0 0 0-1,48-93 0-15,-9 64 74 16,3 1-14-16,-5 6-16 16,-4 7-25-16,-5 7 9 15,-4 4-23-15,-4 4 2 16,0 0 2-16,0 6 6 16,-2 10-2-16,1 9 4 15,-1 5 6-15,7 9 23 0,1 8 0 16,4 8-16-1,7 6 7-15,4 6-27 0,7 6 4 16,5 5 11-16,2 4-10 16,-1 7 8-16,-4-1 0 15,-5 5-6-15,-6 5 11 16,-10-1-7-16,-13-2 3 16,-13-5-10-16,-5-2-3 15,-34-1 1-15,-19-1-5 16,-17-5-2-16,-11-12-5 15,-5-18-3-15,1-16-66 0,2-18-71 16,6-17-101 0,9-7-60-16,10-33-419 0</inkml:trace>
  <inkml:trace contextRef="#ctx0" brushRef="#br0" timeOffset="169456.15">28039 11556 1162 0,'0'0'116'0,"0"0"-116"0,0 0 9 16,0 0 50-16,0 0 0 16,21 101 116-16,0-36-60 15,4 10-26-15,3 8-57 0,4 7 33 16,1 2 3 0,-1-2-31-16,1-3-25 0,-1-7-4 15,-4-6-5 1,-1-9-3-16,-8-12 0 0,-4-10-12 15,-6-11-62 1,-6-10-71-16,-3-7-124 0,-7-10-71 16,-22-5-165-16</inkml:trace>
  <inkml:trace contextRef="#ctx0" brushRef="#br0" timeOffset="169764.94">28003 12387 1356 0,'0'0'106'0,"0"0"-106"16,0 0 0-16,0 0 4 16,62 85 41-16,-31-30 44 15,5 5-30-15,1 6-6 16,-3-1-17-16,-1-8-32 16,-3-13 22-16,-2-12-24 15,2-15-2-15,0-10 5 16,1-7-1-16,8-20-3 15,8-24 2-15,9-18-3 16,8-11-2-16,5-6-7 16,-7 4-5-16,-6 11-17 0,-12 9-61 15,-14 18-73-15,-13 18-50 16,-16 19-26-16,-1 3-137 16</inkml:trace>
  <inkml:trace contextRef="#ctx0" brushRef="#br0" timeOffset="170361.21">28344 14145 802 0,'0'0'139'0,"0"0"-139"0,1-96 0 16,-1 71 49-16,-10 6 116 15,-10 5-90-15,-4 3-18 16,-4 3 6-16,-8 7-22 15,-9 1 37-15,-5 0-19 16,-3 12-51-16,-2 2 7 16,6 4-2-16,4 1 11 0,5 3-4 15,7-1 2-15,5 1 9 16,5 4-4-16,6 4-14 16,5 5 6-16,5 8 3 15,7 6 14-15,0 6-5 16,8 4 8-16,10 4-12 15,-3 2 14-15,0 7-16 16,-3 6-10-16,-6 2-6 16,0 7 2-16,-5 10 2 15,5 0 3-15,1 5-2 0,7-3-9 16,7-3 8-16,4-4-3 16,9-7-10-1,7-11 0-15,9-17 0 0,9-13 0 16,2-14 0-16,0-13 0 0,0-12-29 15,-4-5-25 1,0-5-38-16,-2-20-68 16,-5-7-70-16,-6-13-16 15,-8-16-72-15,-11-14-462 0</inkml:trace>
  <inkml:trace contextRef="#ctx0" brushRef="#br0" timeOffset="170806.25">28816 13819 1210 0,'0'0'32'0,"0"0"-32"0,0 0-23 31,44-88 23-31,-11 65 15 0,2 2 16 16,1 7-11 0,0 6 23-16,-8 8-23 0,-2 0-14 15,-1 17-1-15,0 15 25 16,-1 9 18-16,-3 14-9 16,-3 13 6-16,1 7 43 15,4 5 8-15,7 9-32 16,7 5-22-16,6 11 14 15,8 5-27-15,0 5-22 16,4-1 5-16,-6-3 1 16,-6 0-2-16,-8-13 1 15,-11-7 1-15,-17-15-6 16,-7-14-4-16,-24-13 1 16,-25-9-1-16,-27-6 0 15,-21-8-3-15,-27-3-99 16,-30-17-229-16,-20-6-622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5:52:41.7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4695 11329 287 0,'0'0'453'0,"0"0"-449"16,0 0-4-16,0 0 0 16,0 0 12-16,0 0 36 15,-54-84 60-15,44 71-45 16,1 2-19-16,3 5 13 15,1 3-31-15,2 2-1 16,-4 1-14-16,-4 0-9 0,-5 1-2 16,-7 12 0-16,-2 5 0 15,-2 4 0 1,-1 3 0-16,0 4-1 0,-2 3 1 16,0 6 3-16,0 1-2 15,-1 8 0-15,1 9 6 16,-1 8 7-16,-2 8-6 15,0 4 12-15,-3 4-5 16,3 5 15-16,-1 4-7 16,7 1-1-16,2 1-7 15,7-5 10-15,9 0 12 0,9-3-19 16,0-1-1-16,12 4 9 0,9 7 0 16,4 6 10-1,-1 2 5 1,-5 4-19-16,-4-7-10 0,-4-4 3 15,-4-10-10 1,2-12 0-16,2-16-2 313,-8 37-1206-313</inkml:trace>
  <inkml:trace contextRef="#ctx0" brushRef="#br0" timeOffset="60.61">3813 13347 1140 0,'0'0'68'0,"0"0"-68"0,0 0-11 0,0 0 11 0,88 105 3 0,-57-49 3 0,-1 9 9 0,4 7 16 0,4-1-15 0,-1 2 0 0,-1-18-11 16,1-10-4-16,-1-16 7 0,-6-13-4 0,-6-9 19 0,1-7-10 0,-4 0 11 0,4-25 3 0,2-22 19 0,7-22-12 0,10-17-25 0,5-12-4 0,2 4-2 0,-2 2-3 0,-7 12 0 15,-5 11-39-15,-6 11-110 0,-5 14-54 16,-4 17-255-16</inkml:trace>
  <inkml:trace contextRef="#ctx0" brushRef="#br0" timeOffset="1165.43">4332 14684 666 0,'0'0'137'0,"0"0"-127"15,0 0-10-15,0 0 4 16,0 0-2-16,0 0 56 16,3-52 36-16,-3 52-44 15,0 0-24-15,0 0-1 0,0 0 1 16,-10 2-11-1,-13 14-14-15,-5 5 4 0,-8 3-2 16,-2 4 3-16,-3-3-4 16,4-2 3-16,2-1 9 15,4-8 15-15,6-2-1 16,1-4 11-16,9-1-3 16,3-2-1-16,3-4 2 15,3 3-11-15,3 4 1 16,0 6-18-16,3 13 0 15,0 13 16-15,0 4-3 16,0 8 5-16,0 5-6 16,0 2-6-16,0 4 0 0,0 4-5 15,9 6-1-15,3 3 10 0,4 9-6 16,3 3 9 0,3-4 1-16,2-2 9 15,2-4-14-15,1-7 10 16,3-4-4-16,0-4-7 15,1-9 2-15,2-6-7 16,1-11-4-16,2-9-7 16,-1-13 1-16,-4-10-2 15,3-5 1-15,1-6 0 0,-1-19-1 16,3-12 0 0,0-9-35-16,-2-10-61 0,-2-7-65 15,-8-7-100 1,-5-9-120-16</inkml:trace>
  <inkml:trace contextRef="#ctx0" brushRef="#br0" timeOffset="1721.47">4750 14543 843 0,'0'0'85'0,"0"0"-74"0,0 0-7 16,0-77 22-16,16 54 64 0,1 1-17 16,4 3-45-16,-4 6-13 15,0 3-12-15,4 8 5 16,-6 2-5-16,4 0 4 15,-1 2 7-15,0 12-2 16,1 4 5-16,-1 4-13 16,3 3 11-16,3 4 4 15,1 6 2-15,1 7 10 16,8 3 11-16,2 4-5 16,1 5-15-16,2 0 11 15,0 5-10-15,4-2 7 0,3 2-11 16,5 4-3-1,1 1-3-15,4 1 14 0,-3-2-3 16,-4-1-7-16,-4 0-3 16,-7-3 2-16,-7-1-2 15,-4-4 2-15,-8-4 4 16,-5-1-1-16,-10-4-4 16,-4 0 6-16,-12 0 4 0,-13-2-8 15,-10-6-7 1,-2-5-3-16,-2-10-2 0,5-9-4 15,-3-11 4 1,-1-2-5-16,1-6-9 0,1-19-135 16,3-10-70-16,5-11-106 15,1-10-364-15</inkml:trace>
  <inkml:trace contextRef="#ctx0" brushRef="#br0" timeOffset="2653.61">7701 11509 642 0,'0'0'271'0,"0"0"-236"16,0 0-34-16,0 0 0 15,0 0 23-15,-88-66 41 0,82 64 31 16,3 2-29 0,3 2-53-16,0 22-10 15,0 17 9-15,9 12 42 16,6 14-4-16,1 2-25 0,5 8 15 15,3 8-5 1,3 6 0-16,0 10-8 0,8 3-7 16,0-1-2-16,1-3-8 15,4-6 1-15,3-5 3 16,2-2 13-16,-3-8-12 16,1-5 26-16,-9-10-28 15,-2-11-4-15,-4-4 17 16,-1-7-11-16,-2-4 5 15,-2-7-10-15,-4-4-7 16,3-6-1-16,-5-5-1 16,-1-2-2-16,-4-4-2 15,-1-2 0-15,-4-1-63 16,-3 3-81-16,-4 4-55 16,0 4-71-16,-6 1-218 15</inkml:trace>
  <inkml:trace contextRef="#ctx0" brushRef="#br0" timeOffset="3230.68">7956 13700 700 0,'0'0'292'0,"0"0"-282"16,0 0-10-16,0 0 2 0,0 0 53 16,0 0 60-16,15-48-53 15,-31 48-27-15,-11 6-16 16,-7 10-15-16,-8 6 5 15,0 1 5-15,-3-1 0 16,5-1-2-16,-2 0-3 16,5-5 14-16,6-1-16 0,-1-3 7 15,7-4-6-15,5 1 1 16,4-5 37 0,7 1-12-16,3-3-26 0,4 3 5 15,2 10-13-15,0 8 3 16,0 14 17-1,3 10 15-15,5 4-14 0,-2 4-7 16,6 7 32-16,1 7-8 16,2 6-9-16,3 5 25 15,3 2-29-15,1-4-7 16,4-3 2-16,2-4-4 16,4-10-2-16,2-8-6 15,4-9 4-15,1-11-11 16,3-10 2-16,4-11 0 15,2-10-2-15,3-2 0 16,-2-16-1-16,-3-12-58 16,-8-12-66-16,-5-4-60 0,-7-11-78 15,-9-5-67 1,-11-7-555-16</inkml:trace>
  <inkml:trace contextRef="#ctx0" brushRef="#br0" timeOffset="3707.76">8419 13460 890 0,'0'0'9'0,"0"0"-9"0,0 0 1 0,0 0 78 15,0 0 35-15,0 0-68 16,47-49-40-16,-20 49 0 16,1 0 6-16,2 10 2 15,0 10 3-15,1 9 22 16,1 5-3-16,1 7 18 0,-1 4-36 16,6 2 35-1,-2 3 2-15,3 3-11 0,2 3-1 16,-2 3-14-1,3 4 21-15,1 0-15 16,-1-1 5-16,-3-3 6 16,-4 3-20-16,-5-2 18 0,-4-1-10 15,-7-2-4 1,-3-8-15-16,-8-8-9 0,-7-7 1 16,-1-8 0-16,0-6-2 15,-6-3 1-15,-13-1 1 16,-6-1-2-16,-7-2-5 15,-5-5-2-15,-2-4-29 16,-8-4-84-16,-7 0-127 0,-10 0-135 16,-11-10-342-16</inkml:trace>
  <inkml:trace contextRef="#ctx0" brushRef="#br0" timeOffset="4653.59">5515 15104 748 0,'0'0'86'0,"0"0"-63"16,0 0 0-16,0 0 40 15,0 0-10-15,0 0 16 16,-80-4-12-16,80 2-4 0,0 2-22 16,0-1-24-16,0-5-4 0,12-2 0 15,11-10 9 1,15-10 9-16,7-7 6 16,13-5 6-16,9-4 3 0,9 2-6 15,7 6-6 1,-2 10-4-16,-2 8-12 0,-7 5-7 15,-5 6 3 1,-3-1-4-16,-1 4 0 16,1-4 0-16,3-4 7 0,2-3 1 15,1-5 10 1,6-4 13-16,-3-3 6 0,7-2 0 16,-6 2-22-1,-12 4-12-15,-8 3-2 0,-11 4-1 16,-4 3 0-16,-2-1 0 15,-2 3 0-15,-3-3 0 16,-2 2 0-16,-6-1 0 0,0 0 1 16,-6 3-2-1,-7 4-1-15,-8 5-6 16,-3 1-74-16,0 0-57 16,-14 0-103-16,-16 1-226 15</inkml:trace>
  <inkml:trace contextRef="#ctx0" brushRef="#br0" timeOffset="4917.72">6882 14433 1135 0,'0'0'13'0,"0"0"-12"0,0 0-1 15,58-74 31-15,-6 37 56 16,16-1-14-16,9 3-28 15,5 7 1-15,-3 12-5 16,-12 15-25-16,-16 4-6 16,-12 29-6-16,-15 15-1 15,-15 8 21-15,-9 10-12 0,0 1 2 16,-24-2-12 0,0-5-1-16,-8-6 2 0,-6-4-3 15,2-5-19 1,-4-6-143-16,-5-10-72 0,-1-12-241 15</inkml:trace>
  <inkml:trace contextRef="#ctx0" brushRef="#br0" timeOffset="5547.88">5417 14524 363 0,'0'0'22'15,"0"0"-20"-15,0 0 33 0,-13-72 31 16,13 60 81-16,0 2-36 16,0 2-38-16,0 4-41 15,7 4 13-15,5 0-16 0,4 22 43 16,-2 13 34 0,-4 12-21-16,-10 14-21 15,0 8-10-15,-9 1-4 16,-10-3-10-16,5-10-5 15,2-6-7-15,5-9-18 16,4-5-4-16,3-4-3 16,0-5 2-16,10 1 10 15,13-8 8-15,15-4 17 16,6-7-9-16,8-10-8 0,9-2-6 16,6-22-5-16,10-6-10 15,6 1-2-15,2 5-8 16,1 15-94-16,-11 9-167 15,-17 0-318-15</inkml:trace>
  <inkml:trace contextRef="#ctx0" brushRef="#br0" timeOffset="8361.9">20870 14566 761 0,'0'0'59'0,"-33"-79"22"0,22 47-18 16,2 3-6-16,-1 3 21 16,2 6-9-16,0 8-31 15,2 6 39-15,5 5-22 16,-1 1-16-16,2 0-39 16,0 13 2-16,6 13-1 15,9 8 20-15,3 5-8 16,0 4-2-16,0 7 4 15,0 5 10-15,-2 4 4 16,1 4 0-16,-4 5-13 0,5 11 17 16,-1 5-6-16,2 4-14 15,0 2-3-15,-2 1 7 16,0-2-2-16,-3 2-3 16,-1-1 10-16,-2-5-2 15,-4-4-8-15,2-5 2 16,-4-7-5-16,-1-1 0 15,1-2 3-15,-4 0-7 16,1 1 1-16,-2-3-2 0,0 2-2 16,0-7 3-1,0-4-1-15,-6-4-2 0,-4-4-2 16,-1-1 2 0,0-4 0-16,1-5-2 0,0-5 1 15,2-4-1 1,0-3 0-16,1-1 0 0,3-4 0 15,-2-1 1 1,3-2-1-16,1-3 0 0,2-3-1 16,0-4-2-16,0-1-1 0,8 0 1 15,8-4 2 1,4 2 1-16,6-4-6 0,4 0 4 16,3 0 2-1,5 0-7-15,3-8 4 0,7-2 2 16,9-2-1-1,8-5 1-15,13-3 0 0,7-9 1 16,10-2 1-16,14-9 2 16,11-5-1-16,9-4-1 15,7-1-1-15,-5 9-1 16,-4 6 0-16,-4 4 0 16,-3 5 1-16,0 1 0 15,2-5 1-15,8-2 1 16,0-2-1-16,1-1 0 15,-7 2-1-15,-14 4-5 16,-7 3 5-16,-11 3-1 16,-8 4 1-16,-3 0 0 15,-7 1 0-15,-2 4 0 16,-10 1 1-16,-9 3 0 16,-7 3-1-16,-9 1 0 15,-5 2 1-15,-7 1-1 0,-6 1 0 16,-7 2-1-1,-6 0 1-15,-3 0-2 0,-1 0-1 16,-2 0 1-16,0 0-1 16,0-1-59-16,0-4-25 15,0 1-5-15,-5-6-95 16,-7-3-296-16</inkml:trace>
  <inkml:trace contextRef="#ctx0" brushRef="#br0" timeOffset="8695.56">24090 15725 1076 0,'0'0'55'0,"0"0"-53"16,0 0-1-16,0 0 42 15,0 0 66-15,115-71-35 16,-62 62-36-16,7 4-24 15,3 5 0-15,-2 0 11 16,-7 14-6-16,-5 6-12 0,-10 8 2 16,-9 5 0-1,-10 9 11-15,-10 8 42 0,-10 12 5 16,-7 14-3 0,-22 11-17-16,-12 3 0 0,-5-6-21 15,3-12-19 1,1-10-7-16,3-10-43 0,4-6-136 15,0-10-75 1,-2-16-208-16</inkml:trace>
  <inkml:trace contextRef="#ctx0" brushRef="#br0" timeOffset="9439.54">20353 14644 954 0,'0'0'44'0,"0"0"-44"0,0 0 0 16,0 0 5-16,0 0 17 0,0 0 73 16,98-14-15-16,-74-25-41 15,0-9-22-15,-3-6-3 16,0-9-6-16,-4-6 0 16,-2-5-6-16,2-2 7 15,1 2 0-15,3 5 4 16,2 7 9-16,3 10 4 15,-1 13 51-15,2 14-23 16,1 17-15-16,5 8-22 0,6 17 6 16,9 21 26-1,4 12 16-15,2 7-16 0,-1 2-23 16,-3 8-15 0,-7 1-8-16,-1 3-3 0,-4 4-3 15,-2 3-14 1,-3 4-91-16,-2 5-65 0,-2 4-114 15,-4 2-129 1</inkml:trace>
  <inkml:trace contextRef="#ctx0" brushRef="#br0" timeOffset="10459.7">21157 16698 481 0,'0'0'106'0,"0"0"-103"15,0 0 2-15,0 0 23 16,0 0 13-16,0 0-17 0,-42 45-1 15,33-37 22 1,0 2-9-16,0-2 25 0,0-1 12 16,5-2-25-16,1-3-5 15,1-2-6-15,2 0 18 16,0 0-7-16,0 0-14 16,0-7 7-16,0-11-19 15,8-7-17-15,2-2 3 16,-2-3-6-16,-2 5 13 15,-3 1 3-15,0-2 2 16,4 1-8-16,0-4 16 16,4-8-18-16,4-5-7 15,1-9-1-15,7-6-1 16,2-7 12-16,3-6-2 16,2-4-3-16,1 1 0 15,-2 4-2-15,-2 6-3 16,-2 0 1-16,2 3-4 0,0-3 4 15,0 0-2 1,1 0-2-16,-1 1 0 0,1-3 1 16,3-5-1-16,2 0 0 15,3-3 1-15,0 2 1 16,-2 2-1-16,-2 2-1 16,-2 4 4-16,-1 0 1 0,1 5-4 15,5 0 7-15,3-1-2 16,1-1 18-1,1-2-6-15,-2 5-10 0,-5 4 2 16,-4 6 3 0,-8 5-4-16,-6 9 0 15,-5 6 4-15,-4 5 13 16,-4 7-4-16,-2 1-16 0,0 0 10 16,0 8-9-16,0-1-3 15,0 6-2-15,0-1-2 16,0 2 0-16,0 0-9 15,0 0-35-15,0 0-88 16,0 0-106-16,-12 9-150 16</inkml:trace>
  <inkml:trace contextRef="#ctx0" brushRef="#br0" timeOffset="10842.81">21903 14394 1047 0,'0'0'70'0,"0"0"-69"16,0 0 1-16,0 0 33 0,0 0 45 15,24-90-37 1,-1 60-31-16,4-3 4 15,3-3 7-15,1-3-8 16,7 0 9-16,-1-1-2 16,2 2 21-16,-1 7-1 15,-6 7 2-15,-6 10 2 0,-7 11-13 16,0 3-19-16,1 7 0 16,2 17 58-16,-1 8 4 15,-3 5-47-15,1 4-14 16,-4 7 0-16,1 4-12 15,0 4-3-15,-3 3 0 16,-1-1-38-16,-5 3-165 16,-4-3-98-16,-3-4-394 15</inkml:trace>
  <inkml:trace contextRef="#ctx0" brushRef="#br0" timeOffset="12513.74">21118 16785 480 0,'0'0'113'16,"0"0"-104"-16,0 0 35 0,0 0 36 15,0 0-27 1,0 0-11-16,-54 16-3 15,50-13-8-15,-1-1 16 16,2 0 16-16,2-1 0 0,1-1-14 16,0 0-10-16,0 0-10 15,0 0-13-15,0 0-9 16,0 0 0-16,0 0 3 16,0 0 8-16,0-3 5 15,0-8-23-15,0-3 2 16,0 0 11-16,6-4-3 15,4-1 4-15,2-2-4 0,5-2 12 16,0-1-9 0,0-1-11-16,2 0-2 0,-1 0 0 15,3-1 1 1,1-4-1-16,1 1 0 0,1 0 0 16,1-1 0-16,2-1 2 15,0 0 4-15,-2 0 11 16,-1 0 2-16,0 3-5 15,0-1-12-15,0-3-2 16,-2-1 0-16,4-3 0 16,0-2 1-16,1 1-1 0,0 0 0 15,0 0 1 1,1-2 0-16,-4 2-1 0,2-3 1 16,-4 3-1-1,-3 2 1-15,-2 4-1 0,-3 3 0 16,3 0 1-1,1 5-1-15,1-3-2 0,4 0 2 16,2 0 0-16,3-1 1 16,1-1-1-16,-1 1 1 15,-4 2-1-15,-3 3 0 0,-2 0-1 16,-4 2 1 0,1 3-1-16,0-4-1 0,0 1 1 15,-1-4 0 1,1-4 1-16,2-1 0 0,1-1 0 15,2 0 1 1,-3 2 0-16,3 2 0 0,-3 0 0 16,-3 2-1-1,-3-1 0-15,1 0 0 0,-2 0-3 16,0-1 3-16,0 0 0 16,1-1 0-16,3-1-2 15,-1 2 2-15,0 1 0 16,-2 4 1-16,-1 3-1 15,-1 2 0-15,-2 1 1 16,-1-3-2-16,2 4 1 0,0-5 0 16,2 2 0-1,2-2 1-15,-1 1-1 0,4-3 0 16,1-1 1 0,2 2-1-16,-4 1 2 0,-2 2-2 15,-2 5 13 1,-1 1-5-16,2 0-1 0,-3-1-1 15,-1 2-1 1,-2 2 2-16,-1 0 3 0,-2 4 3 16,-1 2-7-16,-2-2 0 15,0 3-6-15,0-2-2 16,0-1-95-16,0 1-156 16,-5 0-313-16</inkml:trace>
  <inkml:trace contextRef="#ctx0" brushRef="#br0" timeOffset="12784.64">22434 14618 1002 0,'0'0'130'0,"0"0"-130"0,9-79 0 0,13 45 56 16,12 1 47-16,5 2-42 15,5 6-4-15,-1 9 18 16,-4 9 14-16,-7 7-32 16,-6 5-24-16,-10 21-6 0,-4 9-16 15,-10 8-5 1,-2 7-6-16,-11 7-9 0,-10 2-103 16,-9 5-75-1,-4-5-118-15,-10-1-394 16</inkml:trace>
  <inkml:trace contextRef="#ctx0" brushRef="#br0" timeOffset="13483.62">21357 15992 824 0,'0'0'78'0,"0"0"-74"16,0 0 91-16,0 0 40 15,0 0-78-15,0 0-33 16,0 0-11-16,0-2 34 16,0 2 18-16,0-1-2 0,0 1-15 15,0-2 1 1,0 2-12-16,0-2-4 0,9-3-15 16,10 2-3-16,8-1 16 15,6 4 34-15,1 0-22 16,-2 6-7-16,-3 11-1 15,-5-1-25-15,-3 2 2 16,-7-1-9-16,-6-2 0 16,-3 0-3-16,-5 1-5 15,0 3-162-15,-20-5-206 16</inkml:trace>
  <inkml:trace contextRef="#ctx0" brushRef="#br0" timeOffset="17263.91">7656 11872 445 0,'0'0'123'0,"0"0"-123"16,0 0-1-16,0 0 1 15,0 0 9-15,0 0 26 0,23-3 11 16,-20 3-9-16,1 0 2 0,-1-3 4 16,1 3-23-1,-2 0-4-15,1-2 6 0,0-3 5 16,0-3 10 0,-1-4-16-16,1-4-9 0,-3-2 4 15,0-2 3 1,0-1 0-16,-11 1 35 0,-5-1-45 15,-10 1 16 1,-4 4-19-16,-10 0-6 0,-6 3 0 16,-6 3 8-1,-5 2-7-15,-6 2 4 0,-1 4-4 16,-6 0 8-16,1 2 6 16,-2 0 4-16,1 9-7 15,1 6-8-15,0 2 8 16,1 1-7-16,5 2 7 15,4 2 16-15,9 1-4 16,4 4-17-16,4 1-4 0,5 3 1 16,1 1 0-1,2 2-3-15,10-1 6 0,3 3 2 16,3-3-5 0,5 0 0-16,2 1-2 0,-1-5 0 15,5 1 3 1,1-2-2-16,3 0 3 0,1 3 0 15,2 1 11 1,0 0-10-16,5-1 2 0,10 3 3 16,4-3 10-16,3 0-12 15,3-4 1-15,3-2-5 16,3-2 4-16,2-2-5 16,4 2 3-16,8-1-3 15,7 2 1-15,9-4 0 16,11-1-1-16,7-7 5 15,5-7-2-15,5-5-1 0,5-4-2 0,6-16-1 16,-2-6 0 0,-2-7 1-16,-5-5 3 15,-3-10 2-15,-7-7-4 16,-5-8 3-16,-11-5-2 16,-10 0-3-16,-17-1 3 15,-23 3-4-15,-15 0 1 16,-12 4 3-16,-29 4-2 15,-14 2 2-15,-10 10 9 16,-11 6-5-16,-2 14-5 16,-4 10-5-16,7 10 21 15,4 6-20-15,14 2-2 16,8 19-3-16,13 10-27 16,17 13-96-16,13 13-65 15,6 8-103-15</inkml:trace>
  <inkml:trace contextRef="#ctx0" brushRef="#br0" timeOffset="18871.59">20757 16838 101 0,'0'0'655'16,"0"0"-655"-16,0 0 1 16,0 0-1-16,0 0 45 15,0 0 41-15,0 0-56 16,15-57-29-16,-3 55-1 16,1 2 5-16,1 0 9 15,1 0 22-15,1 0-5 16,1 10 18-16,-1 3 3 0,0 3-8 15,1 4-25 1,-2 3 2-16,1-3 37 0,-1 7-1 16,0-4-33-1,0 4 7-15,0-4 0 0,1 2 5 16,2-1 6-16,1 0-2 16,-1 6-4-16,3 9 6 15,1 5-8-15,0 10 14 16,-2 5-23-16,-1 2-6 15,0-4 13-15,-2-7-16 16,3 2-2-16,2 0 1 0,2 1 0 16,0 2 4-1,-3 4 1-15,0 2-8 0,1 2 2 16,-1 0 0 0,1 1 3-16,2-3-3 0,-2-2-6 15,0-7-2 1,0-2-3-16,0-4-1 0,-2-3 0 15,1 0-2 1,-1-3 1-16,-1-3 1 16,-2-7-1-16,0-1-1 0,-1-6 1 15,-5-5 3-15,0-2-3 16,-3-4-1-16,-2-1-1 0,-1-2 1 16,-1-2-1-1,5-1 1-15,0 4 3 0,0-2-3 16,3 0-1-1,-3 1 1-15,-2-4 0 0,-2 2 0 16,0-4-2-16,-3-2 0 16,-2-1-4-1,0 0-34-15,0 0-32 0,0 0-94 16,-13-1-112 0,-7-13-292-16</inkml:trace>
  <inkml:trace contextRef="#ctx0" brushRef="#br0" timeOffset="19247.86">21470 18662 513 0,'0'0'849'0,"0"0"-849"15,0 0-10-15,0 0 10 16,0 0 5-16,106 30 57 15,-69 1 44-15,2 4-39 16,9 5 1-16,4 6-31 0,9 6 16 0,8-1-19 16,-4-6-14-1,-5-15 5-15,-10-14-11 0,-13-12-13 16,-9 2 6 0,-7-6-7-16,-10 0 1 0,2 0 0 15,-1 0 9 1,4-10 6-16,1-26-9 0,2-21-7 15,3-21 0 1,-1-8-1-16,2 3-3 16,-4 4 3-16,-9 0-6 15,-7 3-62-15,-3 3-110 16,0 4-38-16,-15 5-65 16,-15 12-226-16</inkml:trace>
  <inkml:trace contextRef="#ctx0" brushRef="#br0" timeOffset="20332.9">21172 16202 909 0,'0'0'49'15,"0"0"-49"-15,0 0 4 16,0 0 15-16,0 0 47 0,0 0-17 15,16-29-47 1,5 21 4-16,2 4 7 0,2 3 5 16,0 1 17-16,0 0-6 15,1 2-2 1,-2 17 18-16,0 12-11 0,-1 8 13 16,1 9 5-1,1 12-6-15,-2 7 5 0,1 5 11 16,0 1-21-16,-6-3-13 15,0-5 1-15,-8-3-12 16,-1-1 16-16,-5-3-26 16,-4-2 3-16,0-1 2 15,0-3-3-15,-7-4-2 0,-5-4 3 16,2-3 4 0,0-1 9-16,-1-2-10 0,-1-1-3 15,-1 0 1 1,-1-2-4-16,-2-5-3 0,4-1 0 15,-1-7-2 1,2-5 0-16,0-2 1 16,2-3 0-16,1-1-2 0,0 1-1 15,0-1 0-15,4-4 1 16,-2 1-1-16,3-3 0 0,2 0 0 16,1-4-1-1,0 2-2-15,0-3 2 16,-2 0-32-16,-1 0-75 15,-3 0-56-15,-5-16-69 0,-5-6-116 16,-2-11-357 0</inkml:trace>
  <inkml:trace contextRef="#ctx0" brushRef="#br0" timeOffset="21811.78">20893 16968 257 0,'0'0'139'0,"0"0"-80"16,0 0 33-16,0 0 21 0,0 0-10 16,74-76-40-16,-62 68-34 15,-2-1-5-15,-3 3-2 16,-4-1 5-16,-2 1-8 16,-1 1-3-16,0-3-7 15,0 1 11 1,0-2-20-16,-1 4 20 0,-7-1 13 15,-1 2-27 1,0 3-2-16,2 1 1 0,-6 0 15 0,0 0-9 16,-1 7-7-1,2 2 0-15,3 1 17 0,2-4-2 16,2-1 3 0,5-5-11-16,0 0-3 0,0 3-6 15,1-3 0 1,17 0 0-16,7-9 7 15,10-17-5-15,1-5-1 16,1-5-3-16,-7 4 1 0,-11 7-1 16,-8 8 1-16,-11 9-1 0,0 6 4 15,-11 2 1 1,-16 6-1-16,-7 15 0 0,-3 4 8 16,4 1 3-1,6-4-10-15,12-6-5 16,11-4 0-16,4-6-34 15,6-3-66-15,19-3-62 16,8 0-147-16</inkml:trace>
  <inkml:trace contextRef="#ctx0" brushRef="#br0" timeOffset="23167.62">22778 13362 503 0,'0'0'87'0,"0"0"-80"0,0 0 21 15,0 0 19-15,0 0 37 16,0 0 32-16,-13-54-49 16,13 49-42-16,-1 2 5 15,1 0 50-15,-2 0-23 16,2 0-21-16,0 1-19 15,-1-4-4-15,1 0-7 16,0-3-1-16,0-1 0 16,0-2 6-16,0-4 6 0,0 1-12 15,0-1 11 1,0 2 41-16,0 3-8 0,0 1-38 16,0 4 6-16,0 2 18 15,-2 4 24-15,2 0-22 16,0 11-32-16,0 26-1 15,0 15 80-15,0 10 18 16,3 3-44-16,5-5-38 16,0-5-6-16,1-10 5 15,1-4-14-15,-3-8-4 16,2-4-1-16,-3-8 0 16,-2-4-2-16,-1-9-11 15,0-5-121-15,3-3-57 16,5-16-4-16,1-22-65 15,4-21-457-15</inkml:trace>
  <inkml:trace contextRef="#ctx0" brushRef="#br0" timeOffset="23467.68">23053 13218 1197 0,'0'0'94'0,"0"0"-89"15,0 0-2-15,-98 83 72 0,59-54 11 16,6-3-33-1,9-6-35-15,11-7-13 16,5-6 0-16,8-5-2 16,0 0-3-16,5-1-1 15,17 5 1-15,12 1 9 0,4 2 5 16,4 4 13-16,2 1-4 16,-1 2 2-16,-2 0-21 15,-7-4-4-15,-7-4-2 16,-5-2 1-16,-1-6-52 15,-1 0-115-15,2-19-54 16,-3-12-161-16,-1-4-292 16</inkml:trace>
  <inkml:trace contextRef="#ctx0" brushRef="#br0" timeOffset="23589.9">23336 13339 1113 0,'0'0'112'0,"0"0"-107"15,0 0 63-15,0 0 34 0,0 0-56 16,0 0-45-1,-3 14 0-15,0-11-1 16,1-3-70-16,2 0-55 0,0-4-39 16,0-18-189-16,0-7-222 15</inkml:trace>
  <inkml:trace contextRef="#ctx0" brushRef="#br0" timeOffset="24007.73">23310 13171 625 0,'0'0'376'15,"0"0"-248"-15,0 0-19 16,0 0 39-16,0 0-38 15,0 0-66-15,-3-30-41 16,29 17-2-16,10-3-2 0,6-1 0 16,-3 3 1-16,-9 6-1 15,-12 4-2-15,-11 4 3 16,-4 0-8-16,-1 0-1 16,-2 0 8-16,0 0 1 15,1 0 0-15,1 0 1 16,5 0-1-16,10 4 2 15,11 6-1-15,15 0 2 16,5 2-2-16,4 5 6 16,-4 4-2-16,-8 5 5 15,-9 7 10-15,-11 1-6 0,-8-4-6 16,-6-3 0 0,-2-13-5-16,-4-7-1 15,0-7 4-15,0 0 36 16,0 0 26-16,0-5 18 0,-4-19-24 15,-7-9-60 1,2-12-1-16,8-4-1 0,1 0-3 16,0 6-2-16,0 16-4 0,0 15-121 15,-2 12-49 1,-23 35-260-16,-11 23-373 0</inkml:trace>
  <inkml:trace contextRef="#ctx0" brushRef="#br0" timeOffset="25268.72">23086 17809 963 0,'0'0'71'0,"0"0"-67"0,0 0-1 0,0 0 25 16,0 0 53-16,0 0 23 15,0-53-20-15,0 53-27 16,0 0-10-16,0 0-20 16,0 0-17-16,0 4-8 15,9 16 21-15,6 4 48 16,3 7-16-16,-5 2-19 16,-1 4-6-16,-5 0-11 0,-3-2-3 15,-4-4-3 1,0-4-8-16,0-8 5 15,-5-10-7-15,0-9 4 16,-1 0 6-16,-2-12 9 0,-3-24-22 16,4-15-4-16,4-21-4 15,3-5-13-15,3-1-21 16,15 9 14-16,7 18 28 0,5 18 4 16,0 17 6-1,1 16 16-15,0 1-1 16,2 23 18-16,-3 9-13 15,-2 5-17-15,-2-1-11 0,-6-2-2 16,-4-1-2-16,-7-5-32 16,-8-5-81-16,-1-4-53 15,-4-3 12-15,-16-4 45 16,-2-5 31 0,-4-3 18-16,4-5 53 0,5 0 9 15,6-18 38-15,9-7 24 16,2-9-33-16,7-5-1 15,16-8-22-15,8-2-6 16,8-1-13-16,0 7-35 16,-2 16 39-16,-4 15 9 0,-6 12 17 15,-3 10 39 1,-6 19 35-16,-1 4 2 0,-3 4-22 16,-2-3-35-1,-5-2-14-15,1-7-8 0,-1-7-13 16,-2-8-1-1,-1-4 0-15,-1-5-5 0,3-1 2 16,-1 0-6-16,5 0-19 16,2-6 10-16,4-5-4 15,4 1 22-15,2 2 1 16,5 2 4-16,3 3 8 16,0-1 8-16,-1 1 3 15,-2 0-9-15,-6 0-8 16,0-3-5-16,0 0 0 0,2-9 0 15,2-4 1 1,8-7-2-16,6 1-1 16,2 1-1-16,4 6 1 15,1 8 0-15,4 4 1 16,3 3-1-16,2 2 1 0,-3 1-1 16,-8 0-2-1,-10-6-179-15,-10-7-199 0</inkml:trace>
  <inkml:trace contextRef="#ctx0" brushRef="#br0" timeOffset="48682.48">17063 11228 871 0,'0'0'7'15,"0"0"35"-15,0 0 47 0,0 0 14 16,0 0-21 0,0 0-65-16,-110-62 1 0,65 62-15 15,-9 0 18 1,-7 0-4-16,-5 10 4 0,-6 8-13 15,-11 2 0 1,-9 6-2-16,-13 6-1 16,-5 8 4-16,1-1 1 0,-2 7 30 15,8 4-1-15,-1 12 2 16,0 5-20-16,-1 7 5 16,4 4 8-16,4 3-3 15,1 6-13-15,7 1 2 16,5 0 3-16,16-2 23 15,11-10-19-15,17-4-4 16,10-6-9-16,12-4-4 16,10-1 0-16,8-3 2 15,0-2 1-15,20-1 2 16,11-5-9-16,11-2 0 16,12-7 5-16,10-7-3 0,9-6-2 15,12-10 4 1,10-8 0-16,17-7 0 0,12-3 2 15,10-7 5 1,11-14-17-16,0-8 0 0,-6-2 4 16,-8-8-1-16,-9-7 1 15,-8-1 0-15,-1-7 1 16,-7 3 0-16,-3 1 3 0,-8-3-8 16,-11 0 3-1,-4-8-6-15,-6-6 6 0,-3-11-2 16,-7-10 2-1,-7-11-2-15,-15-7 4 0,-12-10-2 16,-14-10-1-16,-12 0-1 16,-4 0 0-16,-30 13 0 15,-25 19 0 1,-25 18-1-16,-26 21 1 0,-31 22-1 16,-24 25 0-16,-27 8-1 15,-20 37-11-15,-5 20-101 16,10 12-282-16,28 0-401 15</inkml:trace>
  <inkml:trace contextRef="#ctx0" brushRef="#br0" timeOffset="50669.3">19508 10905 1075 0,'0'0'32'15,"0"0"-32"-15,0 0-11 16,0 0 11-16,0 0 61 0,0 0-21 16,0 1-27-1,21-1 21-15,6 0 29 0,6-5-20 16,4-5-3 0,6-6-1-16,2-2 6 15,6-2-19-15,0-3-9 16,5-2 3-16,2-3-4 0,4-2 3 15,0-1 0 1,3-1-6-16,0-4-1 0,3-3 0 16,3-5-7-16,5-9 3 15,11-3 1-15,7 0-2 16,8-2-2-16,3 0-5 16,1-5 1-16,4 2-3 15,0-1 3-15,-2 1-1 16,-6 3 0-16,-8 1 0 15,-8 2 0-15,-10-2 1 0,-6 1-1 16,-3-2 2-16,2-4-1 16,4-2 0-16,2-3-1 15,2-5-1-15,-7 3-2 16,-6 5 0-16,-8 7 3 16,-13 8 0-16,-12 2 2 15,-8 4-1-15,-13-2 4 16,-3-4 1-16,-5-4-5 15,-2-1-1-15,0 0 1 0,-4-3-1 16,-13 1 2 0,-7-2 0-16,-5-1-2 0,-6 5 1 15,-5-1 1 1,-6 0 3-16,-2-3-5 0,-6-5-1 16,-1-4 1-1,-3-1 3-15,4 5-2 0,-1 9-1 16,1 11 0-1,-2 7 0-15,-10 12 1 0,-11 9-1 16,-18 12-1-16,-15 3-1 16,-17 17 2-16,-10 14 1 15,-7 10 1-15,-8 12 1 16,2 13 4-16,-1 12-7 16,2 9 0-16,10 3-3 15,3 3 2-15,5 5 0 16,6 4 1-16,1 3 2 0,3-2-2 15,3 0 7 1,12-1-2-16,16-1 6 0,19-1 3 16,19-3 4-1,9 0-7-15,7 1-3 0,3 3-4 16,5 0-1-16,5 4 3 16,7-1 1-16,8-2-2 15,7-4 5-15,1-3-2 16,0-2-1-16,18-9-3 15,9-3 1-15,8-11 2 16,11-9 6-16,6-8 23 0,7-10-7 16,11-9-17-1,9-13 11-15,15-13 4 16,12-8-15-16,11-31-9 16,5-18-3-16,6-10-4 15,-7-4-20-15,-9 2-77 16,-15 8-108-16,-17 3-90 0,-23 4-392 15</inkml:trace>
  <inkml:trace contextRef="#ctx0" brushRef="#br0" timeOffset="52815.07">23235 10290 795 0,'0'0'155'0,"0"0"-155"16,0 0 0-16,0 0 17 15,0 0 59-15,0 0-1 16,0 0-62-16,0-48-10 15,0 42-1-15,0-1 4 0,-9 2 24 16,-3-3-25 0,-9 1-5-16,-8 1 5 0,-7 4 12 15,-8 0-16-15,-8 2 4 16,0 0 9-16,-8 0 7 16,-5 8-6-1,-7 6-9-15,-7-1 8 0,-2 3 4 16,-2 2 14-16,-4-2-3 15,-2 4-13-15,-2 2-9 16,-2 2-2-16,-4 7-2 0,-3 1 8 16,-4 5-5-1,-1 5-4-15,-5-1 0 16,-5 8-1-16,-7 1 0 16,-8 5 3-16,0 4-1 0,10-1 0 15,9 0 0 1,11-2 2-16,3-3 5 0,6 0-5 15,4-1 12 1,4 5-3-16,7 2-2 0,3-1-7 16,4 4 4-16,2-1 0 0,4 5 4 15,0 4 3 1,5 2-9-16,3 3 2 0,5-5 4 16,5-4-3-16,6-4-3 15,10-4-2-15,10-4 11 16,10 1-5-1,6-4-2-15,3 1 14 16,0-3 13-16,8-2-31 16,7-2-1-16,6 0 4 0,2 1 18 15,3-5-19-15,2-1 0 16,-1 0-6 0,5-3 2-16,1 1 4 0,3-3-7 15,6-1 2-15,4-2 2 16,7-2-2-16,8-5 2 15,6-8 1-15,9-7 3 16,12-10 0-16,9 0-1 16,11-16 8-16,8-9 4 15,5-9-4-15,6-7-8 16,1-1-4-16,3-2 1 16,-3 1 1-16,-7 0-1 15,-3 1 0-15,-4 1-2 0,0-1 3 16,1-2-5-1,-3-1-1-15,-3-5 1 16,-6 2-4-16,-3-3 3 0,-2 2 0 16,-7-2 1-1,-7 2 1-15,-2-2 0 0,-6 4-1 16,-4-3 1-16,-7-1 2 16,-5-2-3-16,-2-8 3 15,0 3-3-15,-1-5 0 16,0 2 1-16,-3-1-2 15,-11-2 1-15,-4-1-4 16,-10-2 4-16,-6-1 0 16,-10-2 1-16,-11 0 0 15,-2-3 1-15,-15 0 1 16,-12 2-3-16,-10 4 6 0,-5 3 4 16,-6 6-1-16,-6 3-4 15,-10 10 3-15,-7 10-8 16,-8 19-1-16,-15 16-10 15,-15 22-51-15,-24 31-214 16,-22 10-439-16</inkml:trace>
  <inkml:trace contextRef="#ctx0" brushRef="#br0" timeOffset="55895.21">29169 9879 1150 0,'0'0'7'16,"0"0"-7"-16,-60-93-20 0,33 57 20 16,-4-2 7-1,-5 2 32-15,-6 3 15 16,-6 2-28-16,-4 6 8 16,-12 6-14-16,-8 8-4 0,-11 8 5 15,-11 3 0 1,-12 11-17-16,-13 21 1 15,-4 11 6-15,1 11 15 0,3 11 20 0,8 5-5 16,8 9-8 0,8 6-10-16,10 4-7 15,13 5 2-15,11 6 16 16,14 2 14-16,15-1-28 0,9-2-3 16,13-3 0-1,10-1 1-15,0 0-9 16,25-2 12-16,15-4-9 15,11-4-7-15,14-8 1 16,10-5-1-16,10-6-1 16,8-4 1-16,5-6 0 15,7-6 1-15,8-6-2 0,5-9 4 16,3-16 2 0,1-15-8-16,-3-4 3 0,-5-27-4 15,-1-19 6-15,-6-13-4 16,-5-7 2-16,-6-11-4 15,-11-5 3-15,-9-7-1 16,-12-7-2-16,-10-6 1 16,-12-6-2-16,-9-3-3 15,-11-4-11-15,-16-1 10 16,-6 6 4-16,-17 5 0 0,-24 5-9 16,-7 12 8-1,-7 7-1-15,-2 10 1 16,2 11 0-16,4 10 1 15,3 11 0-15,8 8 0 16,10 9 0-16,8 7 1 0,7 8-2 16,6 3-1-1,5 3-2-15,1 1-30 0,-2 5-116 16,-1 18-66-16,-3 14 53 16,0 3-156-16,3-7-419 15</inkml:trace>
  <inkml:trace contextRef="#ctx0" brushRef="#br0" timeOffset="57241.17">31345 9637 1089 0,'0'0'75'16,"0"0"-75"-16,0 0 0 0,0 0 5 15,0 0 73-15,0 0-29 16,93 0-5-16,-53 0-11 16,5 0-2-1,3 0 12-15,8 0-2 0,4 0-13 16,7 0-4-16,10-11-12 15,7-2-2-15,4 0-7 16,3-3-2-16,-1-3 5 16,-4-2-4-16,5-4 4 15,2-6 6-15,-4-4 17 16,-5-6-1-16,-2-4-10 16,-6-8-2-16,-4-6-5 15,-4-8 2-15,0-3-3 16,-3-5 0-16,3-5-5 0,-3-3 4 15,-11 0-9 1,-10-5 0-16,-17-1 0 0,-18 1 0 16,-9 0-1-16,-36 0 1 15,-23 6 0-15,-25 7-3 16,-17 9-1-16,-22 18-2 16,-18 19 0-16,-19 11 6 15,-12 11-2-15,-11 7-4 16,-4 13 6-16,5 27 2 15,6 18-2-15,13 18-1 16,10 16 0-16,8 11 1 16,18 8 1-16,17 5 12 0,25 4 19 15,22 2 26-15,20 0-16 16,26-5-25-16,17 2 12 16,16-9-10-16,34-7 8 15,17-7-8-15,20-14-2 16,13-12-8-16,5-12-6 15,6-14-1-15,-1-13-2 16,-2-14-3-16,-1-3-34 16,-4-8-42-16,-1-5-103 15,-10-1-86-15,-11-3-205 16</inkml:trace>
  <inkml:trace contextRef="#ctx0" brushRef="#br0" timeOffset="58632.13">33753 9753 744 0,'0'0'120'0,"0"0"-112"0,0 0-6 15,0 0 50 1,0 0 77-16,0 0-26 0,29-59-15 16,-29 49-21-1,0 0-1-15,0-2-22 0,-8-3-6 16,-13 0-16-1,-13 0-22-15,-15-1-2 0,-14 3 2 16,-23 1-2-16,-16 4 1 16,-7 3 1-16,-1 5 1 15,5 0 0-15,7 0-1 16,4 8 0-16,-5 6 3 16,-2 8 0-16,-12 3 6 15,-8 6 6-15,-6 6 7 16,-9 3 16-16,-7 6-14 15,4 2 9-15,-7 2 10 0,7 4-3 16,12 2-8 0,14 4 20-16,18 1-14 0,21-2-15 15,21-5-11 1,17-6-2-16,9 4-1 0,7-4 2 16,0 9 23-16,-1 3 0 15,3-2-8-15,0-2-11 16,8-1-11-16,3 1 8 15,7 2 1-15,0 2-13 16,16-1 8-16,12-1-4 16,9-4-4-16,12 3 0 15,11-4 0-15,13 0 0 16,15-4 0-16,15 0 0 16,11-5 0-16,5-9 0 15,6-6 0-15,4-9 0 16,-1-10 0-16,6-8 0 0,-1-2 0 15,-2-10 0 1,2-10 0-16,-6-7 0 0,-8-3 0 16,-7-7 0-16,-2-4 0 15,-3-5 0-15,3-8 0 16,-1-7 0-16,1-10 0 0,-2-15 0 16,-7-13 0-1,-26-14 0-15,-26-13 0 0,-28-4-3 16,-14-1 1-1,-7 8 4-15,0 15 1 0,0 7-3 16,0 14 0-16,0 12 0 16,-48 13 0-16,-52 16 0 15,-68 19 0-15,-50 26-44 16,-23 11-121-16,-12 27-297 16</inkml:trace>
  <inkml:trace contextRef="#ctx0" brushRef="#br0" timeOffset="61747.76">16433 15202 831 0,'0'0'49'16,"0"0"-49"-16,0 0-14 15,0 0 14-15,0 0 17 16,0 0 10-16,0 0-20 0,-43-73-6 15,33 60 11 1,-5 5 41-16,0-2-44 0,-5 5 20 16,-2 0 2-16,-7 5 7 15,-2 0-32-15,-7 5 5 16,-1 13 12-16,0 4-5 16,3 0 4-16,6 2 4 15,5 5-2-15,6 0 4 16,5 7 7-16,4 1 0 15,7 5-20-15,1 4 30 16,2-1-3-16,0 2 4 16,0 0-13-16,0 4-28 15,0 6 27-15,0 4 14 16,0 9-2-16,3 5-5 16,10 7 5-16,6 16 4 15,4 11 1-15,3 10-13 16,2 5 0-16,2-6-10 0,0-3-9 15,3-11-8-15,4-15-6 0,6-17-2 16,3-15-1 0,6-16-1-16,5-21-3 0,4-15-45 15,2-10-114 1,3-36-116-16,-4-24-114 16,-8-22-617-16</inkml:trace>
  <inkml:trace contextRef="#ctx0" brushRef="#br0" timeOffset="62270.26">16763 15418 1172 0,'0'0'0'0,"0"0"-56"0,21-88 46 0,13 47 10 16,11-5 55-16,6 3 6 15,2 5-18-15,-4 7-25 16,-10 8-2-16,-6 5 2 16,-8 5-13-16,-5 4 2 15,-1 3-2-15,1 5-3 0,-2 1 1 16,3 10-1-1,-2 16 6-15,5 14 1 0,1 9 25 16,4 11-10-16,0 9 25 16,6 3-9-16,4 5-6 15,5-2-9-15,6 1 2 16,3 2-7-16,4 1 28 16,1 3-16-16,0 5 0 15,-1 6 3-15,-11 6-8 16,-8 1-15-16,-18-2-1 15,-15-6-4-15,-5-9-4 16,-12-9-2-16,-20-11 5 0,-9-10-6 16,-9-9 4-16,-6-8-2 15,-4-6-2-15,-2-12 0 16,0-9-46-16,6-9-96 16,4-12-115-16,2-30-238 0</inkml:trace>
  <inkml:trace contextRef="#ctx0" brushRef="#br0" timeOffset="63727.65">28370 13684 1051 0,'0'0'101'0,"0"0"-96"16,0 0 6-16,0 0 90 0,0 0 11 15,0 0-71-15,-95-7-14 16,32 21-12-16,-7 6 0 16,-4 2-5-16,2 0-5 15,3 1 17-15,2 1-6 16,-1 1 21-16,5 2-7 15,9 0-6-15,6-2-8 16,16-1-2-16,6-1-2 16,14-2-4-16,8-1 1 0,4 7 7 15,0 5-3 1,6 13 27-16,9 13-8 16,4 13-18-16,3 10-6 15,-1 13 5-15,2 9 12 16,-1 10-2-16,-2 8 2 15,2 12 6-15,0 6-5 0,0 4-6 16,3 2-2-16,3-3-3 16,0-2-4-16,4-6 1 15,-1-9-5-15,3-13-3 16,5-12-3-16,1-16 2 16,7-14-2-16,3-12 1 0,2-17-1 15,-1-15-1 1,0-15-2-16,-4-11-12 0,-2-19-20 15,0-25-49 1,-3-20-56-16,-2-21-102 0,-4-22-79 16,-3-23-171-16</inkml:trace>
  <inkml:trace contextRef="#ctx0" brushRef="#br0" timeOffset="64189.57">28730 13964 1263 0,'0'0'47'0,"0"0"-47"0,0 0-132 0,61-83 120 15,-18 54 12 1,13 3 46-16,3 3 16 0,4 6-25 16,-2 8-4-16,-9 4-13 15,-10 5 3-15,-12 0-6 16,-8 11-12-16,-8 9-3 16,-3 11 5-16,-1 12-1 15,-4 10 52-15,1 12-15 16,2 9 19-16,3 7-7 15,2 8 22-15,6 3-23 16,9 5-25-16,6 2-8 16,11 3 9-16,6 1 1 0,-2 2-18 15,1 4 7 1,-8-4-1-16,-7-9-9 0,-8-6-8 16,-13-12 4-16,-15-10-5 15,-10-8 2-15,-40-10-2 16,-27-9-1-16,-25-7-34 15,-22-11-45-15,-23-17-188 16,-23-10-331-16</inkml:trace>
  <inkml:trace contextRef="#ctx0" brushRef="#br0" timeOffset="81373.55">16638 10895 553 0,'0'0'1'0,"0"0"1"15,14-73 1-15,-7 44 3 16,2 0 52-16,2-3 19 0,-2 1-13 16,0 6 2-1,-1 6-39-15,-4 7 23 16,-2 6 4-16,-2 6 0 15,0 0-19-15,-6 0-12 0,-21 20-12 16,-16 14-7-16,-18 11 2 0,-14 10 5 16,-12 5-1-1,-10-1-8-15,-10 0-1 16,-14-4-1-16,-9 1 7 16,-10 2-4-16,-8-1-2 0,8-3 6 15,12-4 0 1,13-7-3-16,18-6-2 15,11-4 0-15,8-4 1 16,8 1-1-16,1 3 3 0,8 4 3 16,6-1-8-16,4 5 1 15,8 3-1-15,4 6 0 16,6 3 1-16,8 6 0 16,8 6 2-16,8 3-1 15,9 4 7-15,0 5 18 16,3 5 0-16,12 11 2 15,3 7-6-15,-3 8 8 16,1 10-11-16,-3-2-3 16,-3-2-2-16,2-12-1 15,-2-9-9-15,5-11 1 16,2-11-1-16,5-10-4 16,2-7-1-16,1-7 1 15,1-6 1-15,-1-8 1 16,0-6-2-16,1-7 2 15,0-10-3-15,7-10 8 16,9 0-6-16,15-15 8 0,13-17-2 16,18-11 0-1,15-10-6-15,18-4 1 0,16-8 0 16,21-7-2-16,11-2-1 16,7 1-2-16,0 3 1 15,-7 3 1-15,-4 5 1 16,-1 1 1-16,-1 1-1 15,2 2 2-15,-3 4-3 0,-15 1-5 16,-12 2 5-16,-16 6 3 16,-21 2-2-16,-13 8 0 15,-17 6 0-15,-13 4 1 16,-12 3-2-16,-11 7 1 16,-12-3-1-16,-11 2 2 15,-7-7 1-15,-2-7-1 16,0-8-2-16,-15-7 2 15,-5-9-2-15,1-6 2 16,-5-8-2-16,-3-3 0 16,0-6 5-16,-1-7-8 0,0-3 6 0,1-1-6 31,-1-2 4-31,-2 1-2 16,-1 2 1-16,-4-2 0 15,-5 4 0-15,-8 7 0 16,-10 8-1-16,-14 11 0 15,-14 16-1-15,-19 22 1 16,-19 21 0-16,-25 27-6 16,-17 39 6-16,-11 27-10 15,-9 23-104-15,-2 13-160 0,1 3-134 16</inkml:trace>
  <inkml:trace contextRef="#ctx0" brushRef="#br0" timeOffset="82680.11">16606 14863 917 0,'0'0'55'0,"0"0"-45"16,0 0-10-16,0 0 1 16,0 0 0-16,0 0 70 15,0-56 1 1,-10 56-33-16,-6 0-27 0,-9 2-9 16,-10 19 5-1,-13 11-2-15,-12 10-6 0,-5 6 0 16,-8-2 3-16,1-3-2 15,-1-12 4-15,3-10-3 16,7-8 12-16,8-7-1 16,6-2 37-16,8 1-32 15,7-4 6-15,9 1 1 16,8-2-4-16,10 0-3 16,4 1 19-16,1 1-36 15,2 5-1-15,0 13-19 16,0 15 19-16,0 23 13 0,0 17 5 15,3 14-4-15,0 9-2 16,0 5 6-16,0 6 13 16,5 3 10-16,4 9-5 15,3 2 0-15,6-1-8 16,5 0 14-16,7-8-26 0,2-7 10 16,2-6 3-1,3-10-16-15,-1-9 1 0,3-5-4 16,1-6 2-1,-1-1-3-15,0-2-2 16,-2-4-3-16,-6-6-4 0,-3-10 1 16,-7-10 0-16,-4-11-1 15,-4-10 0-15,-4-8 0 16,0-9-2-16,6 0-9 16,4-28-24-16,5-20-44 15,3-24-82-15,1-14-57 16,-3-3-33-16,-5-1-53 15</inkml:trace>
  <inkml:trace contextRef="#ctx0" brushRef="#br0" timeOffset="83374.21">16763 15059 767 0,'0'0'271'0,"0"0"-169"0,0 0-92 0,0 0-6 16,0 0-4 0,0 0 15-16,-7-35 9 0,39 2 0 15,13-6-3-15,6-5 0 16,4 2-6-16,-4 1 11 15,-5 7-7-15,-4 7-12 16,-10 4 11-16,-7 9-4 0,-8 9-5 16,-9 5-9-1,-5 0-6-15,0 5 1 16,1 14 5-16,-1 12 20 16,2 8 12-16,1 13-6 0,6 7-8 15,9 2 0 1,5 5 7-16,7 0 4 0,3 5-3 15,2 4 6-15,3 3-23 16,2-1 0 0,6-5 2-16,6 1-1 15,3 1 6-15,4 0 15 0,3 3 13 16,0 9-22-16,-7 8-5 16,-2 6-6-16,-6 3 1 15,-6 0 10-15,-5-6 6 16,-7-5-7-16,-11-4-12 15,-12-11 1-15,-9-4 1 16,-17-8-3-16,-25-3-3 16,-16-2-1-16,-16-7-4 0,-14-6-5 15,-17-11-105 1,-18-21-286-16,-22-15-771 16</inkml:trace>
  <inkml:trace contextRef="#ctx0" brushRef="#br0" timeOffset="84801.25">28115 13665 346 0,'0'0'108'15,"0"0"-23"-15,0 0 32 16,0 0-4-16,0 0 15 16,0 0-21-16,0 0-28 15,19-3 9-15,-17 0 0 16,-2 3-13-16,0 0-46 0,0 0-19 15,0 0-3 1,-9 0 0-16,-16 6-1 0,-11 11-6 16,-9 4-1-16,-10 7-1 15,-8 5-2-15,-7 3 4 16,-6 4 0-16,5-2 0 16,3-4 1-16,12-6 2 15,8-4 10-15,9-3 1 16,5-3-6-16,7-3-4 15,9-6 2-15,6-3 13 0,9 0-7 16,2 5-12-16,1 10 2 16,-2 16 8-16,2 14 19 15,0 6 5-15,0 9-18 16,2-1 0-16,10 4 7 16,2 6 12-16,2 6-11 15,0 7 15-15,-1 16 9 16,1 12-17-16,-2 13-2 15,2 9-6-15,3 2-5 16,1-9 4-16,7-8-7 16,9-10-9-16,10-15-4 15,10-9 0-15,7-9-1 16,1-8 2-16,0-10-2 0,0-11-1 16,1-14 0-1,2-19-5-15,10-18-58 0,0-18-80 16,0-36-57-1,-10-26-87-15,-16-29-199 0</inkml:trace>
  <inkml:trace contextRef="#ctx0" brushRef="#br0" timeOffset="85472.31">28637 13891 889 0,'0'0'43'0,"0"0"-2"15,0 0-35-15,0 0-4 0,0 0 6 16,55-89 8 0,-19 58 14-16,8 0 4 15,5 1-8-15,-1 2-7 16,-4 4-8-16,-6 7-2 15,-10 7 2-15,-10 7-9 16,-6 3-2-16,-6 0-2 0,-2 0-3 16,1 7 5-16,1 5 0 15,0 6 0-15,0 6 12 16,3 8 10-16,2 8-1 16,3 5 18-16,5 6 11 15,3 0-17-15,4 2-3 16,3 4 1-16,3 3-19 15,7 9 25-15,1 6 22 0,4 5-22 16,3 1-8 0,1-2-15-16,4 2 5 0,2-2-7 15,-3 1 2 1,-3 7 25-16,-8 6-30 16,-9 7 14-16,-8 4 12 15,-13 0-16-15,-10-5-7 0,-1-9-5 16,-28-7-5-1,-10-12 0-15,-10-11-2 0,-19-10-81 16,-23-21-223-16,-30-25-747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5:54:17.9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25459 9535 407 0,'0'0'491'0,"0"0"-491"16,0 0-56-1,0 0 56-15,0 0 100 0,-89-36-69 16,64 30 8-1,-1-3 0-15,0 1 8 0,-4 3 24 16,-2 2-42-16,-2 2-13 16,-2 1-1-16,-4 0 4 15,-3 0-12-15,-4 0-3 16,-5 0 3-16,-4 0 9 16,-7 0 24-16,-6 0-18 15,-1 0 12-15,-3 0 7 16,-2 0-15-16,-7 0-9 15,0 0-13-15,0 0-3 16,2 0 1-16,6 0-2 0,-1 0 2 16,-2-2 3-16,-3-3 3 15,-1-2 10-15,-5-2 1 16,1-3 0-16,0 2 2 16,4-2-9-16,4 2 1 15,0 3-9-15,-5 2-3 16,-6 2 2-16,-3 3 0 15,-1 0-3-15,1 0-3 16,4 0 3-16,1 4-1 16,1 0 1-16,1-2 2 15,2-1-2-15,-5 2 4 16,2-3-2-16,2 0 1 16,5 1-1-16,2 2 5 0,2 1-6 15,2 1 2 1,1-2-1-16,2 2 1 0,3 1-3 15,-1 0-4 1,1 0 3-16,-2 0 1 0,-1-1 2 16,0-3-2-16,1 1 0 15,-1-1 0-15,2-1 1 16,0-1 0-16,1 1-1 16,-1 4 0-16,0 0 2 15,-6 5 1-15,-2 1-3 0,-5 4 0 16,2 0 0-1,4 1 0-15,6-1 0 0,9-1 0 16,1-2-2-16,3 0 1 16,-3-1 1-16,0-3 2 15,-3 0-2 1,-3 2-1-16,-6-2 0 0,-2 2 1 16,1 0 0-16,1-1 0 15,7-1 0-15,8 1 0 16,3-1 1-16,0-1 2 15,0-1-3-15,-1-2 0 16,-4-2 1-16,2 0-1 16,-1 1-2-16,0-1-1 0,1 2-1 15,1-3-1 1,5-1 1-16,3 0 4 0,5 0 1 16,0 0-1-1,2-5 2-15,3 2-2 0,0-1 1 16,-2 1 4-1,2 1 0-15,-2 2-4 0,3-1 4 16,0 1-4-16,1 0-1 16,1 0 0-16,5 0 1 15,-2 0 0-15,2 0-1 16,1 0 0-16,0 0 0 16,3 0 0-16,-1 0 0 0,-1 0 0 15,-1 0 1 1,-1 0 2-16,1 0-2 0,-1 0 1 15,1 0-2 1,0 0 2-16,-4 1-1 16,0 5 0-16,-1 0-1 15,1 3 0-15,3 0-4 0,1 0 4 16,0 1 0-16,-2 3 0 16,-1 3-1-16,-1 1-1 15,-2 1 2-15,2-1 0 16,4 1-1-16,3-5 1 15,7 0 1-15,2 0-1 16,0 2 0-16,0 4 3 16,0 3-1-16,0 2-1 15,-1 2 6-15,2 4-7 16,2-3 2-16,-1 1 1 16,4-4-2-16,3-1 0 15,-1 1 1-15,2-3 5 16,0-1 5-16,2-2-7 0,0-1 3 15,2-1-5-15,1-2 0 16,0 0 7-16,0-2-6 16,0 0 4-16,1 1-6 15,12 2 0-15,4 0 2 16,5 4 6-16,3 1 0 16,3 3-7-16,0 2-2 15,5-2 1-15,2 4-1 0,4-1 2 16,5-5 3-1,3-1 0-15,8-5 3 0,10-3-5 16,5-6 6-16,6-2-5 16,2-1-5-16,1-2 0 15,1-1 1-15,1 4-1 16,-3 0-1-16,-3 2 1 16,-3-2 0-16,-2 3 1 15,-2-2-1-15,-2-2 0 16,0 0 2-16,-2 0 0 15,2-3 1-15,9 0-1 16,7 0 1-16,9-9 1 16,3 0 1-16,-3-1-5 15,-6 4-3-15,-7 1 1 16,-6 5 1-16,-1 0 1 0,-4 0 0 16,-1 0 0-1,2-1 1-15,2-2-1 0,5-4 1 16,2-2-1-1,1-2 3-15,1 3-2 0,-3 2 2 16,2 2 0-16,-10 4-3 0,-4 0-2 16,-8 0 1-1,-7 2-5-15,0 4 5 0,0-2 2 16,2 0-2 0,6-4 1-16,1 0 0 15,5 0 0-15,1-3 1 16,3-5-1-16,-1-1 0 0,-1 2 2 15,-8 2-1 1,-3 0-1-16,-7 2 1 0,-3 1 0 16,-2-2 0-16,2 2 0 15,4 0 1-15,9-4-1 16,4 0 0-16,6-5-1 16,6 0-2-16,3-4 1 15,6 0 0-15,5-2 0 16,1 0-1-16,-2 3 2 15,-2 1 0-15,-4 3 0 16,-2 2-1-16,-2 1 1 0,-3 0 2 16,3-1-1-1,2 2 0-15,7 0 1 0,3-1-1 16,0 1-1 0,-1 2-3-16,-2 0 3 15,-1 0-5-15,0 1 4 16,-3-1-1-16,-1-1-1 0,-4 1-2 15,-1-1 5-15,-3 0-2 16,-4-1-1-16,-4 1 1 16,-2 1 0-16,-3-1 2 0,-2 1 1 15,4 0 1 1,2-2-1-16,-2 0-1 16,-1 0-3-16,-5-1 3 15,-5 0-1-15,0-3-1 0,0 2 2 16,0 0 0-1,5-1 0-15,-2 1 0 0,1-2 0 16,-4 3 1-16,-4-2-1 16,-6-1 0-16,2 0 0 15,-1-2 2-15,-2 2 1 16,-4 0-2-16,-5 1 0 16,-5-1 1-16,-6-4 0 15,-4-6 4-15,-6-4 7 16,-3-6 2-16,-6-3-4 15,-9-3 9-15,-21 0-9 16,-12 1-11-16,-13-1 0 16,-4 5 0-16,-13 10 0 15,-11 6-1-15,-21 15-10 16,-22 0-100-16,-33 22-206 16,-26 6-803-16</inkml:trace>
  <inkml:trace contextRef="#ctx0" brushRef="#br0" timeOffset="4845.84">27650 14339 1148 0,'0'0'9'0,"0"0"-9"16,0 0 0-16,0 0 36 16,0 0 13-16,0 0-36 15,0 0-12-15,-23-45 7 16,4 27 20-16,-7-2-24 16,-9 3 21-16,-8-6-17 15,-13 4-7-15,-8 0-1 0,-8 1 0 16,-5 4 1-1,-2 1 1-15,-6 3 1 0,-5-1 4 16,-2 0 7-16,-4-1-8 16,-2 0-6-16,-2-1-1 15,-1 3 0-15,-1 0 0 16,2 2 0-16,0-1 1 16,2 1 1-16,4 0-1 15,-3 0 1-15,-3 4 0 16,-5-1 0-16,1 2-1 0,-1 3 0 15,3 0-3-15,0 0 1 16,0 0 1-16,1 0 1 16,4 0-1-1,2 10 0-15,2 1 1 0,10 4-1 16,2 1 1-16,1 2-1 16,0 1 2-1,-2-1-2-15,2 2 1 0,7-2-1 16,4 4 1-16,6-2 0 15,5 4 4-15,5 1 1 16,2 3-3-16,1-1-1 0,1 2-1 16,4-1-1-1,2-5 1-15,6-2 0 0,6-6 1 16,2 1-1 0,3-2 0-16,0 4 0 0,-4-2 0 15,-4 5 0 1,3-2 3-16,4-1-3 15,3 1 1-15,5-1 9 0,2-2-7 16,1 4 2-16,1-1 2 16,0-2-2-16,6-2-5 0,0-1 4 15,3 0 5 1,2-1 2-16,1 3-7 16,1-2 5-16,2 3 5 15,0-1-4-15,0 2-1 16,0 3-6-16,2-1 1 15,5 0-3-15,5-1 1 0,0-1-1 16,3 2 4-16,1 0-3 0,5-3 1 31,7 0 0-31,5-1-2 16,9-4 4-16,7 1-1 16,5-4 0-16,1 1-2 0,6 1 0 15,-1 1-2-15,1 0 0 16,0-4 2-16,4 2-1 15,3-2 0-15,5-4 0 16,5 1 0-16,11-5 1 16,11 0-1-16,3 0 4 15,3 0-5-15,3 0 0 16,0-5 0-16,4-3 16 0,1 0-3 16,-5 4-2-1,-5 2-5-15,-7 2-4 0,-5 0-1 16,-2 0 0-1,1 0 1-15,1 0 0 0,1 0-2 16,1-4-5-16,1-4 5 16,4-2-2-16,3-1 1 15,2-3 1-15,-7 6 1 16,-2 1 0-16,-7 5-1 16,0 2 1-16,3 0 0 15,3 0 0-15,5 0-1 16,-1 0 0-16,1 0-1 15,-5 0 1-15,-1 0-2 0,-1-12 2 16,-3-6 1 0,-5-2 1-16,-5-5-2 0,-9-5 2 15,-7 1-1-15,-11-3-1 16,-15-2 1-16,-13-6-3 16,-13-2 2-16,-11-3 0 15,-5-4 4-15,-28 0 1 16,-16 3 41-16,-12 1-29 15,-11 4-17-15,-7 4-6 16,0 9-45-16,-4 7-45 16,-4 9-54-16,-2 10-157 15,-5 2-458-15</inkml:trace>
  <inkml:trace contextRef="#ctx0" brushRef="#br0" timeOffset="7492.77">26216 15169 1004 0,'0'0'29'0,"0"0"-29"15,0 0 0-15,0 0 41 16,0 0 50-16,0 0-56 0,-24-22-32 15,6 15 4 1,-4-2 44-16,-3-1-40 0,-4-1 8 16,-4 1 16-16,-1 0-27 15,-3 2 16-15,-1-2-21 16,-5 1-2-16,0-3 8 16,-2-2-7-16,-7-2 6 15,-3-3 19-15,-5 1-1 16,-3-4-21-16,-1 5 24 15,-3-1-14-15,-2 3-10 16,-5 1-4-16,-2 2 5 16,-6 0 2-16,-2 1 6 15,-1 2-7-15,-3 1 9 16,1-1 9-16,-2 5 1 16,-5 0-1-16,-3 2-4 0,-6 0 7 15,0 2 24 1,-3 0-42-16,-4 2-10 0,-5 11 0 15,-9 1 0-15,-3-2-1 0,4 1 1 16,0-1 1 0,4-1 2-16,5 0 10 0,1-1-7 15,3 2-3 1,5 0-1-16,4 0-2 0,1 1 0 16,1-2-2-1,4-3 0-15,1-1 2 0,3-3 2 16,6-1-2-1,4 3 0-15,4-2 3 16,0 0-2-16,-1 1 3 16,1 0-4-16,1 1-2 15,6 0 1-15,4 4 1 16,2-2-1-16,0 1 0 16,0 0 0-16,1 1 0 0,-2 0 1 15,-1 1-1-15,2 1 1 16,-2-1 0-16,2 1 1 15,-2-1-1-15,2-2 0 16,-5 2 1-16,-2 1 1 16,-4 0-4-16,-2 0 4 15,2 0-4-15,6-2-1 16,5 1-1-16,-1 1 2 16,2 1-1-16,1-1 0 15,-2-1-1-15,2 2 0 0,1-5 0 16,2 2-5-1,-1-3 5-15,0-2 1 0,-1-1 2 16,1 1-7-16,3-2-3 16,2-1 8-16,5-1 1 0,2 2-1 15,2 0 1-15,1 3 1 16,-1 1 2 0,1 4-2-16,0-3-2 0,3 3 1 15,3 2 0 1,3-2 0-16,5 1 2 0,3 0 0 15,6-3 0 1,-1 2 1-16,4-2 0 16,-1 3-1-16,1-1-1 15,3 0 1-15,-1 3 1 0,2-4-1 16,1-2 0-16,3 0 0 16,2-1 0-16,0-1 1 15,2 0-1-15,-2 3 1 16,-1 0-1-16,0 1 2 15,1-2 2-15,3 1 4 16,0 1-6-16,2-4-1 16,1 2 0-16,2 1 0 15,1 0 2-15,0-2-2 16,0 4-1-16,0-3 0 16,0 2 4-16,0 1 2 15,0-1-3-15,4 2-3 16,8 0 8-16,0 3-3 0,2-3-2 15,2 1-2-15,3-2 0 16,1 0 2-16,6 1 4 16,4-2-6-16,3 0 3 15,5-3 2-15,0-1-1 16,2 0-2-16,8-1-2 16,4-1 2-16,5-1 5 15,0-1-5-15,-1 0-3 0,-6-2-1 16,-1 2 1-1,0-2 0-15,-3 0-2 0,5 0 0 16,0 0 2-16,1 0 1 16,2 0-1-16,-2 0 0 15,-4 0 1-15,1 0-1 16,-3 0 0 0,0 0 0-16,-4 2 2 0,0 1-2 15,-2-1 0-15,-1 3 0 16,0-1 0-16,-1 0 0 15,-2 1 2-15,3-3-2 0,-1 0 0 16,3 1 1 0,2-2 0-16,4 1 0 0,3 0 2 15,3-2-3-15,-4 0-3 16,0 0 3-16,-5 0-1 16,2 0 1-1,0 0-1-15,5 0 0 0,2-2-1 16,4-6 2-1,2 1 0-15,3 0 2 0,0 1-2 16,1 3 0-16,0-3 0 16,2 2 1-16,4-2 1 15,1 2-2-15,5-2 1 16,0 2 1-16,6-2-1 16,6 2 0-16,0-2-1 15,5 1-1-15,2-3 0 16,4 1 2-16,2 2 1 0,2-2-1 15,1 2-1-15,-6 3 2 16,-2-1-2-16,-2 1 2 16,-2 1 1-1,1 1 3-15,1 0-2 0,-2-1-3 16,0-2-1-16,-6-1-3 16,3-2 1-16,3 1 2 15,0-2-1-15,-3 1 1 16,0 1 0-16,-2 3 0 15,-5 2 1-15,-2 0 2 16,-4 0-3-16,-1 0 2 16,0 0 0-16,3 0-2 15,-1 0 3-15,-3 0-3 0,-1 0-4 16,0-2 3 0,-4-3 1-16,4 0-3 15,-1 0 3-15,-2-1 0 16,2-1 0-16,-2-2 1 0,-2 3 0 15,1 0-1-15,-3 2 2 16,-4 2-1-16,-4 1 0 16,-5 1-1-16,-5 0 3 15,0 0-3-15,0 0 3 16,2-4-2-16,0-2-2 16,-1-1 1-16,-1-1 0 15,-2-1 0-15,3 0-1 0,-3 0-1 16,-1 5 1-16,-3 0 0 15,-4 2 0-15,-4 0 1 16,-2 1 0 0,1-1 0-16,-3-1 0 15,0-2-1-15,1-4 2 0,-4-2 1 16,0-4-2-16,-5-6 0 16,-3-4 0-16,-8-5-6 15,-8-3 1-15,-2-4 3 16,-17-3-13-16,-14-4 4 15,-7-3-2-15,-5 3 0 0,-2 1-16 16,-4 7 24 0,-4 10 5-16,-10 10 0 15,-13 12-3-15,-26 4-7 16,-29 18-73-16,-30 11-303 0</inkml:trace>
  <inkml:trace contextRef="#ctx0" brushRef="#br0" timeOffset="26880.07">25929 6769 917 0,'0'0'63'0,"0"0"-41"16,0 0 5-16,0 0 46 15,-7-77 11-15,22 52 4 0,13-4-72 16,7-2-13 0,8-1 3-16,0 5 25 0,1 4 0 15,2 1-22 1,-3 3-5-16,-3 7-3 16,-9 3 4-16,-9 9-4 15,-11 0 1-15,-8 9 0 16,-3 14-2-16,0 7 17 15,-16 6 10-15,-2 6-7 0,0 3 6 16,5 8 3-16,2 6-15 16,8 8 28-16,3 9 19 15,0 6-40-15,20 4-11 0,6 2 22 16,7-5-15 0,5-3-1-16,5-8-12 15,3-10-1-15,5-12 2 16,-3-15-5-16,-4-10 3 15,-6-9-3-15,-10-6 0 0,-10 0-2 16,-8-1-5-16,-10 5-7 16,0 10 1-16,-3 8 12 15,-11 9 0 1,1 8 2-16,3 4-1 0,10 2 4 16,0 2 15-16,7-2-18 15,10-3 1-15,1 4 9 16,-8 1 16-16,-8 3 5 15,-2-1-13-15,-28-1 9 16,-20-3 0-16,-14-4-10 0,-9-7-4 16,1-11-10-1,3-8-4-15,4-9-3 0,3-10-63 16,4-6-68 0,1-2-106-16,-4-28-230 0</inkml:trace>
  <inkml:trace contextRef="#ctx0" brushRef="#br0" timeOffset="28983.73">23087 6701 772 0,'0'0'39'0,"0"0"-6"0,0 0 62 16,0 0 14-16,0 0-28 16,0 0 9-16,0 0-24 0,-1-49-22 15,1 49-16 1,15 16-24-16,10 14 0 0,2 13 22 16,1 6 18-1,-4 2 31-15,0 0-41 0,2-5-17 16,0-7 13-1,3-13-12-15,2-12 6 0,6-14 14 16,15-18-30-16,17-30 2 16,16-18 25-16,11-15-10 15,2-8-9-15,-1-4-1 16,-3-4 2-16,-4 0-8 16,-13 0 6-16,-13 8-9 15,-13 6-6-15,-11 10 7 16,-7 7-7-16,-9 9 0 15,-7 16-1-15,-7 14-27 16,-4 16-41-16,-6 11-65 16,-9 0-64-16,-25 10-189 15</inkml:trace>
  <inkml:trace contextRef="#ctx0" brushRef="#br0" timeOffset="32835.85">21376 7850 364 0,'0'0'407'0,"0"0"-398"0,0 0 12 15,0 0-14-15,0 0 24 16,0 0 60-16,0 0-36 16,-3-83 27-16,-4 65-12 15,-4-3-63-15,-1-3 5 16,-5-2 5-16,-8-3-4 0,-9-1-7 15,-9 1 0-15,-11-2-1 16,-11-1-1-16,-10-3 6 16,-13 6 5-16,-11 2 5 15,-11 6-11-15,-6 7-5 16,-1 7 14-16,-4 7-14 16,5 6 1-16,4 19-3 15,3 11 4-15,7 7 32 16,8 6 3-16,10 5-10 15,9 5-7-15,14 6-2 16,9 6 5-16,7 4-5 0,12 2-4 16,13 4-2-1,15-1-7-15,5-1 2 16,25-3-3-16,21-3-1 16,15-4 4-16,16-3 3 15,11-4 2-15,12-8-7 0,8-10-1 16,8-13 3-16,5-17-7 15,7-14 6 1,15-11 0-16,8-32 15 0,10-19-5 16,7-20-16-16,-7-21 7 15,-8-10 2-15,-24-3 7 16,-28 1 6-16,-39 7-8 16,-33 8-5-16,-29 2-10 15,-23 5 4-15,-32 10-6 16,-20 9 0-16,-14 20 2 15,-11 18-2-15,-12 22-1 16,-9 14-45-16,-3 29-113 0,0 25-80 16,6 7-281-16</inkml:trace>
  <inkml:trace contextRef="#ctx0" brushRef="#br0" timeOffset="34250.07">17983 6904 667 0,'0'0'28'0,"0"0"-1"15,-12-72 65-15,2 40-7 16,0-5-24-16,-5-4 25 16,-3-1-12-16,-5-3-56 15,-3-1 9-15,-7 4-8 16,-9 4-7-16,-10 7-12 0,-9 10 10 15,-11 10-5 1,-15 11 12-16,-11 4-16 0,-18 25-1 16,-11 14 1-16,-13 13 0 15,1 5-1-15,10 9 6 16,11 3 24-16,18 4-2 16,17 11 11-16,14 0-18 15,14 1-10-15,18-4-1 16,16-10 5-16,18-6-7 15,3-1 3-15,33-3 2 0,17-4 30 16,18-6-16 0,16-6 11-16,18-12-14 15,22-11-4-15,12-15 7 0,18-11-10 16,7-7-7-16,1-32 9 16,-1-15-5-16,-4-21 4 15,-6-15 0-15,-7-18 0 16,-14-18 23-16,-24-6-23 15,-34-1-6-15,-43 10 9 16,-29 12 3-16,-56 9-8 16,-45 16-4-16,-32 19-9 0,-30 31-3 15,-25 36-13 1,-21 43-93-16,-32 37-224 0,-32 13-788 0</inkml:trace>
  <inkml:trace contextRef="#ctx0" brushRef="#br0" timeOffset="36181.57">25735 6757 454 0,'0'0'34'0,"0"0"-20"16,0 0 53-16,-94-21-18 16,74 16 74-16,0-1-70 0,2 2 34 15,1 0 4 1,1 0-50-16,5 2 31 0,3-2-1 16,2 0-33-1,3-2-12-15,2-1-5 16,1-3 6-16,0-4-18 15,15-9-9-15,18-3 0 16,10-6 0-16,3 1 2 16,2 2-1-16,-6 2-1 0,-5 2 0 15,-4 5 5 1,-5 1 0-16,-3 4-1 0,-1 5-2 16,-4 5-2-16,1 5 0 15,-5 0 0-15,-4 5 0 16,-6 14-4-16,-6 6 4 15,0 7 3-15,-12 5 0 16,-12 2 4-16,0 3 7 16,5-2 0-16,2 1-12 15,7 0 6-15,4 4 1 16,0 7 9-16,3 5 5 16,3 5-11-16,0 4 28 15,6-2-3-15,10-6-26 0,8-8-8 16,6-7-2-1,6-5 3-15,6-6-2 0,4-3 3 16,0-8-2-16,2-6-3 16,-2-6 2-16,0-7 1 15,-7-2 0-15,-4 0-1 16,-9-5 0-16,-8-5 0 16,-6-1 1-16,-7 1 1 0,-4-3 1 15,-1 0-4 1,0 1 4-16,-4 0-5 0,-11 2-1 15,-9 5-2-15,-6 5 2 16,-6 0-1-16,-4 10-2 16,-2 14 4-16,0 8-2 15,4 9 1 1,5 2 1-16,13 4 0 16,14 6-1-16,6 0 1 0,8 8 1 15,22 1 5-15,10 2-4 16,8 3 4-16,0-3 1 15,4-3-3-15,-4-7 4 16,-4-3 7-16,-5-5-8 16,-11-7 6-16,-10-10-9 15,-12-13-3-15,-6-1-1 16,-34-1 12-16,-41 6 68 16,-38 4-56-16,-36-1-21 15,-27-3-3-15,-14-4-11 16,-4-6-149-16,-1-7-198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5:55:21.0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10303 3359 615 0,'0'0'80'16,"0"0"-78"-16,0 0 10 16,0 0 17-16,-13-74 41 15,8 55 46-15,0 2-3 16,2 5-51-16,2 1-27 16,1 5 3-16,0 3 19 15,0 3-33-15,0 0-20 16,0 0-4-16,0 0-10 15,0 3 2-15,12 12 8 16,4 7 1-16,1 5 3 16,2 2 11-16,-1 2-3 15,0-4 3-15,4-2 1 0,-2-8 4 16,4-6-2 0,1-5-1-16,0-6-3 15,8 0 12-15,3-17 24 16,9-15-12-16,12-15 5 0,5-16-26 15,11-12 5-15,8-13-8 0,7-10 1 16,3-8-6 0,0-4-2-16,-3 1-6 15,-5 6 5-15,-5 10-6 16,-9 14 1-16,-11 15 0 0,-12 18 0 16,-13 16-1-1,-12 12-1-15,-9 11-13 0,-8 7-97 16,-4 6-112-1,0 20 21-15,-16 10-61 0,-18 4-264 16</inkml:trace>
  <inkml:trace contextRef="#ctx0" brushRef="#br0" timeOffset="5591.41">19727 3451 767 0,'0'0'58'16,"0"0"-20"-16,0 0-37 0,0 0-1 15,0 0 1 1,-82-84 8-16,59 68-4 0,-4 3 13 16,0-2 5-1,-4 2 49-15,-5 1-66 0,-6 2 10 16,-9 1-15-1,-7-1-1-15,-11 2 3 0,-4-2-3 16,-7-2-1-16,-10 1 1 0,-5-1-1 16,-10-2 1-1,-7-2 0-15,-5-1 1 0,-4-1-1 16,-5-1 1 0,-8 0-1-16,0 0 0 15,-11 4 0-15,-9 3 0 16,-8 5 0-16,-20 4-1 0,-10 3 1 15,-10 0 2-15,1 0-2 16,8 0 3-16,2 6-3 16,8 5-1-16,-2 5 1 15,-2 4 1-15,5 3-1 16,11 4 2 0,6 5-2-16,9 0-3 0,1 3 2 15,-8 1 1-15,-1 1 0 16,3 1 0-16,10 1-1 15,20 2 1-15,22 2 1 16,24 6 3-16,19 1-2 16,15 6 3-16,10 5-5 15,10 0 1-15,9 4-1 16,12 4 1-16,10 6 0 16,0 3-1-16,10 3 7 0,7 1-6 15,8-1-1 1,5-4 3-16,1-4-2 0,7-9 3 15,5-5 0-15,2-1 2 16,10-4 3-16,9-1 1 16,8-3-1-16,10-5-2 15,6-8 0-15,7-4-3 16,8-3 3-16,9-5-5 0,10-7-1 16,5-4 4-1,8-7-1-15,11-7 1 16,15 0 7-16,18 0-7 15,19-20 0-15,14-10-4 0,6-8 2 16,10-7 3-16,9-4 2 16,6-6 0-16,2 4-5 15,-10 1-2-15,-16 3-1 16,-9 3 4-16,-9 3-2 16,-5-1-2-16,-9 4 0 15,-16 4-1-15,-16 2 1 16,-22-2-1-16,-18 3 1 15,-15 0 0-15,-12-3 3 0,-9-5-2 16,-8-7 0 0,-6-11-1-16,-7-11 0 0,-6-5 0 15,0-7 2 1,1-6-2-16,-4-3 2 0,-3-4-2 16,-9 6 0-1,-13 5 1-15,-16 12-1 0,-8 11 2 16,-30 7 0-1,-30 9 3-15,-25 10-4 0,-24 7-2 16,-22 5-5-16,-17 11 6 16,-13 10 0-16,-10 0-8 15,-10 19-18-15,-2 12-4 16,-1 9-50-16,4 11-77 16,14 5-29-16,9 4-109 15</inkml:trace>
  <inkml:trace contextRef="#ctx0" brushRef="#br0" timeOffset="8685.89">20527 2498 670 0,'0'0'67'15,"0"0"-2"1,-15-84 3-16,6 58-21 0,-4-5-35 15,-1 1 5-15,1-1 42 16,1-2-48-16,8 2 3 16,4 3 2-16,1 0 8 0,27 1-14 15,11 3-10 1,13 0 0-16,8 5-1 16,0 1 0-16,-1 6 1 15,-8 9 0-15,-3 3-2 0,-9 0 0 16,-6 17 2-1,-8 9-3-15,-6 8 3 16,-11 9 0-16,-8 3 1 16,0 9 1-16,-13 7 0 0,-9 8 0 15,-3 3-1-15,3 0 0 16,2 0 2-16,2-2 0 0,8 0-2 16,3-1 6-1,7-1 0-15,0-4 4 16,8-5-1-16,19-5 4 15,12-8 3-15,11-6-4 0,11-4-8 16,10-9 4 0,-1-4-3-16,1-10-3 0,-7-5-3 15,-9-5 3 1,-12-4-3-16,-16 0 0 0,-14 0 2 16,-10 0-1-1,-3 0 6-15,-7 0 3 0,-22-2-8 16,-15 2-4-1,-16 0 2-15,-8 18-3 0,-3 7 1 16,3 8 2-16,8 2 1 16,12 6-1-16,14 5 0 15,15 7 0-15,13 4-5 0,6 3 5 16,19 5 0 0,18-2 2-16,14 3 3 0,5 8 1 15,6-2-1 1,-4 3 0-16,-4-6-5 0,-11-10 1 15,-15-6-1-15,-20-5 1 16,-8-6 2-16,-32-2 7 16,-30-1 5-16,-28 1-1 15,-21 0-13-15,-18 2-1 16,-14-1-18-16,-4-4-141 16,-8-12-232-16</inkml:trace>
  <inkml:trace contextRef="#ctx0" brushRef="#br0" timeOffset="12045.92">6573 3079 433 0,'0'0'67'15,"0"0"-54"-15,0 0 3 16,0 0 20-16,0 0-7 0,0 0 23 16,0 0-26-16,18-84 59 15,-15 65-67-15,3-1 4 16,-3-1-7-16,1-1 3 16,-2-3 4-16,-1-3-9 15,-1 1-3-15,0 3-4 16,-16 3 37-16,-8 6-29 15,-7 0 25-15,-5 3-34 16,-6 2-3-16,-10 1 4 16,-3 5-6-16,-3 2 1 0,-6 2-1 15,-4 0 1-15,-8 13-1 16,-4 7 4 0,-4 4 6-16,-1 7-9 15,0 5 8-15,0 4 2 0,5 4-1 16,5 0 1-16,8 3-2 15,7-4-5-15,11 2 3 16,7-2-1-16,9-2 0 16,3 1 9-16,5 1-4 0,1 6 1 15,6-2-2 1,3 1 1-16,6-1-2 0,6-5 0 16,3 4-6-1,0-1 3-15,2 0-4 16,13-3 2-16,10-5-1 15,5-5 0-15,6-5 0 0,10-2 1 16,9-5 6-16,12-3-6 16,10-6 1-16,9-5 1 15,5-6-3 1,6 0-2-16,3 0 5 0,3-14-6 16,-2-4 1-16,-2-3-1 0,-8-3 1 15,-2-3 3 1,-7-3-1-16,-5-8-1 15,0-5-2-15,2-9 6 16,2-2-2-16,-1 0-3 0,-2-4 2 16,-14-1 0-16,-12 4-1 15,-19 0-1-15,-19 4 11 16,-14 6 7 0,-11 3 20-16,-29 7-25 0,-14 4-9 15,-10 7-2-15,-5 11-2 16,2 6-1-16,6 7-6 15,12 2 1-15,11 22-56 16,8 8-62-16,11 11-51 16,9 0-107-16,5-2-85 15</inkml:trace>
  <inkml:trace contextRef="#ctx0" brushRef="#br0" timeOffset="12648.65">7641 3985 363 0,'0'0'530'0,"-42"-101"-520"0,14 60-5 0,-6 5 29 16,-11 5-24-1,-13 3-3-15,-9 5-7 0,-14 8 2 16,-5 14 8-16,-8 1 39 16,-12 32-44-16,-3 17-2 15,-6 16 4-15,5 14-4 16,8 8 1-16,14 8 12 15,12 5 24-15,16 1-11 16,14 9-9-16,18 4-7 16,20 4-2-16,8-4 4 15,35-5-3-15,21-12-5 16,20-13-2-16,11-15 12 16,20-16-3-16,16-21-2 15,11-24 0-15,14-8 0 16,4-34-3-16,-5-21 0 15,-9-14-3-15,-14-17 2 0,-19-13-2 16,-18-6-2 0,-23-2 6-16,-27 6 3 0,-23 10 6 15,-14 8 5 1,-31 7-5-16,-22 9-4 0,-18 8-4 16,-14 10 4-16,-2 12-13 0,1 7-1 15,5 8-2 1,14 9 1-16,12 6-14 0,13 4-83 15,14 3-13-15,7 0-33 16,9-6-77-16,1-8-35 16</inkml:trace>
  <inkml:trace contextRef="#ctx0" brushRef="#br0" timeOffset="13713.64">7046 3166 666 0,'0'0'0'0,"0"0"4"16,3-84-4-16,19 59 0 16,4-3 0-16,8 3 0 15,2 4 4-15,-2 5 33 0,2 6-17 16,-5 10-18 0,-1 0 1-16,-5 0-3 0,-5 16-4 15,-2 5 4 1,-6 2 0-16,-2 6 6 0,-5 5 2 15,-1 6 10 1,-2 6 10-16,-1 9 8 0,1 9 9 16,4 2-2-16,5 0-5 15,8-4-15-15,6-7-8 16,5-10 6-16,4-3-7 16,2-11-2-16,7-7 9 15,-3-10 0-15,-1-10-14 16,0-4-2-16,-8 0-1 15,-7-14 2-15,-6-2 2 16,-10 3-6-16,-8-2 5 0,0 4 10 16,-8 3-10-1,-17 8-2-15,-5 2-3 0,-1 20 0 16,-1 8-1 0,10 10-1-16,16 2 1 15,6 5-1-15,10 2 1 16,17 0 5-16,10-4-3 15,-1-2 1-15,0-5-1 0,-6-2 3 0,-11-3-2 16,-13 0-1 0,-6 2 2-16,-25 7 4 0,-27 1-5 15,-17 2-2 1,-9 0-2-16,-7-5-14 16,2-7-102-16,-2-14-191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5:56:12.7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24218 5119 987 0,'0'0'14'16,"0"0"5"-1,0 0 55-15,0 0-25 0,-48-79 47 16,31 73-19 0,-3 6-56-16,-4 0 0 0,-6 11 7 15,-5 18 18 1,-7 11-2-16,0 7-16 15,0 6-6-15,4-4 1 16,6-1-7-16,10-8-7 16,7-5-2-16,7-5-5 15,8-7-1-15,0-1-1 0,10-5 4 16,10-4-3 0,9-4 2-16,5-2-1 0,8-1 2 15,4-2-3-15,3 1 1 16,-1 1-1-16,-5 1 0 15,-4 8 1-15,-9 0-2 16,-9 5-1-16,-3 5 0 16,-11 4 0-16,-7 5 1 15,0 4 5-15,-22 1 0 0,-11-1 3 16,-6-1 25 0,-3-3 6-16,-2-7-4 0,6-4 4 15,4-11-20 1,7-8-5-16,5-4-4 15,4 0-10-15,2-8 0 0,5-11-14 16,8-11-143-16,3-9-89 16,7-5-73-16,16-1-289 15</inkml:trace>
  <inkml:trace contextRef="#ctx0" brushRef="#br0" timeOffset="400.5">24332 5582 979 0,'0'0'88'0,"0"0"-71"0,0 0-4 15,0 0 103-15,0 0 3 16,98-51-44-16,-71 20-36 16,-2-2-9-16,-4 2-9 15,-9 1 1-15,-6 0 4 16,-6 3-19-16,0 7-1 15,-1 7 13-15,-14 4 20 16,-8 9-6-16,-7 0-21 16,-5 21 11-16,-8 14-8 0,4 8 8 15,4 4 22 1,12-2-24-16,12-1 0 16,11-5 6-16,0-4-10 15,8-10-13-15,15-2 4 0,7-6-7 16,9-7 4-1,7-9-4-15,4-1-1 0,2-3 0 16,-3-13-6-16,-6 0-63 0,-1-5-70 31,-3 2-34-31,-4 0-92 0,0-1-90 16,-7 1-274-16</inkml:trace>
  <inkml:trace contextRef="#ctx0" brushRef="#br0" timeOffset="977.58">25046 5257 983 0,'0'0'62'15,"0"0"35"-15,-1-72 55 0,-14 61 31 16,-7 11 0-16,-7 0-135 16,-7 27 5-16,-4 15-3 15,-3 11 4-15,7 0-18 16,12-5 7-16,12-9-24 15,9-9-12-15,3-7-6 16,5-6-1-16,11-5 1 16,7-5-1-16,5-7 0 15,3-1 3-15,1-20-3 16,-4-4-15-16,-7-2-8 16,-9-2 1-16,-5 3 19 15,-7 3-15-15,0 5 13 16,0 10 5-16,0 3 1 15,0 5 2-15,0 0-3 0,0 19-15 16,0 16 15-16,0 11 7 16,0 8 3-16,0 1 4 15,0 0 8-15,0 2-19 16,0-4 0-16,9-2 5 0,-2-2-2 16,3-5-5-1,-3-4 1-15,2-9 0 0,-3-8-1 16,0-9-1-1,0-6 0-15,-2-6 0 0,1-2 2 16,-2 0 0-16,1-6 3 16,7-21 5-16,3-9-8 15,5-9 1-15,-3 4-3 16,-3 6 0-16,-2 3 1 16,-4 1 1-16,1 1-2 15,-1 1-3-15,2 3 2 16,-2 0-30-16,1 3-54 15,0-1-79-15,3 4-68 16,1 1-81-16,0 1-267 16</inkml:trace>
  <inkml:trace contextRef="#ctx0" brushRef="#br0" timeOffset="1262.03">25937 5318 1071 0,'0'0'122'0,"0"0"-119"0,0 0-3 0,0 0 35 16,0 0 43-16,0 0 24 16,66-38-15-16,-71 38-20 15,-19 0-26-15,-7 10-29 16,-8 9 22-16,-1-1 1 15,2 0-14-15,7-4-12 0,9-6-4 16,9-3-5 0,7-2-24-16,6-3-104 15,0 0-95-15,13 0-100 16,14-12-141-16</inkml:trace>
  <inkml:trace contextRef="#ctx0" brushRef="#br0" timeOffset="1640.3">26682 4775 1194 0,'0'0'92'16,"0"0"-92"-16,-81-3 135 15,38 24-18-15,-4 8 2 16,7 3-50-16,9-1-32 15,13-2-14-15,12-1-15 0,6-2 2 16,0-2-7-16,16-1 1 16,14-2-1-16,6 0 0 15,6 0-2-15,0-4 3 16,-2-1-4-16,-5 4 2 0,-3 0-2 16,-10-1 2-1,-5 2-2-15,-11 1 0 0,-6 0 3 16,-6-1 3-1,-23 1 8-15,-7-3 7 0,-2-2-6 16,-1-5-4-16,5-6 2 16,4-4-11-16,3-2-2 15,6 0-6-15,5-16-40 16,5-10-117-16,11-5-149 16,0-2-164-16</inkml:trace>
  <inkml:trace contextRef="#ctx0" brushRef="#br0" timeOffset="2030.18">26838 5111 1067 0,'0'0'138'16,"0"0"-131"-16,0 0 10 16,106-76 114-16,-81 44-26 15,-2-4-36-15,-2-1-17 16,-2-1-11-16,-8 3-20 0,-5 6 23 15,-6 7-4-15,-2 9-22 16,-23 11-17-16,-8 2-1 16,-6 20 0-16,-1 17 4 15,2 10 15-15,8 4 20 16,8 1-14-16,9-4 9 16,10-6 6-16,3-7-8 15,7-5-17-15,17-7 0 16,11-8-4-16,6-6-3 15,4-9-6-15,1 0 2 16,-1-6-4-16,-2-10 0 16,-9 1 0-16,-7 0-5 0,-6 3-41 15,-6 2-43-15,-1 0-51 16,0-1-59 0,2 1-23-16,3-1-34 0,3-1-83 15,1-3-134-15</inkml:trace>
  <inkml:trace contextRef="#ctx0" brushRef="#br0" timeOffset="2577.07">27539 4754 949 0,'0'0'251'16,"0"0"-212"-16,0 0 180 16,0 0-34-16,-100-19-69 15,60 45-12-15,0 10-31 16,9-3-28-16,9 2-21 15,8-1-12-15,8-5-7 0,6-3 0 16,0-7-5 0,12-6-1-16,12-2 1 0,2-10-1 15,7-1-4-15,2-6-12 16,-1-16-10-16,-4-6-3 16,-5-3-1-16,-7 5 9 15,-8 8 16-15,-5 6 6 16,-4 10 3-16,-1 2 3 15,0 8-1-15,0 20-4 16,0 11 18-16,0 6 11 16,0-5-24-16,0 3 1 15,0-2 2-15,5-2-8 0,7 1 0 16,0-5 0-16,2-4-1 16,2-6 1-16,1-8 0 15,1-4 0-15,0-10-1 16,-1-3 1-16,2-4 2 15,0-25-1-15,1-10 3 16,1-9-2-16,-1-7-1 16,0-4-1-16,-1-4 2 15,-2-1-1-15,-4 4 0 16,-4 11-2-16,-4 11 0 16,-4 17-1-16,1 9 2 15,-2 6-2-15,0 6-3 0,0 0-53 16,1 1-91-1,-1 16-181-15,0 3-138 16</inkml:trace>
  <inkml:trace contextRef="#ctx0" brushRef="#br0" timeOffset="3761.26">28916 4592 217 0,'0'0'406'0,"0"0"-406"16,0 0 0-16,0 0 86 15,0 0 162-15,0 0-33 16,-1 6-57-16,-7-20-77 15,-2-6-8-15,0-5-27 0,0-4-31 16,3-3 15-16,6 2-21 16,1-1 2-16,1 6 1 15,17 6-10-15,6 5-1 16,7 8 1-16,2 6-1 16,3 7 5-16,0 19 0 15,-9 7 19-15,-5 5 13 0,-10-5-20 16,-4-3 0-1,-4-5-9-15,-4-7-8 16,0-7 1-16,0-3-2 0,0-6 3 16,0-2 1-16,0 0 11 15,0-15 3-15,0-16-18 16,0-7-12-16,0-5-9 16,13 1 0-16,9 6 2 15,5 11 1-15,-1 13 12 16,1 12 0-16,-3 0 3 15,-2 22 3-15,-5 6 2 16,-3 3 6-16,-3-1 5 16,-5-3-3-16,-3-4 4 0,-1-6 1 15,-2-6-11 1,0-6 1-16,0-3-5 16,0-2 2-16,0 0 12 15,0-13 6-15,0-12-20 16,0-12-5-16,6-5-7 15,8-8-21-15,4-4-1 0,3 4 16 16,1 3 0-16,1 13 5 16,-5 14 8-16,-1 11 5 15,-2 9-3-15,-1 4-5 16,-1 20 8-16,2 7 4 16,0 5 14-16,-2 1 1 15,1-3 1-15,1-3-6 16,-2-7-6-16,6-6-1 15,0-5-3-15,4-11-1 0,4-2-2 16,3-2-1-16,1-19 1 16,-1-7-1-16,-3-4-6 15,-6-7-10-15,-8 0-8 16,-7 2 22-16,-4 9-6 16,-2 10 5-16,0 10 3 15,0 8 13-15,-8 1 3 16,-2 23-15-16,-5 8 10 15,3 5 10-15,7-1 3 16,5-2 12-16,0-5-19 0,13-7-10 0,9-5-2 31,1-9 3-31,3-8-1 16,3 0-2-16,-4-8 1 16,-1-12-5-16,-8-3 3 15,-4-4 0-15,-7-3-1 16,-5-1 0-16,-7 1 2 15,-16 3 2-15,-9 6 0 0,-2 10-3 16,-2 4-3-16,2 7 2 16,1 0-3-16,11 0-1 15,7 0-13-15,9 2-82 16,6 2-133-16,0-4-127 16,19 0-146-16</inkml:trace>
  <inkml:trace contextRef="#ctx0" brushRef="#br0" timeOffset="4221.42">30219 3566 1211 0,'0'0'130'0,"0"0"-127"0,0 0 43 15,0 0 78-15,0 0-49 16,0 0-57-16,-11 29 28 15,27 24 27-15,3 12-25 16,1 4-10-16,-1 2-3 16,0-4-3-16,-1 1 3 15,1-8-15-15,-3-4-12 16,1-9 4-16,-2-10-7 16,-3-12 0-16,-1-10-3 15,-4-9-1-15,-4-4-1 16,-3-2 1-16,0-4 5 15,0-21 4-15,0-6-10 0,-10-7-1 16,-10 3-1-16,-8 7-10 16,-7 10 1-16,-5 11 6 15,1 7 3-15,2 9 1 0,1 19 1 16,5 2 4 0,7 4 14-16,10-3-2 0,7-6-7 15,7 0-6 1,0-7-3-16,18-1 1 0,7-6-1 15,6-5-1-15,5-6-63 16,6 0-98-16,0-18-228 16,-6-8-388-16</inkml:trace>
  <inkml:trace contextRef="#ctx0" brushRef="#br0" timeOffset="5107">30602 4107 1209 0,'0'0'73'0,"0"0"-60"0,0 0-13 0,0 0 109 16,44-87-5-1,-41 63-16-15,-2-1-53 0,-1 2-17 16,0 3 4 0,0 4 5-16,-6 6 5 0,-6 4-19 15,-7 6 2 1,-2 7-15-16,0 17 0 0,0 10 13 15,5 3 12-15,8 5 2 16,5-3-6-16,3-2-14 16,0-7 3-16,15-5-8 15,8-10 3-15,7-5-3 16,5-10 4-16,5 0-5 16,-2-12 1-16,-1-18-2 15,-2-10 0-15,-4-9 0 0,-4-7 0 16,-5-11-1-1,-7-9-16-15,-3-10-20 16,-9-4 7-16,-3-2-7 0,0 1-1 16,-6 10-10-1,-9 7 27-15,4 14 21 0,1 12 1 16,0 11 0-16,2 12 0 16,2 12 12-16,4 7 1 15,1 6 17-15,1 0-31 16,0 7-4-16,0 19-3 15,0 10 7-15,8 5 10 16,2 7-1-16,2 8 0 16,-3 5 21-16,1 4 23 15,2 3-27-15,-1 3-6 16,4-3 6-16,1-7-8 16,2-5-4-16,3-16-5 15,3-9-7-15,-2-9 1 0,2-14-3 0,-1-8 0 31,2 0 0-31,2-24 5 0,2-9-5 16,-5-6-4-16,-7 1-8 0,-6 4-6 31,-8 9 7-31,-3 11 11 0,0 8 4 16,0 6 4-16,0 0-1 16,0 0-3-16,0 14-4 15,-1 0 4-15,1 2 0 16,0-5-4-16,3-5-1 15,12-2 1-15,7-4 1 16,4 0 0-16,0 0 0 16,3 0 0-16,-3 8 0 0,-3 11 1 15,0 6 6 1,-10 9 11-16,-4 3 5 0,-8 3 1 16,-1-1 1-16,0-5-14 15,0-6-5-15,-8-7-7 16,-7-5 0-16,-8-9 0 15,-8-7-28-15,-9 0-89 16,-8-28-233-16,-3-12-290 16</inkml:trace>
  <inkml:trace contextRef="#ctx0" brushRef="#br0" timeOffset="5233.56">31072 3546 1705 0,'0'0'0'0,"0"0"-188"0,0 0 188 16,0 0 8-16,0 0 11 16,0 0-19-16,-37 0-171 15,21-4-259-15</inkml:trace>
  <inkml:trace contextRef="#ctx0" brushRef="#br0" timeOffset="6920.38">31056 2539 994 0,'0'0'60'0,"0"0"-60"16,-97-43 1-16,40 35 2 15,-14 3 15-15,-13 5 44 16,-8 0 20-16,-4 19-15 16,-7 8-55-16,-9 11-8 15,-8 5-3-15,-13 7 4 16,-9 0-9-16,-5 3 4 15,-3-1-1-15,-10 3-1 0,-8 6-1 16,-13 3 1-16,-17 5 2 16,-17 4-1-16,-18 2-2 15,-4-1 6-15,6 3-3 0,10-2 0 16,9 0 0 0,2 0-6-16,-5 5-18 15,-1 1-13-15,-4-1 20 16,2-2 16-16,1-7 0 0,-1-1 1 15,-2-2 2-15,4-3-2 16,4-4 7-16,2-7-7 16,7-2 0-16,11-5 17 15,11-4 0 1,17-3-14-16,19-5-1 0,17-3-2 16,10-4 0-16,9 5-1 15,-1 0 0-15,-3 7 0 16,-3 9 1-16,1 5 0 15,5 4-1-15,10-6 1 16,12-8 3-16,10-4-2 16,13-10 2-16,7-1-2 15,10-4 6-15,8 0 8 16,-1 5-2-16,3 1 1 16,0 3 3-16,4 0 8 0,6 0-13 15,2-1-5 1,8 4-1-16,4 1-4 15,1 3 1-15,6 4 4 0,0 5-4 16,4 5 8-16,0 5 9 16,3 8 6-16,0 7 3 15,0 11 5-15,10 5-9 16,5 4-12-16,6 2 1 16,5-3 7-16,3-4-6 15,7-5-6-15,4-7-7 0,7-9-2 16,5-7 5-1,3-7 0-15,4-3-4 0,1-3-1 16,4-5 0-16,4-7 0 16,7-12-1-16,12-11 1 15,19-12 1-15,13-2-1 16,14-12 1-16,10-10-1 16,5-6 5-16,15-1-2 15,2-5 1-15,10 1-4 16,8-6-3-16,4-7 3 15,8-8 0-15,13-11 0 0,9-6 5 16,18-10-2 0,12-3-3-16,4-5 0 15,4-1 1-15,2-1 6 16,4 1 2-16,-1 4 0 0,-4 5 5 16,-4 4-6-1,-7 6 6-15,-8 0-4 0,0 5-10 16,-10 4-4-1,-8 2 4-15,-8 3 4 0,-7 3-1 16,-13 3-1-16,-10 6-2 0,-20 4 0 16,-15 5 0-1,-10-1 2-15,-11 3 1 0,-1-1 0 16,-3-1-1 0,-3 1 0-16,-3 0-2 0,-5 1-4 15,-10 3 1 1,-11 6 1-16,-8 0 1 0,-8 4-1 15,-9 5 1-15,-3-3 0 16,-4 2 0-16,-4 0 0 16,0 1-3-16,-4 1 3 15,-7 2 1-15,-4-1 1 16,-10 0 1-16,-7-2 1 16,-5-3 2-16,0-5 5 15,-2-3-3-15,4-4-2 16,-2-1 6-16,-4 0-6 15,0-1-4-15,-3-6 6 16,-3 0-5-16,-3-5 6 16,-3-5 3-16,0-2-8 15,-3-5 0-15,-18-4-3 16,-9 1-3-16,-1-5 0 16,0-5 2-16,4-5 1 15,7-1-1-15,-1 3 1 16,4 2 1-16,-1 3-1 15,-5 3-1-15,3 1-1 0,0 4 2 16,-2 1 0 0,2 3 2-16,-2-1-2 0,-1 0 0 15,0-3 0-15,-1 3 0 16,3-1 0-16,1 2 0 16,4 1-1-16,3-3 1 15,4-2 0-15,-2 3-1 16,4 7 0-16,-2 10 2 15,0 9 0-15,-3 5-1 0,-2 2 0 16,0 5-1-16,-1 2 2 16,-3 6-1-16,0 0 0 15,-6 6-1-15,-9 3-2 16,-13 1-2-16,-18 5 2 16,-20 18-2-16,-29 12 0 15,-29 13-113-15,-22 8-121 16,-23 2-365-16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5:59:01.6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12107 10612 836 0,'0'0'273'15,"0"0"-264"-15,0 0-9 16,-103 6 1-16,76 4 0 0,0 0 8 15,6-3 15 1,9-1 25-16,6-4 1 0,5 0-28 16,1-2-12-1,0 2-8-15,0 0-2 0,7 0 1 16,14-2 12-16,7 0 1 16,13 0 4-16,5-2-4 15,11-10-4-15,7-6-3 16,18 1 2-16,10-7 0 15,16 1 10-15,14-4-6 16,14-8-10-16,17 0 1 16,21-11 1-16,22-2-3 0,21-2 1 15,10-2-3 1,2 8-4-16,-2 4 4 16,-6 5 5-16,-5 6 0 15,-5 5-4-15,-9 7 15 0,-7 3-2 16,-4 4-3-16,-5 0-3 15,1-2-5-15,-1 1-2 16,-7-3-1 0,-9-1 0-16,-12 5 1 0,-16-2 0 15,-5 4 3-15,-8 0-2 16,-7 0-1-16,-4 2-1 16,-9-1-3-16,-14 0 2 15,-8 1-2-15,-17 2 2 16,-22 1 0-16,-16 3-8 15,-15 0-131-15,-16 0-86 16,-1 0-104-16,-24 0-316 0</inkml:trace>
  <inkml:trace contextRef="#ctx0" brushRef="#br0" timeOffset="1889.04">11841 10668 662 0,'0'0'55'16,"0"0"7"-1,0 0 29-15,0 0-41 16,-34-80 61-16,34 74 13 0,0 2-88 15,0 4-12 1,0 0-23-16,6 9 7 0,1 18 22 16,-2 16-2-16,-5 12 33 15,0 14-12-15,-2 8-21 16,-8 7-6-16,-2 0 8 16,4 1-9-16,7 1-9 0,1 1-1 15,-2 11 0 1,-1 7 2-16,-3 5-6 0,-1 7 19 15,0-8-12 1,2-3 3-16,5-2-4 0,0-6-7 16,0-3-3-16,0 1 7 15,0-3-8-15,-8 3-2 16,-5 5 3-16,-3-1 5 16,-4-3-5-16,5-4-2 15,2-9-1-15,4-4 0 16,3-2 1-16,-1-6 0 15,4-5-1-15,3-9 0 16,0-3 0-16,0-6 0 16,0-3-1-16,10-3 1 15,4-4 2-15,6-4-1 0,7-4-1 16,7-5 2 0,8-4-2-16,10-1 2 15,7-3-1-15,6-5-1 16,9-3 3-16,6-4-2 0,14-3-2 15,5-3 1-15,5 0 0 16,8 0 2-16,4 0-2 16,5-10 0-1,12-4 4-15,10-4 0 0,8 1-1 16,11-3-3-16,4-1-1 0,4-2-2 16,-1 2 3-1,1-2 1-15,3 3 0 0,1 0 3 16,5 3-4-1,2-1-1-15,-1 2 1 0,2 0-3 16,-4-2 3 0,6 1 3-16,-1-2-1 15,4 3-2-15,1-2-1 16,-3-2 1-16,-6 0-8 0,-5-3 8 16,2 1-7-16,-7-4-2 15,1-1 5-15,-5-3-6 16,-8 1 4-16,-5-1 3 15,-13 4 2-15,-18 1-4 16,-14-2-9-16,-13 2-8 16,-12 3 8-16,-13 0 9 15,-13-1-10-15,-14 2 12 16,-12-4-13-16,-7 0 9 16,-5-3 4-16,-5-3 3 15,-1-3 2-15,-6-1-1 16,-6-4 3-16,0-1-2 0,0-5 0 15,-3-2-1-15,-5-4-1 16,2-4 0-16,2-7 0 16,1-8-1-16,-3-5-7 15,3-4-21-15,0-1 29 16,0-2-3-16,0 1 3 16,-1 3 1-16,-3 6 0 0,-1 4 0 15,0 0-1 1,1-3-1-16,1 1 1 0,0-1 0 15,-3 0 0 1,3 2 0-16,-2-3-4 0,1-3-1 16,-3-2-14-1,-1-1 10-15,-2 0-3 0,2 3 0 16,2-2 10 0,-1 6 2-16,4 1 1 0,0 5-1 15,1 3 0-15,1 0 0 16,-2-1-2-16,-3 0-1 15,0 2-4-15,1 8-3 16,-2 6 10-16,0 5 0 16,-2 7 1-16,-3 4-1 15,1 4 1-15,1 2 0 16,3 2 0-16,-1 2-2 16,2 2 2-16,2 3-2 15,4-1 3-15,0 3-1 16,3-3-1-16,0 0-1 15,0 0 1-15,0 0 0 16,-2 2 0-16,1 0 0 0,-1 1 1 16,2 1-1-16,-3-3 0 15,2 2 0-15,-1 2 4 16,-2-1 0-16,1 1-4 16,0 0 0-16,-5 3 6 15,1 0-2-15,-6 2-3 16,-6 5 6-16,-9 2-7 0,-16 0-4 15,-17 9 3-15,-20 19-2 16,-28 14-5-16,-35 11-79 16,-31 5-250-16,-36 0-672 15</inkml:trace>
  <inkml:trace contextRef="#ctx0" brushRef="#br0" timeOffset="2913.97">13748 11628 729 0,'0'0'31'0,"0"0"23"16,0 0-13-16,0 0 29 0,0-80 40 15,0 76-7 1,0 3-6-16,0 1-47 0,0 0-46 16,0 21 1-16,0 15 37 15,0 11 43-15,-5 2-27 16,-2 2 9-16,-1-4-38 0,1-2 2 16,0-3-5-1,2-7 1-15,4-4-12 0,1-12-6 16,0-3-8-1,0-9 8-15,0-5-9 0,0 0 1 16,0-2 9-16,0 0 10 16,0-21-1-1,0-10-19-15,-5-7-7 0,-1-1-8 16,-4-4 1-16,1 2-26 16,0 1-16-16,3 1 31 15,-3 5 6-15,6 1 15 16,-2 4 2-16,2 2 2 15,-1-1 0-15,2 2-1 0,2 2 0 16,0 2-4 0,2 3-1-16,11 3-1 15,7 1 6-15,5 1-2 16,9-3 3-16,4 3 0 0,-1 0 0 16,5 1 0-1,-2 1 0-15,-1-3 4 0,0 4-3 16,-4-3 1-16,-9 3-2 0,-5 4 0 15,-8 3-3 1,-7 4-28-16,-5 0-86 0,-1 0-49 16,0 7-72-1,-17 8 41-15,-10 3-174 16</inkml:trace>
  <inkml:trace contextRef="#ctx0" brushRef="#br0" timeOffset="3141.3">13796 11626 749 0,'0'0'101'0,"0"0"-92"16,0 0 133-16,0 0-6 16,0 0-58-16,103-62-18 15,-75 44-12-15,-3 2-27 16,-6 6-18-16,-6 4-3 15,-6 6-69-15,-5 0-98 16,-2 6-160-16,-9 15-174 16</inkml:trace>
  <inkml:trace contextRef="#ctx0" brushRef="#br0" timeOffset="3300.9">13703 11951 824 0,'0'0'288'0,"0"0"-286"0,0 0-2 15,0 0 13-15,0 0 35 16,0 0 8-16,118-32-25 16,-60-3 11-16,2 0-42 0,-12 7-31 15,-11 8-110 1,-6 4-78-16,-7 3-19 0,-3 5-226 16</inkml:trace>
  <inkml:trace contextRef="#ctx0" brushRef="#br0" timeOffset="4258.93">14128 11731 666 0,'0'0'135'16,"0"0"-122"-16,0 0-11 16,33-80 51-16,-5 57 74 15,5 5-40-15,0 11 4 16,-2 7-32-16,-5 2-26 16,-11 23-13-1,-5 7 5-15,-9 1 30 0,-1 0-14 16,0-3-39-16,0-7 0 15,-8-7 4-15,5-6-4 16,1-8 2-16,2 1-2 16,0-3 3-16,0 0 9 0,0-12 1 15,2-16-15 1,11-7-55-16,2-5 47 16,3 1-30-16,-2 6-17 15,4 5 33-15,-5 12 12 16,-1 8 10-16,-1 8-1 0,0 0-4 15,-1 17 5 1,4 7 15-16,1-1 11 0,3-1-14 16,0-2-5-16,2-2-1 15,1-4-3-15,-3-6 1 16,2-4 0-16,-2-4 1 16,1 0 1-16,-4-1 0 15,-1-13-3-15,-4-5 4 16,-3-8 0-16,3-5-5 0,-3-5-1 15,3-6-1 1,1-4-8-16,2 1 0 0,1 3-9 16,1 7 7-1,4 7 3-15,0 6 3 0,-3 9 2 16,-5 5 1 0,-5 6 1-16,-8 3 4 0,0 0 2 15,0 0 13-15,0 3-6 16,-11 13-5-16,-5 12 6 0,-1 8 5 15,1 6 6 1,7 6 15-16,6-1-2 16,3-6 13-16,0-9-38 15,15-10-5-15,7-5 5 16,3-10 4-16,5-7-6 16,5 0-8-16,5-14 7 15,2-14-5-15,1-7-5 16,-6-5 0-16,-4 2-7 15,-7 5-12-15,-11 3 2 0,-7 9 10 16,-8 5-22 0,0 8 19-16,0 5 8 0,-6 3-3 0,-1 0 1 15,1 9-5 1,0 12 9-16,3 6 1 0,3 1 4 16,0 1 6-1,5-2-3-15,12-7-5 0,4-4-1 16,3-9 0-1,5-7-1-15,-1 0 3 0,0-13 4 16,-3-7-6 0,-6-3 1-16,-10 0 0 0,-9 0 4 15,0 2 2-15,-14 2-9 16,-14 5 1-16,-7 5 0 16,-4 6-1-16,4 3 0 15,5 0 0-15,9 0-4 16,8 5-4-16,8 1-77 15,5-2-62-15,3-2-65 16,21-2-56-16,3-8-323 16</inkml:trace>
  <inkml:trace contextRef="#ctx0" brushRef="#br0" timeOffset="4683.85">15717 10899 758 0,'0'0'258'0,"0"0"-244"0,0 0 9 16,0 0 68-1,0 0-40-15,0 0 15 0,-12 116 11 16,12-61-8 0,0 6-32-16,8 2 33 0,2 0-18 15,-3-2-21 1,3-4-6-16,0-8-4 0,0-5-7 15,1-12 1 1,-2-8-14-16,0-11 0 16,-3-6-1-16,-3-5 5 0,-2-2 0 15,-1-3 9-15,0-21 16 16,0-8-30 0,0-5-26-16,-12 1 4 0,-12 9-32 15,-2 8 27-15,-4 8 17 16,-2 11 7-16,0 0 3 15,-3 14 3-15,2 9 23 16,5 4 6-16,13-1-6 16,8-1-16-16,7-4-9 15,0-2 1-15,17-3-2 0,6-4 0 16,9-5-78 0,3-7-98-16,-1 0-120 15,1-8-257-15</inkml:trace>
  <inkml:trace contextRef="#ctx0" brushRef="#br0" timeOffset="5203.97">16093 11426 847 0,'0'0'114'0,"0"0"-107"15,0 0 50-15,0 0 67 0,0 0-22 16,0 0-50-16,-12-91-45 15,12 65-5-15,0 6 0 16,0 3 0 0,0 9 7-16,0 3 60 0,-6 5-15 15,-4 0-7-15,-4 21-30 16,1 11 5-16,-2 5 28 16,11 1-14-16,4-4-22 15,0-2-4-15,16-10-5 16,3-8 0-16,5-7-1 15,2-7 0-15,3 0 4 16,3-15-2-16,-1-9-6 16,-3-3-18-16,-2 0-8 0,-7 2 21 15,-1 4-6 1,-3 8-6-16,-5 6 13 0,-2 7 1 16,-4 0-6-1,-1 14 9-15,2 16 5 16,-5 4 20-16,0 8 7 0,0 1-11 15,0-3-6-15,0-8-4 16,0-9-6-16,3-12 0 16,9-7 8-16,3-4-8 15,10-10 4-15,9-19 15 16,8-8-20-16,1-3-2 16,-1 4-2-16,-3 4-10 15,-5 6-113-15,-1 4-132 16,-5 1-289-16</inkml:trace>
  <inkml:trace contextRef="#ctx0" brushRef="#br0" timeOffset="6363.9">21542 15279 1136 0,'0'0'45'0,"0"0"-45"16,0 0 0-16,0 0-1 15,0 0-8-15,0 0 2 16,57-25 7-16,-1 8 6 15,23-6 8-15,29-7 7 16,23-5 3-16,28-3 8 0,13-1-15 16,4 4-6-1,2 0-5-15,-7 5-4 16,5-1 0-16,3-1 19 16,11 2 7-16,5-3-22 0,8 1 2 15,7-2-7 1,10-2 3-16,10-3 1 0,17-8 8 15,14-6 12-15,5-5 4 0,9-2-5 16,4 4-8 0,1-1-6-16,-3 5-8 0,-3 2-2 15,-12 0 1 1,-10 4 4-16,-15 3-5 16,-22 4-3-16,-31 9 1 15,-37 6 0-15,-36 11-29 16,-39 8-72-16,-34 5-82 0,-38 0-141 15,-25 2-215 1</inkml:trace>
  <inkml:trace contextRef="#ctx0" brushRef="#br0" timeOffset="8103.96">21359 15252 878 0,'0'0'100'0,"0"0"-100"0,0 0-3 16,0 0 2-16,0 0 1 15,84-9 12-15,-69 45 48 16,-4 9-4-16,-1 6-12 16,-1 8 4-16,-5 6-16 15,1 4 31-15,-2 6-14 16,2 3-12-16,-1 5-4 0,2 5-10 15,-2 5 9-15,1 8-18 16,-2 0 0 0,0 5 6-16,-3-2 4 0,1-7-4 15,-1-1-10-15,2-6 1 16,1-3-3-16,0-3 6 16,2-6-6-16,0-1 1 15,0-4 0-15,1 0-5 16,0-6 0-16,4-2-3 15,-3-6-1-15,2-6 0 0,1-7 0 16,3-7 3 0,-1-2-3-16,3-7 1 15,1-3 0-15,5-3-1 16,7-6 1-16,5-1 0 16,9-6 1-16,10-2 1 15,11-3-2-15,9-5-1 16,8-1 0-16,11 0 0 0,11 0 0 15,11 0 0-15,9-10 0 16,8-1 0-16,8-5 2 16,8-3-1-16,12-5 2 15,7-3 0-15,11-3-3 16,6 2-6-16,0 0 1 16,2 2 5-16,-2 4 1 15,3 1 0-15,0-4 1 16,3 3-2-16,4-5-2 15,-2 0 0-15,-4-3 1 16,2-1-2-16,2-5 2 0,1-3 1 16,5 3-3-16,-5 0-2 15,-1 2-9-15,-8 5 11 16,-2 1 3-16,-5 2-1 16,-2-3-6-16,-3 0-1 15,-9-1 6-15,-4-1-2 16,-8-1 1-16,-10 2 2 15,-5 0-4-15,-6 4-2 16,-10 2 1-16,-13 8-4 0,-13-1 6 16,-15 5-2-1,-12 1 2-15,-11 2 3 16,-8-1 1-16,-10 2 1 16,-5-3 1-16,-6 1-2 15,-6 0 1-15,-3-1 2 16,-7 3-2-16,-1 0 1 0,-3-2 2 15,-2-2-1-15,2-3 0 16,-1-5-3-16,4-4 0 16,0-7 0-16,-2-5 0 0,-1-10 0 15,-2-5 0 1,-1-5 0-16,-2-5 1 0,0-8 0 16,0-4 0-1,-5-4 1-15,-4 3-2 0,-4 1 0 16,-4 2 2-1,-5 1-2-15,-2 1 0 0,-3-3 0 16,2-2 0-16,2-5 0 16,3-5 0-16,4-2 0 15,2 2-5-15,3-2-8 16,-2 4 10-16,2 4 3 16,-2 4 1-16,-5 11-1 15,0 7 1-15,-1 6 2 16,-4 3-3-16,-2 4-1 15,-3 2 0-15,-5 2 1 0,-4 1-1 16,-5 2 0 0,-3 1 1-16,-1 0 0 0,-6 2 1 15,-4 2 1 1,0 8-2-16,0 4-4 0,3 10 2 16,4 7-2-1,-5 2-4-15,-3 1-91 16,-7 15-70-16,-11 2-60 0,-4 0-286 15</inkml:trace>
  <inkml:trace contextRef="#ctx0" brushRef="#br0" timeOffset="8758.15">23941 15811 548 0,'0'0'103'0,"0"0"-42"15,0 0-5-15,0 0 33 0,0 0 20 16,0 0-44-16,-20-43-15 15,20 43 17-15,-1 0-11 16,1 0-18-16,0 3-26 16,0 16 18-16,7 9 88 15,1 9-43-15,-2 6-24 16,-3 2 15-16,1 1-35 16,1-1-19-16,-1-4-8 15,1-7-2-15,-1-9-4 16,-1-9-1-16,0-8-62 15,-1-6-47-15,-1-2-44 0,-1-10 41 16,0-19-196 0</inkml:trace>
  <inkml:trace contextRef="#ctx0" brushRef="#br0" timeOffset="9013.75">23917 15784 651 0,'0'0'33'0,"0"0"-25"15,0 0 57 1,0 0 72-16,103-38-52 0,-75 40 8 16,-1 16-56-1,-2 6 36-15,-7 1-45 16,-4 3 49-16,-8 1-38 16,-6 1 10-16,0 1-3 0,-9-1-7 15,-11 0-16 1,-7-1 1-16,-1-4-16 0,0-3-4 15,1-6-4 1,3-5-16-16,3-8-68 0,3-3-100 16,9-4-25-1,9-17-92-15</inkml:trace>
  <inkml:trace contextRef="#ctx0" brushRef="#br0" timeOffset="9794.08">24296 15873 148 0,'0'0'608'16,"0"0"-586"-16,69-73-21 15,-53 45 4-15,-12 2 29 16,-4 5 29-16,-1 5-16 16,-15 5 5-16,-4 6 10 15,-1 5 5-15,2 0-24 16,2 13-4-16,6 12-16 15,3 10 32-15,7 3 4 0,1-5-21 16,0 1 1-16,7-9-27 16,12-5-2-16,7-9-2 15,5-8-1-15,6-3-1 16,5-4 0-16,3-18 1 16,-2-3-7-16,-4-5 0 15,-3-1-1-15,-5-1-7 16,-3-3-10-16,-5-2-3 15,-1 2-10-15,-3 1 7 0,-5 5 15 16,-2 9 0-16,-5 7 8 16,-4 7 1-16,-3 6 2 15,0 0 9 1,0 9-8-16,0 11 12 0,-1 10 34 16,-4 2-29-16,4-2 5 15,1-3-7-15,0-3-5 16,13-5 12-16,4-6-9 15,-2-6-11-15,4-5 3 16,2-2-2-16,6-3-3 16,1-16 0-16,-1-1 2 0,-5-3-5 15,-8 0 0 1,-10 5-2-16,-4 4-7 0,0 4-6 16,0 5 13-1,-6 5-1-15,-4 0 0 0,-2 7-2 16,5 14 5-16,2 2 10 15,5 2-4-15,0-2 2 16,11-6-6-16,11-5-1 16,5-5 2-16,6-7 2 15,-1 0 1-15,1-14-4 0,-4-4 0 16,-9-4-1-16,-9 0 2 16,-8 1-3-16,-3 0 2 15,-8-1 4 1,-15 3-6-16,-7 6 1 0,-5 4-1 15,1 6 0 1,3 3-1-16,4 0-4 16,8 0 0-16,8 7-30 0,8-1-64 15,3-2-60-15,9-4-39 16,16 0-29-16,7-12-88 16</inkml:trace>
  <inkml:trace contextRef="#ctx0" brushRef="#br0" timeOffset="10229.2">25270 15129 854 0,'0'0'130'16,"0"0"-98"-16,0 0 61 16,0 0 15-16,0 0-34 0,0 0-72 15,20 11 0 1,-4 28 78-16,-1 15-2 0,1 8-23 15,-5 4 12-15,-2-1-26 0,-2-4 19 16,-1-5-19 0,2-9-4-16,-1-8-26 0,2-13-4 15,-3-9-3 1,0-10-4-16,-3-5 5 16,-2-2-5-16,-1 0 10 15,0-13 9-15,0-14-19 16,0-5-10-16,-1 0-36 15,-14 5 38-15,-6 10-18 16,-3 7-1-16,0 10 23 16,-4 0-7-16,-3 21 1 15,2 9 10-15,8 2 13 0,8 2-4 16,12-4 5-16,1-6-3 16,0-4-7-16,19-5-2 15,5-9-2-15,8-4-13 16,3-2-82-16,2-1-108 15,-2-14-90-15,-6-8-209 0</inkml:trace>
  <inkml:trace contextRef="#ctx0" brushRef="#br0" timeOffset="10729.6">25594 15573 777 0,'0'0'254'0,"0"0"-251"16,0 0-3-16,0 0 50 15,0 0-12-15,85-66-12 16,-66 43-17-16,-2 1-3 16,-8 4 3-16,-6 3 3 15,-3 4 1-15,0 8 32 16,0 3 86-16,-3 0-51 16,-9 17-55-16,-3 13-2 15,3 7 62-15,4 1-35 16,8-5-24-16,0-7-19 15,14-9 9-15,8-3-4 0,3-12-6 16,5-2 4-16,3-6-4 16,5-19-3-16,-3-5-3 15,1-5-22-15,-3-1-21 16,-6-1 15-16,-3 7 13 16,-11 9 12-16,-3 10 3 15,-7 8 0-15,-1 3-3 16,-2 12 6-16,0 18-3 0,0 10 63 15,0 4-23 1,0-3-24-16,0-2-1 16,0-10-4-16,3-10-10 15,8-9-1-15,6-7 2 16,6-3 0-16,6-6 7 16,12-15 0-16,4-8-8 0,7-3-1 15,-2 1-45 1,-9 1-59-16,-10 0-86 15,-15-3-210-15</inkml:trace>
  <inkml:trace contextRef="#ctx0" brushRef="#br0" timeOffset="20043.88">18131 11239 627 0,'0'0'103'0,"0"0"-87"0,0 0-16 16,0 0 2-16,0 0 60 15,-82-14 3 1,73 11-31-16,0 0 64 0,6 1-27 16,2 0-1-16,-1 2-22 15,2 0-24-15,0-1-19 16,0 1-2-16,0 0-3 15,6-3-6-15,17 0 6 0,11 1 11 16,9-6-2 0,5 3-3-16,7-2-1 0,5-3-1 15,2 3 2 1,10-3 12-16,7-2-15 16,4-3 1-16,3 1-1 15,2-3-2-15,-2 0 0 16,4-3 0-16,-1-2 0 15,2-2-1-15,0 1 2 0,-1 3 2 16,-2 3-4 0,-8 3 0-16,-2 0 0 0,-6 0-1 15,-4-1 0-15,-2-1 0 16,-8 3 1-16,-10 3 0 16,-12 4-1-16,-8 0 1 0,-9 2 0 15,-4 1 0 1,-3-1 0-16,0-1 1 0,-1 1-1 15,-1-2 1-15,2 1-1 16,-3 0 0-16,-1-2 0 16,0 3 0-16,-5 2 0 15,-1 1 1-15,-1 1 0 16,-1 0-1 0,0 0 1-16,0 0-1 0,0 0-1 15,0 0-1-15,0 0-1 16,3 0 0-16,2 3 2 15,-2 6 0-15,0 3 1 16,0-2 0-16,-2 3 1 0,2 2-1 16,-2-1 0-1,2 3 0-15,1 0 7 0,-1 3-3 16,-2 1 0 0,1 2 0-16,-2 2 6 0,0 0 4 15,0 1-12 1,1 2 3-16,-1 3 21 0,2 0-19 15,-1 1-2-15,4 4-5 0,2 1 3 16,-1 0 0 0,1 0 2-16,-2 1-5 0,0 2 1 15,-2 6 3 1,0 3-1-16,1 0-2 0,0 0 1 16,4-5-2-1,1 0 2-15,4 0-1 16,2-1-1-16,0 3 2 15,-3-3-1-15,-1 0 0 16,-3-3-1-16,-2-2 0 16,0-4 1-16,0-2-1 15,-1-1 2-15,0-6-2 0,0-1 0 16,0-4 0-16,-1 1 1 16,1-1-1-16,-2-2-1 15,1-2 1-15,0 5 1 16,-1-2-1-16,-1-2 0 15,1 0-1-15,-3-1 2 0,1 0-2 16,-1-4 2 0,2 1-2-16,-1-2 2 0,1 0-2 15,1-2 2 1,0 0-1-16,-1-3 0 0,1 2-1 16,-3-4 1-1,1 0 0-15,-1-2 0 0,0-1 0 16,0 1 1-16,0-1-1 15,0 0 0-15,0 1 2 16,0 2 0-16,-4-1-1 16,-6 0 2-16,0 1-2 15,0-3 0-15,2-1 1 0,2 1 5 16,-2 1-7 0,-3-1 0-16,3 2 0 0,1-2 0 15,4 1-1 1,1-2 2-16,2 0-1 0,0 0 0 15,0 0-1-15,0 0 1 0,0 0 0 32,0 0-2-32,0 0-1 15,0 0 1-15,0 1 1 16,-1 1 1-16,-2-2-1 16,3 0 1-16,0 0 3 0,0 0-3 15,0 0 2-15,0 0-2 16,0 0 0-16,0 0 0 15,-1 1 0-15,-2 0 0 16,-5 3 0-16,-4 2 0 16,-4-3 0-16,2 0 0 15,1-2 0-15,7-1 2 16,4 0 0-16,1 0 0 16,1 0 1-16,0 0-2 0,0 0-1 15,0 0 0 1,0 0 1-16,0 0-1 15,0 0-1-15,-2 0 1 0,1 0 1 16,-5 0 0-16,-1 0-1 16,1 0 0-16,-2 0 0 15,2 0 1-15,1 0-2 16,1 0 2-16,-3 0-2 16,4 1 0-16,-3 1 1 15,0 1-2-15,-2 3 2 16,-5 2 1-16,-2 2-1 15,-2-2 0-15,1 3 0 16,-3-3 0-16,-2 2 0 0,-2 1-1 16,-2 4 1-16,-3 1 0 15,-5 4 0 1,-3 4 0-16,-4 3 0 0,-2 0 0 16,3 3-1-16,-1-5 0 15,3-1 1-15,2-3 0 16,-1 0 0-16,-1 0 2 15,-6 4-2-15,-2-2 0 16,-4 2 0-16,-1 2 0 16,1-2-3-16,3 1 1 15,3 2 1-15,-1 1 0 16,0 1-1-16,1-4 2 16,0 1 0-16,1-2-2 15,3-1 2-15,-4 1 0 0,2 3 0 16,-1-3 0-1,-1 1-1-15,4-4 1 0,2-2-2 16,1-4 2-16,5-2 0 0,1-1 0 16,0 0 0-1,2-3-3-15,-5 5 0 0,-1 2 3 16,-5 0-4 0,2 3 1-16,1-2-1 0,2-1 1 15,2-1 3 1,2-2 0-16,1 0 0 0,-1 0 0 15,-2 2 0-15,3-2-1 16,-3 1 1-16,4-1-1 16,1-3 1-16,5-1 0 15,5-2 0-15,7-3-1 16,1-1 2-16,6-1-2 16,1-1 1-16,1-1 0 15,1 1-1-15,0-1 0 16,0 2-2-16,0 3 1 15,0 2 2-15,0 2 0 16,0 0 0-16,0 2 0 0,0 2 0 16,0 3 1-1,0 3 5-15,0 1-2 0,0 4 6 16,0 4-1 0,0-1 0-16,0 1-5 15,0 1-3-15,0-2 0 16,0 3 1-16,0 3 1 0,0 0 6 15,0 2-1 1,0 1-4-16,-2 0 5 0,1 4-5 16,-1 0-1-16,-2 3 0 15,-1 1 1-15,0 0-3 16,0 0 6-16,2 2 3 16,-1-1 1-16,-1 3-2 15,0 1 11-15,-2 0-17 16,0-1 3-16,1-1-4 15,-2 0 1-15,2 1-2 16,1 5 1-16,0 3 2 16,2 0-1-16,0 2 1 15,0-2 3-15,0-2-4 0,1 5 5 16,1-3 1-16,-1 3-1 16,1-2-7-16,-1-4 3 15,2-3-3-15,0-2 0 16,0-5 0-16,0-1-1 15,3-2 1-15,5 0 0 16,3-2-1-16,0 1 1 16,0 1 0-16,2-7-1 15,1-1 1-15,1-4 0 16,4-1-1-16,3-4-1 16,5-2 1-16,3-3 0 15,6-3 1-15,4-3 0 16,5-1-1-16,1-3 1 0,0 0-1 15,-2 0 0 1,2-2 1-16,5 0-1 16,2-1 0-16,2 0 0 0,3-2-1 15,1-1 2-15,5-3-1 16,0 0 1-16,3 0-1 16,0 0 1-16,2-3-1 0,-3-1 2 15,0 0-1 1,0 1 1-16,-2-2-2 0,7 0 1 15,1 0 1-15,0-4-2 16,-1 1 0-16,-6-2 0 16,1 3-2-1,0-2 2-15,0 2 0 0,-1 1 0 16,-4 0 0-16,-2 0 0 16,-1-1 0-16,0 0 0 15,-3 1-1-15,-2-2 1 16,1 2-1-16,-5 0 2 15,-1-1-1-15,-5 3 1 16,-2-2-1-16,0 3 4 16,-3 2-3-16,-2 1-1 15,1 0 0-15,1-4 0 16,4 0 0-16,-1-2-1 16,0 0 1-16,-2 1 0 15,-4-1-2-15,-6 1 1 16,0 3 0-16,-4-1 0 15,3 2 0-15,1-2 2 0,0-1-1 16,0 1 0-16,-2 0 0 16,-2 2 0-16,-2-1 1 0,-4-1-1 15,-6 2-1 1,0 0 1-16,0 1 0 0,-1-2 1 16,2 2-1-1,2-2 0-15,1 0 0 0,-1 1 0 16,-3-2 0-1,-3 3 0-15,-2 0-2 0,-1 0 2 16,4 0 0 0,-1-2 3-16,3 2-3 0,1 0 0 15,0-4 0 1,0 4 0-16,0 0 0 0,-1 0-1 16,-1 0 1-16,1 0-3 15,-1 0 3-15,-1 0 0 16,1 0 1-16,-5 0-1 15,-1 0 1-15,-1 0-2 16,-2 0 2-16,-2 0-2 16,-1 0-15-16,0 0-33 15,0 0-33-15,0 0-28 16,0 0-54-16,-4 0-134 0,-14 0-258 16</inkml:trace>
  <inkml:trace contextRef="#ctx0" brushRef="#br0" timeOffset="20348.9">21170 15831 922 0,'0'0'60'0,"0"0"-58"0,0 0-1 16,0 0 30-16,0 0 41 0,0 0-40 15,51-68 13-15,-15 60 3 16,5 1 1-16,3 2 6 16,5 5 6-16,2 0-17 15,-2 3 32 1,-6 17-20-16,-10 10-3 0,-12 7 5 16,-20 7-3-16,-4 12 9 15,-41 13-47-15,-28 15-12 16,-28 17-5-16,-33 3-204 15,-35-3-458-15</inkml:trace>
  <inkml:trace contextRef="#ctx0" brushRef="#br0" timeOffset="23768.02">7956 12179 148 0,'0'0'1027'0,"0"0"-1005"16,0 0-17-16,0 0 107 16,0 0 35-16,0 0-93 15,0 0 20-15,0 0 12 0,-54-49-44 16,54 52-36-16,0 15-5 16,0 8 65-16,8 5-8 15,1-3-42-15,0 0 17 16,0-2-17-16,0-2-13 15,-3-6-1-15,-2-7 1 16,2-4-3-16,-5-7-77 16,-1 0-95-16,0-7-62 15,-8-20-276-15</inkml:trace>
  <inkml:trace contextRef="#ctx0" brushRef="#br0" timeOffset="23989.86">7693 12161 1160 0,'0'0'51'15,"0"0"-49"-15,0 0 94 0,0 0 43 16,30-83-53 0,5 52-27-16,5-4-13 0,3 3-22 15,-1 3-14 1,0 9-8-16,-2 7-2 0,-7 7-49 15,-5 6-99 1,-10 0-72-16,-6 17-157 0</inkml:trace>
  <inkml:trace contextRef="#ctx0" brushRef="#br0" timeOffset="24173.75">7846 12596 1170 0,'0'0'116'0,"0"0"-95"16,0 0 4-16,0 0 120 15,0 0-108-15,52-80-37 0,-13 36-22 16,1 4-175 0,-1 1-124-16,-3 5-245 0</inkml:trace>
  <inkml:trace contextRef="#ctx0" brushRef="#br0" timeOffset="24613.7">8292 12261 1096 0,'0'0'6'0,"0"0"-4"16,0 0 111-16,52-74 34 15,-28 66-75-15,4 7-20 16,2 1-11-16,-4 6-24 15,-3 16 13-15,-2 0 11 0,-9 3-13 16,-2-1-13 0,-5-5 11-16,-2-5 2 15,0-5-22-15,0-8-1 16,-3-1-2-16,3 0 5 0,0-1 7 16,2-19-4-16,5-11-11 15,2-9-18-15,4 1 4 16,-2 2-9-16,0 7 2 0,-3 8 18 15,3 8 2-15,-3 10-1 16,0 4 2 0,1 5 7-16,4 16 24 15,2 8 21-15,-3 5 1 16,1 1-19-16,-4 0-7 0,-1 1-20 16,2-4-4-1,-2-5-2-15,-2-5-1 16,-2-7-45-16,-1-3-90 0,3-8-14 15,0-4-96-15,1-11-24 16,-2-15-261-16</inkml:trace>
  <inkml:trace contextRef="#ctx0" brushRef="#br0" timeOffset="24847.27">8842 12089 362 0,'0'0'875'0,"0"0"-875"0,0 0 0 15,0 0 67-15,0 0 90 16,30 75-58-16,-11-40-8 16,0 5-1-16,0 2-30 15,0-1-10-15,1-1-16 16,-1-3-22-16,-4-8-11 16,-2-5-1-16,-5-10 0 15,-2-5-44-15,-5-6-89 16,-1-3-52-16,0-6-23 0,-15-16-198 15</inkml:trace>
  <inkml:trace contextRef="#ctx0" brushRef="#br0" timeOffset="25139.88">8774 12039 1070 0,'0'0'0'0,"0"0"0"0,48-81 43 16,-17 60 34-16,4 5-8 16,3 9-7-16,-7 7-11 15,-4 0-32-15,-7 11 8 16,-9 11-7-16,-8 9 21 16,-3 6 9-16,-1 3 10 15,-18-2-7-15,0-4-23 16,2-9-11-16,3-6-16 15,7-7-3-15,2-5-14 16,4-3-80-16,1 1-43 16,0-4-72-16,0-1-12 0,4 0-128 15</inkml:trace>
  <inkml:trace contextRef="#ctx0" brushRef="#br0" timeOffset="25715.47">9139 11887 754 0,'0'0'609'0,"0"0"-602"0,0 0-7 15,0 89 128 1,0-59-43-16,3-7-38 0,9-1-36 16,6-8-5-1,4-7-3-15,-1-4-3 0,3-3-14 16,-2-13-43-16,0-12-18 15,-3-4 15-15,-7 1-2 16,-3 7 39-16,-6 7 23 16,-2 6 4-16,-1 8 46 15,3 0 8-15,3 0-35 0,6 3-7 16,6 10 73 0,3-1-56-16,0-5-8 15,6-1 15-15,-3-6-32 16,-1 0-2-16,3-9-2 0,-4-19 3 15,1-7 1-15,-4-9-8 16,-6-7-13-16,-4-6-8 16,-9 0 6-16,0 2-23 15,0 0 11-15,-9 7 11 16,-1 10 16 0,1 13 0-16,2 14 15 0,5 7 60 15,1 4 5-15,1 0-70 16,0 20-1-16,13 15 13 0,8 10 36 15,6 8-9 1,1-2-3-16,-1-1-28 0,0-7-4 16,-1-10-5-1,-2-6-9-15,-1-8 1 16,-4-6-3-16,-7-7-36 16,-5-4-66-16,-7-2-142 15,0-7 12-15,-26-11-379 16</inkml:trace>
  <inkml:trace contextRef="#ctx0" brushRef="#br0" timeOffset="25846.06">9553 11687 1421 0,'0'0'141'0,"0"0"-137"16,50-77-4-16,-5 39 48 16,6-1-33-16,4-1-15 15,-4 8-10-15,-7 8-64 16,-11 12-174-16,-21 12-171 15,-12 1-300-15</inkml:trace>
  <inkml:trace contextRef="#ctx0" brushRef="#br0" timeOffset="26463.8">7677 13300 1458 0,'0'0'0'0,"0"0"-69"16,0 0-9-16,137-121 78 15,-41 61 121-15,20-6-45 0,12 3-33 16,11 4-28-16,3 0-9 15,1 1 3-15,7-4 1 16,2-4-5-16,12-6 5 16,6-9 11-16,3-4 5 15,2-6 6-15,-10-1-12 0,-16 4-6 16,-22 4 1 0,-30 7-6-16,-27 10-8 15,-25 4 1-15,-24-1 2 16,-21-7-1-16,0-6 0 0,-23-7-3 15,-21-2-9-15,-14 2-13 16,-19 3-1 0,-18 7-1-16,-23 9-9 0,-15 9 18 15,-21 19 12-15,-12 17-12 16,-10 20 6 0,-12 11-5-16,-5 37-7 0,-6 24-8 15,-2 22 24-15,-6 25 5 16,11 26 0-16,5 21 3 15,14 18 9-15,19 12 25 16,19 1 13-16,30-1 11 16,37-15-15-16,38-22-3 15,34-24 2-15,37-26-5 16,38-24-14-16,34-28-3 16,22-28-10-16,26-29-2 15,28-30-8-15,12-36-3 16,10-22-120-16,-7-17-145 0,-28-10-206 0</inkml:trace>
  <inkml:trace contextRef="#ctx0" brushRef="#br0" timeOffset="27184.11">7350 10343 1009 0,'0'0'11'0,"0"0"0"16,0 0 69-16,0 0 51 15,-107 35-14-15,74 2-10 0,2 7-35 16,1 3-15 0,9-4-2-16,8-8-17 0,8-9-24 15,5-8-9-15,0-5-4 16,21-3 0-16,10-6 1 16,11-4 0-16,6 0-2 15,6 0 0-15,-2 0 2 16,-13 4-2-16,-11 8 0 15,-10 4 0-15,-17 5 1 16,-1 8 3-16,-22 8 15 16,-12-1 20-16,-11 0-14 15,3-8-4-15,6-9-20 16,5-13-1-16,7-6-65 16,6 0-111-16,8-25-136 15,10-7-105-15</inkml:trace>
  <inkml:trace contextRef="#ctx0" brushRef="#br0" timeOffset="27513.91">7553 10674 421 0,'0'0'677'0,"0"0"-669"16,90-67-8-16,-60 23 100 15,-5-4 12-15,-4 1-25 0,-9 3-30 16,-6 6-20-1,-6 5-15-15,0 6 7 0,-8 8 9 16,-9 11-3-16,-3 8-5 16,-5 2 19-16,-4 28-25 15,1 13-7 1,9 14 23-16,7 0 1 0,12-2-8 16,0-10-7-16,12-9-9 15,13-11 2-15,5-6-6 16,11-12-8-16,1-7 0 15,3-3-2-15,1-18-3 16,-4-4-28-16,-6 0-82 16,-6 2-81-16,-11 2-84 15,-11 5-252-15</inkml:trace>
  <inkml:trace contextRef="#ctx0" brushRef="#br0" timeOffset="29133.84">8162 10169 1174 0,'0'0'110'16,"0"0"-79"0,0 0 172-16,-91-11-52 0,66 41-86 15,-5 11-1 1,10 2-11-16,4 0-10 0,13-8-23 15,3-4-11 1,0-8-5-16,18-8-3 0,3-5 0 16,1-7-2-1,0-3 1-15,0 0-11 0,0-20-20 16,-1-6 1-16,-3-6-18 16,-2 2-1-16,-7 3 22 15,-3 5 16-15,-4 9 11 0,0 9 3 16,-2 4 6-16,3 4-7 15,0 22 5 1,0 11 15-16,3 8 11 16,2 2-18-16,5 1-2 15,1-1 4-15,2-4-13 16,1-5-3-16,-1-13 1 16,-4-9-2-16,-3-9 0 15,3-7-2-15,-3 0-3 16,4-17 0-16,-1-19 0 0,3-9-2 15,0-11-3-15,-3-3-8 16,-5-1 9-16,-2-3-12 16,-4 2 2-16,-1 2 3 15,0 10-12-15,0 10 3 16,0 16 25-16,-1 10 0 0,-4 8 1 16,5 3 10-1,0 2 1-15,0 2-12 16,0 20-3-16,6 9 3 0,8 9 13 15,2 0-2 1,2 2 13-16,4-8 0 16,2-4-4-16,-3-8-13 0,2-10-3 15,-4-4-3-15,-4-8 3 16,4 0-1-16,-4-11 1 16,0-15 2-16,0-9 2 15,-5-4-8-15,-5-5-4 16,-4 0-9-16,-1 2 0 15,0 3-2-15,0 11-5 16,-3 8 15-16,-1 10 5 16,1 7 6-16,3 3 17 0,0 0-23 15,0 14-10 1,0 8 10-16,4 7 14 16,8-1-2-16,3-4-8 15,5-1-3-15,2-3 1 16,3-5-2-16,-1-4 2 0,0-5 0 0,2-6 0 15,-4 0 2 1,3-3-3-16,-4-14 0 0,-3-2-1 16,0-4-2-1,-8-4-16-15,-5-3 11 16,-5-1-16-16,0 2 11 16,0 3-8-16,-11 10 10 0,-2 6 8 15,4 4 2 1,1 6 0-16,0 0 8 15,3 4 3-15,-1 16-10 16,3 6 2-16,2 9 15 0,1-2 4 16,0-1 0-16,1-3-11 15,11-6-5 1,1-7-1-16,3-4-2 16,0-6 0-16,-1-5-2 0,6-1-2 15,1-10 1-15,-1-14-8 16,0-4-27-16,-3 2 0 15,-5 4-4-15,-5 5 32 16,-4 9 7-16,-4 4 7 16,0 4 9-16,0 0 2 15,0 1-18-15,4 14 5 16,2 3 1-16,2-1 3 16,7-2-3-16,-3-6-3 15,0-7 1-15,6-2-4 16,-3 0 2-16,4-13-2 15,5-11-5-15,1-8-29 0,2 1 10 16,-1-2 1-16,-4 2 11 16,-6 1 0-16,-2 2 10 15,-7 2 1-15,-2 2 2 16,-4 2-1-16,-1 5 3 16,0 6-1-16,0 4 2 15,0 6 1-15,0 1 38 16,0 0-10-16,0 5-33 15,0 16 0-15,0 8 18 0,0 4 30 16,3-2-31-16,6-5-1 16,3-4-7-16,6-4-7 15,0-9 0-15,6-3-1 16,1-6-1-16,3 0 1 16,4-15-1-16,-4-9 0 15,5-7 0-15,-8 2-5 16,-8 1-9-16,-6 8 5 15,-6 3 7-15,-5 9 2 16,0 5 6-16,0 3 11 16,0 0 8-16,0 0-14 15,0 17-9-15,0 4 6 16,0 3 4-16,6-3 2 0,6-4-6 16,4-3-7-1,1 0 2-15,7-4-2 0,1-4-1 16,2-2-23-16,4-4-89 15,2 0-178-15,6-1-189 16</inkml:trace>
  <inkml:trace contextRef="#ctx0" brushRef="#br0" timeOffset="29817.21">10352 9779 1134 0,'0'0'180'0,"0"0"-147"0,0 0 168 0,0 0-47 15,0 0-50-15,0 0-71 16,-73-28-16-16,55 45-9 0,6-3-4 16,6 3-4-16,6-4-3 15,0-1-1-15,9-2-4 16,9-3-27-16,6-5-3 15,0-2 14-15,1 0-4 16,-1 0-2-16,-7-8 22 16,-3-6 8-16,-2-4 1 15,-1-6 5-15,1-6-3 16,-2-4 0-16,1-5-2 16,-1-2 0-16,-1-9 0 15,-1-9-1-15,-4-7-16 0,0-6-30 16,-4 3 7-1,0 4 32-15,-1 7 7 0,-17 9-3 16,2 8-12-16,1 11 15 16,4 16 2-16,-1 9 31 15,5 5 36-15,-5 25-51 16,-3 15-12-16,3 16 28 16,7 10 0-16,5 9 5 15,0 5-8-15,17 3 6 16,7-2-1-16,6-7-6 15,1-7-7-15,6-11-14 16,5-9-3-16,1-15-5 0,-1-14 1 16,-10-10-2-16,-7-8-1 15,-9 0-2-15,-8-16-9 16,-8-8-18-16,0-1-15 16,-23 1 19-16,-11 4 13 15,-3 7 13-15,-1 5 0 16,3 4 10-16,12 1 27 15,11 1 4-15,11 1-8 16,1-3-15-16,3-7-18 16,25-8-10-16,15-4 5 15,5-5-46-15,1 7-101 16,-10 7-52-16,-7 8-6 16,-7 4-44-16,-10 2-280 15</inkml:trace>
  <inkml:trace contextRef="#ctx0" brushRef="#br0" timeOffset="30215.15">10182 10744 1080 0,'0'0'420'0,"0"0"-419"0,0 0 48 15,0 0 75 1,0 0-15-16,-12 99 5 16,27-51-58-16,2-2-14 15,2-4-24-15,-4-3-1 0,4-6-8 16,-5-8-5 0,-1-4-3-16,-5-9-1 0,-4-6-12 15,-4-4-53 1,0-2-63-16,-9 0-69 0,-19-12-247 15</inkml:trace>
  <inkml:trace contextRef="#ctx0" brushRef="#br0" timeOffset="30486.86">9854 10999 1081 0,'0'0'95'15,"0"0"-82"-15,0 0 187 16,0 0-44-16,0 0-79 16,15-98-69-16,31 43 6 15,12-7 0-15,12-4-10 16,8 3-4-16,-5 7-1 15,-10 8-46-15,-20 19-144 16,-18 14-305-16</inkml:trace>
  <inkml:trace contextRef="#ctx0" brushRef="#br0" timeOffset="31358.2">10515 10846 611 0,'0'0'458'0,"0"0"-421"15,27-85-37-15,-26 55 108 16,-1 3-15-16,0 6-16 16,-4 7-8-16,-11 8 3 15,-6 6-21-15,-1 0 7 16,3 21-14-16,3 9-19 15,9 9 11-15,4-2-1 16,3-1 6-16,0 0-29 16,6-9-4-16,7-7-6 15,5-7 0-15,0-9 2 0,3-4-4 16,4-2 0-16,5-23-1 16,4-10-6-16,1-3-25 15,2-1 5-15,-3 3-9 16,0 5 17-16,-1 7 12 15,-6 10 5-15,-4 10 1 16,-7 4 1-16,-4 4 1 16,-3 15 4-16,-8 6 9 15,-1 0 5-15,0-2-8 0,-7-7-4 16,0-6-4 0,4-4-1-16,1-5-2 15,2-1 3-15,0 0 6 0,0-20-9 16,0-8-56-16,6-5 30 15,3-1 19-15,-2 3-27 16,-4 7 12-16,-1 8 18 16,-2 9 4-16,0 5 55 15,0 2 10-15,0 0-55 0,1 2-10 16,5 12 0-16,9 1 10 16,2-1-2-1,5-4 3-15,3-6-5 16,4-4-2-16,-1 0 0 15,-2-14-4-15,-1-8 1 0,-4-9 2 16,-5-10-3 0,-1-7-1-16,-4-4-3 15,-7-2-10-15,-4-1 1 0,0 1 4 16,-1 1 1-16,-13 5-9 16,2 8 16-16,0 15 1 15,5 11 13-15,2 10 32 16,5 4 1-16,0 0-31 15,0 10-15-15,0 20 1 16,8 13 19-16,11 5 13 16,2 4 5-16,6-2 8 15,3-3-17-15,0-3-14 16,-2-2-15-16,0-9 0 16,-4-7 0-16,-3-12 0 15,-8-8 0-15,-5-6-53 16,-8 0-101-16,0-12-112 0,-21-16-291 15</inkml:trace>
  <inkml:trace contextRef="#ctx0" brushRef="#br0" timeOffset="31501.92">10925 10429 1665 0,'0'0'0'0,"0"0"16"0,75-89-16 16,-17 46 70-16,5-4-62 0,4 2-8 15,0 4-8-15,-6 3-142 16,-12 8-199-16</inkml:trace>
  <inkml:trace contextRef="#ctx0" brushRef="#br0" timeOffset="33055.56">27228 16902 989 0,'0'0'38'0,"0"0"-20"16,0 0 26 0,0 0 109-16,0 0-62 15,0 0-54-15,0 0-12 16,-3-11-13-16,3 11-8 16,7 0 1-16,8 11 68 15,1 7-18-15,2 8-6 0,-1 11 21 16,-4 4-10-16,-5 8 0 0,-4 4-26 15,-2 1 1 1,-2 0-17 0,1-5-8-16,2-5 1 0,4-10-2 15,2-12-2-15,2-6-1 0,4-6 1 16,3-7-3 0,7-3 7-16,8 0-2 15,11-8 6-15,11-17 1 16,7-9-2-16,11-7-7 0,3-1 5 15,2 4-11 1,-5 6 1-16,-7 7-2 0,-10 10-3 16,-7-1-42-1,-7 6-44-15,-9 1-132 0,-6-3-61 16,-11-1-94-16,-14-2-569 16</inkml:trace>
  <inkml:trace contextRef="#ctx0" brushRef="#br0" timeOffset="33297.87">28121 16962 1287 0,'0'0'0'0,"0"0"44"0,110-26-37 16,-60 26 196-16,-3 7-70 16,-5 27-50-16,-9 12-9 15,-9 17-20-15,-16 13-7 16,-8 10-27-16,-12-3 3 0,-23-5-11 15,-8-12-9-15,-2-12 0 16,-7-15-3-16,1-6-3 16,5-12-47-16,6-12-78 15,8-9-146-15,15-9-207 16</inkml:trace>
  <inkml:trace contextRef="#ctx0" brushRef="#br0" timeOffset="34263.69">30277 15872 1213 0,'0'0'19'0,"0"0"2"16,0 0 26-16,0 0 76 0,-92 86-67 15,83-44-19 1,7 10 18-16,2 2 13 0,2 5-19 16,14-7-11-1,3-9-9-15,5-13 7 16,0-12-7-16,2-8-17 0,2-10 0 15,3 0-5-15,-1-19 1 16,0-12-3 0,-6-8-1-16,-5-6-2 0,-10-1-2 15,-7 3 1-15,-2 3 0 16,-5 8-1-16,-17 5 0 16,-5 6 0-16,-6 8 2 15,-1 7 1-15,-1 6-1 16,3 0 7-16,5 0-9 15,8 7-2-15,11-2-5 0,6 0-85 16,2 1-118 0,3 0-61-16,15-1-10 0,3 0-427 15</inkml:trace>
  <inkml:trace contextRef="#ctx0" brushRef="#br0" timeOffset="34895.37">30598 15821 1221 0,'0'0'71'0,"0"0"-46"0,0 0 130 0,0 0-59 16,0 78 26-16,0-40-63 15,0-2-25-15,15-5-10 16,4-8-17-16,2-4-1 15,4-10-5-15,-1-6-1 16,3-3-2-16,0-3-20 16,-3-18-28-16,1-3-2 15,-5-3 9-15,-7 5 17 0,-4 8 13 16,-6 5 13-16,-2 8 0 16,2 1 32-16,2 1-19 15,2 12 1-15,5 5 39 16,2-4-37-16,2-4-11 15,-1-3 6-15,3-5 3 16,0-2-1-16,3 0-7 16,-2-4-3-16,-1-11-3 15,0-5 6-15,-6-6-6 16,-1-7-2-16,-3-9-16 16,-3-6-13-16,-4-3-1 15,-1-1 12-15,0-1-11 0,-4 1-8 16,-9 12 21-16,0 13 10 15,4 12 8 1,1 12 23-16,5 3 40 0,0 2-26 16,3 24-37-16,0 13 26 15,0 12 8-15,4 1-8 16,14 2 18-16,1-1 14 0,1-6-30 16,4-8-8-1,1-7-10-15,0-10-10 0,-2-6-1 16,-2-7 1-1,-4-4-46-15,-3-5-55 16,-6 0-102-16,-8-9-84 0,0-12-111 16</inkml:trace>
  <inkml:trace contextRef="#ctx0" brushRef="#br0" timeOffset="35031.62">30848 15798 1446 0,'0'0'65'0,"0"0"-49"15,0 0-16-15,71-93 87 16,-12 54-62-16,18-2-23 16,3 3-4-16,-1 7-11 0,-15 14-113 15,-22 14-253 1,-23 3-712-16</inkml:trace>
  <inkml:trace contextRef="#ctx0" brushRef="#br0" timeOffset="35813.64">31508 15677 930 0,'0'0'124'16,"0"0"-38"-16,0 0 149 16,0 0-52-16,0 0-91 0,0 0-48 15,9-5-25 1,3 32 72-16,0 11-23 0,1 6-31 15,-1 5 3-15,0 1-10 0,1 6-13 16,1-6-3 0,1-2-10-16,-3-7 1 0,-2-8-4 15,-1-11 0 1,-1-9-1-16,-4-8 0 16,-1-5-6-16,-3 0-7 15,0 0 5-15,0-21 1 0,-7-5-5 16,-11-8 3-1,-3-3 8-15,-5-6-9 0,1-4-1 16,4-3-7-16,9-3 2 16,6 6 7-1,6 5 3-15,0 6-3 16,2 8 6-16,13 6-2 0,7 3-3 16,6 6-7-16,-1 4 6 15,-2 7 6-15,-8 2-4 16,-7 10 0-16,-8 17 7 15,-2 8 1-15,-9 5 5 16,-15-3 14-16,-3-1 5 16,2-11-16-16,7-7-8 15,9-10-1-15,5-4-7 16,4-4-49-16,0 0-98 0,1-11-84 16,16-14-82-1,5-8-231-15</inkml:trace>
  <inkml:trace contextRef="#ctx0" brushRef="#br0" timeOffset="36313.97">31812 15544 1080 0,'0'0'106'0,"0"0"-103"0,0 74 209 16,-7-42-12-16,5-1-78 0,2-6-73 15,0-4-14 1,6-9-27-16,6-3-6 0,5-8 1 15,2-1-3-15,2-1-4 16,1-16-42-16,-5-3-2 16,-2 3 9-16,-8 3 5 15,-4 7 17-15,2 2 15 16,-5 5 2 0,4 0 14-16,5 0-5 0,1 11 30 15,7-2 4-15,1-3-27 16,4-4-6-16,6-2 11 0,1-5-8 15,1-14-8 1,-2-5 0-16,-7-9-3 16,-2-5 0-16,-7-6-1 15,-5-4 0-15,-7 0-1 0,0-2-5 16,-1 6-1 0,-12 7-32-16,2 11 36 0,4 15 2 15,3 8 18 1,4 3 16-16,0 13-30 15,7 16-2-15,11 11 66 0,6 5-33 0,4 3 10 16,0-4-16 0,4-6-19-16,-1-3 0 0,0-10-9 15,-2-7-1 1,-7-7-8-16,-9-5-67 16,-8-5-115-16,-5-1-141 15,-15 0-140-15</inkml:trace>
  <inkml:trace contextRef="#ctx0" brushRef="#br0" timeOffset="36463.96">32039 15523 844 0,'0'0'520'0,"0"0"-520"16,91-90 0-16,-36 46 29 16,14-4-25-16,10 2-4 15,-1 3-63-15,-10 11-168 16</inkml:trace>
  <inkml:trace contextRef="#ctx0" brushRef="#br0" timeOffset="37239.62">29467 17487 932 0,'0'0'52'0,"0"0"-11"0,0 0 91 0,-90 12-3 16,54 9-44-16,2 7-7 15,4 5 5-15,10-2-26 16,9-6-14-16,11-4-13 16,0-5-18-16,17-3-3 15,15-5-2-15,14-2-4 16,11-1 3-16,2 2-2 0,-3 3-2 15,-8 4-1 1,-14 5 0-16,-15 6 4 0,-13 3 7 16,-6-2 5-16,-11 1 25 15,-22-3 11-15,-4-5-21 16,-7-3-20-16,1-8-4 16,4-6-8-16,6-2-14 15,7-10-85-15,9-16-76 16,10-10-93-16,7-6-45 15</inkml:trace>
  <inkml:trace contextRef="#ctx0" brushRef="#br0" timeOffset="37571.9">29849 17654 991 0,'0'0'186'16,"0"0"-173"-16,0 0 3 15,0 0 147-15,28-92-93 16,-26 66-61-16,-1-1-5 0,-1-3 0 16,0 6 0-1,0 7 8-15,0 6 7 0,-12 8 29 16,-2 3 57 0,-6 12-51-16,-1 15-22 0,2 10 24 15,8 5-8 1,11 3-8-16,0-3-4 0,9-6-11 15,17-8-3 1,6-8-13-16,8-10-3 0,5-10 0 16,3 0-6-1,-2-6-1-15,0-12-52 0,-4-2-68 16,-4-5-88-16,-7 0-90 16,-7 2-251-16</inkml:trace>
  <inkml:trace contextRef="#ctx0" brushRef="#br0" timeOffset="38367.42">30468 17288 1191 0,'0'0'82'0,"0"0"-70"16,-82 4 199-16,46 24-19 0,2 10-82 15,1 4-38-15,3 1-14 16,12-3-19-16,7-9-23 16,7-6-16-16,4-9 1 15,2-3 1-15,16-10-4 16,5-3-8-16,7-2-16 16,3-18-17-16,-2-3-1 15,-1-3 3-15,-4 2-8 16,-11 9 11-16,-6 5 18 15,-5 8 13-15,-1 2 7 16,3 6 1-16,3 15 29 16,3 7 32-16,1 1-27 0,-1-4-18 15,0-2-9-15,-1-6 0 16,-2-6-6-16,1-7 1 16,1-4-3-16,1-4 0 15,4-18-2-15,-1-11-22 16,1-3 1-16,-5-3-2 15,-4-3-1-15,-4-1 12 16,-3-3-11-16,0 3 13 16,0 10 5-16,0 9 7 0,0 13 2 15,-3 9 29 1,2 2 25-16,1 0-44 0,0 17-10 16,0 5 29-1,8 4 3-15,2-2-25 16,-1-5 3-16,5-4-7 0,3-6-2 15,7-7 1-15,3-2-3 16,4-4-2-16,0-16 0 0,-1-5-14 16,-5-2-4-1,-6 1 7-15,-6 2 3 0,-7 10-14 16,-3 0 18 0,-3 10 5-16,0 4 12 0,0 0 16 15,0 0-16 1,0 0-7-16,0 0-5 0,4 0 0 15,4 1 1-15,5 2 4 16,-1-3-5 0,9 0 1-16,1-4 4 0,5-6-4 15,-1 1 0-15,-6 7 0 16,-3 2-1 0,-5 0 0-16,0 0 0 0,1 2-1 15,-1 1 1-15,4 0-7 16,6-3-98-16,3 0-125 15,8-15-96-15,1-6-223 16</inkml:trace>
  <inkml:trace contextRef="#ctx0" brushRef="#br0" timeOffset="38970.62">31562 16987 1182 0,'0'0'322'0,"0"0"-312"16,0 0 49-16,0 0 95 0,0 0-120 16,0 0-32-16,-48 0-2 15,48 0-7-15,3 0-26 16,12 0 7-16,-2 0-16 16,0 0 21-16,-3 4 19 15,-6-2 2-15,-2 2-3 0,-1-4 5 16,-1 0-2-16,5 0 7 15,5-10 2-15,5-10 11 16,6-14-20-16,1-6 4 16,-4-5-3-16,0-10-1 15,-6-2-2-15,-3-6-7 16,-5 0 2-16,-4 1-13 16,0 4-18-16,0 13 25 15,-8 14 12-15,-2 14 1 16,0 17 34-16,0 0 55 15,1 32-59-15,-2 15 7 16,1 14 31-16,4 12-17 16,6 3-7-16,0-1-9 15,3 1-14-15,16-5-8 16,5-6-3-16,4-12-6 0,3-12-3 16,2-15 0-1,2-10-1-15,-4-12-1 16,-3-4-17-16,-5 0 12 0,-10-16-4 15,-13-4-13-15,0-1 2 16,-27-2 16-16,-7 3 0 16,-2 5 5-16,3 4 5 15,8 4 17-15,9 1-5 16,8 2-3-16,8-2-6 16,0-4-1-16,11-10-7 0,24-5-26 15,10-5-34 1,9-6-129-16,-5 2-159 0,-6 1-241 15</inkml:trace>
  <inkml:trace contextRef="#ctx0" brushRef="#br0" timeOffset="40093.86">32188 16643 1349 0,'0'0'93'0,"0"0"-75"0,0 0 138 0,2 95 51 16,-2-54-116-16,0-2-47 15,3-5-20-15,4-5-14 16,2-5-9-16,2-9 0 0,0-6-1 16,1-8-1-1,4-1-14-15,0-7-25 16,4-12-2-16,2-6 17 16,0 0 19-16,-1 4 1 0,-9 6 0 15,-5 8 0 1,-1 4 4-16,-3 1 2 0,2 2-1 15,1 0 0 1,4 0 5-16,3-4 0 0,1-6 1 16,4-6 0-16,-3-5 1 15,0-4-6-15,-8-5 3 16,-2 3-4-16,-5-6 3 0,0 1-3 16,0 3 0-1,0 6-1-15,0 10 1 0,0 7 2 16,0 6 5-16,0 5-4 15,6 15 3 1,7 6 28-16,4 0-20 0,0-3-11 16,4-5-2-1,2-8 0-15,2-6-1 0,0-4 2 16,1-1-2-16,-3-13-17 16,-5 0 6-16,-7 5 0 15,-7 4 11-15,-4 3 0 16,0 1 8-16,0-1-3 15,0 1 3-15,0-1-3 16,0 2-4-16,0-1 2 16,0 0-3-16,0-5 1 15,0-4-1-15,3-4-3 16,2-7-7-16,-2-2 9 0,0-4-1 16,-3-1-14-1,0-3 1-15,-9 1-6 16,-7 3-10-16,-1 4 1 15,-1 3 20-15,3 9 9 0,0 5 1 16,5 3 6-16,2 3 19 16,1 0-15-16,4 0-1 15,3 7-4-15,0 0-4 16,2-1-1-16,15-2 1 16,5-4 1-16,4 0-2 15,1 0-8-15,-2 0 7 16,-2 0 1-16,-1 0 0 15,-1 0 0-15,0 0 1 16,4 12-1-16,-2 4 14 16,2 4-4-16,0-3-5 0,-4 0-1 15,-1-4-2-15,0-6 6 16,-2-7-3-16,2 0 2 16,1-6-5-16,-2-17 1 15,4-8-3-15,-3-6-8 16,-1-9 0-16,-5-3 1 15,-2-3 5-15,-3 5 1 16,0 6-1-16,-6 13 2 16,0 13 0-16,-3 9 10 15,0 6 17-15,3 0-20 16,6 30-6-16,3 11 7 16,1 13 19-16,8 2-11 15,0-3 1-15,-1-8-2 0,0-7-12 16,-4-10-1-16,-3-6-2 15,-4-9 0-15,-6-9-1 16,1-3 0-16,-4-1-8 16,0 0 1-16,0 0 8 15,0 7 0-15,1 8-6 16,7 11 6-16,4 7 17 16,6-3-3-16,1-3-10 15,5-10-4-15,-3-7-1 16,-7-10-63-16,-7 0-198 15,-7-13-721-15</inkml:trace>
  <inkml:trace contextRef="#ctx0" brushRef="#br0" timeOffset="42097.57">16941 10687 783 0,'0'0'26'16,"0"0"-26"-16,0 0-6 0,-68-80-1 16,37 61 7-1,-6 2 0-15,-6 1 21 0,-7 2 12 16,-13 6 28-1,-12 4 12-15,-12 4-25 0,-13 0-33 16,-6 3-9-16,-12 10-6 16,-4 1 0-16,-4 2 0 15,-9-1-3-15,-1-1-7 16,-7 0 1-16,-8 0-1 16,0-1 9-16,-11-1-1 15,1-1 2-15,1-4 9 16,8-1-2-16,10-3 24 15,12 3-9-15,10 1 7 16,10 4 3-16,9 5-19 16,4 4-1-16,6 5-4 15,5 2-6-15,0 3-2 16,5 2 0-16,-1 3 2 0,1 4-2 16,-4 5 2-1,-5 4-2-15,1 1 2 0,10 1-2 16,13 3-2-16,24-1 2 15,20 9 3-15,13 11 26 16,9 14 41-16,0 15-2 16,0 9-44-16,0 4-8 15,0 3-1-15,0-3-10 16,-8-5 0-16,-5-3-1 16,3-4 0-16,8-7-4 15,2-3 8-15,9-8-5 16,21-9-2-16,13-12 4 0,8-14-5 15,15-13 6 1,13-13-3-16,13-13 1 0,11-10-1 16,17 0-3-16,14-16 0 15,12-12 0-15,19-9 1 16,9-10 0-16,15-3 0 16,10-5 0-16,8-1-1 15,6 6-5-15,-2 0-4 16,-4 4 7-16,-4 3 2 15,-12 2 0-15,-5 4 0 16,-10 5-3-16,-14 4 0 0,-15 6 3 16,-17 4 0-1,-14 8 1-15,-16 1 0 0,-9 2 0 16,-9 1-1 0,-13 0 1-16,-14-2-1 0,-13-2-2 15,-12-5 1 1,-6-7 1-16,-6-7 0 0,-5-9-1 15,-4-9 0-15,-7-12-2 16,-2-12 3-16,0-12 0 16,-17-20 3-16,-7-14-3 0,-1-10 0 15,-2-7 2 1,-1 0 4-16,-5-1 13 16,-6 3-3-16,-7 15-14 15,-8 20 0-15,-6 25-2 0,-2 25-43 16,-13 24-126-16,-4 19-96 15</inkml:trace>
  <inkml:trace contextRef="#ctx0" brushRef="#br0" timeOffset="43976.26">26559 14854 615 0,'0'0'54'0,"0"0"-54"15,0 0 1 1,0 0-1-16,0 0 32 0,0 0 34 16,0 0-34-1,-48-52-15-15,18 49 13 0,-10 1 1 16,-9 2 21-16,-9 0-30 0,-9 0-7 15,-11 4-7 1,-7 2-1-16,-9 1-5 16,-9-2-1-16,-9 3 0 15,-4-2 7-15,-4 1 6 16,-2 3 39-16,3 3-13 16,-3 4 10-16,-7 5-21 0,-9 5-25 15,-1 0-3 1,-4 1 1-16,4 0-2 0,9 1 3 15,9-4-3-15,9 0 0 16,12 0 0-16,9 2 3 16,8-4 11-16,8 1-2 15,7 2-9-15,5 1-1 16,6 1-1-16,3-1-1 16,8 1 5-16,7 0-4 15,8 2 5-15,7 1-1 16,5 2 8-16,1 6-7 0,3 4 3 15,0 7-7 1,1 5 0-16,1 6 4 0,4 1-2 16,5 3 2-1,4 2 5-15,0 6 21 0,0 7-14 16,9 3-10 0,3-1-1-16,4-6-5 15,-1-1 0-15,3-3 0 16,3 1 9-16,0-4 11 0,6-2 0 15,2-8-8-15,4-6-6 16,6-6-2-16,3-4-2 16,3-16-2-16,7-4 1 0,6-11-1 15,8-12 2 1,4 0-1-16,7-5 0 16,7-13 0-16,-2 4-1 15,3-2-1-15,1 2 0 0,4 0 1 16,4-3 0-16,3-2-2 15,9-6 0-15,7-6-3 16,13-7 1-16,11-7 0 16,6-7 2-16,5-3 0 15,1 2 1-15,-6 6 0 16,-10 4 1-16,-11 10-2 16,-10 3-3-16,-5 4 1 15,0 0-1-15,0-1-6 16,2-5 4-16,0 0 2 15,-2-4-1-15,-1 4 4 16,-10 0 1-16,-12 2 0 16,-18 8-1-16,-19 5-12 15,-21 6-22-15,-12 5 19 16,-8 2 4-16,-5 1 6 0,-1 2 1 16,0-1 2-1,0 1 2-15,0-2 5 0,0-4 8 16,0-5 4-16,0-6-16 15,0-4 1-15,0-7 5 16,-9-6-6-16,-4-5 0 16,-2-10-1-16,-6-10 0 15,2-7 3-15,-1-8 3 0,-2-9-5 16,0-2 4 0,-7-3 13-16,-5 1-9 15,-14 1-9-15,-12 1-1 16,-12 9-5-16,-15 18-15 0,-21 20-157 15,-25 20-436-15</inkml:trace>
  <inkml:trace contextRef="#ctx0" brushRef="#br0" timeOffset="53776.77">24824 1741 610 0,'0'0'29'16,"0"0"-24"-16,0 0 41 15,0 0 10-15,0-84-7 16,-11 62 37-16,-5 3-19 16,-6-3-24-16,-5 2-15 15,-15 5 1-15,-17 4-23 16,-22 5-6-16,-23 3 0 16,-16 3 0-16,-13 0-1 15,-13 0 1-15,-9 0-1 16,-12 0 3-16,-3 0-1 15,-2 0 4-15,4 0 5 0,7-2-1 16,-5-3 2 0,-4 0-3-16,-15 3-8 0,-11 2 2 15,-11 0 2 1,-6 2-2-16,-5 6-2 0,-8 3-2 16,-3 2 0-1,-3-1 2-15,11 1 2 0,16-1 1 16,15-4-3-16,11-2-3 15,5 3 3-15,5-1 1 16,2 4-1-16,4 2 0 16,10-1 2-16,-1 3-2 15,-4-2-4-15,-6 4 4 16,-12 1-1-16,1-1 3 16,10 0-2-16,9-1 0 0,22-1 1 15,16 1-1-15,13-1 0 16,7 4 0-1,1 5 0-15,-3 2-2 0,-5 4 0 16,-1 2 2-16,-3 1 2 16,4-1-1-16,2 0-1 15,4 1 0-15,8-1 1 16,10-1-1-16,9 0-1 16,14-1-1-16,6-2 0 15,6-1 2-15,4 5 0 16,1 4-2-16,3 9 2 15,2 7 0-15,2 4 1 16,2-2 0-16,5 0 3 16,6-4 4-16,8-2-6 15,9 1-1-15,4-1 3 16,0 2 6-16,19 2 1 16,9 1-9-16,11-4 9 0,9-3 0 15,15-4-2 1,11-7 5-16,5-1-3 0,15-3 3 15,12-4-6-15,13 0 5 16,22-4-6-16,14-4-3 16,15-6 2-16,7-3 1 15,-2-5-5-15,4-2 6 16,5-2-2-16,10-2 2 16,11 0-4-16,4 0 4 15,-2 0 3-15,0 0 5 0,0 2-6 16,11 0 0-16,17-2-9 15,7 0 5 1,6-8-5-16,-4-7 1 0,-3-3 6 16,-3 2-8-16,-8 2 0 15,-12 3-1-15,-12 2 1 16,-9 4 1-16,-5-2 4 16,4 2-5-16,1-2-2 15,-6 4 1-15,-8 0 1 16,-5-1 2-16,-7 0 3 15,7-2-4-15,4-5-1 0,-2 2 0 16,-5-1-1-16,-20 2 1 16,-21 0 1-16,-19 2 2 15,-12 2-2-15,-4-2 0 16,-4-1-1-16,-1 1-1 16,-3-6 1-16,0 2 0 15,0 1 0-15,-1-3-2 16,-5 0 2-16,-9-1 1 15,-9-2-1-15,-12 0 1 16,-12-3 2-16,-8-9-2 0,-4-7 5 16,-4-11-2-1,-3-13-7-15,-3-11 6 0,-7-13-3 16,-6-14 0 0,-5-17 1-16,-3-8-1 0,-8-6 7 15,-21 3 1 1,-19 8 17-16,-19 6 2 0,-26 11-12 15,-27 14-4-15,-34 26-11 16,-39 34-1-16,-45 26-18 16,-44 37-232-16,-23 5-545 15</inkml:trace>
  <inkml:trace contextRef="#ctx0" brushRef="#br0" timeOffset="96610.47">14704 8143 542 0,'0'0'442'16,"0"0"-442"-16,0 0-20 0,0 0 20 16,0 0 19-16,0 0 16 15,-92-69 28-15,61 55 2 16,-5 3-13-16,-6 0-15 0,-12 2-35 16,-1 4 7-1,-2-1 1-15,0 1-5 0,4-1-4 16,-4 2-1-1,-3 0 0-15,-2-2-2 16,-5 1 0-16,-4-2 2 16,-2 1 0-16,-1 3 1 15,-5-2-1-15,-4 2 1 16,0 0 0-16,0-1-2 0,0 0 2 16,3-3-1-16,-2-4 1 15,3-2 0-15,1-2 3 16,5 3-4-16,3 0 0 15,-2 4 2-15,-2 4-2 0,-8 2 0 16,-2 2 1 0,-4 0 0-16,-7 0-1 15,2 0 2-15,-2 0-2 16,2 3 0-16,-2 3 0 16,-1-1 2-16,-2 3 1 15,1-2-3-15,1 2 0 16,2 0 0-16,-4 1 0 0,-1-1-3 15,2-3 3-15,-3 0 2 16,3-1-1-16,2-1 0 16,2 2 2-16,2 0 0 15,-4-1 1-15,2 3-3 0,2 0-1 16,0-1-1 0,3 2 0-16,2-2-2 15,1-4 1-15,4-2-2 16,1 0 2-16,2 0 2 15,2 0 0-15,4 0 0 0,-1 0 0 16,3 0 1-16,-2 0 2 16,-5 0-3-16,2 0-1 15,1 2 0 1,10 2-1-16,4 0 0 0,2 2 1 16,4-1 2-16,-4-1-2 15,-2 2 1-15,-1-2-2 16,1 2 1-16,-1-1 1 15,0 1-2-15,4 1 2 16,5-2 0-16,6 2-1 0,5 1 0 16,6 2 1-1,5 3-1-15,3 3 1 16,-1 5 0-16,-1 1 2 16,-1 4-2-16,1 1 2 15,0-1-2-15,-2 3-1 16,6-3 1-16,-4-1-1 0,3 1 1 15,0-1 0-15,-1 3 0 0,3 6-1 16,-4 4 2 0,3 4-1-16,-1 2 1 0,3-1 0 15,3 2 1 1,4-5 13-16,5-1 7 0,5-2-8 16,0-1-5-1,2 2 17-15,1 0 6 16,3 3-4-16,0-1-11 15,0 2-8-15,3 0-1 16,15 1-4-16,5-2 6 16,7 2-3-16,6-1 0 0,6 1 0 15,6 0-3-15,3-1-1 16,4-2-1-16,0-3-2 16,0-6 5-16,11-3-2 15,2-3-3-15,10-5 5 16,3 0-5-16,5-3 7 15,2-2-6-15,6-2 1 16,2-4 2-16,-1-2-2 16,6-2 0-16,1-3 0 15,2-2 3-15,4 0-5 16,-1 0 0-16,3 0-4 16,0-2 2-16,1-6 1 15,1-1 1-15,0 1 1 16,-2-3 0-16,1-1-1 0,1 4 2 15,-2 1 2-15,1 0-3 16,-1 2-1 0,-1-3-5-16,0 3 5 0,-3 0 0 15,3-2 0-15,-3 3-2 16,-1-2 2-16,-3 1 1 16,0 0-1-16,2 1 2 0,-1 1 1 15,-3 0-2 1,1 2-1-16,-4 1-5 0,-4-1 5 15,1 1-1 1,-2 0-1-16,-2 0 2 0,1 0 0 16,0 0 1-16,-6 4-1 15,6 1 1-15,-5 3 0 16,4-1 5 0,1-3-6-16,-2 0-1 0,-1-4 0 15,-1 0-4-15,-3 0 5 16,-1 0-1-16,0-4 1 15,-5-2-2-15,3 2 2 16,-2-3 0-16,3-2 0 16,-2 3 1-16,-3-4 0 15,-3-1 0-15,2-2 4 16,2-3-5-16,-2-4 0 16,-3-6 0-16,-3-5-4 15,-4-5 3-15,-7-1 1 16,-2-6 0-16,-9-2-1 15,-11-6 2-15,-8-5 3 16,-13-8-4-16,-13-5 1 0,-3-9 1 16,-18-8 1-16,-18-7-2 15,-13-3 1-15,-9 2-1 16,-2 6 12-16,-4 13 8 16,-4 9 32-16,-4 14-4 15,-10 11-49-15,-7 13-6 0,-10 12-171 16,-7 7-290-16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01:02.5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9387 3763 755 0,'0'0'43'0,"0"0"-19"15,0 0 43-15,0 0 14 16,0 0 21-16,0 0-5 0,0 0-27 16,-24-28-30-1,24 28-8-15,0 0-2 0,0 0-8 16,0 0-9-16,0 0-10 15,0 0-2 1,0 0-1-16,0 0-4 0,0 14-4 16,16 10 8-16,1 7 11 15,1 6 20-15,-3 0-4 16,1-3 7-16,-2-3-14 16,2-7-15-16,-1-3 7 15,1-11-4-15,-1-2-3 16,4-8 1-16,8 0 6 15,9-20 30-15,9-20 10 0,9-16-28 16,7-17-6 0,3-13-4-16,6-10 1 0,8-7 10 15,-2 3-18 1,1 6-3-16,-11 13-3 16,-14 14-1-16,-13 15-1 15,-9 10-24-15,-9 15-73 0,-8 12-101 16,-13 13-147-16,0 2-400 0</inkml:trace>
  <inkml:trace contextRef="#ctx0" brushRef="#br0" timeOffset="47785.53">6718 6853 520 0,'0'0'31'16,"0"0"-26"-16,0 0 0 16,0 0 23-16,0 0 13 15,0 0 15-15,0 0 6 0,-33 0-16 16,33 0-30 0,0 0-16-16,0 0 1 0,0 6-1 15,0-4 5-15,8 3 15 16,3-1 3-16,0-1-4 15,1 0 5-15,6 1 0 16,1 0-10-16,4 0-4 16,3-2-4-16,6 0-1 15,4 2-3-15,5-3 1 16,6 0-2-16,3-1-1 16,5 0 0-16,6 0 1 15,2 0-1-15,3-1 2 16,-5-4-2-16,-1 1 1 0,-5 2-1 15,-6 2 0-15,2 0 0 16,-3 0 0-16,4 0 0 16,3 0 1-16,2 0 0 15,2 0-1-15,2 0 0 16,-1-2 0-16,4-3 1 16,-3 2-1-16,-5 2 1 0,1-1-2 15,-5 2 0-15,-2-1 1 16,1 1 0-1,1 0 0-15,3-2 0 0,2-1-2 16,0 1 2 0,0-3 0-16,-2 0 0 0,0 0 0 15,-3 0 0 1,1-1 0-16,-1 2 0 0,-2 1 1 16,1-1-1-1,1-1 0-15,0 0 0 0,1 0 0 16,2-1 0-16,6 1 1 15,5-3-1-15,3 2 0 16,0 2 0-16,2-4 0 0,-1 2-1 16,3 2 0-1,-3 1 1-15,0 3-3 0,-4 0 3 16,-3 0 0 0,-2 0 0-16,-2 0 0 15,0 3-1-15,-1 1 1 16,-2-1 0-16,2-2 0 15,-1-1-3-15,3 0 2 16,1 0 2-16,5 0-1 0,-1 0 0 16,-2 0 0-16,-5 0-2 15,-3 0 0-15,-4 2 2 16,1 1 0-16,2-3 0 16,0 0-2-16,3 0 2 15,1 0 0-15,-2 0 2 16,-1-1-2-16,-5-1 2 15,2 2-2-15,-4 0 1 16,-2 0 4-16,0 0-3 0,-4 0-2 16,0 2 1-1,1 0 0-15,-7 0-1 0,-3 0 1 16,-2-2-2-16,0 0 2 16,1 0-1-16,-1 0 1 15,-3 0-1-15,1 0-1 16,-4 0 1-16,-1 0-4 15,3 0 3-15,-3 0 1 16,1 0-1-16,3 0 1 16,2 0 0-16,1-4-1 15,2 3 1-15,0 0 0 16,2 1 0-16,-4 0-2 0,-1 0 1 16,0 0 1-1,-2 0-1-15,-1 0 1 16,-1 0 0-16,1-4 1 15,-1 0-1-15,7-3 0 0,1 0 0 16,0 1 0-16,2 0 0 16,-5 4 0-16,2-1 0 15,-3 2 1-15,1-1-1 0,1 0 0 0,-1-3 0 32,-1 3 0-32,0-2 0 15,-2 2 2-15,3-2-2 0,-1 0 0 16,1 1 0-1,1 0 0-15,-2 0 1 16,-1 0-2-16,-2 2 2 16,-4-1-1-16,5-1 1 15,-4 2-2-15,1-1 2 16,-1 1-2-16,-3 0 1 0,5-1 0 16,-1 0-1-1,0 0 1-15,3-1 0 0,1 0 4 16,4-2 7-16,-1-1-3 15,7 0 8-15,3 2-3 16,3-1-2-16,1 0-8 16,0 2 0-16,-1 1 1 15,1-1-1-15,-4 2-1 16,0-1 2-16,-3 1 8 16,-2 1 1-16,0 0-4 0,-1 0-3 15,1 0-5-15,1 0 1 16,-2 0 1-16,1 0-1 15,-3 0-1-15,-1 0-1 16,0 0 3-16,1 0 2 16,0 0 2-16,1 0 2 15,2 0-2-15,-1 0 0 16,3 1-5-16,1 1-1 16,-3-2 0-16,4 0 4 0,-7 0-5 15,3 0 0 1,-3 0 0-16,1 0 0 15,-1 0 3-15,0 0-3 16,1 0 0-16,-1 0 1 16,-1 0-1-16,-2 0 1 15,-2 0-1-15,-1 0 0 16,0 0-1-16,-4 0 1 16,3 0 0-16,0 0 0 0,-3 0 1 15,1 0-1-15,2 0 1 0,-3 0 1 16,1 1 4-1,-4 1 4-15,-2-1 0 16,-1 0-4-16,-4-1-1 16,-1 1 1-16,-1-1-1 15,-3 3 1-15,-1-2 0 16,-3 1-3-16,0 0-2 0,-2-2-1 16,-3 0 3-1,0 0-2-15,1 0 7 16,-1 0 17-16,0 0-6 0,0 0-10 15,0 0-9-15,2 0 0 16,2 0-17-16,2 0-87 16,-6 0-247-16</inkml:trace>
  <inkml:trace contextRef="#ctx0" brushRef="#br0" timeOffset="50284.36">15789 6856 529 0,'0'0'60'16,"0"0"-50"-16,0 0-10 15,0 0-16-15,0 0 9 16,0 0 7-16,0 0 25 0,-29-3 33 15,23 3-16 1,1 0-41-16,2-3 3 0,0 2-3 16,3 1 1-16,0-1-2 15,0-2-38-15,0 0-16 16,0 0 38-16,0 2 16 16,0 1 5-16,0 0 11 15,0 0-2-15,0 0 6 16,0 0 4-16,0 0 0 15,-3 0-10-15,-2 0-5 16,2 0 9-16,3 0 31 16,-2 0 12-16,1 0 1 15,-1 0-26-15,1 0-4 16,-1 0 1-16,1 0-14 16,-2 0-16-16,3 0 7 0,-1 0-8 15,1 0-1-15,0 0 0 16,0 0-1-16,0 0 3 15,0 0 1-15,0 0 3 0,0 0-3 16,0 0-1 0,0 0-3-16,0 0-1 0,0 0 1 15,7 0-1 1,11 0 2-16,6 0 0 0,6 0 0 16,1 0-1-1,0 0-1-15,5 0 1 16,3 0 0-16,4 0 3 0,2 0-2 15,4 0 0 1,2 0 1-16,-2 0-2 0,5-3 0 16,-2-1 2-16,4-2-1 15,2-1-1-15,4-1 0 16,4 1 1-16,1-2 0 16,0 1 0-16,2 4 0 15,-1 0-1-15,4 0 1 16,-2 4-1-16,-1 0-1 15,-2 0 1-15,0 0 0 16,3-1-1-16,-1-3 1 16,-1-4 3-16,0 1 6 0,-3 2-5 15,1-1 3 1,-2 2-4-16,2 1 3 16,1-1 2-16,-3 1-5 0,0 2-1 15,-1-2 0-15,-1 0-2 16,4 0 0-16,4-1 4 15,-3 0-1-15,-1 0-3 16,-2 1 0-16,-1 0 0 16,2 0 1-16,4-1 4 15,4 0-2-15,-1 0-3 16,2-1 0-16,-4 2 2 16,-1 3 1-16,-5 0-3 15,-4 0 1-15,-3 0 0 0,-4 0 1 16,1 0-1-16,6 0-1 15,7 0 0-15,1 0 1 16,6 0 1 0,-3 0-2-16,1 0-1 0,-4 0 0 15,0 0 1-15,0 0 0 16,1 0-4-16,-2 0 4 16,-1 0 2-16,-4 0-2 15,-1 0 0-15,-4 0 0 16,-2 2 1-16,-2 2 0 15,-4-2-1-15,-6 2 0 16,2-2 0-16,-5 0 1 16,4-2 0-16,2 0-1 15,4 0 0-15,1 0 2 0,3 0 0 16,-1-4-2 0,-6 0-3-16,-4 4 3 15,-6-2 1-15,-1 2-1 0,-2 0 0 0,2 0 0 31,-1 0 0-31,2 0-2 0,-1 0 4 16,-1 0-2-16,-2 0 0 16,0 0 0-16,-3 0 1 15,-2 0 0-15,-4 0 2 16,0 0-2-16,-6 0 1 16,1 0-1-16,-4 0 4 15,2 0-5-15,-4 0 4 16,2 0 3-16,-5 0 6 15,1 0 5-15,-1 0 8 16,-2 0-4-16,-1 0-1 16,-2 0 7-16,-2 0 2 0,1 0-1 15,-4 0-10-15,1 0-10 16,-1 0 2-16,0 0 10 16,0 0-4-16,0 0-4 15,2 0-1-15,-2 0 3 16,0 0-8-16,0 0 2 15,0 0-2-15,0 0 1 16,0 0 5-16,0 0 6 16,0 0 0-16,0 0-3 15,0 0-2-15,0 0-3 16,0 0-2-16,0 0 3 16,0-3-5-16,0 3-6 15,0 0 1-15,0 0-2 0,0 0-1 16,0 0-40-16,0-1-100 15,0-3-129-15,-7-5-445 16</inkml:trace>
  <inkml:trace contextRef="#ctx0" brushRef="#br0" timeOffset="52288.11">22240 6680 600 0,'0'0'46'0,"0"0"-10"16,0 0-32-16,0 0 2 15,0 0 56-15,0 0-13 0,0 0 4 16,-48-21 21 0,48 18-31-16,0 3-30 0,0 0-12 15,0 0-1 1,11 0 0-16,8 0 0 16,5 4 6-16,4-1 4 15,4 1-10-15,2 1 3 16,1-3-1-16,3 4-1 0,1-2 0 15,0-2 2 1,2 2-1-16,3-3-2 0,3 0 2 16,3 1 0-16,2-2 4 15,3 0-4-15,-1 0 1 16,3 0 2-16,4 0-2 16,1 0-1-16,3 1 0 15,-1 2-1-15,1 2-1 16,-4-1-1-16,-4-2 1 15,1 0 0-15,4 0 2 16,2-2 0-16,6 0 2 16,4 0 0-16,5 0 22 0,4 0-1 15,3 0 3 1,2-3 6-16,-3 0-8 0,-4 0-8 16,1 0-10-1,-5 0-5-15,1 3 8 0,-1-1-8 16,-4 1-3-16,1 0 0 15,2-2-1-15,1 1 1 16,2-1-2-16,1 0 2 16,-5 2 0-16,-1 0 0 15,-1 0 0-15,-5 0 0 0,0 0 1 16,-4 0-1 0,-2 0 1-16,1 0 0 0,1 4-1 15,5-1 0-15,1 0 3 16,0-2-3-16,0 2 0 15,-1-3-2 1,-1 1 0-16,0-1 1 16,-1 0 1-16,0 0 0 0,1 0-1 15,-2 0-2-15,3-2-6 16,4-3 9-16,6-2-1 16,-3 2 1-16,3-1 0 15,-3 0 1-15,-1 2-1 16,-1 1 0-16,-1 0-1 15,-6 0-4-15,-2-1-1 16,-1-1 5-16,3-4 1 16,3 1-1-16,5-2-3 15,-4-1 4-15,-2 1-1 0,-5 1 1 16,-6 3 0 0,-4 3 0-16,-5 1-2 0,-2 0 1 15,2 1 1-15,0-2 0 0,3 0 0 31,5 0 0-31,4-1 0 0,2-1 0 0,2 1 4 16,-3-1-4 0,-6 3-4-16,-2 0 4 0,-6 0 1 15,1 2 2 1,-3 0 3-16,-4 0-2 16,-5-1 2-16,-7 0 5 15,-6-1-3-15,-9 0 2 16,-7 2 1-16,-3-1-10 15,-5 1 1-15,0-2 8 0,-5-1-10 16,-21 3-127-16,-19-1-185 16,-10-2-206-16</inkml:trace>
  <inkml:trace contextRef="#ctx0" brushRef="#br0" timeOffset="56349.01">21182 5630 657 0,'0'0'347'15,"0"0"-339"-15,0 0 17 0,0 0 85 16,0 0 3 0,0 0-59-16,0 0-27 15,-46 20-10-15,46-20-8 0,0 0-1 16,0 0 8-16,0 0 10 15,0 0 7-15,0 0-3 16,12-14-2-16,9-5 5 16,9-9 5-16,11-7-12 15,4-3-8-15,7-3-3 16,6-5 9-16,5 3 1 16,-2-1-6-16,0 3-7 15,-4 4 11-15,-3 4-10 16,1 3-6-16,0 3 2 0,-1 1 1 15,-9 4-1 1,-6 2-8-16,-9 5 1 16,-10 3 0-16,-6 5-2 0,-7 3 0 15,-4 2-2-15,-3 2-16 16,0 0-71-16,0 0-68 16,0 0-104-16,0 0-40 15,-6 0-235-15</inkml:trace>
  <inkml:trace contextRef="#ctx0" brushRef="#br0" timeOffset="56636.58">21827 4979 1199 0,'0'0'57'0,"0"0"-39"16,82-84 47-16,-32 56 72 0,7 5-41 15,4 13-18 1,-3 10-23-16,-7 0-23 0,-9 23-15 16,-14 13 18-1,-11 7 2-15,-13 7-17 16,-4 2-14-16,-9 1-5 16,-17 2-1-16,-3 0-48 15,1-4-101-15,1-2-22 0,1-7-102 16,0-9-254-16</inkml:trace>
  <inkml:trace contextRef="#ctx0" brushRef="#br0" timeOffset="60420.8">14986 4734 899 0,'0'0'87'16,"0"0"-84"-16,0 0 27 16,0 0 66-16,0 0 20 15,0 0-25-15,0 0-46 16,0 0-3-16,0-42 19 0,-2 42-14 15,2 0-12 1,0 0-16-16,0 6-16 16,0 18-1-16,0 13 30 15,3 11 65-15,7 9-32 16,-1-4-27-16,1-2 5 16,-1-4 2-16,0-8-22 0,-3-1-18 15,1-5-1-15,-2-5-1 16,-4-7-2-16,1-5-1 15,-1-8 0-15,-1-3-23 16,0-3-64-16,-6 0-84 16,-18-2-129-16,-10-2-171 15</inkml:trace>
  <inkml:trace contextRef="#ctx0" brushRef="#br0" timeOffset="60662.22">14601 4986 382 0,'0'0'788'0,"0"0"-776"15,0 0 32-15,0 0-3 16,-9-101 64-16,39 58-6 16,16-7-43-16,20-8-11 15,13-4 7-15,3 1-20 0,-7 9-22 16,-11 10-10-1,-17 17-43-15,-14 15-106 16,-16 6-135-16,-8 4-148 16</inkml:trace>
  <inkml:trace contextRef="#ctx0" brushRef="#br0" timeOffset="61505.15">15238 4841 1007 0,'0'0'19'0,"0"0"-13"16,14-84 51-16,-13 62 52 0,-1 9-36 15,0 4-18 1,0 7 5-16,0 2-29 0,-3 0 2 15,-6 9 1-15,-5 18-31 16,0 10 0-16,5 9 8 16,4-3 1-16,5-3 2 15,0-7-7-15,5-8-3 16,10-8-2-16,7-4 2 16,2-9 3-16,3-4-3 15,2-2 7-15,3-17 4 16,-5-11-5-16,1-8-6 15,-1-8 1-15,-3-10 3 16,-2-4-8-16,-4-4-2 16,-1-3-3-16,-11 1-17 15,-5-3 10-15,-1 6 2 0,0 5-10 16,-12 10 7 0,-1 11 10-16,2 14 3 0,1 8 0 15,4 11 11-15,3 4 1 16,2 0-6-16,-2 4-6 15,1 23-12-15,2 13 12 16,0 9 0-16,2 5 4 16,15-2-2-16,3-1 6 0,5-2-4 15,2-5 3 1,1-7 5-16,4-8-2 0,-2-7-6 16,-1-9-1-1,0-4 2-15,-6-7-1 0,0-2 8 16,1-8 7-16,-3-17 3 15,-2-11-11-15,-1-7-7 16,-7-8-2-16,-7-4-2 16,-4-1-2-16,0-4-23 15,-10 0-8-15,-11 0-13 16,-2 7 10-16,-2 8 30 16,1 11 4-16,3 12 2 15,6 11 2-15,9 6 7 16,3 5 25-16,3 5-34 15,0 24 9-15,14 12 1 0,8 15 36 16,5 3-17 0,3 4 30-16,1-3-5 15,-1-1-12-15,0-2-26 16,1-6-9-16,0-7-6 0,2-7-1 16,-3-6-6-1,1-7-75-15,1-6-79 0,-3-8-68 16,1-10-118-16,-5 0-441 15</inkml:trace>
  <inkml:trace contextRef="#ctx0" brushRef="#br0" timeOffset="62335.17">16281 4484 935 0,'0'0'196'16,"0"0"-195"-16,0 0 38 0,0 0 79 15,0 0-26-15,91-56-60 16,-68 70-21-16,-7 8 9 16,-6 5-1-16,-5 2-8 15,-5-6 4-15,0-3-6 16,0-7-4-16,0-7-4 16,0-6 0-16,0 0 0 15,0 0 8-15,0-12 12 16,0-11-21-16,0-9-71 0,0 1 65 15,0-1 2 1,13 7-4-16,1 7 1 16,7 7 7-16,2 11 10 15,2 0 4-15,1 3 7 0,0 13 2 16,-4 5-13 0,-5-2-1-16,-4 2 1 0,-7-7-9 15,-2-2 0-15,-1-5 1 16,-3-4 1-16,2-3-2 15,-2 0 8-15,0 0 10 0,0-11 3 16,0-12-22 0,0-4-2-16,0-5-16 15,0-5 4-15,0 1 2 16,8 1-16-16,3 8 18 0,1 7 8 16,3 7 0-1,-2 8 2-15,4 5 7 0,-2 6 8 16,3 19 14-16,-3 7 23 15,-4 2-5-15,0-1-12 16,-5-4-18-16,6-4-13 16,-3-4-4-16,4-2-2 15,2-5-59-15,0-6-53 16,4-5-7-16,4-3 21 16,-1 0 0-16,2-6 61 15,-2-7 31-15,1-5 8 0,-5-3 5 16,0-4 30-1,0-7-2-15,-1-2 36 16,0-1-40-16,-4 1-5 16,-4 3 33-16,-3 11-31 15,-3 7 24-15,-3 7 8 0,0 6 50 16,0 0-36-16,-12 12-50 16,-4 17-18-1,1 6 11-15,6 1 11 0,7-5-4 16,2-5-14-16,3-3 6 15,18-5-5-15,3-6-4 16,9-8-5-16,7-4 0 16,2 0-1-16,4-14-37 15,1-4-66-15,0-3-21 16,-3 0-141-16,-1 2-57 16,-3-2-307-16</inkml:trace>
  <inkml:trace contextRef="#ctx0" brushRef="#br0" timeOffset="62739.38">18028 4014 1002 0,'0'0'147'0,"0"0"-135"16,0 0 158-16,0 0 5 0,-87-45-11 15,61 57-109 1,-1 16-8-16,6 4 4 0,6 4-15 16,8-4-19-1,7-3-11-15,0-3-3 0,0-6-3 16,10-6 0 0,2-5-2-16,1-9-9 15,2 0-16-15,2 0-16 0,-2-18-11 16,2-4 7-16,-3-1 30 15,1-1 9-15,0 6 7 16,3 3 1-16,3 5 11 16,3 4 8-16,1 6 0 15,-1 0-13-15,-2 0-6 16,2 0-2-16,-2 10-6 16,-2-4-58-16,-2-4-58 15,-2-2-67-15,-1 0-60 0,-2-11-57 16,-5-14-368-16</inkml:trace>
  <inkml:trace contextRef="#ctx0" brushRef="#br0" timeOffset="63145.46">18259 3488 1212 0,'0'0'220'15,"0"0"-183"-15,0 0-36 16,16 85 96-16,-12-39-3 15,0 3-60-15,1 3-19 16,-1-3-5-16,1-5-9 16,1-9 1-16,1-12 0 15,-3-8-4-15,1-6-2 16,0-8-1-16,5-1-21 0,6-4 25 16,7-17-1-1,4-2 2-15,1 1-2 0,2 5 2 0,0 6-1 16,-2 9 1-16,2 2 0 15,-3 4 4 1,-8 13 1-16,-11 7-4 0,-8 2 6 16,-7 3 4-1,-19 3 3-15,-9-3 7 0,-2-4-2 16,-1-5 4 0,6-8-2-16,5-3-13 0,8-8-3 15,2-1-1-15,5 0-4 16,5-8-39-16,3-5-76 15,4-4-66-15,4-3-157 16,11-1-201-16</inkml:trace>
  <inkml:trace contextRef="#ctx0" brushRef="#br0" timeOffset="63465.29">18750 3662 1253 0,'0'0'164'0,"0"0"-151"0,0 0 6 16,0 0 134-16,-52 86-51 15,52-60-74-15,0 0-16 0,6-6-5 16,10-5-5 0,7-5 5-16,1-9 0 0,3-1 1 15,1-5-4-15,-4-16 3 16,-4-3-2-16,-7-3 2 15,-7-1-1-15,-6 0 1 0,0 0 0 16,-11 6 5 0,-10 5-7-16,-1 7-5 0,1 5-7 15,2 1-50 1,5 4-35-16,9 0-49 16,5 0-87-16,0 2-98 15,2 3 0-15</inkml:trace>
  <inkml:trace contextRef="#ctx0" brushRef="#br0" timeOffset="64015.03">18959 3538 1057 0,'0'0'50'0,"0"0"23"16,0 0 90-16,0 0-46 15,0 0-83-15,0 0-15 0,0 60 52 16,5-35-48-1,7 0-6-15,4-3-4 0,-1-4-11 16,4-6 0 0,-2-5-1-16,-1-5-1 15,-2-2-17-15,-1-8-17 16,-3-13 12-16,0-5-11 0,-3 3-12 16,-4 1 28-1,-3 5 14-15,0 9 3 0,0 3 32 16,0 5 21-16,1 0-34 15,2 5-19-15,3 9 0 16,3 2 42-16,3-1-32 0,3-5-6 16,3-3-1-1,-1-5 6-15,2-2-2 0,1 0-2 16,-3-17 3 0,2-9 1-16,-2-6-5 0,-4-7-4 15,-2-3-11-15,-4-2-4 16,-1 0 5-1,-5 4 8-15,-1 6 1 16,0 10 1-16,0 10 7 0,0 10 42 16,0 4 14-16,0 10-46 15,5 22-5-15,7 13 38 16,3 3-13-16,0 2-12 16,4-6-15-16,-2-1-10 15,2-5 0-15,-2-2 0 16,-1-10-11-16,-5-4-45 15,-3-10-93-15,-3-6-79 16,-5-6-161-16</inkml:trace>
  <inkml:trace contextRef="#ctx0" brushRef="#br0" timeOffset="64189.33">19220 3529 1203 0,'0'0'243'0,"0"0"-243"0,61-99 0 0,-10 57 55 16,6 2-29-16,4 2-26 16,-3 7-9-16,-1 6-110 15,-9 8-92-15,-11 4-165 16</inkml:trace>
  <inkml:trace contextRef="#ctx0" brushRef="#br0" timeOffset="65779.03">19064 4967 563 0,'0'0'501'0,"0"0"-501"0,0 0 0 16,0 0 35-16,0 0 24 16,0 0-29-16,-6-6-19 15,6 6 4-15,0 0 30 16,0 0 19-16,0 0 15 15,0-2 8-15,0-1-13 16,0-5-1-16,0-6-24 0,3-6-26 16,3-5-14-1,-2 0-5-15,-4 2-1 0,0 4 1 16,0 3-2 0,-9 7-2-16,-7 4 0 0,-5 5-5 15,-5 0-2-15,0 18 3 16,-1 13 1-16,3 6 3 15,7 5 0-15,8 1 5 16,8-3-2-16,1-3 2 16,1-4-3-16,16-5-1 15,2-4-1-15,1-8-2 16,1-5 0-16,-1-9 2 16,0-2 0-16,-1 0-2 15,2-11 1-15,-3-10-7 0,1-7-1 16,0-5-11-16,-3-3 5 15,-1-5-11-15,0 3 5 16,-3 6 7-16,-4 10 1 16,-2 11 10-16,-1 11 3 15,-1 0-8-15,4 3 6 16,4 12 2-16,0 3 17 16,-2 1-15-16,1-1 3 15,-7-4-3-15,1-4-2 0,-2-4 0 16,-2-4-2-1,1-2 2-15,-1 0 1 0,1-2 3 16,2-16-4 0,0-12-15-16,1-2-2 0,2 1 11 15,0 2-2 1,3 8 0-16,-3 7 7 16,-2 8 1-16,2 5 0 15,5 1 0-15,5 0 2 0,8 0 2 16,2 9-2-16,3 3 7 0,-4-1-6 15,1-5-3 1,-3-4 0-16,-3-2 0 16,-7 0 4-16,-3 0-3 15,-3-4 1-15,-2-12 8 16,0-8-8-16,1-7-2 16,1-1-2-16,-1-5-10 0,-1-1-8 15,3 1 17-15,-4 0 0 16,-2 4 0-16,-2 9 1 15,1 9 2-15,-2 8 4 16,0 6 4-16,0 1 5 16,0 9-13-16,0 19 1 15,0 8 34-15,0 2-15 16,0-4-5-16,3-6 20 16,4-9-24-16,3-3-10 15,4-7 3-15,2-4-3 16,1-5-1-16,4 0 8 0,2-6-6 15,-1-16 4 1,1-3-3-16,0-5-3 0,-7 3-4 16,-4 1 1-1,-6 8 0-15,-5 8 2 0,-1 6 1 16,0 4 12 0,0 0 2-16,0 12-14 0,-6 8-8 15,3 5 8-15,3-3 4 16,0-4-4-16,6-6-6 15,11-5 4-15,4-5 0 16,3-2 3-16,-2-5-2 16,-2-11 1-16,-3-6 0 15,-5-4 1-15,-7 1 4 16,-5-2 2-16,0 2-3 16,-20 7 5-16,-7 2-1 15,-5 9 8-15,-4 4 1 0,4 3-6 16,9 0-10-16,6 0-1 15,13 0-10-15,2 0-96 16,2 0-87-16,3 0-86 16,17-4-86-16</inkml:trace>
  <inkml:trace contextRef="#ctx0" brushRef="#br0" timeOffset="66445.38">20100 4007 1288 0,'0'0'71'0,"0"0"-70"0,0 0 43 0,0 0-3 15,0 0 59 1,14 114-12-16,1-58-60 0,1-1 67 16,4-2-38-1,-1-2-25-15,2-5-7 0,0-7-16 16,-3-7-3-16,0-9-4 15,-6-9 1-15,-2-7-1 16,-4-4-2-16,-5-3 2 16,1 0-1-16,-2-16 11 15,0-11-12-15,0-3-7 0,-9 1-6 16,-10 7 2 0,-4 6-3-16,-2 9 6 0,2 7 0 15,0 0 1-15,0 23 6 16,7 5 1-16,4 6 4 15,11 0 3-15,1-5-2 16,4-3 1-16,17-6-3 16,4-8-1-16,6-5-1 15,4-7 0-15,1 0 1 16,3-9-2-16,-4-12 0 16,-4-5-10-16,-2-6-2 15,-11 1-7-15,-2-5-16 16,-8-1 15-16,-5 1 16 15,-2 3 4-15,-1 4 0 16,2 9 0-16,-2 6 3 16,1 11 14-16,-1 0 1 15,0 3-7-15,0 0-6 16,0 0-5-16,3 6-17 16,3 11 16-16,3 6 1 15,0-2 13-15,3 4 1 0,3-1 4 0,1-2-9 16,5-2 8-1,3-3-6-15,1-7-6 16,-1-2 6-16,3-6-1 16,-1-2-9-16,-1-4-1 15,0-14-21-15,0-6-98 16,-5-2-182-16,-2-2-141 0</inkml:trace>
  <inkml:trace contextRef="#ctx0" brushRef="#br0" timeOffset="66693.13">21042 4198 897 0,'0'0'370'0,"0"0"-359"0,88-41 36 16,-63 24 116-16,-8 5-85 16,-5 4-32-16,-9 6-17 15,-3 2 4-15,0 0 36 0,-3 0 9 16,-20 3-35-1,-3 10-43-15,-1 3 0 16,4-2-3-16,7-1-9 16,7-4-89-16,3 0-66 0,6-1-56 15,0-8-121 1,1 0-670-16</inkml:trace>
  <inkml:trace contextRef="#ctx0" brushRef="#br0" timeOffset="67298.95">21569 3568 1170 0,'0'0'33'15,"0"0"-22"-15,0 0 53 16,0 0 36-16,0 0-68 16,0 0-32-16,5-4 0 15,4 18 12-15,0 3 16 16,2 7 25-16,-1 5 8 16,1 5-2-16,2 5 16 15,-1 0 10-15,-1-1-38 16,0-4-3-16,-2-6-22 0,-1-3-3 15,-2-7-12 1,-2-4-3-16,-4-5-1 16,0-6-3-16,0 2 1 15,0-4 0-15,0-1 0 16,0 2 0-16,0-2-1 16,-4 0 0-16,3 0-3 0,-1 0-1 15,1 0-9-15,1-2 10 16,-2-1-2-16,1-3-2 15,-3 0 4-15,1-1 3 0,2-3-7 16,-1-1 3 0,1-3-18-16,-1-5 6 0,-1 1-30 15,-1-3 1 1,0 2 13-16,-1 2 10 0,2 0-27 16,3 7 35-1,0 5 4-15,0 2 5 0,-1 2 5 16,1-1 1-16,0 1-1 15,0-1 5-15,0 1-1 16,0-3-1-16,0-2-3 16,-2-1-58-16,1-1-165 15,-2 6-150-15</inkml:trace>
  <inkml:trace contextRef="#ctx0" brushRef="#br0" timeOffset="67862.41">21539 3601 963 0,'0'0'31'15,"0"0"39"-15,0 0 53 16,0 0 10-16,0 0-76 16,0 0-50-16,43-78-7 15,-10 65 2-15,3 2 7 16,1 7 8-16,4 4 17 16,3 0 6-16,1 3 17 15,-2 12-13-15,-9 10-1 16,-7 3-31-16,-10 7 12 15,-9 6 32-15,-8 2-23 16,0 6 8-16,-17-3-7 16,-15-3-9-16,-5-3 4 15,3-11-12-15,4-5-13 0,7-8-4 16,8-6-1 0,2-4-29-16,4-5-96 0,3-1-153 15,4-3-91-15,2-17-528 16</inkml:trace>
  <inkml:trace contextRef="#ctx0" brushRef="#br0" timeOffset="68635.44">21966 3803 545 0,'0'0'551'16,"0"0"-531"-1,0 0-20-15,64-72 130 0,-45 43-37 16,-1-2-55-16,-3 2-21 15,-5 1 1-15,-4 5 18 16,-6 6-21-16,0 7 11 16,0 5-2-16,-12 5 18 15,-3 0 3-15,-3 18-35 16,3 12 0-16,4 2 13 16,8 2 10-16,3-3-18 15,0-6-2-15,7-5-5 0,9-9-6 16,8-5-1-1,0-6 4-15,6-3-4 0,3-18 3 16,3-8-4 0,-1-2-13-16,-2 1-22 15,-1-5 9-15,-3 5-6 16,-3-1 26-16,-7 1 3 0,-4 3 1 16,-6 4-3-1,-4 6 5-15,-2 6-1 0,-3 7 1 16,0 4 0-16,0 0-6 15,0 15-13-15,0 10 19 16,0 7 53-16,0-2-22 16,0 1 32-16,0-6-25 15,0-6-21-15,0-2-10 16,10-7-1-16,4-6-5 16,5-4 2-16,2 0-3 0,6-10 3 15,0-11-3-15,-1-5-8 16,0 1-18-16,-8-3-6 15,-4 5 0-15,-6 3 9 16,-5 8 11-16,-3 6 12 16,0 4 15-16,0 2 11 15,0 0-6-15,0 3-20 16,0 13 2-16,0 1 11 16,2 0 0-16,8-7-11 15,-1 0 2-15,3-6-2 16,4-4-1-16,-1 0 6 0,3-4 2 15,-1-10-3 1,-4-5 4-16,-6 2-5 16,-4 0 4-16,-3 0 8 15,-1 3 21-15,-16 1-23 0,-7 6-7 16,-1 3-3 0,-2 4-5-16,4 0-4 0,6 0-1 15,4 8-20-15,7-3-103 0,6-2-104 16,0-3-161-1,0 0-194-15</inkml:trace>
  <inkml:trace contextRef="#ctx0" brushRef="#br0" timeOffset="69300.27">22817 2994 1471 0,'0'0'1'0,"0"0"23"0,0 0-24 16,0 0 51-16,35 72 84 16,-23-24-59-16,-1 1-44 15,-3 2 24-15,1-4-19 16,0-5-24-16,-2-7-3 16,1-8-8-16,-1-10-2 15,0-7 0-15,-2-7 0 16,-3-3 0-16,1 0-1 15,0-10 1-15,0-11 0 16,0-5-24-16,-3-2 7 16,0 9-10-16,-3 3 5 0,-11 10 15 15,1 6 2 1,-2 0 5-16,2 13 0 16,0 11 12-16,6 4 8 15,7-3-5-15,0-2-6 0,0-3-5 16,10-5-2-16,8-6-2 15,2-6 2-15,5-3 1 16,3 0-3-16,2-16-12 16,2-9-5-16,-3-4-15 15,-3-4 5-15,-4 1 5 16,-2 4 7-16,-8 4 10 16,-4 10 5-16,-5 6 4 0,-3 7 17 15,0 1 20 1,0 0-28-16,0 1-13 0,0 11-9 15,0 0 9-15,0 3 5 16,0-8-3-16,8 0-2 16,1-4 0-16,3-2 0 15,1-1 0-15,1 0-1 16,-2 0 0-16,1 0 1 16,3 2 0-16,2 11 10 15,3 2 30-15,2 4-5 16,-3-1-20-16,2-3 1 0,0-3-10 15,0-4-6 1,-2-2-8-16,1-4-38 16,-4-2-48-16,-3 0-98 15,-7-5-71-15,-7-6-202 0</inkml:trace>
  <inkml:trace contextRef="#ctx0" brushRef="#br0" timeOffset="74620.14">23923 2976 940 0,'0'0'31'16,"0"0"-23"-16,-106-69-8 15,63 44 3-15,-3-5-2 0,-1 1 9 16,-2-3 0-16,1-2 73 15,-2 0-72-15,-3-1 14 16,1 1-1-16,-6 3 5 16,-8 3-16-16,-13 4 2 15,-7 12-7-15,-10 7-8 16,-8 5-4-16,-8 0 0 16,-9 0 4-16,-6 3 0 15,-6-3 2-15,-2 0 1 0,-3 0-3 16,-6 0 1-1,2 0 1-15,0 0-1 0,2 0-1 16,4 0 2 0,0 0-3-16,-2 0 2 15,0 0 10-15,-2 0-11 16,-3 0 1-16,0 1 2 0,-3 6 2 16,-4 3-2-1,1 3 11-15,-7 2-2 0,-7 5-3 16,-1 1-3-16,-8 2-6 0,5 1 3 15,-3-2-3 1,1 3 0-16,-5-5 0 0,-5 3 0 16,-6 1 0-1,-6 0 2-15,1 3-2 0,1 2 4 16,-2 2-3 0,0 1 2-16,-2 2 2 0,1-1-4 15,2 3 4-15,5 1-5 16,-1-2 0-16,-1 1-2 15,-8-1 2 1,-5-3-1-16,-7 3 1 16,1 0 2-16,6 3-2 0,2-1-1 15,5 1 0-15,4-1 1 16,-1 5 0-16,7 5 0 16,8 3 2-16,8 3-2 15,6 0-1-15,3 1 0 16,7-3 0-16,3 2 1 15,8 4 0-15,10 2 3 16,14 4-3-16,14-2-1 0,14 3 1 16,17-2 0-1,11 1 0-15,9 0-1 16,11-1 1-16,12-1 5 16,5 0-2-16,13 0 1 0,8 4 1 15,2 1 12-15,11 1-8 16,19-4 4-16,10-3-4 15,9-7-5-15,11-3 4 16,7-3 3-16,13-3-3 16,13-6-3-16,9-7 0 0,9-6 1 15,3-5-5 1,8-4 1-16,5-4-1 0,6-1 0 16,1-1 2-1,6-2 2-15,9-4 6 16,6-1-5-16,11-2-1 15,7-1-5-15,-4 0 0 0,-2 1 0 16,-3 2 1 0,-4-3-1-16,4 5 4 0,3-4 0 15,3-1-4-15,3 0-5 16,-4 0 5-16,-1-1-1 16,-5-7 1-16,0-1 3 15,-3 0-1-15,0-1-2 0,-2 2-2 16,-7-1-1-1,-5 4 3-15,-7 2 0 0,-7 2 0 16,-6-1 1 0,5 2-1-16,1-2 2 0,4-1-2 15,5-3-1 1,1-1-2-16,-6 0 3 0,0-1 0 16,-4 1 0-1,-6 0 0-15,-1-4 0 0,3 1 5 16,-2-1-5-16,2 0 0 15,3-2-2-15,-4 2 0 16,1 1 2-16,-4 3 0 16,-8 2 0-16,-5 2 1 15,-2 1 1-15,-2-1-1 16,4 0 0-16,-2 3-1 16,2-4 0-16,0 2-3 15,-4-3 1-15,5-3 2 0,-3-3 0 16,1-1-1-16,-3-2 1 15,-3-3 2-15,-1 0-1 16,0 0 0 0,1 2 1-16,-2-1-2 0,-2 2-3 15,-2 1-1-15,3-1 4 16,-1 0 0-16,1-1 0 16,-4-2-1-16,1-5-10 15,-1 0 8-15,-2-3 1 16,4 0 1-16,1-2 2 15,-5 4 0-15,-2 0-1 16,-10 0-2-16,-4 2 0 16,-1-1 0-16,-1 0 1 15,-2-2 1-15,-1-1 0 0,0-1 0 16,-2 0 0 0,3-4 0-16,-3-1 1 0,-2-2 0 15,-4-3 0-15,-2 0 2 16,-3-4-2-16,-1 1 3 15,0 0-4-15,-7 2 4 0,-2-2-4 16,-11 3-1 0,-2-5 1-16,-1-2 0 0,-4-3 0 15,-1-7 0 1,0-2 2-16,-2-10 2 16,-6-6 9-16,-8-11-5 15,-10-3-6-15,-6-5 0 0,-8 1 0 16,-24 2-1-16,-14-1 1 15,-13 3-2-15,-11 8 1 16,-13 6 10-16,-11 13 17 16,-9 10 20-16,-3 16-38 15,-3 10-10-15,4 17-6 16,4 5 3-16,7 11-23 16,13 15-96-16,14 8-32 15,16 6-70-15,19 1-205 16</inkml:trace>
  <inkml:trace contextRef="#ctx0" brushRef="#br0" timeOffset="75494.92">24369 4364 768 0,'0'0'84'0,"0"0"-48"0,0 0-7 16,-92-61 21-1,76 50-30-15,3 3 74 0,4 1-1 16,5 1-50-1,1 3 34-15,3 3-29 0,0 0-42 16,0 0-6-16,0 0-12 16,4 0 8-16,14 8 4 15,6 0 22-15,13-1 32 16,8-2-18-16,16-3 28 16,9-2-14-16,15 0 21 15,12-12-37-15,9-1 8 16,5-3-19-16,0 3 2 15,-4 3-14-15,-6 0 4 0,-14 5-3 16,-9 1 0 0,-9 0-4-16,-6 3 2 0,-6 1-4 15,-7 0 0 1,-9 0-6-16,-12 0 0 0,-8 0-2 16,-12 1-31-1,-9 5-111-15,0 3-56 0,-18-1-2 16,-16-8-107-16,-5 0-622 0</inkml:trace>
  <inkml:trace contextRef="#ctx0" brushRef="#br0" timeOffset="75751.22">25545 4088 971 0,'0'0'6'0,"83"-56"2"15,-25 30-7-15,7 1 57 16,-9 9 47-16,-5 14-34 15,-5 2-45-15,-5 19 24 16,-6 12-2-16,-8 6 8 0,-14 5-31 16,-13 6 9-16,-3 3 42 15,-28 0-57-15,-6-5 6 16,-5-3-8-16,0-10-1 16,5-5-14-16,6-9-2 15,4-7 0-15,9-6-33 16,7-6-132-16,10-8-70 15,1-28-234-15</inkml:trace>
  <inkml:trace contextRef="#ctx0" brushRef="#br0" timeOffset="76254.97">27141 3479 935 0,'0'0'43'0,"0"0"-42"16,0 0 0-16,0 0 48 16,-103-1 48-16,63 8-4 15,-5 0-40-15,5 0-4 0,2-1-12 16,8-2-12-16,4 0 9 15,5-2 4-15,4 2-14 16,3-2 6-16,6 2 5 16,3-2-15-16,5 1 0 15,-1 5-13-15,-2 2-5 16,-3 10 14-16,-1 6-6 16,-1 9 2-16,1 4 30 15,-4 8-21-15,2 5 10 0,0 4-14 16,-2 9 6-1,-1 4 13-15,1 4-8 0,-1-1-3 16,6-4-4 0,3-8-3-16,3-6-11 0,3-6 5 15,21-9-7 1,9-7 0-16,13-14 0 0,21-7-4 16,15-11 3-1,17-1-4-15,16-19-94 0,7-5-97 16,6-5-113-16,6-11-122 15</inkml:trace>
  <inkml:trace contextRef="#ctx0" brushRef="#br0" timeOffset="77304.46">33337 2740 139 0,'0'0'290'0,"0"0"-289"15,0 0-1-15,0 0 36 16,0 0 167-16,0 0-79 16,-43 17-20-16,31-14-39 15,0 0-9-15,4 0 24 16,7-3 10-16,1 0-11 15,0 0-26-15,0 0-19 16,0 0-22-16,0 0-5 16,25 0 0-16,14-3 10 0,13-8-6 15,6 3-9 1,-2-3 0-16,1 1-2 0,-10 0 0 16,-6 1 1-1,-4 1 0-15,-7 1 0 0,-7 3 2 16,-6 0 4-16,-10 2-3 15,-4 2-3-15,-1 0 4 16,-2 0 0-16,0-2 6 16,0 2-5-16,0 0-6 15,0 0 0-15,0 0-6 0,0 0-7 16,1 8 8 0,5 8 5-16,3 3 0 0,-1 3 1 15,2 0 0-15,-1 1 3 16,1 3-2-16,-1 0 6 15,2 4 6-15,-1 3-3 16,-1 1 3-16,-3 0-5 16,-3 4 9-16,-1 0 1 15,5 2-9-15,-7 0-1 16,0 0 8-16,0 1-8 16,0 1 4-16,0 0 10 15,0-6-2-15,0-3 12 16,0-9-10-16,0-5 1 0,-24-5 9 15,-16 1 4 1,-20-4-22-16,-16-6-11 0,-7-1-4 16,-14-4-79-1,-12-11-276-15</inkml:trace>
  <inkml:trace contextRef="#ctx0" brushRef="#br0" timeOffset="82968.92">27536 4784 703 0,'0'0'359'0,"0"0"-359"15,0 0 2-15,0 0 20 16,0 0 64-16,0 0-19 16,0 0-25-16,5 54-3 15,13-25 14-15,0-1 16 16,9-3-6-16,4 1-23 0,7-2-17 15,9 1 5 1,8-3-21-16,8-3-3 0,7-7 3 16,9-4 0-1,12-8-3-15,7 0 3 0,8-10-6 16,6-11-1 0,-2-3-2-16,-3-4 0 0,-4-3-1 15,-1-2 1-15,-2-3-15 16,2-3-1-16,1-4 8 15,1 0 10-15,6 2 2 16,3 3 2-16,1 3-3 16,0 3-1-16,-7 2-2 0,-7 6 2 0,-4 5 0 31,-10 10 0-31,-4 4 0 0,-4 5 1 16,-1 2 6-1,-3 16 0-15,-2 7 8 0,-4 7 15 16,-6 3-6-16,-2 4 3 15,-10 6 5-15,-12 3 17 16,-11-4-40-16,-12 0-4 16,-11-5-3-16,-4-5 7 15,0-7-2-15,-4-8-1 16,-8-9-3-16,-3-8 3 16,-2-2-1-16,-3 0 2 15,-1-19-6-15,0-14-1 16,5-14-5-16,6-10-11 15,10-10-27-15,0-2 22 16,13 3-7-16,10 3-3 16,6 10-9-16,2 6 25 0,6 9 12 15,4 5 2 1,5 7-1-16,0 5 2 16,5 5 2-16,1 9 3 15,1 7-3-15,3 0 1 0,1 12 3 16,-1 8 1-16,1 3 7 0,-3 2-1 15,-3 0-6 1,-2-3 5-16,-3-4 1 16,-1-5-2-16,-3-7 8 15,-5-6 0-15,-4 0-2 0,-6-12 7 16,-4-9 5-16,-3-11 17 16,-10-5-22-16,-7-5 8 15,-3-5-13 1,0 0 2-16,-15-3 0 0,-4 2-7 15,3 2-5-15,1 8 0 16,1 6 5-16,2 8-10 16,3 8-4-16,2 4 0 15,1 7 0-15,2 3-16 16,-3 2-38-16,-6 0-66 16,-12 17-158-16,-11 6-110 15,-12 2-358-15</inkml:trace>
  <inkml:trace contextRef="#ctx0" brushRef="#br0" timeOffset="85262.97">28554 5711 997 0,'0'0'0'16,"0"0"-26"-1,0 0 26-15,0 0 48 0,0 0 58 16,0 0-94-16,-31-55-4 15,10 47 13-15,-2 0 9 16,-1-1-6-16,-2 1-1 16,-6-2-7-16,-2 0 9 15,-12 0-20-15,-8 1 1 16,-7 0-4-16,-5-1 1 16,-2 2 3-16,-1-2 8 15,-3-1 9-15,-5 3 19 16,-7-2-29-16,-6 2 24 0,-5 1-24 15,-5-1-10-15,0 2 1 16,5 1-2-16,-1 2-2 16,2 1 4-16,-3 2-3 15,0 0-1-15,0 0 8 16,-1 0 11-16,1 0-12 16,-8 2 1-16,-2 5 4 15,-2 1-1-15,-1 3-3 16,11 0 0-16,13 2-6 0,14 0 5 15,17 2 19 1,6-1 3-16,5 2-12 0,2 1-7 16,1 3 3-1,0 1 1-15,6 3 17 16,0 3-14-16,7 1-11 16,6 3 7-16,4 1-10 0,4 4 6 15,4 2 4-15,0-3-13 16,5-2 2-16,2-4 0 15,3 1-2-15,0 1 2 16,0 3 4-16,0 3 10 16,5 2-14-16,6 2 1 0,0 1 9 15,-1-2-4 1,2-2-7-16,0-2 7 16,2-4-5-16,4 0-1 15,2-2-1-15,7 0 0 0,7-3 7 16,7-1-5-16,2 0 1 15,6-3 5-15,-1 1-9 16,-5-3 2-16,1-1-3 16,-3 0 3-16,0 0-2 15,5-1 0-15,-1 1 0 16,7-1 2-16,0-1-1 16,6-3-1-16,5-2 1 15,8-2 1-15,3-1-1 16,2-2 0-16,0-3-1 15,-4 1 1-15,0-3 2 16,2-2-2-16,3-1 5 16,2 0-4-16,5 0-2 15,-2 0-2-15,3-9-2 16,5-3 4-16,1 2 0 16,0-3 0-16,-3 0 0 15,-5-1 0-15,-1 1 2 0,0 0-1 0,-5 0-1 16,-5 0 3-16,-4 1-1 15,-1-1 1 1,2-3-1-16,2 0 0 0,2-4-2 16,-1-3 0-1,-4-2 3-15,-4-3-1 0,-6-2-1 16,-3-3 2 0,-5-1 0-16,-10-1-3 15,-5-1 1-15,-7-4 5 16,-6-1-5-16,-1-7 1 15,-4 2-1-15,-9-3 1 16,-6 4-1-16,-2-2 0 0,-15-4 0 16,-18-2 6-16,-19 5-7 15,-16 9 0-15,-13 6 4 16,-4 11 0-16,4 3-4 16,11 5 5-16,11 5-5 15,8 3-1-15,6 6-5 16,5 0-42-16,1 1-112 15,6 17-76-15,2-1-55 16,3-2-313-16</inkml:trace>
  <inkml:trace contextRef="#ctx0" brushRef="#br0" timeOffset="88737.26">28261 2983 750 0,'0'0'107'15,"0"0"-18"-15,0 0 39 0,0 0 33 16,0 0-23-1,0 0-70-15,-3-68 15 16,-1 68-24-16,3 0-20 16,-5 0-7-16,-5 18-14 0,-4 18-12 15,-3 12 39 1,2 5 4-16,4 0-17 16,7-3-8-16,4-3-2 15,1-6-9-15,0-8-9 0,13-10-4 16,7-6-2-16,5-11 2 0,2-6 3 15,10 0-3 1,2-13 0-16,1-12-1 0,2-6-2 16,-6 1-8-1,-6 1 2-15,-9 5 0 16,-8 5-8-16,-4 5 10 16,-4 7 2-16,-2 7 5 0,0 0-1 15,4 0-15-15,3 4-1 16,4 10 17-16,7 5 3 15,-1-2 1-15,3-3 4 16,-2-1-2-16,1-4-4 16,0-3 1-16,-3-5-1 15,0-1 0-15,-2 0 2 16,-3-4 0-16,-2-11 1 16,0-7 1-16,-4-5-4 15,-5-2-1-15,-3-6-1 16,0-1-1-16,-2-3-9 0,-14-1-4 15,-4 0-5 1,-2 5 10-16,-3 8-2 0,1 9 3 16,1 9 6-1,-1 7 1-15,-1 2-3 16,1 6 4-16,0 15 11 16,0 6 1-16,4 5-10 0,4 3 3 15,5 0 2-15,5-5-2 16,6-4-2-16,0-5-3 15,0-8 0-15,6-3 1 16,10-7-1-16,4-3-2 16,5 0-1-16,6-15-7 15,2-8-5-15,2-5-6 16,-2 0-12-16,-1 6 26 16,-1 2 5-16,-4 6 2 15,2 7 1-15,-3 7 5 0,-2 0 12 16,-2 4-1-16,-3 8-4 15,-3 3-3-15,-4-4-3 16,-3-1 2-16,-3-4-8 16,-3-4 1-16,-3-2-1 15,0 0 0-15,0 0 4 16,0 0 12-16,1-14-13 16,2-7-4-16,5-4-18 15,3-3 14-15,3 0-6 0,2 0-1 16,-1 6 7-1,2 8 3-15,-4 5 1 0,-4 8 1 16,1 1 1 0,0 0-1-16,0 10 4 0,3 5 3 15,-1 3-2 1,3-2-5-16,0 1 1 0,1-3 0 16,0-4-1-1,0-3 0-15,-1-2 2 0,0-5-1 16,0 0 1-16,-1-3 5 0,0-14-4 15,-2-6 1 1,0-6 0-16,-5-5-3 0,1-8-2 16,-5-5-2-1,0-10-2-15,0-4-24 0,-3 0 5 16,0 4 13 0,0 6 2-16,0 6-9 0,0 9 11 15,0 11 6-15,0 11 0 16,-3 7 2-16,3 6 2 15,-1 1-2-15,1 0-2 16,0 0-13-16,-2 10-3 16,2 9 16-16,0 5 1 15,0 6 4-15,0 1 4 16,2 3 7-16,8 0 6 16,-1 0-2-16,0-3 0 15,-4-3-9-15,0-3 1 16,-1-3-3-16,0-4 1 0,-1-3 2 15,0-4-7 1,1 1-2-16,1 2 3 0,2-1 2 16,-1 3 2-1,1 0 5-15,-1 1-9 0,5 1 13 16,-2-4 1 0,0 3-10-16,4-5-10 0,2-1 2 15,3-1-1-15,2-3 2 0,0-2-2 16,1-2-1-1,-3-1-1-15,0-2 1 16,-3 0 3-16,0 0-2 16,-2 0-1-16,-1-9 1 15,-3 0 3-15,-3-4-4 16,-1 0 3-16,-1-2-3 16,0-1-7-16,-1-2 2 15,-1 0-1-15,-1 5-6 16,1-1 3-16,-2 2 9 15,0 4 0-15,0-2 1 0,0 3 0 16,0 1 1-16,0 0-2 16,0 1-1-16,-2 2 1 15,-1 0-1-15,0 2 4 16,2 1-6-16,-2 0 1 16,0 0-1-16,-1 0 1 15,-4 6 0-15,2 6 2 16,0 5 3-16,0-1 1 15,5 0 0-15,-1-2-3 16,2-2 1-16,0 3-1 16,0 2-1-16,12 1 0 15,0-2 5-15,3 0 0 16,-2-4-4-16,0 0 0 0,1-5-1 16,-3-3-2-1,2-2 2-15,-2-2 2 0,1 0-1 16,1-8 4-16,-1-9-4 15,3-3 0-15,0-7-1 16,1-5-9-16,1 0-4 0,0-3-8 16,2 2 2-1,1 7 7-15,2 6 0 0,-3 9 10 16,-2 11 2 0,-1 0-1-16,-3 11 1 15,-3 9 4-15,-4 4 9 16,-3-1-2-16,-3 2-2 0,0-5-2 15,0-6-1 1,0-3-5-16,0-6-1 0,0-2-1 16,0-3 1-16,0 0 2 15,3 0 0-15,1-14-2 16,6-10-10-16,2-8-5 16,-1-4-3-16,-2 1 2 15,-3 6 8-15,-1 10 2 16,-3 9 6-16,-2 8 6 15,0 2 17-15,0 0-12 16,0 2-11-16,5 15 0 16,3 3 19-16,2 0-6 15,3-3-10-15,1-2 1 0,2-5-1 16,-2-5-2 0,1-2 0-16,-2-3-1 0,1 0 1 15,5-11 1-15,0-13 4 0,1-10-6 16,-1-9-2-1,-7-6-7-15,0-6-6 16,-4-4-9-16,-5 0 12 16,-3 0 4-16,0 4 3 15,0 6-7-15,-13 9 2 16,0 12 10-16,4 10 0 16,3 10 0-16,3 8 8 15,2 2-8-15,1 26 3 0,0 15-3 16,0 10 27-16,1 2-13 15,13-4-2-15,3-6 12 16,0-4-16 0,5-7-6-16,-2-7 2 0,1-8-2 15,1-9-1-15,0-9 0 16,1-1-1-16,1-9-1 16,-3-14-14-16,-3-2-4 15,-4 0 10-15,-3 6 2 0,-6 8 7 16,0 7 2-1,-2 2 19-15,0 2 4 0,6 0-17 16,6 0 1 0,3 7 29-16,7-1-9 0,4-2-18 15,1-2-11 1,2-2 0-16,3 0 0 0,-7 0 0 16,-6-8 0-1,-14-1 0-15,-8-4-77 0,-31 0-160 16,-26-3-379-16</inkml:trace>
  <inkml:trace contextRef="#ctx0" brushRef="#br0" timeOffset="88888.94">30296 2280 1367 0,'0'0'38'0,"0"0"-35"0,97-103-3 0,-62 68 27 16,-10 8 7-16,-10 10-34 15,-15 10-25-15,-7 7-232 16,-38 3-482-16</inkml:trace>
  <inkml:trace contextRef="#ctx0" brushRef="#br0" timeOffset="89030.51">29448 2479 1424 0,'0'0'21'0,"0"0"-21"15,0 0-37-15,77-75 27 16,-17 48 1-16,5 1-250 16,7 2-476-16</inkml:trace>
  <inkml:trace contextRef="#ctx0" brushRef="#br0" timeOffset="89448.95">30880 2310 1105 0,'0'0'399'16,"0"0"-396"-16,0 0-3 0,0 0 44 16,0 0 6-1,-81-10-27-15,78 8-23 0,3 2 0 16,0 0-2-16,0 0-20 15,8 0-16-15,16 0 30 16,4-4 4-16,3-4 4 16,2-4 0-16,-2-5 0 15,2-3 1-15,-1-9 2 16,-7-6-2-16,-4-3 3 16,-12-2 1-16,-5 2 4 15,-4 8 9-15,0 10 20 0,0 9 42 16,0 7 46-1,0 4-47-15,0 15-76 16,0 22 6-16,0 14-4 16,0 10-1-16,0 2-4 0,0 2-2 15,0 2-57-15,-22 3-135 16,-15 5-103-16,-15 0-250 16</inkml:trace>
  <inkml:trace contextRef="#ctx0" brushRef="#br0" timeOffset="90101.39">28264 3631 1415 0,'91'-37'0'0,"32"0"-98"15,23-5 24-15,24-5 74 16,7 2 151-16,10 6-55 0,6 5-42 0,4 1-35 31,4-2-10-31,-5-1 9 16,-7 0 13-16,-12-4-4 0,-5 1-19 15,-9-4 5 1,-5-10-8-16,0-8-5 0,-9-11 0 16,-9-11 0-1,-11-12 3-15,-12-9 0 16,-18-2 1-16,-21 6-3 16,-22 6 2-16,-26 12 4 0,-24 4 0 15,-6 5 0-15,-40 1 6 16,-23 1-6-16,-19 1-7 15,-22 2 0-15,-25 6-2 16,-20 8-6-16,-24 10-1 16,-21 18 2-16,-16 14 7 15,-16 12-7-15,-18 16-2 16,-8 27 6-16,-9 25 3 16,5 23 21-16,15 23 9 15,12 17 10-15,21 15-17 0,7 19-4 16,12 5-1-16,24 7 25 15,29-4 9-15,36-18-11 16,50-14-7-16,49-18-21 16,24-17-9-16,60-16-3 15,39-15 3-15,29-19-2 16,25-16-4-16,14-26-1 16,5-14-40-16,-5-14-76 0,-16-26-115 15,-29-12-170-15</inkml:trace>
  <inkml:trace contextRef="#ctx0" brushRef="#br0" timeOffset="94524.92">24460 3584 597 0,'0'0'18'15,"0"0"6"-15,0 0-24 16,0 0 26-16,0 0 34 0,0 0 61 16,0 0-52-16,0 0-56 15,-51-46 37-15,51 35-22 16,18-1-14-16,7-2-13 16,8-3-1-16,3-3 5 15,3-1-5-15,6-5 0 16,1 0 5-16,8-4-3 15,2-1 13-15,9-3-10 16,0 1 13-16,2-1-13 16,0 5 4-16,-6 2-9 15,-4 3 3-15,2 1-3 16,2-2 1-16,3 0 1 16,7 0 0-16,4-1 0 15,7 1 5-15,4 2 4 0,-2 2-5 16,0 3 1-16,-2 1-3 0,-3 1-1 15,1 0-2 1,0 4-1-16,-5 1 1 0,-6 3-1 16,-3 2 4-1,-5 4 3-15,-1 0-4 0,1 2 18 16,-4 0-1 0,-1 0-12-16,-4 0-6 0,-2 1 6 15,-1 7-7-15,0 2 2 16,0 2 1-16,-5 3 0 15,-3 0-4-15,-5 2 8 16,-5 1-7-16,-1 0 11 16,0-2 8-1,-3 1-11-15,1 1-1 0,1-6 0 16,-5 0-8-16,0-4 2 16,-5-2-2-16,-4 0 0 15,-2 0 0-15,-5 2-21 16,-7 4-93-16,-1 3-54 15,-6 0-49-15,-13-5-274 16</inkml:trace>
  <inkml:trace contextRef="#ctx0" brushRef="#br0" timeOffset="95049.61">26911 3146 822 0,'0'0'11'0,"0"0"-9"0,0 0 11 0,0 0 32 15,0 0 45-15,0 0 9 16,-47-29-58-16,53 29-41 15,13 0 5-15,3 4 16 16,3 4-1-16,0 2-5 16,1 2 6-16,0 0 5 15,-3 1-14-15,1 3-7 0,-1 2 13 16,2 1 3-16,4 0-2 16,2-1 1-16,3 1-9 15,2-3 2-15,3-3 4 16,-2 0-6-16,-1-2 14 15,-2-1-24-15,-5-1 7 16,-7-1-5-16,-7 0-1 16,-5-2 0-16,-4-3 0 15,-4-3-1-15,-2 0 13 16,0-3 61-16,0-17 29 16,0-13-86-16,0-12-17 15,0-7 7-15,0-6-8 0,3-5 2 16,3-4-2-16,-2-7 0 15,1 1 1-15,-3 6-2 16,-2 11 1-16,0 19-17 16,-2 10-164-16,-24-1-354 15</inkml:trace>
  <inkml:trace contextRef="#ctx0" brushRef="#br0" timeOffset="96671">27941 4077 149 0,'97'94'59'0,"18"-6"-59"15,13-13-170-15</inkml:trace>
  <inkml:trace contextRef="#ctx0" brushRef="#br0" timeOffset="130786.59">33090 2351 670 0,'0'0'39'0,"0"0"-33"15,0 0 26 1,0 0 42-16,0 0-2 0,86-73-7 16,-73 61-15-1,-2 3-2-15,-4-3-9 16,-2 0-9-16,-4 3-13 15,-1-2 10-15,0-3-19 0,0 0-5 16,-13 0-2-16,-5-2-1 16,-3 0 0-16,-6-4 0 15,0 0 0-15,-6-3 0 16,-2-1 0-16,-7-2-1 16,-6-1-1-16,-7-2 2 15,-6-1 0-15,-8-3 0 16,-7 3 0-16,-5-2 0 15,-10 0 3-15,-10-2-3 16,-9 3 0-16,-10 2 1 16,-8 5 0-16,-5 5 3 0,-9 2-4 15,-4 4-1 1,1 4 0-16,-2 2 1 0,2 3 0 16,6 2 0-1,4 2-1-15,-3 0 1 0,-2 6 0 16,-12 9 0-16,-14 3-2 15,-7 8 2-15,-6 5 0 16,6 4 0-16,12 4 0 0,12-1 0 16,16-1 1-1,8-1-1-15,-2 0-1 0,-1 0 1 16,-7 3 0 0,-2 1 4-16,9 2 1 15,8 4 4-15,11-1-6 0,5 5 1 16,9 5-1-16,8 3 0 15,6 13 13-15,5 6-3 16,-1 6 3-16,-2-1-5 16,5-8 2-16,7-5 4 15,9-7-5-15,8-3 2 16,6 0 8-16,3-2-9 16,3 4-4-16,2 2-2 15,2 2 3-15,0 4 4 16,1 3-4-16,4 4 3 0,6 0-1 15,8 1 0 1,10-5 0-16,5-5-5 0,8 0-6 16,17-2 6-1,12 1 5-15,10 0-12 0,8 2 4 16,7-1-3 0,6 6 4-16,2-3-5 0,4 4 7 15,3-1-6-15,8 1-1 16,9-4 8-16,16-5-4 15,23-10 5-15,20-16 1 16,28-13-4-16,14-12-3 16,7-8 5-16,-4-6 0 15,-7 0-6-15,-6 0 1 16,-3-14 1-16,5-2-4 0,-2-3-1 16,3-3 0-1,-8 0 0-15,-1-3 2 0,-3-3 2 16,0-1-3-1,4-3-3-15,3-4-2 0,2-2-3 16,-6-5 0-16,-6-3 6 16,-10 2-4-16,-13-2 4 15,-4-2-10-15,-13-2 8 16,-7-3 1-16,-13-4 2 16,-9-6 1-16,-13-8 0 15,-6-5 2-15,-7-10 0 0,-3-4-1 16,-2-5-1-1,4-1-7-15,-4 1-1 0,-1 5-1 16,-9-2-5 0,-10-2 4-16,-12-5 3 0,-14-5 7 15,-11-6-2 1,-16-8 0-16,-5-6 1 0,-28 6 0 16,-20 5-3-1,-17 17 4-15,-18 18 2 0,-18 17-2 16,-24 12 0-16,-30 17-5 0,-42 15-4 15,-44 17 3 1,-41 12-133-16,-36 15-415 16</inkml:trace>
  <inkml:trace contextRef="#ctx0" brushRef="#br0" timeOffset="148422.88">6252 7466 302 0,'0'0'370'0,"0"0"-361"0,0 0 25 16,0 0 15-1,0-92 0-15,0 67 76 0,0 2-61 16,0 8-22 0,0 5-22-16,-3 3-12 0,-6 2 16 15,-4 2-19 1,-4 2 1-16,-5 1-6 0,-6 0 0 16,-2 0 0-16,-4 0 0 15,-4 0 0-15,-3 0-1 16,-4 0 1-16,0 0 3 15,2-7-1-15,-2-3 0 16,-1 0-1-16,-6 2-1 16,-5 0-1-16,-7 1 1 15,-3-2 0-15,-2 3 2 16,0 3-2-16,-1 3 0 16,-7 0-1-16,-4 0 1 15,2 7-1-15,-3 1 2 0,9 0-1 16,-3-1 0-16,7 0 3 15,2 0-2-15,6 1-1 16,3 1 2-16,1-1-2 16,2 3 1-16,-2-2 0 15,-1-2-1-15,-2 2 4 16,2 0-4-16,4 1-1 16,2 2-2-16,4 3 2 15,-1 1 0-15,4 1 0 16,2-1 1-16,4-2 0 15,2-2 0-15,-2 1 0 16,1 0 0-16,-4 0 0 16,-5 4-1-16,-3 1 1 15,-7 1 0-15,0 2 0 0,2 2 0 16,4-3 0 0,7-1 0-16,8-2-1 0,6 0 1 15,12-2 0-15,3 0 0 16,3 4-2-16,2 1 1 15,4 3 1-15,4 3-1 0,2 2 0 16,0 2 2 0,0 4 1-16,12 2-2 15,5-3 0-15,5 1-2 16,9-6 2-16,10-4 2 0,6-4-2 16,7-1 4-1,6 0 2-15,1 2-6 0,-1-1 2 16,1 1-2-16,3-2 1 15,4-2 0-15,3 0 1 16,2-2 0-16,4-5-1 16,3-1 1-16,3-2-2 15,2 0 2-15,1 1-2 16,-3 0-2-16,3 0-2 16,-2 4 4-16,-1-1-3 15,-1 0-8-15,-4-4 2 0,-5-3 5 16,-1-2 3-1,-1-2 0-15,-4 0 1 0,2 0 0 16,1-2 0 0,0-9 0-16,8-4 0 0,-1 1-1 15,-5-3 1-15,-2 3-6 16,-10-1-4-16,-2 0 4 16,2-2 2-1,-2-1 3-15,0-3 1 0,-6 1-1 16,-7 2 1-16,-6 0 1 0,-3-3 0 15,-4 0-1 1,-3-3 2-16,-4-4-1 0,-4-1 6 16,-6-7 2-1,-2-5-7-15,-4-10 4 16,-7-4 28-16,-2-4-32 16,-8-2 9-16,-23 0 14 15,-8 2-2-15,-7 1 4 0,-9 6-9 16,-5 8 28-16,-5 13-33 15,-6 11-8-15,3 18-5 16,-8 2-55 0,-11 18-154-16</inkml:trace>
  <inkml:trace contextRef="#ctx0" brushRef="#br0" timeOffset="154989.01">16029 8347 1014 0,'0'0'6'0,"0"0"-6"0,0 0 4 16,0 0 12-1,0 0 50-15,0 0 5 16,0 0 8-16,-4-73-24 16,4 73-18-16,0 0-30 15,0 0-7-15,0 0-3 16,0 6-3-16,4 13 6 16,9 4 18-16,4 4-5 15,5 2-9-15,4 0 9 0,5-2 14 16,5-2-9-16,1-2-3 15,9-4-4-15,5-2 2 16,3-4-3-16,7-1-4 16,0-5-2-16,3-1-2 15,1-2 0-15,3-3-1 16,4-1 1-16,2 0 1 16,2 0-1-16,-1 0-2 15,1-11-2-15,0-7 2 16,5-1 1-16,2-1-1 15,-2 1-2-15,-2 2 2 0,-8 7 2 16,0 2-2 0,-6 3 0-16,1 1 0 15,-4-1 1-15,-1 2-1 16,2-5 0-16,3 0 1 16,7-5-1-16,4-1 2 15,1-3-2-15,0-2-4 0,-5 1 3 16,-1 1-1-16,-3 5 2 0,2 1-1 31,-6 2 2-31,0 3-1 0,-1 4 0 16,0-3 0-16,4 1 0 15,3 2 0-15,2 1 1 16,6 1-1-16,2 0 2 16,0 0-2-16,-3 9 0 0,-8 8 0 15,-9 4 0-15,-9 1-4 16,-5 2 3-1,-5 1-1-15,1-3 1 0,-6 0 1 16,1-3-3-16,-4-1 3 16,-3-1 0-1,2 2 0-15,-5-2 0 0,-5 3 0 16,-4 1 1-16,-9-1-2 16,-2 2 2-16,-5-4-1 15,-3-3 4-15,0-2-3 16,0-4-1-16,0-4 2 15,0-2-2-15,0-1 1 16,0-2 2-16,0 1 5 16,0-1 1-16,0 0 1 15,0-13-10-15,0-5 0 16,0-5 0-16,9-4-2 16,0-2-9-16,6-4 8 15,3 1 1-15,1-1 2 0,5-2 0 16,1 2-1-16,5 1 1 15,3 2-1-15,3 3 1 16,4 1 1-16,2 3-1 16,2 5-1-16,3 4 1 15,0 3 1-15,1 4-1 16,3 2 0-16,4 5 2 16,2 0-2-16,3 0-1 15,-2 6 1-15,0 6-1 0,-1 1-2 16,5 0 1-16,6 2 2 15,-1 1-3 1,1-3 3-16,-5 1 0 0,-4 0 1 16,-6 1-2-16,-4-1 2 15,-4 0-1 1,-4-2 2-16,-3-2 5 0,-4-3-4 16,-1-2-1-16,-5-4 3 15,1-1 3-15,-3 0 4 0,0-4 5 16,-5-8 2-1,0-3 3-15,-1-5 12 16,-1-5 9-16,0-5 0 16,-3-3 11-16,-1-4-23 15,0-1-2-15,0 3 0 16,-3 3-12-16,-2 3-3 0,-4 3-1 16,-4 2-12-16,-2 3-1 15,-8 5-44-15,-30 5-150 16,-22 6-293-16</inkml:trace>
  <inkml:trace contextRef="#ctx0" brushRef="#br0" timeOffset="157082.54">30711 4517 821 0,'0'0'39'16,"0"0"42"-1,0 0-43-15,0 0 10 0,0 0 34 16,0 0-17-16,0 0-11 16,0 0-14-16,-12-21-16 15,12 21 1-15,0 0-7 16,0 0 4-16,0 0-7 15,0 0-3-15,0 0-10 16,0 0-1-16,0 7 1 16,0 5 3-16,0 5 9 0,0 4-6 15,5-1 42 1,-4 3-18-16,-1-1-9 16,2-1-12-16,-1 1 0 15,1 7 1-15,1 1 1 0,0 7 0 16,0 8-7-16,1 1 6 0,-3 7-3 31,1 0-1-31,-1 2 6 0,3-1-1 16,-3 0-8-16,1 2 3 15,1 0-3-15,0-1 4 16,0-3-7-16,0-2-1 16,0 0 3-16,1-2-4 15,0-2 8-15,2 2-6 16,0 4 2-16,-1 4 4 15,-3 3 10-15,-1-1-8 0,-1 0-6 16,0 1 5-16,0-1-8 16,0 0 3-16,0-2-1 15,6-3-3-15,-3-1 2 16,1 2 2-16,1 4 0 16,-4 0 0-16,2 4 5 15,0-6-1-15,0-2-3 16,0-2 6-16,0-1-2 15,-3-1 2-15,0-1-6 16,0-2-5-16,0 1 6 16,-3-2-5-16,-3 0 3 15,0 3-2-15,2-1 0 16,1 5 3-16,1-3 1 16,2-4-1-16,0-3-3 15,0-4-1-15,0 0-1 0,0 2 0 16,0 1 1-16,2 2-1 15,1 3 8-15,-2-3-3 16,4-2 0-16,-2-1 9 16,1-5-8-16,1 1-1 0,-1-2 3 15,-1 1-3 1,0-4-4-16,0-1 6 16,-1-3 0-16,-1-5-6 15,2-3 2-15,-1-3-2 0,-2-3-1 16,1 1 0-16,-1-3 0 15,0-2 0-15,2-3-4 16,-2-4 2-16,0-2-32 16,0-1-23-16,0 0-52 15,0 0-53-15,0 0-55 16,-3 0-149-16,-11 0-287 16</inkml:trace>
  <inkml:trace contextRef="#ctx0" brushRef="#br0" timeOffset="157628.66">30374 7708 1004 0,'0'0'146'0,"0"0"-145"0,0 0-1 0,0 0 44 16,0 0-18-1,0 0 0-15,32 20 84 0,-6 2-6 16,3 6-62 0,-3 3 35-16,0 3-37 15,-5 2 5-15,3 4-28 0,1 1 18 16,0 0 16-16,2 0-33 15,-4-8-9-15,-1-1-3 16,-1-7 1-16,-6-4 3 16,0-4 6-16,-6-6 4 15,1-6-5-15,0-3-8 16,2-2 3-16,6-2-2 16,6-18 11-16,10-8-6 15,7-9-11-15,5-3 3 16,5-3-4-16,1-3 0 15,-1 3 1-15,-2 2-1 16,-2 2 1-16,-2 1 0 16,-3 1 1-16,1 1-1 15,-5 2 1-15,-5 5 1 16,-1 1-3-16,-5 3 0 16,-3 6 0-16,-9 2-1 15,-6 5 0-15,-6 3-17 0,-3 3-35 16,0 2-47-16,-13 4-135 15,-13 0-245-15</inkml:trace>
  <inkml:trace contextRef="#ctx0" brushRef="#br0" timeOffset="159262.73">30716 8600 767 0,'0'0'159'15,"0"0"-154"-15,0 0-1 0,0 0 95 16,0 0-7 0,0 0-3-16,3 0 0 0,-3 0-22 15,-5 0-3-15,-7 0-34 16,-15 0-20-16,-12 0-10 15,-10 0-3-15,-6 9 3 16,1 1-3-16,-4 1 2 16,-3 2 0-16,-5 1 0 0,-10 0 1 0,-3 2-1 31,-10 0-1-31,-7 0 1 0,-3 0 1 16,6-2-3-1,12-1 3-15,11-3 6 0,9 2-6 16,-1 1 0-1,-7 1 1-15,-11 3-1 16,-6-1-1-16,-8 2 0 0,-6-2 1 16,-10 3-1-16,-7-1 1 15,-5-1-2-15,1 0 2 16,14 0 2-16,11-1-2 16,16-1 3-16,9 1-2 15,4 0 0-15,1 4-1 16,3 3-2-16,-3 2 1 15,2 2 0-15,7 0 1 16,6 0-1-16,7-1 2 16,6 2-1-16,2 3 1 15,2 3 3-15,1 1 4 16,3 2 13-16,5 3 8 0,3-2-10 16,5 0 9-1,6 1-7-15,5-5-18 0,6 5 2 16,0 3 6-16,0 3 6 15,6 4-9-15,4 4 21 16,-6 2-6-16,-1 3-4 16,-1 0 0-16,-2 4-7 15,1-2-8-15,1 4-1 16,2-4 2-16,2-1-3 16,2 5 0-16,-5 3-2 0,-2 3 2 15,1 0 5 1,-2-2-4-16,0-2-2 0,0-2 2 15,0-2-2-15,0 2 3 16,0-3-2-16,0-5 3 16,0-2 4-16,0-7-8 15,1 0-1-15,4-3 3 16,-2-3-3-16,0-5 2 16,0-3-1-16,-2-3-1 15,1-4 1-15,-1-2-1 16,1-4 2-16,-1-2-2 15,3-2 0-15,-1-4 0 16,4 0 1-16,-3-2-1 16,5-1 0-16,1-1 0 15,4 0 3-15,7-1 0 0,4 0-3 16,9-3 5 0,7-4-2-16,9 0 3 0,7 0 0 15,3 0 13-15,5 0-7 0,4 0-1 16,3 0-1-1,4 0-6-15,-3 0-4 0,-1 0-1 16,0 0 1 0,2 0-1-16,-1 0 0 15,1 0 1-15,-5 0 0 16,-11 0 0-16,-10 0 1 0,-12 2-1 16,-11 1 0-16,-8-3-7 15,-5 0-53-15,-1 0-76 16,-3 0-73-16,-4-2-17 15,-4-7-127-15,0-3-427 16</inkml:trace>
  <inkml:trace contextRef="#ctx0" brushRef="#br0" timeOffset="159536.63">28884 11284 989 0,'0'0'390'15,"92"-38"-390"-15,-31 24 1 16,3 5 91-16,-2 9 104 16,-13 0-107-16,-14 23-48 15,-12 13-19-15,-16 10 15 16,-7 12 6-16,-20 6-24 0,-24 4-11 16,-13-3 9-16,-7-5-3 15,3-10-10-15,3-10-4 16,10-9 0-1,10-12-21-15,5-5-49 0,10-10-77 16,7-4-101-16,7-6-137 16</inkml:trace>
  <inkml:trace contextRef="#ctx0" brushRef="#br0" timeOffset="160389.01">30174 11184 1373 0,'0'0'46'0,"0"0"-46"0,0 0 0 15,0 0 37 1,0 0 49-16,0 0-26 15,-31 10-32-15,31 35 51 16,9 10-10-16,4 6-12 0,4 4-6 16,-1-2-21-1,-3-3-17-15,4 0 3 0,-2-5-14 16,-2-8 2-16,1-10-3 16,-5-14-1-16,-5-8 0 15,-1-8-2-15,-1-5-17 16,-2-2-11-16,0 0 9 15,0-24 0-15,-12-10-69 16,-8-16-12-16,-1-6 93 16,0-8 1-16,5-3-17 0,1 4 23 15,9 4-1 1,6 6-6-16,0 9 7 16,3 8 1-16,18 6 1 0,10 8 0 15,5 7 2-15,7 7 6 16,3 8 8-16,1 8 4 15,-4 23 16-15,-10 13 3 16,-12 12-1-16,-12 5-7 16,-9-3 18-16,-10 1-30 15,-20-4 4-15,-9-2-3 0,-3-9-3 16,-3-6-10 0,8-13-7-16,7-10 2 0,6-11-2 15,9-4-38-15,5-3-54 16,4-18-90-1,6-11-50-15,0-5-93 0,16 0-111 16</inkml:trace>
  <inkml:trace contextRef="#ctx0" brushRef="#br0" timeOffset="161199.04">30549 11443 313 0,'0'0'857'0,"0"0"-857"16,0 0-19-16,89-75 19 15,-75 52 53-15,-10 2 5 16,-2 3-18-16,-2 4 6 16,0 2 2-16,-9 7 33 15,-8 5 0-15,-5 0-29 16,-2 15-24-16,0 13 23 16,6 7 26-16,6-1-37 0,8-1-3 15,4-6-26-15,0-3 3 16,6-6-5-1,13-4-1-15,6-7-5 0,10-7 1 16,12 0-4-16,7-16 0 16,6-11-6-16,1-6-28 15,-6-4-19-15,-1-4 22 16,-9 0 5-16,-4 1 11 16,-9 4-26-16,-10 9 15 15,-7 11 18-15,-10 7 8 16,-4 6 2-16,-1 3 10 0,0 0 35 15,0 0-3-15,-3 22-27 16,-13 15 6-16,-2 9 29 16,-2 4-22-1,7-3 4-15,8-9-2 0,5-9-18 16,0-9-10-16,12-6-4 16,11-5 2-16,5-6-2 15,8-3 1-15,7-7-1 16,3-14-12-16,-4-5-14 15,-7 1 1-15,-12-1 0 16,-6 4 0-16,-7 3 7 16,-5 9 10-16,-4 6 8 15,-1 4 0-15,0 0 20 16,0 0 1-16,0 14-9 16,0 9 13-16,0 1 7 0,0-2-24 0,0 0-2 15,2-5 0 1,10-3-1-16,3-2-3 15,4-7 1-15,0-5 0 16,7 0-1-16,2-9 0 16,0-10-2-16,-1-8-1 15,-10-2-7-15,-7-6 0 0,-10 3 3 16,-4 3 3 0,-19 6-2-16,-10 6 4 15,-7 10 1-15,0 2-1 0,1 5 3 16,5 0 0-16,13 0-3 15,9 0-2-15,8 0-12 16,4 0-62-16,0 2-103 16,13 1-82-16,12-3 65 15,6-6-202-15</inkml:trace>
  <inkml:trace contextRef="#ctx0" brushRef="#br0" timeOffset="161883.32">31751 10639 1474 0,'0'0'32'0,"0"0"-32"15,0 0 0-15,9-73 81 16,-7 70 59-16,-1 3-70 16,6 21-62-16,1 21-6 15,4 19 54-15,4 13-16 16,-4 2-17-16,1 3 11 15,-3-1-8-15,-4-8-7 0,4-11-9 16,0-10-3-16,1-12-3 16,-2-11-3-16,1-11 0 15,-2-8-1-15,-4-5 0 16,-1-2-3-16,3-8 1 16,-2-15-1-16,-2-9-18 15,-2-4 6-15,-7 4-7 16,-11 7-3-16,-5 12 18 15,0 13 7-15,-4 3 3 16,0 25 5-16,-3 7 20 0,6 5-5 16,8-3 2-1,7-1-11-15,9-5-7 0,0-6-3 16,10-6-2-16,16-8-2 16,11-7 3-16,9-4-3 15,9-3-5-15,-1-16-12 16,0-6-6-16,-5-7-7 15,-9-3 12-15,-4 2-1 16,-12 7 8-16,-9 8 9 16,-6 9 2-16,-8 6 0 15,-1 3 31-15,0 0-4 16,0 0-10-16,0 0-13 0,0 12-4 16,0 2 1-16,0 1 1 15,3-3-2-15,6 1-1 16,6-2-4-16,5 3-19 15,6-1 8-15,7 3 8 16,3 2 7-16,1 6 1 16,1-1 0-16,0 4 4 15,1-3 12-15,3-4-4 0,-5-8-8 16,-2-8-1 0,-6-4-3-16,1-3-7 0,-1-18-47 15,-1-7-71-15,-4-5-113 16,-11-9-46-16,-8-10-135 15</inkml:trace>
  <inkml:trace contextRef="#ctx0" brushRef="#br0" timeOffset="162745.96">32692 10284 1127 0,'0'0'10'0,"0"0"-5"0,0 0 40 0,-95-73 95 15,44 55-73-15,-13 4-44 0,-16 2-6 16,-16 1-2 0,-14 2-5-16,-18 6-9 0,-12 3 4 15,-7 0-3-15,-5 10-1 16,1 7-1-16,2 5 0 15,5 4 2-15,7 4 1 16,8 1 15-16,-3 7 20 16,5 4 0-16,-1 7-8 0,5 8 3 15,10 3 10 1,9 2-4-16,17-1-7 16,19-4-13-16,17 2-9 15,17 4-3-15,10 12 0 0,6 13-6 16,6 10 7-1,-3 11 31-15,2 5-15 16,-2 0-9-16,6 6-1 0,3-10 19 16,6-6-13-16,0-5 3 15,6-11-13-15,15-4-3 16,4-7 3-16,1-8-3 16,4-13-5-16,5-12 4 15,4-9-4-15,6-10-2 16,10-9 2-16,11-11-1 15,16-5 1-15,12-2-2 16,10-18 2-16,17-7-1 16,9-4 3-16,8 0-4 15,13 0-4-15,3-3 2 16,8-1-2-16,7 0 3 0,1-1 1 16,0 1 0-16,-9 6-1 0,-9 3 0 15,-13 4-5 1,-15 1 3-16,-6 7 3 15,-8-1 0-15,-11 2 0 16,-13-1 2-16,-14 1-1 0,-9-1 0 16,-11 0-1-1,-9-1-1-15,-4-4-1 16,-7-6 1-16,-9-9-2 16,-8-7 0-16,-6-14 1 15,-6-9 1-15,-3-15 1 0,0-13-1 16,-2-8 1-1,-11-10 0-15,-2-1 1 16,-5 1-1-16,-6 6 0 0,-11 7 0 16,-7 10-1-16,-8 9 0 15,-6 14 1-15,-1 10-1 16,-2 12 0-16,5 12 1 16,1 6-3-16,-1 4-28 0,0 5-63 15,-4 7-201 1,1-3-210-16</inkml:trace>
  <inkml:trace contextRef="#ctx0" brushRef="#br0" timeOffset="168892.42">31048 12403 710 0,'0'0'28'16,"0"0"-25"-16,0 0 54 15,0 0 16-15,0 0 34 16,-80-76-24-16,68 69 12 16,6 3 0-16,3 4-30 15,1 0-20-15,-4 3-27 16,-8 21 0-16,-5 14 39 0,-6 14 8 16,-5 9-31-1,2 5 12-15,-5 13 32 0,-3 9-28 16,-4 4 19-16,1 3-10 15,0-9-37-15,7-9 1 16,6-10 2-16,6-6-3 16,4-8-12-16,5-6-4 15,2-9-5-15,0-7 0 16,0-4-1-16,3-7 0 16,1-8-9-16,2-2-69 15,0-4-48-15,0-3-57 0,-6-2-19 16,-7-1-39-16,-8-1-225 15</inkml:trace>
  <inkml:trace contextRef="#ctx0" brushRef="#br0" timeOffset="169160.78">30238 13236 1147 0,'0'0'40'0,"0"0"-40"15,0 0 0-15,0 0 23 16,0 0 60-16,-13 87 45 16,13-27-42-16,0 6-33 15,0 0-13-15,9-3 28 0,1-7-25 16,5-13-20 0,3-11 0-16,3-13-2 0,3-7-5 15,7-9 7-15,8-3-11 0,14-15-6 16,16-20-2-1,12-13-4-15,5-8-31 0,-2-2-69 0,-14 3-62 32,-15 6-131-32,-23 11-290 0</inkml:trace>
  <inkml:trace contextRef="#ctx0" brushRef="#br0" timeOffset="170056.46">29448 14380 392 0,'0'0'812'0,"0"0"-803"15,0 0 7-15,-107-11-8 16,66 13 98-16,1 13 5 0,2 5-50 16,5 4-31-1,7 4 10-15,5 1 6 16,9 0-5-16,6 2-2 16,6-5-9-16,0-2-17 0,18-3-4 15,12-2-6-15,6-1 2 16,10-2 1-16,9 0-2 15,0-1 3-15,-3 1-6 0,-9-2 1 16,-18-2-3 0,-12 0 2-16,-13-2-1 0,0 4 4 15,-23 2 11 1,-20 0 4-16,-14 1-12 0,-5-2 1 16,2-5-8-16,9-5 1 15,13-5 5-15,9 0-5 16,9 0-2-1,7-5-23-15,7-2-46 0,3 4-64 16,3 2-42-16,0 1-80 16,8 0-132-16,6-2-270 15</inkml:trace>
  <inkml:trace contextRef="#ctx0" brushRef="#br0" timeOffset="171202.44">29771 14648 716 0,'0'0'120'16,"0"0"-120"-16,0 0 6 16,0 0 194-16,0 0-72 15,0 0-11-15,-66-65-8 0,61 63-14 16,3 0-19-1,1 2 4-15,1 0-42 0,0 7-35 16,0 23 2 0,6 14 46-16,6 10 17 0,0 2-45 15,1-4-18 1,-3-4 0-16,1-7-3 0,-2-7 0 16,-3-7-4-1,-3-3 5-15,-3-8-5 0,0-4 4 16,0-5 1-16,-8-5 1 15,-11-2 3-15,-8-11-7 16,-1-20-6-16,1-13-9 16,6-13-4-16,6-8-6 15,6-6-15-15,9 2 32 16,0 6-14-16,6 10 3 16,19 11 12-16,5 12 7 15,3 10 0-15,-2 12 1 16,-2 8 12-16,-9 0-2 0,-6 14 14 15,-8 9 13-15,-6 3-18 16,0 1-7-16,-4 3-8 16,-13-4 0-16,-1-1-5 15,5-5-51-15,4-3-87 16,7-7-69-16,2-8-82 16,11-2-148-16</inkml:trace>
  <inkml:trace contextRef="#ctx0" brushRef="#br0" timeOffset="171698.98">30158 14447 1231 0,'0'0'39'0,"0"0"-19"0,0 0 37 0,-90-4 99 15,61 27-50-15,-1 7-13 16,7 2-35-16,10-3-38 16,10-3-15-16,3-8-4 0,0-3 1 15,16-4-2 1,4-5-1-16,6-6-8 0,6 0-58 16,2-6-31-1,-2-10 36-15,-7 0 20 0,-6 4 25 16,-10 6 12-1,-4 2 5-15,-5 4 3 0,0 0 25 16,0 8 22-16,0 2 35 16,1 3-27-16,2-6-50 15,0-4-5-15,7-3 1 16,2 0 3-16,9-15 1 16,6-7-7-16,3-6-1 15,3 1-2-15,0 4-6 0,-2 7 8 16,-1 10 0-1,-1 6 1-15,-2 14 25 16,-4 17 27-16,1 9-19 16,-7 4-24-16,-1 0-10 0,-3-1-18 15,-6 0-107 1,-5-2-78-16,-2-6-132 0,-5-3-442 16</inkml:trace>
  <inkml:trace contextRef="#ctx0" brushRef="#br0" timeOffset="172358.72">31854 12271 267 0,'0'0'124'0,"0"0"-80"16,0 0-1-16,0 0-10 15,0 0-25-15,0 0 35 16,-49-35-15-16,46 30-19 16,3 1-5-16,-2-1-4 15,-2 1-11-15,-5 0-173 16,-5 2-186-16</inkml:trace>
  <inkml:trace contextRef="#ctx0" brushRef="#br0" timeOffset="172678.77">31665 12166 643 0,'0'0'69'0,"0"0"-62"0,0 0 85 16,0 0 23-16,0 0 1 0,0 0-9 15,-41-66-48 1,40 64 10-16,-1 2-10 0,2 0-32 15,0 5-13 1,0 20-8-16,0 12 62 16,6 14-1-16,6 8-28 15,8 9-1-15,5 10 34 0,2 3-13 16,2 1-2 0,3 0-12-16,-1-5-21 0,5-4-12 15,0-6-7-15,0-10-4 16,-2-6-1-16,-6-6-2 15,-5-4-76-15,-10-4-82 16,-10-1-81-16,-3-3-65 16,-16-5-169-16</inkml:trace>
  <inkml:trace contextRef="#ctx0" brushRef="#br0" timeOffset="172998.93">31596 13110 1184 0,'0'0'98'16,"0"0"-93"-16,0 0-5 0,0 0 78 16,0 0-24-1,0 0-14-15,30 77 94 16,3-16-85-16,4 10-26 16,0 1 7-16,-4 1-2 0,0-6-1 15,-5-8-1-15,1-9-11 16,-4-13-7-16,-1-12-6 15,-4-8 2-15,0-10-1 16,2-7-1-16,5-7 10 16,2-26-7-16,3-13 0 15,6-14-3-15,-1-11-1 16,5-5 0-16,0-7-1 0,-2-2 0 16,3 7-8-1,-1 7-9-15,-8 16-28 0,-8 14-44 16,-16 14-71-16,-10 12-99 15,-3 12-190-15</inkml:trace>
  <inkml:trace contextRef="#ctx0" brushRef="#br0" timeOffset="174929.93">31478 14693 1197 0,'0'0'116'16,"0"0"-116"-16,0 0 0 0,0 0 21 15,0 0 98 1,0 0-35-16,-48-63-37 16,48 67-32-16,0 23-14 15,0 11 89-15,8 7 6 0,-1 1-55 16,1-3 7 0,-1-4-11-16,1-4-20 0,-1-7-11 15,1-5-6 1,-2-4 2-16,1-6-2 0,-3-5-3 15,-1-4-46-15,-1-2-57 16,-2-2-89-16,0-5-23 16,-9-15-152-16</inkml:trace>
  <inkml:trace contextRef="#ctx0" brushRef="#br0" timeOffset="175142.22">31089 14764 1452 0,'0'0'44'0,"0"0"-44"16,0 0 0-1,5-93 14-15,28 54 63 0,15-4-31 16,14-6-38 0,9 4-6-16,1 5-2 0,-7 9 0 15,-13 15-78-15,-16 14-145 0,-18 2-115 16,-14 15-298-1</inkml:trace>
  <inkml:trace contextRef="#ctx0" brushRef="#br0" timeOffset="175843.03">31712 14898 1358 0,'0'0'0'0,"0"0"-25"16,0 0 25-16,0 0 59 15,0 0-6-15,0 0-20 16,-7-2-15-16,14-14-14 15,4-6-4-15,5-9 0 16,-2-3 2-16,-5-1-2 16,-6-5-8-16,-3 2 2 0,-2-1-5 15,-16 6-4-15,-6 6 11 16,-3 10 4-16,-2 11 1 16,0 6 36-16,1 4 5 15,1 19-7-15,6 1 38 16,5 1-19-16,8-4-20 15,7-4-11-15,1-2-11 16,6-7-12-16,18-4 0 16,10-4 7-16,12 0 1 15,5-16-4-15,6-7-4 16,-7 0-3-16,-6 4-4 16,-10 5 3-16,-16 3 3 15,-6 9 1-15,-9 0-2 0,-3 2 2 0,0 0 4 31,0 2 2-31,1 6 9 0,1 4 7 16,1-5-17-16,1-3-5 16,0 1 1-16,4-3-2 15,1-1-1-15,4-1-1 16,2 0-11-16,6 0 0 16,1-6 8-16,1 0-2 15,1 6 5-15,-3 0 3 16,-2 0 0-16,2 11 17 15,0 3 13-15,0 1-15 16,-3-5 10-16,2-1 4 0,-1-3-22 16,3-4-3-1,2-2 0-15,1 0-1 16,-4 0-3-16,-3 0-22 16,-6-2-77-16,-9 2-114 0,-3 0-61 15,-8 8-147-15</inkml:trace>
  <inkml:trace contextRef="#ctx0" brushRef="#br0" timeOffset="176528.99">31811 15131 1013 0,'0'0'258'0,"0"0"-258"0,0 0 0 0,0 0 30 16,103-33 110-16,-51 23-33 16,9 2-54-16,9-1 5 15,8-5-22-15,-2 0 20 16,3-2-9-16,-4-3-20 16,-3-3-12-16,0-2-5 15,3-2-1-15,2-2 7 16,1-1 16-16,1-3-4 15,-4 0-10-15,4 1-5 0,-4-1-3 16,-4-2-8 0,-7 1 3-16,-13 2-4 0,-11-2 0 15,-10 1-1 1,-10-8 3-16,-6-4 0 0,-3-8-3 16,-5-7 1-16,-6-2-1 15,-3-6 0-15,-27-1 0 16,-18 3-4-16,-22-2-1 15,-21 6 2-15,-13 6-2 16,-14 10-5-16,-4 8 4 0,-2 10 2 16,-2 8 1-1,-2 12 1-15,0 6 2 16,2 1 4-16,-1 10-3 16,-2 18 2-16,1 15-2 15,-1 14 0-15,5 12 1 16,8 11-2-16,8 6 1 0,13 4 4 15,16 4 5-15,21-4-4 16,20-2-2-16,25-3 3 16,13-4 7-16,16-3-4 15,33-8 0-15,17-4 5 16,16-11-12-16,11-10-3 16,8-8 0-16,4-12 0 15,5-12 0-15,1-11 0 16,-4-2 0-16,-9-18 0 15,-14-7-49-15,-14-3-67 16,-16-5-152-16,-15-4-95 16,-22-9-279-16</inkml:trace>
  <inkml:trace contextRef="#ctx0" brushRef="#br0" timeOffset="180233.1">32842 9997 891 0,'0'0'31'0,"0"0"18"16,0 0-14-16,0 0 0 0,-39-83-21 16,33 73 16-1,-6 0 33-15,-7 4-21 0,-11 4-33 16,-14 2-9-16,-15 0 1 16,-17 7 4-16,-12 8-4 15,-11 1 1-15,-4 1 15 16,-1-1 11-16,4 1-7 15,1-2-3-15,5 0-6 16,2 1-5-16,-1 2-4 16,5 1-3-16,-6 0-2 15,-1 2 2-15,-12 4 0 16,-9 3 1-16,-4 0 0 16,-3 1 1-16,1 0 0 15,6-3-2-15,13 0 7 0,12-1-2 16,12 0-5-16,15 5 3 15,1 1-3-15,2 1 1 16,-3 5-1-16,-5-2 1 16,-2 3 1-16,3-1 1 15,3-5-1-15,5-5 4 16,8-3 0-16,7-3-2 16,11-4 6-16,8-3-3 15,9-1 0-15,6-1 0 16,3 3-1-16,4-1-5 15,-2 2 1-15,-1 2-1 0,2 5 8 16,-1-3-2-16,5 3-1 16,-1 3 11-16,2-1 3 15,0 3-15-15,0 5-2 16,3 5 10-16,6 2-5 16,0 6 11-16,-2 1-17 15,-4 6-1-15,-1 6 7 16,-2 4-7-16,1 4 8 15,4 6 0-15,4 3-8 16,9 2 2-16,4-1 1 0,2-2 4 16,2-2 2-1,-6 1-2-15,-2-1-4 16,-4 2 0-16,-7-6-2 16,2-4 0-16,-2-6 2 0,4-8-4 15,5-7 4-15,2-5-2 0,3-4-1 16,0-3 0-1,-3-3 0-15,1-4 1 0,-2-3 0 16,1-4-1 0,1-2-1-16,-3-2 0 15,4-1 1-15,-2-3-1 16,6-5 1-16,4-3 2 16,6-2-1-16,7 0 2 0,6-6-2 15,7-5 0 1,4-3-1-16,5-1 0 0,2 1 0 15,10 0 1 1,2-1 1-16,3-5-3 0,3 0-3 16,-1 0 2-16,1 2 0 15,-3 2 1-15,-4 0-3 16,-6 2 3-16,-3 0 0 16,-4-1 0-16,3 0 0 15,-1-1 1-15,4 2 0 16,1-1 1-16,-1 0-2 15,-2 5 1-15,3-4 0 16,0 6 1-16,-1 0-2 16,1-2-3-16,-6 4 3 15,5-2-2-15,0-1-1 16,0 1 2-16,0 0 1 16,-2-1 0-16,-6 0 0 0,-2 2 0 15,-7 2 0-15,-6 0 1 16,-3 1-1-16,-6-1 0 15,1 0 1-15,-5-1 0 16,-5 0 0-16,-3 0 0 16,-6 2-1-16,-5-2 0 15,-3-1 0-15,-6-2 0 16,0-2 2-16,-4-3-2 16,1-4 0-16,-1-2 1 0,1-3-1 15,-1 0 0-15,2-1 0 16,-1 2 0-16,-2 2 0 15,2-1 1-15,-2-2 0 16,0-4-1 0,1-5 1-16,-1 2-1 0,3-6 0 15,-3-4 2-15,0-6-2 16,0-6 1-16,0-2 0 16,0 3 1-16,0 1 4 15,0 0 2-15,0 3 18 16,0 0-7-16,0 2-11 15,0 1 9-15,2 2-5 16,3 1-6-16,1 1 4 0,-1-1-5 16,1 0-2-1,-2 0 1-15,1-2 1 16,-1 1 1-16,-3-3-4 16,1 6 3-16,-2-4-2 15,0 2-1-15,0-2 1 0,0-7-2 0,0-4 0 16,0-2 1-1,-3-1-2-15,3 2 0 16,0 6 1-16,-4 1 0 16,1 1 0-16,-5 0-1 0,-2 0 2 15,-8 5 3 1,-6 3 0-16,-7 6 2 0,-16 10-5 16,-20 14-2-1,-30 9-9-15,-50 31-44 0,-55 13-334 16</inkml:trace>
  <inkml:trace contextRef="#ctx0" brushRef="#br0" timeOffset="-194670.44">21967 8863 1002 0,'0'0'202'0,"0"0"-202"0,0 0 0 16,0 0 66 0,0 0 50-16,0 0-50 0,0 0-44 15,-17-6-19-15,14 30-1 16,0 8 48-16,-5 4-20 15,0 3-1-15,2 5 12 16,-3 2 4-16,-3 2-5 16,2 5-13-16,-3 6-5 15,-1 2 1-15,2 3 4 16,-3-2 0-16,3-5-11 16,-1-4-3-16,2-7 8 15,-2-5-7-15,1-7-9 16,1-6 5-16,0-4-3 15,3-6-5-15,2-6-2 16,3-5 1-16,2-5-1 16,1-2 0-16,0 0-16 15,0 0-32-15,-2-9-61 16,2-16-168-16,0-9-148 16,15-10-78-16</inkml:trace>
  <inkml:trace contextRef="#ctx0" brushRef="#br0" timeOffset="-194177.96">22352 8850 1257 0,'0'0'29'0,"0"0"-5"16,0 0 102-16,0 0-1 0,0 0-28 15,0 0-73-15,0-13-24 16,3 33 0-16,6 14 21 16,0 8 23-16,-2 7-25 15,-4 7 8-15,-3 2 9 16,0 3-12-16,-8 0-15 16,-5-3 13-16,3-5-5 15,0-8-12-15,4-9 1 16,1-8-2-16,3-13 1 15,1-6-3-15,1-6-2 0,0-3 0 16,0 0 0 0,0 0 2-16,0 0-1 15,0 0 0-15,14-5 0 16,9-11 7-16,12-4 6 16,9-5-1-16,10-7-9 0,0 6-3 0,-1 4 3 15,-5 4-3 1,-11 10-1-16,-5 3-3 0,-7 2-2 15,-5 3-25 1,-7 0-28-16,-3 0-65 0,-2 0-82 16,1 0-2-1,0 0 1-15,0-14-122 0</inkml:trace>
  <inkml:trace contextRef="#ctx0" brushRef="#br0" timeOffset="-193798.04">23192 8853 1239 0,'0'0'71'0,"0"0"-22"0,0 0 182 16,0 0-75-16,-102-2-113 16,53 31-15-16,1 8 5 15,8 0 4-15,12-1-13 16,16-5-7-16,12-3-8 15,0-2-9-15,13-1-1 16,19-3 1-16,9-1 1 0,6-3 1 16,3-3 1-1,-1 0-3-15,-8 0 7 0,-11-1-7 16,-17 1-3 0,-10 0-1-16,-3 0 4 0,-9 3 7 15,-22 0 0 1,-10 1-3-16,-2-3 1 0,1-6-5 15,10-7-1-15,9-3-2 16,7 0-34-16,7-12-54 16,9-5-69-16,0-6-63 15,13-6-55-15,17-4-132 16</inkml:trace>
  <inkml:trace contextRef="#ctx0" brushRef="#br0" timeOffset="-193560.11">23480 8926 1138 0,'0'0'130'16,"0"0"-127"-16,0 0 82 0,0 0 93 15,0 0-82 1,0 0-48-16,13 60 106 0,-7-25-99 16,0 3-11-16,0 0-11 15,0-4-9-15,0 0-12 16,-2-6-11-16,-1-3-1 15,-3-2 0-15,0-7-24 16,0-1-64-16,-4-6-97 16,-18-9-90-16,-7 0-107 15,-6-14-434-15</inkml:trace>
  <inkml:trace contextRef="#ctx0" brushRef="#br0" timeOffset="-193416.76">23201 9053 1396 0,'0'0'28'16,"0"0"-3"-16,0 0-25 16,0 0 90-16,109-93-35 15,-51 64-41-15,4 1-14 0,-2 1-3 16,-7 9-90 0,-10 7-202-16,-17 6-276 0</inkml:trace>
  <inkml:trace contextRef="#ctx0" brushRef="#br0" timeOffset="-192794.89">23865 8915 1436 0,'0'0'25'0,"0"0"-23"16,0 0 119-16,0 77 55 15,-3-53-114-15,3-1-39 16,-2 0 6-16,2-3-10 16,0-3 3-16,0-4-14 15,0-6-7-15,0-4-1 16,0-3-1-16,0 0 1 16,0 0 2-16,0-19 0 0,0-15-2 0,0-13-52 15,2-6 17 1,2 1-6-16,-1 3-14 15,3 12 28-15,-1 11 24 0,-1 14 3 16,-1 6 12 0,-2 6 31-16,2 0-32 0,5 12-1 15,3 6 42 1,2 3-22-16,0-2-15 0,4-2-6 16,-4-3-5-16,5-3 1 15,0-5-1-15,-2-6-4 16,1 0-3-16,2 0 3 15,-1-17-1-15,-1-7-5 16,-4-2-9-16,-4-3 1 16,-3 4 12-16,-3 4-2 15,-2 8 4-15,1 7 1 16,-1 6 6-16,-1 0 17 16,2 2-11-16,4 20-13 15,1 7 31-15,-1 9 31 16,-1 1-41-16,-2 0-9 15,0 1 0-15,2 0-12 16,0-4 0-16,1 0 0 16,-2-5 0-16,1-6-26 15,1-2-84-15,4-8-101 16,2-5-44-16,3-4-47 16,2-6-231-16</inkml:trace>
  <inkml:trace contextRef="#ctx0" brushRef="#br0" timeOffset="-192434.78">24794 8401 224 0,'0'0'1193'0,"0"0"-1190"0,0 0-3 16,0 0 126-16,0 0-12 16,0 0-79-16,9 44 0 15,-7 14 61-15,-2 11-37 16,-2 13 2-16,-14 8-25 16,-8 9 6-16,-4 5-19 15,-2 2-23-15,0-2 0 16,6-4 0-16,7-8 0 15,10-12 0-15,5-10 0 16,2-15 0-16,0-9 0 16,5-13 0-16,9-7-6 15,6-11-122-15,6-15-134 16,0 0-178-16</inkml:trace>
  <inkml:trace contextRef="#ctx0" brushRef="#br0" timeOffset="-191257.85">25398 8481 805 0,'0'0'419'15,"0"0"-413"-15,0 0 31 16,0 0 108-16,0 0-11 0,0 0-50 0,0 0-21 16,-31-37-21-16,18 37-18 15,-4 11-17 1,-5 13-2-16,-5 10 2 15,2 7 4-15,5 6 5 16,2 6 1-16,8 4 4 0,1 0-3 16,6 1 13-1,3-3-16-15,0-3 3 16,15-3-7-16,9-9-2 16,0-3 7-16,4-8-10 15,2-10-3-15,3-5-2 16,4-11 0-16,-1-3-2 15,-1-6-1-15,0-15-17 16,-10-4-6-16,-7-1-11 16,-11-1 15-16,-7 4 8 0,-7 1 3 15,-15 2 7-15,-8 9 0 16,-3 3 3-16,0 6 9 16,2 2 6-16,5 0 6 15,10 0 3-15,9 0-1 16,7 0-4-16,0-4-15 15,0-3-4-15,19-8-12 16,11-2 9-16,10-5-1 16,5-2-13-16,4 6-6 15,-2 4 7-15,-6 3 16 0,-8 5 2 16,-6 6-2 0,-9 0 2-16,-2 6-1 15,-4 19 1-15,-4 7 34 0,-3 9 11 16,-5 3-17-16,0 5 6 15,0 2-24-15,0 0-12 16,-7 0 0-16,3-4 0 16,1-8 0-16,3-7 0 15,0-5 0-15,0-8 0 16,0-7 0-16,4-7 0 16,3-5-32-16,-1 0-92 0,0-19-111 15,2-16-12 1,-2-16-254-16</inkml:trace>
  <inkml:trace contextRef="#ctx0" brushRef="#br0" timeOffset="-190647.85">26007 8653 1318 0,'0'0'61'0,"0"0"-55"0,6 79 117 15,-2-32 109-15,3 7-117 16,-1 0-65-16,0-3-6 16,1-3 4-16,-3-6-33 15,-1-7-8-15,0-8-3 16,0-7-3-16,-1-11-1 16,-1-4 0-16,-1-5 1 0,0 0-1 15,0-17 0-15,-6-11-3 16,-11-13-14-16,0-9 9 15,-2-7-19-15,2-8-15 16,4-6 0-16,7 1-6 16,6 2-14-16,0 8 37 15,15 14 25-15,7 9 0 16,7 10 1-16,6 3-1 16,7 8 7-16,4 4 6 0,0 9 20 15,-2 3-13 1,-8 15-3-16,-11 19 12 15,-14 13-18-15,-11 12 24 0,-15 4 7 16,-29 2-28-16,-10-2-8 16,-2-8 3-16,1-10-7 15,14-13-2-15,13-14 0 16,12-9 0-16,13-9 0 16,3 0 6-16,0 0-6 0,1 0-1 15,15-11-16 1,8 3 12-16,9 1 5 0,3 3-2 15,-2 4 2 1,2 0 2-16,-3 0-2 0,-2 8 0 16,-4-1 1-1,-6-3-1-15,-9 1-7 0,-4-3-49 16,-1-2-75 0,0 0-107-16,2-4-36 15,3-18-82-15,-1-10-230 0</inkml:trace>
  <inkml:trace contextRef="#ctx0" brushRef="#br0" timeOffset="-190296.39">26450 8483 1449 0,'0'0'30'0,"0"0"-14"16,0 0 15-16,0 0 100 0,-7 118-17 15,10-63-69 1,12 2 15-16,4-2-12 0,3-2-8 15,1-6-17-15,4-8-8 16,0-3-4 0,1-15-8-16,0-9 0 0,0-8-3 15,-1-4-2-15,2-14 2 16,-5-19 8-16,0-7-1 16,-8-10-6-16,-9-5-1 15,-7-4-5-15,0-2 2 16,-14 6-2-16,-3 8 4 15,-1 11 0-15,2 14-1 0,1 11-1 16,3 5 1 0,3 6-1-16,-3 0-10 15,5 3-51-15,2 15-49 16,5 2-115-16,0 4-41 16,5-2-99-16,14-3-277 0</inkml:trace>
  <inkml:trace contextRef="#ctx0" brushRef="#br0" timeOffset="-190028.2">27066 8532 1018 0,'0'0'309'16,"0"0"-260"-16,0 0 130 16,0 0 2-16,-82 9-95 15,70 7-29-15,9 2-28 0,3 4-15 16,8 7-10-16,17 5 3 15,5 2 1-15,4 4 3 16,-5-1 5 0,-10-1-9-16,-9-5 3 0,-10-4 7 15,-4-3-15-15,-27-5 6 16,-14-4-8-16,-13-7-1 16,-9-6-73-16,-5-4-147 15,-11 0-325-15</inkml:trace>
  <inkml:trace contextRef="#ctx0" brushRef="#br0" timeOffset="-146840.91">19250 13502 1252 0,'0'0'26'0,"0"0"-25"0,0 0 4 16,0 0 67-16,0 0 70 15,0 0-64-15,0 0-66 16,-4-2-10-16,4 29 1 15,0 7 33-15,0 3 9 16,1 5 21-16,4 1-30 16,-4 2 1-16,-1 5 21 15,0-1-23-15,0-2-11 16,0-6-2-16,-6-9-17 16,0-7-1-16,3-6-3 15,0-8 0-15,0-6-1 16,0-5-1-16,-4 0-47 15,-5-16-77-15,-6-10-213 0,-4-9-100 16,-4-4-283 0</inkml:trace>
  <inkml:trace contextRef="#ctx0" brushRef="#br0" timeOffset="-146604.55">18813 13736 1200 0,'0'0'28'0,"0"0"-26"16,0 0 3-16,17-101 30 15,29 59 118-15,13-6-106 0,14 0-22 16,2 4-3 0,-8 7-7-16,-12 10-12 15,-11 8-3-15,-12 11-90 0,-3 4-200 16,-7 4-270-1</inkml:trace>
  <inkml:trace contextRef="#ctx0" brushRef="#br0" timeOffset="-145667.15">19708 13614 636 0,'0'0'552'16,"0"0"-552"-16,15-87-13 16,-11 49 13-16,-4 1 22 15,0 4 16-15,0 5-38 16,0 3 0-16,-7 12 34 16,-3 4-25-16,-4 8 29 0,-5 1-2 15,-5 17-24-15,-6 14 10 16,2 11 17-16,3 3 2 15,9 2-11-15,12-3 13 16,4-2-2-16,0-6-14 16,4-3-10-16,12-5 0 0,0-9-6 15,3-5-2 1,-2-6-8-16,2-6 0 0,2-2 7 16,4-7-5-16,10-21-1 15,5-5 0 1,6-7-2-16,6-3-1 0,3 2-6 15,1 3-4-15,-1 7 11 16,-4 10-3-16,-13 10 3 16,-9 11 0-16,-13 0-5 15,-7 14-2-15,-6 11 6 16,-3 2 1-16,0 4 0 16,-16 0 1-16,-7-2 3 15,-2-3 0-15,4-8-2 16,8-5-1-16,6-8 0 15,3-5 0-15,3 0 4 16,-1-6 8-16,2-18-13 16,0-8-26-16,14-8-10 15,9-4-5-15,5 0 12 16,-2 4 3-16,0 5 22 16,-6 9 4-16,-6 6 0 0,-5 12 1 15,-6 6 0-15,-3 2 8 16,0 4-6-16,0 17-1 15,0 6 26-15,0 4-4 16,0-2-18-16,6-4 6 0,10-6-6 16,7-4 0-1,5-9-2-15,3-6 0 0,1 0-2 16,2-17 1 0,-3-10-1-16,-1-7-2 0,-2-7 0 15,-4-4-3-15,-6-6-6 16,-4-3-7-16,-11-2 14 15,-3-4-7-15,-3 2-19 16,-15 5 16-16,4 9 4 16,3 13 6-16,2 14 2 15,1 11 1-15,3 6 8 16,2 0 0-16,3 11-3 16,0 18 0-16,0 14 12 15,5 8 9-15,13 6 10 16,7 2-5-16,2-5 40 0,4-3-4 15,2-8-30 1,-1-8-2-16,1-6-28 0,-4-8-8 16,-3-7-1-1,-6-9 1-15,-6-3-4 16,-6-2-67-16,-8 0-115 16,0-18-62-16,-32-7-336 0</inkml:trace>
  <inkml:trace contextRef="#ctx0" brushRef="#br0" timeOffset="-145514.33">20375 13295 1530 0,'0'0'0'0,"0"0"-15"16,131-49 15-16,-65 15 19 0,4-4-13 16,1 0-6-1,-8 1-20-15,-18 4-164 0,-20 6-159 16</inkml:trace>
  <inkml:trace contextRef="#ctx0" brushRef="#br0" timeOffset="-144701.05">20926 12466 1097 0,'0'0'289'16,"0"0"-288"-16,0 0 3 16,0 0 29-16,-84-47 49 15,26 47-65-15,-14 2 3 16,-16 14-14-16,-12 5 0 0,-9 5-6 16,-9 1-1-16,-8 3 1 15,-9 3 1-15,-2 1 0 16,7-1 5-16,11 0 32 15,13-1-12-15,8-3 5 16,9-2-17-16,3 1 0 16,7-2-4-16,7 3 15 15,2 4-1-15,0 3 3 0,1 3-13 16,5 11-10 0,3 6 3-16,8 7-4 15,8 12 3-15,3 8 8 16,5 9 7-16,-2 11 0 15,-5 6-5-15,-2 10-4 0,3-2-3 16,3-5-4-16,16-10 3 16,9-13-6-16,13-10-1 15,2-9-1-15,8-9-1 16,16-11 1-16,6-7 2 16,7-11-2-16,14-10-3 15,11-11 3-15,12-9 0 16,13-2 3-16,12-14-3 15,13-10 3-15,7-3 0 16,11 1-2-16,10 1 2 16,7-1 2-16,6 2-5 15,1-1-5-15,-5 0 3 16,-4 0 2-16,-11 1 1 0,-9-2-1 16,-2-2 2-1,-6 1 3-15,-5-5-2 0,-4-5-3 16,-7-8-2-16,-7-13-2 15,-6-15 2-15,-9-13 0 16,-15-9 1-16,-16-8-9 16,-20-4-6-16,-20-3-1 15,-8-2 0-15,-21-2 5 16,-16 5 8-16,-12 5 4 16,-4 7 0-16,-3 8 6 0,2 13-6 15,3 11 11 1,8 13-7-16,3 12-2 0,4 12-2 15,0 8-5-15,0 14-52 16,-1 6-203-16,-5 13-172 16</inkml:trace>
  <inkml:trace contextRef="#ctx0" brushRef="#br0" timeOffset="-142718.4">16629 15758 894 0,'0'0'32'0,"0"0"-29"16,0 0 32-16,0 0 67 0,0 0 31 15,0 0-43 1,-32-49 1-16,31 48-26 15,1-1-5-15,0 2-1 0,0 0-30 16,0 12-21-16,3 16-7 16,9 13 98-16,3 7-5 15,-5 1-35-15,-1 3-18 16,1-5 4-16,-3 3-30 16,-1-8-1-16,-2-4-7 15,-1-8-6-15,0-12 1 16,-3-6-4-16,0-8 1 0,0-4-42 15,-3-3-42 1,-17-19-157-16,-9-15-188 0,-9-4-221 16</inkml:trace>
  <inkml:trace contextRef="#ctx0" brushRef="#br0" timeOffset="-142513">16193 15848 1262 0,'0'0'170'16,"0"0"-170"-16,0 0 1 16,57-100-1-16,2 46 50 15,19-9 6-15,13 0-23 16,5 3-17-16,-7 10-13 16,-20 19-3-16,-16 19-40 15,-21 12-250-15,-26 17-247 0</inkml:trace>
  <inkml:trace contextRef="#ctx0" brushRef="#br0" timeOffset="-142336.43">16435 16548 1606 0,'0'0'0'15,"0"0"-21"-15,98-58 21 16,-32 1 9-16,20-10-7 15,22-12-2-15,13 4-4 16,4 3-99-16,-10 13-129 16,-21 15-315-16</inkml:trace>
  <inkml:trace contextRef="#ctx0" brushRef="#br0" timeOffset="-141538.43">18992 15808 1623 0,'0'0'0'16,"0"0"-12"-16,0 0 12 15,0 0 38-15,0 0-6 16,28-77-26-16,-13 30 0 16,0-8 10-16,-3-10-3 0,-6-12-5 15,-1-15-6 1,-5-12-2-16,0-10-1 0,-3-6-2 15,-16 4-1 1,-4 5-1-16,-3 21 1 0,1 24-4 16,1 21 8-1,6 21 1-15,4 16 2 16,3 8-3-16,3 21-6 16,2 29 1-16,1 30 5 0,2 31 29 15,3 14-8-15,0 7 16 0,1-1 14 16,15-16-21-1,5-16 2-15,5-19-12 16,8-17-5-16,8-21-9 16,0-16-1-16,4-18-4 15,0-8 0-15,5-18 3 16,1-19-4-16,-3-11-15 16,-6-5-10-16,-10 6 0 15,-15 10 9-15,-9 15 8 16,-6 12 8-16,-3 10 5 0,0 5 2 15,-10 22-5-15,-4 8 14 16,3 2 6-16,9-5-10 16,2-8-7-16,15-8-3 15,11-10-2-15,7-6 2 16,3-10-2-16,2-18 0 16,-2-5 0-16,-13-2 2 15,-12 3-4-15,-11 2 5 16,-3 7 0-16,-24 8-1 15,-9 6 1-15,-6 9-2 16,-4 0-1-16,6 2 1 16,5 6-1-16,13-2-3 0,12-2-14 15,7-4-74 1,3 0-73-16,16-4-110 0,17-21-33 16,9-8-171-16</inkml:trace>
  <inkml:trace contextRef="#ctx0" brushRef="#br0" timeOffset="-141046.33">19708 15041 1202 0,'0'0'204'0,"0"0"-204"15,0 0 0-15,0 0 159 0,0 0-3 16,72 96-58 0,-54-59-41-16,-3 1-14 0,4-3-12 15,0-3-20 1,2-7-3-16,3-6-7 0,0-8-1 15,0-5 3-15,-5-6-3 16,1-2 0-16,-5-24 0 16,-4-9-13-16,-3-10-31 15,-5-1 12-15,-3 7 20 16,0 8 6-16,0 13 6 16,-2 10 6-16,1 6 14 15,1 2 9-15,0 0-18 16,0 6-6-16,3 4 18 0,18-3-15 15,10-7-4 1,11 0 4-16,7-17-4 16,4-15-1-16,-1-12-2 15,-5-2 2-15,-8-3-3 0,-12 10-1 16,-15 11 1 0,-9 11 0-16,-3 11 0 0,-3 6 2 15,-22 11-2-15,-5 25 0 16,-4 15 10-16,5 6 17 15,14 2-9-15,14-9-18 16,1-7 0-16,26-12 0 16,13-11 0-16,13-5 0 15,11-11 0-15,7-4 0 16,8 0-91-16,-1-1-195 0,-9-15-231 16</inkml:trace>
  <inkml:trace contextRef="#ctx0" brushRef="#br0" timeOffset="-140604.99">22297 14420 1489 0,'0'0'39'0,"0"0"-29"0,0 0-10 16,0 0 139-16,0 0 32 16,6 110-89-16,-11-57-36 15,-5-2-7-15,1-4-31 0,4-10-4 16,5-5-3-16,0-12-1 16,0-10-1-16,0-4-3 15,0-6-59 1,-4 0-87-16,-13-22-122 0,-10-9-283 15,-7-7-346-15</inkml:trace>
  <inkml:trace contextRef="#ctx0" brushRef="#br0" timeOffset="-140474.43">21910 14518 903 0,'0'0'475'0,"0"0"-429"16,0 0-22-16,37-102 44 15,19 63 21-15,17-3-50 16,12 0-38-16,-1 4-1 0,-6 10-2 15,-15 13-87 1,-27 15-252-16,-25 10-387 0</inkml:trace>
  <inkml:trace contextRef="#ctx0" brushRef="#br0" timeOffset="-140335.52">22008 14958 1407 0,'0'0'0'0,"0"0"-31"15,0 0 25-15,141-94 6 16,-55 32-158-16,13-4-250 16</inkml:trace>
  <inkml:trace contextRef="#ctx0" brushRef="#br0" timeOffset="-139968.27">22692 14516 1052 0,'0'0'271'16,"0"0"-265"-16,0 0 8 15,12-77 150-15,13 71-62 16,5 6-27-16,6 3-19 16,-2 18-20-16,-5 7-20 15,-6 1 3-15,-5-3-14 16,-7-4-5-16,-5-5 1 16,-2-7-1-16,-4-8 1 15,0-2 0-15,0 0 6 16,0-10 5-16,2-14-10 15,8-13-2-15,5-4-4 16,9-4 0-16,4 2-2 16,7 9 0-16,2 8 5 0,-1 15 1 15,-5 11 2 1,-9 1-2-16,-5 25 0 0,-8 7 9 16,-5 3-1-16,-1 1-3 15,2-1-5-15,-1-5-1 16,8-3-2-16,-3-4-1 15,2-7-55-15,3-9-98 16,0-8-46-16,5 0-19 16,5-28-166-16</inkml:trace>
  <inkml:trace contextRef="#ctx0" brushRef="#br0" timeOffset="-139558.18">23463 13677 1447 0,'0'0'41'0,"0"0"-36"0,0 0 64 16,0 0-24-16,0 0 53 15,69 118 11-15,-41-44-78 16,-2 10 10-16,-8-1 7 16,-5-4-16-16,-4-5-18 15,-1-10-9-15,-3-9-1 16,0-14-3-16,-2-13 0 15,0-16-1-15,-3-8-1 16,0-4 0-16,-2-6 1 16,-20-13-17-16,-11-6-33 15,-9 6 31-15,-5 7 11 16,-3 12 6-16,0 4 2 16,8 25 2-16,2 6 30 0,14 1 8 15,13 0-11-15,11-5-10 16,2-9-10-16,23-5-2 15,17-7-4-15,15-10-3 0,12-5-2 16,5-20 2 0,1-11-56-16,-9-3-74 0,-9-5-148 0,-11-4-73 31,-12-5-163-31</inkml:trace>
  <inkml:trace contextRef="#ctx0" brushRef="#br0" timeOffset="-139406.6">23982 14066 1386 0,'0'0'15'16,"0"0"-1"-16,0 0 171 0,20 100-1 16,-17-64-108-16,4-2-62 15,-2 1-11-15,-2-8-3 16,0-1-1-16,-3-7-67 16,0-5-170-16,-2-10-142 15,-11-4-444-15</inkml:trace>
  <inkml:trace contextRef="#ctx0" brushRef="#br0" timeOffset="-139258.28">23891 13896 1406 0,'0'0'64'16,"0"0"-61"-16,0 0-1 16,0 0 1-16,0 0-3 15,0 0-144-15,-1-25-122 16,28 56-142-16</inkml:trace>
  <inkml:trace contextRef="#ctx0" brushRef="#br0" timeOffset="-138919.65">24362 13902 1505 0,'0'0'109'0,"-84"48"-103"16,47-13 99-16,8-1 36 16,11-4-106-16,13-3-24 15,5-7-9-15,4-8-4 16,15-5 1-16,11-7 0 16,3 0-3-16,7-17-12 15,-4-5-7-15,0-4 17 16,-5 3 5-16,-4 5 2 0,-2 6 9 15,-2 10 41 1,4 2-1-16,-2 2-9 16,2 23-30-16,-3 5-11 15,-6 9-2-15,-5 7-5 16,-9 6-90-16,-4 0-295 0,-16-2-803 16</inkml:trace>
  <inkml:trace contextRef="#ctx0" brushRef="#br0" timeOffset="-137664.58">25342 13997 732 0,'0'0'80'16,"0"0"-72"-16,-17-96 92 15,17 59 0-15,0 7 34 16,0 8-20-16,0 7-31 15,0 7-7-15,0 5-17 0,0 3-39 16,12 0-14 0,9 14-5-16,8 14 59 15,5 10 9-15,4 8 10 16,-2-3-36-16,0-3 5 0,0-11-20 16,0-9 9-16,7-14-28 15,6-7 9-15,14-40 11 16,16-33-4-16,17-23-5 15,17-24-2-15,14-19-9 16,10-13 2-16,5-6-6 16,-3-3 1-16,-7 10-6 15,-21 23 0-15,-28 33-63 0,-31 35-162 16,-40 30-308 0</inkml:trace>
  <inkml:trace contextRef="#ctx0" brushRef="#br0" timeOffset="-136788.33">18125 17637 1065 0,'0'0'11'15,"0"0"-11"-15,0 0 59 16,0 0 76-16,0 0 22 16,0 0-57-16,-30-50-57 15,36 76-29-15,12 12 124 0,9 15-5 16,-5-3-91-16,1 5-12 15,-7-5-3-15,-3-8-14 16,0-6-10-16,-4-6-3 16,-5-9 0-16,2-9 0 15,-5-8-45-15,-1-4-55 16,0 0-58-16,-14-20-87 16,-18-9-270-16</inkml:trace>
  <inkml:trace contextRef="#ctx0" brushRef="#br0" timeOffset="-136608.54">17769 17697 1398 0,'0'0'23'16,"0"0"-18"-16,35-73-5 16,11 30 91-16,12 0-1 0,11-2-46 15,2 3-27-15,-4 9-9 16,-9 14-8-16,-12 13-51 15,-13 6-155-15,-20 13-144 16,-13 28-391-16</inkml:trace>
  <inkml:trace contextRef="#ctx0" brushRef="#br0" timeOffset="-136076.52">17989 18186 1463 0,'0'0'103'0,"0"0"-98"0,0 0-5 16,0 0 18-1,93-96-18-15,-29 33-9 16,5-5-71-16,-1 1-94 16,-8 6-52-16,-8 13-64 15,-3 7 1-15,-10 12-21 16,-12 9 248-16,-13 11 62 16,-10 2 342-16,-4 4-45 15,0-6-100-15,-2-1-13 16,0-3-36-16,2-5-42 15,4 3-23-15,19 1 7 16,9 10-3-16,5 4-12 16,-2 4-31-16,-4 18-18 0,-6 5 1 15,-5 0-13 1,-7-5-4-16,-4-4-5 0,-4-6-2 16,-2-9-3-16,-2-3 0 15,-1 0 0-15,2-17 7 16,2-17-6-16,3-10-1 0,4-2-2 15,3-1 2 1,5 4 0-16,8 6 1 16,4 6-1-16,3 10 0 15,-1 19 1-15,-4 2 0 16,-6 13 0-16,-4 15-1 16,-3 6 7-16,0-1-3 15,1 0-3-15,0-3-1 16,0-3-6-16,1-5 2 15,0-4-38-15,3-10-54 0,-1-8-40 16,0 0-23-16,4-20-75 16,-4-17-74-16,-4-8-39 15</inkml:trace>
  <inkml:trace contextRef="#ctx0" brushRef="#br0" timeOffset="-135230.58">19275 16698 1228 0,'0'0'125'0,"0"0"-43"16,0 0 54-16,0 0-36 16,0 0-79-16,0 0 59 15,78 128-8-15,-33-61-46 0,-2 7 8 16,2 2 17 0,-6 4-20-16,-7-9-24 0,-3-3 2 15,-2-9-4-15,-8-13-5 16,-3-15 0-16,-3-13-2 15,-8-11 2-15,-2-7-3 16,-3 0-8-16,0-17 2 16,-19-9-42-16,-14-5-3 15,-10 6 50-15,-9 11-13 16,-8 14-8-16,5 7 25 0,10 25 5 16,9 8 20-16,14 1 16 15,14-6-12-15,8-8-8 16,6-10-10-16,29-10-3 15,13-7 4-15,11-7-7 16,9-22-4-16,0-9 0 0,-4-10-2 16,-6-1-1-1,-10-3-10-15,-10 2-5 16,-10 5-3-16,-11 5 13 16,-7 5 6-16,-6 9 1 15,-4 5 1-15,0 7 0 16,0 2 3-16,0 5-1 15,-3 3-3-15,2 2 1 0,1 2-1 16,0 0 0 0,0 0-2-16,0 0-3 15,0 0 1-15,1 0 4 16,8 2 0-16,-2 1 0 16,-2-2 0-16,-1 2 0 0,-1-3 0 15,-1 2 0-15,-1-2 0 16,-1 0 0-16,2 0-1 15,-2 0 1-15,0 0 0 16,0 0 1-16,1-15 1 16,-1-5 1-16,0-2-2 15,0 1 0-15,0 5 0 16,-6 2 2-16,-4 3-1 16,-1 2 1-16,1 4-3 0,2-1 0 15,5 5 1-15,2 1 0 16,-1 0 0-16,2 0-1 15,0 3-4-15,3 15 4 16,11 9 9-16,7 4 5 16,4 0-5-16,3-1-2 15,7-2-1 1,4-6 1-16,4-7-2 0,3-5 2 16,6-10-6-16,-4 0 1 15,-5-6-2-15,-8-12 0 16,-16 0-8-16,-10-4-64 15,-9-6-77-15,-15 1-144 16,-21-6-157-16</inkml:trace>
  <inkml:trace contextRef="#ctx0" brushRef="#br0" timeOffset="-135088.53">19762 16709 1492 0,'0'0'0'0,"0"0"-45"15,0 0 45-15,0 0 0 0,0 0-3 16,104-26-229 0,-58 26-298-16</inkml:trace>
  <inkml:trace contextRef="#ctx0" brushRef="#br0" timeOffset="-134748.43">20746 16756 1206 0,'0'0'113'0,"0"0"88"15,-110 0 45-15,55 27-91 16,1 8-90-16,8-2-31 16,15-3-13-16,14-9-15 15,13-6-6-15,4-8 0 0,3-2 0 16,21-5-5-1,10 0 2-15,14-12-9 16,4-10-4-16,2 0 4 16,-2 5 1-16,-5 12 8 15,-5 5-1-15,-1 0 4 16,-4 14 11-16,0 8 6 0,-3 3-11 16,1-3-5-16,2-2-1 0,2-6 0 15,4-2-21 1,1-8-136-16,3-4-195 15,-2-3-108-15</inkml:trace>
  <inkml:trace contextRef="#ctx0" brushRef="#br0" timeOffset="-134500.66">21721 16355 1104 0,'0'0'731'0,"0"0"-731"0,0 0 0 16,0 0 45-16,7 94 55 16,2-47-57-16,6 2-24 15,4-2-14-15,2-2-5 16,2-6 0-16,-1-9 0 16,-3-6 0-16,-8-11-59 15,-8-7-90-15,-3-6-160 16,-30 0-131-16</inkml:trace>
  <inkml:trace contextRef="#ctx0" brushRef="#br0" timeOffset="-134342.46">21257 16442 1605 0,'0'0'53'16,"0"0"-53"-16,18-105 7 15,25 58 59-15,17-4-35 0,10 2-31 16,4 11-2-16,-5 19-75 15,-18 19-127-15,-23 32-216 16</inkml:trace>
  <inkml:trace contextRef="#ctx0" brushRef="#br0" timeOffset="-134218.08">21564 16869 1273 0,'0'0'251'0,"0"0"-228"0,0 0 57 15,0 0 24-15,118 33-18 16,-52-74-77-1,13-12-9-15,4-6-133 0,4 6-113 16,-8 3-90-16,-7 10-333 16</inkml:trace>
  <inkml:trace contextRef="#ctx0" brushRef="#br0" timeOffset="-132324.9">21505 16933 1165 0,'0'0'95'0,"0"0"-92"0,0 0-3 15,0 0 29-15,0 0 25 16,0 0 18-16,62-48-17 15,-41 5-36-15,0-13 1 16,-3-12 3-16,-2-10-8 16,-8-13-7-16,-8-3-2 15,0-7-4-15,-13-4 0 16,-16 4-1-16,-10 5 1 16,-7 11 3-16,-6 12 5 15,1 22-9-15,3 14 19 0,8 25 48 16,8 12-6-16,10 18-48 15,13 37-4-15,9 26-3 16,2 29 25-16,26 17 6 16,6 5 4-16,8-6-10 15,4-15 7-15,4-19-8 16,0-18-12-16,4-21-9 16,-3-15-4-16,-1-22-3 15,1-16-3-15,2-4 4 16,0-30-2-16,-8-12 0 0,-11-10-2 15,-19 3-6 1,-13 3-5-16,-2 15 2 16,-11 11 7-16,-8 14 2 15,-2 10-1-15,3 3 1 16,2 20-4-16,5 8 4 16,11 1 4-16,0-6-1 0,12-5-1 15,17-9 0-15,6-7-2 0,7-5 0 16,3-10 1-1,-2-15 0-15,-4-4 0 16,-12-2 0-16,-12 5 0 16,-12 4 0-16,-3 2 0 0,-5 3 1 15,-11 2-1 1,-2-2-2-16,1-2 1 16,1-3-5-16,5-10-13 0,7-9-12 15,4-8-27 1,0-4 5-16,10 8 17 15,13 14 21-15,2 15 11 16,4 16 3-16,4 17 0 0,4 24 13 16,-2 9 26-16,3 0 8 15,-5-4-1-15,-2-10-22 16,2-5-5-16,-2-9-11 16,2-9-2-16,-3-11-4 15,0-2 2-15,-2-14-4 16,-3-17 2-16,-4-12-2 15,-7-7 0-15,-8-6-7 16,-6 2 4-16,0 4-3 16,0 16 6-16,0 15 0 15,-5 12 0-15,4 7 0 16,1 0 0-16,0 14-2 16,10 10 2-16,14 5 12 15,6-3-11-15,7-8 2 0,9-8-2 16,4-10 0-16,5-4 1 15,-2-21-2-15,0-10 0 16,-7 1 1-16,-13 5 0 16,-11 8-1-16,-13 11 1 15,-7 7 2-15,-2 3-2 16,0 0 0-16,0 11-1 16,1 16 5-16,8 4 10 15,5 2-9-15,12-6-6 16,12-10 0-16,12-8-5 0,11-9-23 15,8-2-71-15,6-22-142 16,2-13-164-16,-3-5-263 16</inkml:trace>
  <inkml:trace contextRef="#ctx0" brushRef="#br0" timeOffset="-132166.4">23913 15698 417 0,'0'0'1329'0,"0"0"-1296"0,0 0-30 0,0 0 148 15,46 82-84 1,-31-46-29-16,2 2-29 0,4-8-9 16,-3-4 0-1,-3-9-15-15,-7-7-75 0,-8-7-167 16,-6-3-184 0,-29 0-125-16</inkml:trace>
  <inkml:trace contextRef="#ctx0" brushRef="#br0" timeOffset="-131946.04">23657 15781 1415 0,'0'0'194'0,"0"0"-179"16,21-101-12 0,24 61 12-16,16 2-11 15,6 9-4-15,-3 12-54 16,-11 17-108-16,-16 6-15 0,-16 37 58 16,-17 18 73-1,-4 12 46-15,-4 8 16 0,-10-3 101 16,6-14 30-1,8-14-34-15,0-19-11 0,31-18-41 16,13-13-2-16,16-8-59 16,12-25-25-16,5-13-284 15,-2-6-208-15</inkml:trace>
  <inkml:trace contextRef="#ctx0" brushRef="#br0" timeOffset="-130888.16">24673 14976 1233 0,'0'0'0'16,"0"0"-19"-16,-117-51 19 0,57 38 16 15,-15 3 24 1,-11 5-11-16,-11 4 32 0,-9 1-23 16,-9 0 2-1,-9 2-8-15,-10 12-6 16,-4 5-4-16,1 5 2 16,-5 4-4-16,4 4-10 0,2 0 5 15,0 1 4-15,-1-1-8 16,0 1-11-16,-8-1-1 15,-4 0-2-15,-9-3 1 16,-8 4 2-16,-4 1-1 16,0 1 1-16,-2 4 1 15,3 3 1-15,-5 2 2 16,-6 9 7-16,-13 3-7 16,-4 6-2-16,-4 6 4 15,-10 4 0-15,-2 8 7 16,-9 5-13-16,-9 8 2 15,2 7 6-15,5 5-8 16,9 4 4-16,13-1 28 16,9 4 25-16,8 3-14 15,12 3-9-15,14 1-8 16,8 3-22-16,13 3-4 0,5 2 0 16,6-3 0-16,9 0 0 15,13-11 0-15,17-6 4 16,20-7-3-16,19-10 1 15,16-8 3-15,22-6 0 16,11-5 4-16,9 3-9 16,29 2 4-16,11 4-3 15,13-2-1-15,19-1 0 16,17-14 0-16,23-6 3 16,23-12 0-16,21-13 0 0,20-5 0 15,17-13-2 1,19-7 2-16,12-7-3 0,11-5-2 15,14-23 2-15,10-13 0 16,11-13 0-16,12-14-1 16,3-11-3-16,10-9 4 15,4-4 3-15,4 1-3 16,1-1-2-16,0 0 2 16,-4-1 1-16,-6-3-1 15,-5-3 0-15,-6-1 0 0,-8-8 0 16,-8-7 0-1,-10 0 0-15,-18-3-1 16,-16 0 2-16,-19 5 4 16,-17 2-5-16,-19-3-1 0,-20-5-5 15,-17 0 5 1,-22-6 0-16,-21-6 0 16,-21-4 1-16,-19-5-2 0,-20-3 2 15,-13-1 1-15,-18-7 0 16,-6 1-1-16,-13-1 0 15,-26-2 1-15,-10 9 1 16,-20 9 1-16,-18 21 12 16,-18 17 31-16,-21 22 1 15,-16 23-20-15,-17 22-27 16,-19 26 0-16,-20 8 0 16,-20 35-163-16,-25 15-479 15</inkml:trace>
  <inkml:trace contextRef="#ctx0" brushRef="#br0" timeOffset="-86762.5">19830 3064 707 0,'0'0'26'16,"0"0"-26"-16,0 0 1 16,0 0-1-16,0 0 2 15,0 0 22-15,0 0 1 16,0 0 87-16,-35-70-45 0,20 61 3 16,-6 1-67-16,-9 2 1 15,-12 4 5 1,-13 2-7-16,-12 0 10 0,-12 0-1 15,-11 11-7 1,-5 5 3-16,-5 5-7 0,-5 1-1 16,-6 1-1-1,-6-2 2-15,-5 0 3 0,-5 1 4 16,-6 0 0-16,-1 5-4 16,-9 0 1-16,1 3 1 15,-6 2-2-15,-1 0-2 16,0 0 1-16,-6 1-2 0,-2-2 0 15,3 0 0 1,4 2 0-16,5 3 5 0,5 6-6 16,0 2 1-1,2 4-5-15,0 0 5 0,0-5 1 16,4 2-1 0,1-4-1-16,5-2 1 15,4 4 2-15,11-1-2 0,5 2 0 0,8 1-1 16,6-1 1-1,2-1-2-15,-1 0 2 0,-1 3 0 16,-4 1 0 0,-1 0 1-16,4 2-1 15,5 0 0-15,10-1 0 16,7-2 2-16,12-4-1 16,7-1 11-16,12 5-8 0,8 7 9 15,2 11-1-15,3 9-5 16,0 3 3-16,1 10-3 15,4 0-7-15,6-3 1 16,8-4 2 0,10-13-1-16,0-12-1 0,28-11 1 15,15-7 0-15,14-7 1 16,13-3-2-16,13-3 5 16,6-4-1-16,9-4-5 15,7-3 0-15,9-6 2 16,10 0-1-16,8-1 0 15,4 2 6-15,5 4-7 16,11 5 5-16,8 3 0 16,11 3-3-16,10-4-2 15,-2-4-3-15,2-7 3 16,-7-5 1-16,3-2 0 0,1-6 4 16,8-15-3-16,5 1-2 15,-6-4 0-15,-1 4 0 16,-9 1 1-16,-5 1-1 15,-3 3 3-15,-5-2-3 16,-5 3-1-16,-10 0-1 16,-9 0 2-16,-8 1 0 15,-9-3 0-15,-3 2 1 16,1-4-1-16,3 0 1 0,4-5-1 16,5 0 0-16,-1 1 0 15,-3-2-2-15,-5 3 2 16,-9 0-2-16,-10 1 2 15,-6 2-2-15,-9-2 2 16,0 0 1-16,5-2-1 16,8-3 1-16,4-1-1 15,9-5-2-15,4-3 1 16,3-1-2-16,6-3 2 16,-2-1 0-16,-3 3-2 15,-5-4 3-15,0 0 1 16,-4 3-1-16,0-2-1 15,-5-1 0-15,0 1-6 16,-2-1-1-16,-4-3 5 0,1 0-3 16,-8-2 3-1,-7 2 0-15,-2 2 2 0,-5 0 0 16,-2 1 1-16,-1 3 0 0,1-3-1 31,3 2 1-31,2-3 0 0,-2-3 0 0,-3-2 0 16,-2-1-2-1,1-4 0-15,1-4 2 0,-4 0-2 16,-2-3-6 0,-6-2-2-16,-6-5 1 15,-4 0-1-15,-8 0 7 16,-4 7 3-16,-3 4 0 16,-2-3 1-16,-4 1 0 15,-5-1 6-15,-8-1-2 16,-6 1 8-16,-2-1-11 15,-3 2 4-15,-3-1-3 0,-3 2 0 0,-6 1 1 32,0 4-1-32,0 1 6 0,-16 6 5 15,-11 4 3-15,-14 5 2 16,-15 1-4 0,-20 6-10-16,-18 2-5 0,-14 4 2 15,-10 5-4-15,-1 4 4 16,3 0-1-16,5 2 0 15,1 1 3-15,0 3-1 16,-7 2-3-16,-10 4 0 16,-13 0 0-16,-21 0 5 0,-21 4 0 15,-22 13-3 1,-16 9-1-16,-10 6 2 0,-4 5-1 16,3 1-3-16,4 2 1 15,14-4 0-15,17 4 7 16,16-1-4-16,6 2-3 15,5 1 8-15,-7 0-4 16,-5-2 0-16,-1 1-2 16,0-4 2-16,9-1 1 15,5-1-5-15,8 0-1 16,5-3 1-16,6-3 7 16,13-3 1-16,16-1 0 15,16-5 3-15,11-1 13 16,10-5 3-16,1-2-18 15,3 6-4-15,-3-2 4 16,-3 7-8-16,-5 0 6 0,6 2 0 16,6 0 1-1,9 2-6-15,11 4-2 0,7 9-1 16,11 10-61-16,8 10-91 16,6 5-110-16,3-3-309 15</inkml:trace>
  <inkml:trace contextRef="#ctx0" brushRef="#br0" timeOffset="-82836.31">14222 3595 715 0,'0'0'63'0,"0"0"6"16,0 0 29 0,0 0-18-16,0 0-12 15,38-80-17-15,-21 64-4 16,4-1-19-16,-1 6 8 16,-5 3-24-16,-2 4-11 0,-5 2-1 15,-4 1 0-15,-4 1 0 16,0 0 1-16,-3 1-1 15,-24 20-2-15,-12 10 2 16,-8 8-1-16,2 1 1 16,6-2 0-16,11-4 1 15,4-6-1-15,5-6 0 0,2-3-1 16,5 0 1 0,3-4 0-16,3 4 3 15,3 3-6-15,2 5 6 16,1 5-3-16,0 1 13 15,0 0-6-15,0 1 6 0,4-5-5 16,4-4-5-16,-2-4 0 16,1-6-2-16,-3-7-1 15,-2-2 1-15,1-6 1 16,-1 0 0-16,1 0 7 16,6-12 2-16,7-11-7 0,6-11-4 15,8 2 0 1,3 1 0-16,4 5 0 15,4 6 0-15,-1 9 0 16,-3 11-4-16,-4 0 1 16,-6 22-2-16,-9 10 5 15,-7 7 8-15,-9 4 15 16,-2-3-7-16,-2-3 14 0,-14-4 0 0,-8-3-17 16,-2-2-1-1,-6-3-5-15,-2-6-6 0,4-6-1 31,6-10-14-31,8-3-48 0,10-8-39 16,6-21-96-16,0-12-127 16,10-10-278-16</inkml:trace>
  <inkml:trace contextRef="#ctx0" brushRef="#br0" timeOffset="-81435.94">14743 3542 1034 0,'0'0'33'0,"0"0"-26"0,0 0-7 0,0 0 0 15,0 0 37-15,0 0 89 16,51 90-25-16,-41-30-42 16,1 2-36-16,-1-6-14 15,3-7-2-15,1-10-5 16,-2-8 0-16,-3-7 0 15,-2-6 0-15,-1-7-4 16,-3-7 1-16,3-4-1 16,0-8-20-16,5-21 3 15,2-10-31-15,2-4 12 16,0-1 10-16,-2 5 5 16,-1 8 22-16,0 10 1 0,-4 10 1 15,-2 7 9-15,1 4-10 0,5 0 0 16,3 6 15-16,4 5 10 15,2-2 3 1,-3 0-24-16,-2-4-2 16,-4-2 6-16,2-3-1 15,-2 0 6-15,-2-14-4 16,0-11 0-16,0-8-2 0,-6-7-5 16,-2-3-1-16,-2 1-1 15,0-1 0 1,0 7-1-16,3 6 0 0,-2 10 1 15,2 10 0-15,-3 7 0 16,2 3-3-16,3 2-14 16,3 13 13-16,2 4 4 15,7 3 1-15,-2 1 1 16,4-2-2-16,3-5 1 16,1-5 1-16,4-5-1 0,0-6 3 15,-2 0-1 1,0 0 0-16,-4-4 0 0,-6-2-1 15,-6-1 0 1,-9 3-1-16,0-4 0 0,-17 0-1 16,-11-4-23-1,-3 0 4-15,-1 1 11 16,6-6 3-16,3-2-5 16,8 1 3-16,4-2-18 15,3 5 4-15,2 4 3 0,1 4 17 16,0 1 0-16,3 5 1 15,-1 0-1-15,2-1 1 16,1 0-1-16,0 2 1 16,0 0 0-16,0 0-1 15,0-4-5-15,14-5 5 16,12-5 1-16,3-3 1 16,3-1-1-16,1 0 0 15,3 2 1-15,-2 8-1 16,3 8 0-16,-1 0 4 0,-3 10 1 15,-5 11 15-15,-5 3-13 16,-7 0-3 0,2-5-2-16,-2-7-2 0,1-6 0 15,2-6-12-15,2-6-43 16,2-21-85-16,-4-13-105 16,-4-7 46-16,-2-4 21 15,-7-3 144-15,0-2 34 16,-1 6 114-16,-2 6 49 0,4 11 29 15,-1 12 9-15,-1 12-75 16,1 9-38 0,1 0-68-16,8 13-16 0,3 12 25 15,3 6 0 1,-1 2-21-16,-4 2-5 0,-3-1-3 16,-7 2 3-16,-6 0-1 15,0-4 2-15,-5 0-3 16,-12-3-1-16,0-3 1 15,-1-6 3-15,6-3-4 16,5-9 0-16,4-3 0 0,3-5 0 16,0 0-1-1,0 0 1-15,0 0 2 0,18-11-2 16,8-10 0-16,10-6-1 16,0-1-9-16,-1 1-20 15,-3-1 5-15,1-2 19 16,3-1-3-16,-3-1 2 15,-9 2 3-15,-10 1 2 16,-10-1-2-16,-4 3-14 16,0-2-5-16,-4 9-7 15,-2 5 25-15,1 10 5 16,2 5 0-16,3 1 0 16,0 21-1-16,0 12 1 15,5 5 12-15,15 1-2 16,5-1-4-16,2-6-4 15,1-3-1-15,-4-1-1 16,-7-3 0-16,-9 4-15 16,-8 0-130-16,-16-2-196 15</inkml:trace>
  <inkml:trace contextRef="#ctx0" brushRef="#br0" timeOffset="-80923.83">14175 4445 771 0,'0'0'2'0,"132"-36"-2"0,-24 1-2 16,22-8 2-16,19-15 8 15,12-4 106 1,10-3 13-16,4-2-56 0,4 5-14 16,3 0-35-16,0 2-8 15,-3-6-11-15,-15-6 4 16,-12-5-2-16,-18-5 2 16,-18-3-1-16,-17-2 4 15,-21-5 3-15,-20-5 12 0,-28-2 10 16,-27-2 0-1,-17 3-9-15,-41 4-7 16,-30 7-16-16,-35 14-3 16,-40 16-3-16,-46 28 3 0,-43 29-6 0,-35 39 6 31,-31 43 0-31,-29 40-9 0,-14 30 2 16,0 23 7-16,21 15 3 15,53 14 40-15,71 0 22 16,72-6-19-16,80-15-28 0,61-22-18 15,51-31 0 1,66-34 0-16,39-35-4 0,32-37-6 16,24-24-21-1,16 0-51-15,2-24-97 0,-17-21-354 16</inkml:trace>
  <inkml:trace contextRef="#ctx0" brushRef="#br0" timeOffset="-78796.47">30495 9192 682 0,'0'0'151'15,"0"0"-84"1,0 0 87-16,0 0-54 16,0 0-6-16,0 0-35 0,0 0-5 15,-57-4-17-15,50 4-11 16,-5 5-15-16,-3 6-4 15,4 3 17-15,4-4-1 16,7 5-6-16,0-1-12 16,0 0 0-16,20 3 14 15,8-1-11-15,9 4 19 16,9-1 43-16,1 1-43 16,-3 5 1-16,-8-1 5 15,-11-4-19-15,-11-1-12 16,-7-5 2-16,-7 0-1 15,-2 3-1-15,-23-1 2 16,-9 0-4-16,-11-7-120 16,2-8-20-16,0-1-74 15,0-5-72-15,1-16-204 16</inkml:trace>
  <inkml:trace contextRef="#ctx0" brushRef="#br0" timeOffset="-78688.39">30389 9237 995 0,'0'0'62'0,"0"0"-57"16,128-99 83-16,-73 65 0 0,-7 8-58 16,-5 5-30-1,-7 9-10-15,-3 5-149 16,-2 4-193-16</inkml:trace>
  <inkml:trace contextRef="#ctx0" brushRef="#br0" timeOffset="-78121.02">30977 9026 1059 0,'0'0'158'15,"0"0"-138"-15,0 0 107 16,0 0-15-16,0 0-61 16,0 0 7-16,-27 100 27 0,24-54-64 15,3-2-12 1,1-6 3-16,20-5-6 0,0-8-6 15,2-8-1 1,-1-8 1-16,-4-4 0 0,0-5 0 16,-5-6-1-1,2-17 0-15,-6-10-20 16,-1-7-18-16,-4-4-18 0,0-2 47 16,-1 1-41-16,0 4 12 15,3 9 39-15,-3 15-1 0,0 8 1 16,1 6 2-1,-3 3-2-15,6 0-5 16,2 18 5-16,5 9 16 16,5 4 6-16,0 3 5 0,1-3-20 15,4-2 12 1,3-7-2-16,1-5-7 0,2-6-1 16,-1-7-4-16,0-4 2 15,-5 0 0-15,-3-2 4 16,-7-12 5-16,-6-5 0 15,-8-6-5-15,0-2 12 16,-21 0-10-16,-12 3-9 16,-4 6 8-16,-6 6-8 15,6 5-2-15,8 4-1 16,11 3-1-16,7 0-10 16,8 3-94-16,3 12-80 15,1-3-121-15,21-4-164 16</inkml:trace>
  <inkml:trace contextRef="#ctx0" brushRef="#br0" timeOffset="-77138.08">31762 8832 694 0,'0'0'656'0,"0"0"-656"15,0 0 0-15,0 85 86 16,0-43 17-16,0 3-38 16,11-3-19-16,1-2-34 0,5-7-4 15,-2-3-7-15,-1-10-1 16,-1-6 0 0,-4-5-2-16,-3-7-28 0,-1-2-39 15,0-2 15 1,1-21 31-16,0-8-43 15,2-1 44-15,-3 6 7 0,-2 8 4 16,0 11 11-16,-1 5 46 16,1 2-7-16,3 0-20 15,7 6 7-15,4 9 26 16,3-1-41-16,4-1 3 16,-1-1-5-16,1-4-2 0,-1-5-1 15,3-3 1 1,-4 0-3-16,-2-2-1 15,-7-13 2-15,-1-4 0 16,-9-3 1-16,-3-5-3 0,0-2-3 16,-5-1 0-1,-8 1-37-15,4 6 16 0,3 2 16 16,6 5-5 0,0 1-14-16,0 7-6 0,8 2 21 15,8 0 2-15,-3 6 7 16,2 0-4-16,-3 0-2 15,0 10 6-15,2 11 3 16,-2 5 2-16,2 5 11 16,-2-1 27-16,5-3-11 15,1-7-9-15,1-6 20 16,2-6-17-16,2-5-4 0,-1-3-12 16,-3 0-1-16,-7-7-1 15,-9-6-3-15,-3-1 7 16,-11-2-4-16,-20 0-8 15,-9 5-5-15,0 1 4 16,5 2 1-16,13 4 0 16,10 0 2-16,6-2-2 15,6-3-2-15,0-6-8 16,3-4-17-16,14-7-17 16,3-4-10-16,-2-1 0 15,-4 0 15-15,-11 1 18 0,-3-1 13 16,0 4-19-1,-11 6-13-15,-7 7 40 16,-1 5 6-16,0 5-2 16,4 2 10-16,4 1 42 15,8 1-35-15,3 0-17 16,0 0-4-16,0 0-2 16,3 0-8-16,18 0 3 0,9 0 7 15,6 0 7-15,0 0-5 16,-2 0-2-16,0 14 3 15,-2 6 11-15,-7 5 17 16,-4 5 9-16,-6 0-5 16,-4 1-4-16,-1-1-21 15,-1-5-4-15,-2-4-6 16,0-6 0-16,-2-5-5 0,-1-5-86 16,-1-5-28-1,2 0-82-15,1-15-28 16,1-16-205-16</inkml:trace>
  <inkml:trace contextRef="#ctx0" brushRef="#br0" timeOffset="-76788.27">32624 8406 1196 0,'0'0'19'0,"0"0"-18"15,28 88 83-15,-15-44 33 16,-2 3 22-16,3 0-63 15,-1 0-36-15,1-5-16 16,0-7-14-16,-2-9-4 0,1-7-4 16,-5-8-1-1,-2-5-1-15,-4-6-2 0,-2 0 0 16,0 0 1 0,-11-11-8-16,-14-1-70 0,-8 4 44 15,-5 6 16-15,4 2 17 0,6 2 2 16,4 15 15-1,8 3 23-15,8 0 13 0,5 4-24 16,3-5-17 0,0-1-8-16,19-4-2 15,10-5-2-15,7-9-54 16,4 0-91-16,2-17-104 0,0-10-76 16,-10-7-228-16</inkml:trace>
  <inkml:trace contextRef="#ctx0" brushRef="#br0" timeOffset="-76588.61">32872 8663 1135 0,'0'0'85'0,"0"0"-43"16,0 0 76-16,0 0-63 15,0 0 48-15,0 0-37 16,16 103 6-16,9-70-9 16,-1 0-26-16,0-3-26 15,-3-4-10-15,-6-3 1 0,-5-8-4 16,-4-3-15-1,-4-7-105-15,-2-5-62 16,0 0-45-16,-9-11-132 16,-3-17-401-16</inkml:trace>
  <inkml:trace contextRef="#ctx0" brushRef="#br0" timeOffset="-76418.64">32961 8706 921 0,'0'0'445'15,"0"0"-432"-15,0 0 8 16,-37 82 121-16,18-37-1 15,-1 6-49-15,-1 0-53 16,4 0-29-16,1-5-8 16,3-4-2-16,-2-6-3 15,3-9-86-15,2-7-67 0,2-14-43 16,4-6-107 0,2-12-306-16</inkml:trace>
  <inkml:trace contextRef="#ctx0" brushRef="#br0" timeOffset="-75556.42">32919 8070 606 0,'0'0'356'16,"-110"2"-356"-16,38 16 1 0,-11 5 14 15,-13 5 42 1,-7 1-7-16,-7 2-17 16,-8 3-15-16,-9 1 6 15,-9 3-16-15,-10 3-3 0,-7-4-1 16,-3-1 0-16,0-1 5 16,-1-4-3-16,5-1-4 15,10-8 0-15,14-5 48 16,14-3 33-16,15-2-19 15,15 1-19-15,6 3 11 16,14 2-17-16,8 6-18 16,9 4 13-16,13 6-2 15,12 7 9-15,8 6-32 16,8 6 7-16,5 8-5 16,1 3 0-16,-2 11 2 0,-4 2-5 15,0-3 1 1,-2 1-1-16,1-2-6 0,4-1-2 15,0-4 1 1,3-4 1-16,0-9 2 0,0-8-2 16,3-8-1-16,12-11-1 15,3-7 1-15,6-5-1 16,9-7 1-16,9-9 2 16,13 0-3-16,15-16 0 15,23-15 4-15,20-9-3 16,20-5-1-16,14 1 0 15,9-4-4-15,3 3 4 16,1 4 0-16,-4 4 2 16,3 2 0-16,-3 3 0 0,-1 3-2 15,2 6-3 1,-3 1 2-16,1 2-1 0,-1 0 2 16,-10-1 1-16,-3 7 1 15,-4-1 0-15,-9 6-2 16,-3 2 0-16,-13 0-2 15,-16 2 0-15,-18-1 1 16,-19 2 0-16,-8-1 1 0,-12-4 0 16,-5-1 0-1,-1-7 0-15,0-2 2 16,-6-6-2-16,-7-8 3 16,-9-5-1-16,-8-9 3 0,4-8-1 15,-7-8-1-15,0-11 0 16,0-5 2-1,-15-2 6-15,-25 1 12 0,-23 3-12 16,-23 5 9 0,-13 10-11-16,-9 17-6 0,-10 16-3 15,2 21-92-15,3 8-177 16,9 0-440-16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08:06.3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11422 9110 964 0,'0'0'45'0,"0"0"-41"16,0 0-4-16,0 0 0 15,0 0 0-15,-94-55 1 16,72 49 0-16,5 0 51 15,2 0-41-15,9 1 92 16,6 2-55-16,0 0-37 16,2 2-11-16,24 1-25 0,15-3 25 15,20-1 9 1,16-2-7-16,13-5-1 0,16-3-1 16,15-1 4-16,12-4-1 0,14 1-3 15,9 0-1 1,3 2-1-16,8 5 3 0,-3 1-4 15,9 1 3 1,8-4 0-16,19-4 1 16,22-11-1-16,15-6 0 15,16-3-1-15,12-6 2 16,12-2-1-16,9-3 2 16,0-2-2-16,5 1 0 15,-3 3 0-15,0-1 0 0,1 5-1 16,-4-2 1-16,-4-2 6 15,-1 1-5-15,-1-4-1 16,-7 2 1-16,-1-1 1 16,-4-1-2-16,-6 4 13 15,-5 3-3-15,-18 3 10 16,-15 6-2-16,-18 5-6 16,-17 7-4-16,-12 7-1 15,-19 2-7-15,-15 4 1 16,-17 3-1-16,-14 1 0 15,-13 2 0-15,-8-3 0 16,-10 0 2-16,-10-2-2 0,-12-2-2 16,-20 4-27-1,-20-1-29-15,-18 3-31 16,-38 1-55-16,-30 0-829 0</inkml:trace>
  <inkml:trace contextRef="#ctx0" brushRef="#br0" timeOffset="2260.91">11216 8997 806 0,'0'0'38'0,"0"0"-21"16,0 0-1-16,0 0 37 0,0 0-31 15,0 0 10-15,-6-23 8 16,6 23-20-16,0 0-14 16,5 6-3-16,5 13 34 15,3 7 4-15,-5 8-21 16,-5 10 7-16,-3 8 7 16,0 11 4-16,0 9-17 15,0 7-3-15,-5 3 0 16,1 2-6-16,2 0-3 15,1 4-3-15,1 4 4 0,0 1 7 16,0 2 8-16,0 1-6 16,0 0-1-16,6 5-4 15,1 0 2-15,2 0-8 16,-4 1-1-16,-2-2-1 16,-2-3 5-16,-1-3-9 15,0-1 21-15,0-5-6 16,0-5-4-16,0-4-4 15,2-5-3-15,1-4 0 16,0-2-2-16,1-1 1 16,1 0 4-16,2-1 3 15,2-2-5-15,0-5-3 16,3-1 2-16,0-3-1 16,0 2-1-16,1-2-3 0,-1 0 3 15,1-4-4-15,0-2 0 16,1-4 0-16,0-2 0 15,1-3-1-15,4-1 1 16,2-2 0-16,3-2-2 16,0-2 2-16,9-2-3 15,2-3 1-15,6-2 2 16,4-4 2-16,10-1-1 16,4-1-1-16,6-1 3 0,3 5-3 15,7-4 0-15,7 0 0 16,6-2 0-16,15 0-1 15,3-4 2-15,7-3-2 16,8-1 2-16,6-3-1 16,9-3 1-16,10-1 3 15,7-3-1-15,12 0-3 16,4 0-5-16,5-2 3 16,2-6 0-16,4 0 2 0,5-2 1 15,8-1 2 1,8-1-3-16,2-2-2 0,4-5 1 15,2 1-2 1,6-4 3-16,3 1 1 0,4-2-1 16,1 1 0-1,-7 0-3-15,0 3-1 0,-2-3 4 16,-4 4 4-16,3 0-4 0,-5 1-4 16,-8-2 4-1,1 2 0-15,1 0 0 16,2-5 2-16,6-2-2 15,2-1 0-15,-3-4 0 16,-5 0-6-16,-1-1 6 16,-7-1 0-16,-4 0 0 0,-5 2-13 15,-10-1 12 1,-7 0 0-16,-12 2-1 16,-6-2-2-16,-11 1 3 0,-6-1 0 15,-5 1-2-15,-9-1-1 16,-6 1 4-16,-8 1-2 15,-9-1 1 1,-12 1 1-16,-14 0 2 0,-11 5-2 16,-11-3 0-16,-9 3 0 15,-10 0 1 1,-9-2-1-16,-4 0 0 0,-9-5 0 16,-6 1 0-16,-3-5 0 15,0-3 1-15,0-2 0 16,0-5-1-16,-4-4 0 15,-5-2 0-15,-1-5 1 16,-1 1-2-16,-4-6 0 16,0-2 0-16,-3-6-3 15,0-4-6-15,-3-3 8 16,1-4 1-16,-3 0-1 0,2-7 2 16,1-1-1-16,0-1 1 0,1 1 0 15,-2 4 0 1,1-1 1-16,-5 3-1 0,0-4 0 15,-4 0 0 1,0-4 0-16,-1 1 1 16,0-4-1-16,0-1 0 15,2-2 1-15,0-2-1 16,3 0 1-16,1 8 0 16,2 3 0-16,1 5-1 15,-3 5 0-15,-1 1 0 16,1 4 0-16,0 1 1 0,3-1-1 15,3 1 0-15,3 2-1 16,2 2 1-16,3 1 0 16,-4 0 0-16,4 4 0 15,-4-1 1-15,0 3-1 16,-2 5 0-16,0 4 0 16,-1 1 0-16,0 4 0 15,2-1 0-15,-2 4 0 16,4 3 5-16,-2 3-5 15,3 5 1-15,-1 3 4 16,2 0 2-16,1 5-1 16,-2 3-2-16,-2 6 4 15,-8 5-6-15,-11 9-2 16,-28 19-2-16,-44 28-190 16,-61 20-373-16</inkml:trace>
  <inkml:trace contextRef="#ctx0" brushRef="#br0" timeOffset="6248.85">11747 14165 769 0,'0'0'61'0,"0"0"-12"16,0 0 42-16,0 0 44 15,0 0-42-15,0 0 11 16,0 0-17-16,-36-38-13 16,35 38-39-16,1 0-25 0,0 14-9 15,0 19 7 1,0 17 97-16,0 6-39 0,0 5-10 16,0-4-5-16,0-6-2 15,0-5-35-15,0-8 0 16,1-9-7-16,1-2-5 15,1-10-1-15,-3-2-1 16,4-7 0-16,-4-5-6 16,0-3-55-16,0 0-66 15,-7-10-24-15,-14-17-223 16,-8-10-245-16</inkml:trace>
  <inkml:trace contextRef="#ctx0" brushRef="#br0" timeOffset="6463.86">11341 14341 1163 0,'0'0'99'16,"0"0"-95"-16,0 0-2 16,0 0 15-16,84-108 45 0,-15 49 17 15,11-3-30-15,2 4-26 16,-1 7-2-16,-14 13-13 0,-10 14-8 15,-20 11-48 1,-6 13-138-16,-13 0-85 0,-7 8-206 16</inkml:trace>
  <inkml:trace contextRef="#ctx0" brushRef="#br0" timeOffset="7235.23">12114 14377 1046 0,'0'0'38'0,"0"0"-36"16,0 0-2-16,-3-73 69 16,-9 53 27-16,-1 7-62 15,-1 3 35-15,4 8 53 16,-3 2-56-16,2 7 11 15,2 20-60-15,-1 11-4 16,5 5 30-16,5-1-12 16,0-6-7-16,8-5-11 15,8-12-7-15,6-6-6 16,-2-8 5-16,5-5-2 0,2 0 3 16,6-17 6-16,-2-14-7 15,-1-13-5-15,-5-7 0 16,-8-5-7-16,-4-4-22 15,-8-2-14-15,-4 2 2 16,-1 1-50-16,0 6 65 16,0 13 11-16,0 13 11 15,0 14 4-15,0 9 2 16,0 4 7-16,0 1-9 0,-1 25-13 16,-1 11 13-16,2 14 16 15,0 0 3-15,2 4-5 16,11-5 8-16,5-6-14 15,6-6 4 1,-3-9-6-16,4-5-3 0,1-7 4 16,-3-9-4-16,-3-5 1 15,1-3-3-15,-1-5 10 16,4-20 1-16,-3-11-7 16,3-11 1-16,-5-12-6 15,-3-7-3-15,-5-7 2 16,-5-8-2-16,-6-5-22 15,0 1-19-15,-3 5-4 16,-14 11 25-16,-3 12-1 16,1 15 8-16,2 15 16 15,8 13 4-15,3 11 5 16,3 3 11-16,3 23-20 0,0 25 0 16,0 20 58-16,8 17-29 15,7 2-3-15,10-1 19 16,2-6 0-16,4-13-21 0,5-12-2 15,0-10-16 1,6-6-6-16,-3-5-2 0,-1-9 1 16,5-6-101-1,-2-6-157-15,-1-12-149 0</inkml:trace>
  <inkml:trace contextRef="#ctx0" brushRef="#br0" timeOffset="8349.91">13893 14170 1147 0,'0'0'24'0,"0"0"-22"0,0 0 44 16,0 0 6-16,0 0-17 16,-66-89-15-16,64 58-17 15,2 0-2-15,0 1-2 16,14 1 1-16,5 5 0 15,3 7 1-15,1 10 0 0,2 7 2 16,2 4 1 0,0 21 19-16,-5 9 21 0,-7 5-14 15,-4-3 0-15,-8-2-10 16,-2-7-5-16,-1-9-5 16,0-7-4-16,2-6-5 15,-1-4-1-15,1-1 0 16,-1 0 6-16,5-16 8 15,2-11-14-15,5-7-47 16,2-5 37-16,1 6-1 16,1 4-2-16,4 9 8 15,-2 11 0-15,2 9 5 16,0 0-1-16,0 7-2 0,-6 12 3 16,-5 5-5-16,-1-1 5 15,-8-1 16-15,-1-3-5 16,0-2-8-16,0-6 0 15,0-3-2-15,-1-6 1 16,1-2-1-16,0 0 15 0,0 0 1 16,0-15-17-1,0-12-4-15,3-10-10 0,9-9 0 16,4-1-10-16,-2 0 3 16,5 7 1-16,2 8 17 15,-1 10 1 1,-3 10-2-16,-2 11 2 0,-1 1-8 15,-2 7 7-15,0 16 3 16,1 9 19-16,-1 5 3 16,1 2 4-16,-1-3 8 15,2-7-21-15,1-6-2 16,2-6-2-16,2-6-2 16,3-7-4-16,3-4 3 0,3 0 0 15,2-18 0 1,2-9-3-16,-4-7-2 0,-4-5 0 15,-3 0 0 1,-9 6-1-16,-3 5 0 0,-9 9 1 16,0 10 0-1,0 7 8-15,-12 2 22 0,-6 16 27 16,-4 17-46-16,-1 11 36 16,11 0-1-16,9-3-7 15,3-4-25-15,2-9-12 0,16-5 0 16,7-8-3-1,8-10-2-15,7-5 1 0,6 0-3 16,5-17-81 0,-3-4-62-16,1-3-68 0,-13 2-167 15</inkml:trace>
  <inkml:trace contextRef="#ctx0" brushRef="#br0" timeOffset="9030.01">16145 13694 610 0,'0'0'143'0,"0"0"-140"0,0 0 66 0,-80-89 147 15,47 75-118-15,-3 7 23 0,0 7-40 16,-2 0 42 0,0 26-64-16,2 9 12 0,6 9 9 15,7 0-13-15,8-4-24 16,12-4-27-1,3-11-12-15,3-7-4 16,15-11-1-16,4-4 1 0,2-3 4 16,9-10-2-16,1-18-2 15,-3-3-5-15,-2 0-14 16,-8 0-9-16,-5 8 16 16,-5 2-1-16,-4 11 6 15,-4 6 6-15,0 4 1 16,0 0-2-16,4 6-8 15,5 8 10-15,5 3 19 16,-2 0-11-16,1-1-6 16,1-2-1-16,-3 0-1 15,2-5 0-15,-3 0-2 16,-1-8-7-16,-1-1-103 0,-2 0-48 0,2-12-3 16,-2-15-45-1,-2-13-150-15</inkml:trace>
  <inkml:trace contextRef="#ctx0" brushRef="#br0" timeOffset="9464.87">16207 13252 900 0,'0'0'335'16,"0"0"-333"-16,0 0 2 16,0 0 37-16,0 0-12 0,0 0 83 15,26 75-24 1,-9-30-41-16,-4 6 15 0,-4-2-12 15,-2-3-18-15,1-6-13 16,-2-11-11-16,0-11-8 16,0-8-4-16,0-5 4 15,-3-5-6-15,4 0-3 16,4-9-7-16,8-12 10 16,3-5-19-16,4 1 0 15,1 5 4-15,-2 10 7 16,1 9 7-16,-6 1 6 15,-3 4-4-15,-2 17 5 16,-11 5 1-16,-4 4 8 16,-3 2 12-16,-21 0 4 15,-2-5-1-15,-3-4 9 16,1-7-5-16,1-5-9 0,3-5-11 16,0-5-1-16,3-1-7 15,5 0 0-15,1-6-50 16,6-9-100-16,4-1-69 15,5-4-77-15,0-1-119 16</inkml:trace>
  <inkml:trace contextRef="#ctx0" brushRef="#br0" timeOffset="9812.67">16548 13459 882 0,'0'0'243'0,"0"0"-233"0,0 0 36 0,0 0 59 16,0 0 23-16,2 72-42 16,5-42-48-16,5-4 9 15,0-3-37-15,4-6 1 16,1-4-8-16,2-8-1 16,2-5-1-16,-1 0 4 15,2-10 4-15,-4-10-1 16,-6-5 0-16,-8 0-6 0,-4-1 4 15,0-1-3 1,-15 5 9-16,-4 4-11 16,1 6 0-16,-3 8 0 15,3 3-2-15,3 1 0 0,2 0-23 16,4 7-29-16,4 6-64 16,5 1-41-16,0-1-41 15,14-7-79-15,8-2-164 16</inkml:trace>
  <inkml:trace contextRef="#ctx0" brushRef="#br0" timeOffset="10414.37">16851 13393 831 0,'0'0'349'16,"0"0"-321"-1,0 0 46-15,0 0 47 0,0 0-14 16,0 0-15-16,-24 76-51 15,24-55-14 1,6-3-21-16,9-5-2 0,4-3-4 16,1-6 0-16,4-4-2 15,-2 0-3-15,2-7-24 16,-1-12-27-16,-6 0-14 0,-5-1 22 16,-5 5 19-1,-4 5 5-15,-3 4 24 0,0 6 9 16,0 0 27-1,2 0-9-15,1 14-21 0,3 5 50 16,3-1 1 0,6-3-48-16,0-4-5 15,4-2 2-15,3-6 0 16,1-3-5-16,4 0 3 0,1-7 0 16,1-12 0-16,-4-11-1 0,-3-2-2 15,-7-5 3 1,-7-2-4-16,-7-4-1 15,-1-3-3-15,0 1-4 16,-12 4-14-16,2 10 11 16,1 7 11-16,3 10 8 15,3 9-2-15,1 5 14 0,2 0 13 16,0 0-33-16,0 17 0 16,0 10 0-16,13 11 60 15,3 4-16 1,0 3 7-16,4-2-5 15,2-1-9-15,-2-4 1 0,0-5-18 16,1-4-16-16,-3-7-4 16,0-4 0-16,-3-5-2 15,-3-7 0-15,-6-3-21 16,-3-3-64-16,-3 0-61 16,0-15-2-16,-5-12-219 15</inkml:trace>
  <inkml:trace contextRef="#ctx0" brushRef="#br0" timeOffset="10557.09">17127 13294 1536 0,'0'0'0'0,"0"0"-102"0,0 0 102 16,0 0 1-16,85-93-1 15,-27 51-102-15,6 3-127 16,-4 5-377-16</inkml:trace>
  <inkml:trace contextRef="#ctx0" brushRef="#br0" timeOffset="12279.93">18513 13096 1008 0,'0'0'26'0,"0"0"-25"0,0 0 73 0,0 0 52 16,0 0-71-16,0 0-33 16,-4-7-13-16,4 7-5 15,0 0 2-15,0 0-2 16,0 0 10-16,0 0 8 15,0 0 13 1,0 0-7-16,0 0 0 0,0 0-14 16,0 0-6-16,0 0 2 15,0 0-1-15,0 0-3 16,0 0 0-16,0 0-5 16,0 0 1-16,0 0 1 15,0 0-3-15,0 0 2 16,0 0-1-16,0 0-1 15,0 0 2-15,0 0 3 16,0 0-4-16,0 0 1 16,0 0-4-16,0 0 2 15,0 0 0-15,0 0 0 0,0 0 0 16,0 0 0-16,0 0-1 16,0 0 1-16,0 0-1 15,0 0-1-15,0-4 1 16,0-6 2-16,1-4 0 15,5-4-1-15,-3-1 0 16,-3 4 3-16,0 2-1 16,0 4-2-16,-7 5-2 0,-7 4 2 15,-2 0-1 1,-5 7-1-16,1 17 2 16,3 9 0-16,3 3 12 15,9 6-1-15,4-2 6 16,1-2-8-16,0-4 7 0,14-5-5 15,5-5-5-15,2-7 2 16,3-8-5-16,0-3-1 16,-2-5-2-16,1-1 1 15,0 0 0-15,3-15 2 16,-3-6-3-16,-1-6-2 16,-2-5-9-16,-1-1-3 15,-2-3-10-15,-1 5 1 16,-2 6 2-16,-2 11 15 15,-3 6 5-15,-2 8 1 0,1 0-17 16,5 8 17 0,-1 12 13-16,-3 1 1 0,1 1-4 15,-4-3-9 1,-1-5 4-16,0-4-4 0,-2-4-1 16,1-5 1-16,-3-1-1 15,1 0 0-15,2 0 5 16,4-17-5-16,1-7-20 0,6-3-6 15,-3 3 8 1,1 7-10-16,-4 7-5 16,-2 5 20-16,3 5 11 15,-2 0-7-15,1 5 9 0,2 5 6 16,-1 2 7 0,1-2 3-16,-2-5-6 0,1 1-10 15,-1-4 2-15,0-2 0 16,3 0 4-1,0-6-1-15,4-11-4 0,-1-7 1 16,6-4-1-16,-3-3-1 16,1-1-21-16,-5 4 20 15,-2 5-4-15,-8 2-2 16,-1 11 5-16,-3 4 2 16,0 4 7-16,0 2 10 15,0 6 8-15,-6 18-11 16,-6 10 28-16,3 4-12 15,2-4 3-15,7-4 0 16,0-5-12-16,0-6-4 0,7-7-11 16,8-6-6-1,5-6 7-15,3 0-7 0,9-6 2 16,2-16-2-16,1-3-1 16,-4 0-16-16,-4 2-16 15,-10 5 6-15,-6 8 6 0,-8 4 21 16,-3 6 4-1,0 0 8-15,0 0-11 16,-8 17-1-16,-1 6 13 16,1-1 4-16,8 0 1 0,0-9-10 15,11-3-6 1,8-5 1-16,3-5-3 16,2 0 0-16,1-10 3 15,-1-12 3-15,-5-1-4 0,-7-3 4 16,-9 2 4-16,-3 2 3 15,-12 2 3-15,-13 2 14 16,-6 5-1 0,-5 6-10-16,4 3-6 0,4 4-11 15,7 0-2-15,9 0-8 16,9 0-28-16,3 0-74 16,3-5-31-16,23-10-157 15,5-9-17-15</inkml:trace>
  <inkml:trace contextRef="#ctx0" brushRef="#br0" timeOffset="12735.19">19661 12475 941 0,'0'0'165'0,"0"0"-159"0,0 0-4 15,0 0 110-15,0 0-33 16,0 0-58-16,58-13 33 15,-44 48 12-15,-2 8-3 16,-2 10 19-16,-3 6-15 0,0 1-35 16,-1 0 7-1,2-5 0-15,2-11-26 0,-2-12-12 16,2-11 4-16,-1-9-4 16,-3-8-1-1,-3-4-2-15,0 0 2 0,-3-6 15 16,0-18-15-16,0-8-19 15,0-2-3-15,-12-2 7 16,-10 9-8-16,-2 7 11 16,0 10 9-16,-3 10 3 15,1 5 0-15,-2 22 13 16,1 5 22-16,7 2 11 16,8-1-21-16,7-5-7 15,5-4-6-15,0-7-12 16,12-4 0-16,10-8-1 15,7-3-6-15,0-2-108 16,9-5-66-16,1-11-53 16,-5-4-114-16,-1-2-474 15</inkml:trace>
  <inkml:trace contextRef="#ctx0" brushRef="#br0" timeOffset="13099.79">19945 12875 773 0,'0'0'378'0,"0"0"-377"0,0 0-1 16,0 0 42-1,0 0 32-15,0 0 4 0,20-22-46 16,-10 2-25 0,1-5-7-16,-4-1 10 0,-2 0-5 15,-5 5 4 1,0 5 2-16,0 8 15 0,0 6 57 16,0 2-1-16,0 2-55 15,0 18-21-15,0 8 19 16,-2 4 34-16,2-2-47 15,0-4-7-15,0-7-1 16,6-4-4-16,7-7 1 16,1-3-2-16,2-2 0 15,1-3 1-15,-1 3-12 16,-5 3 7-16,0 4 5 16,-5 7 1-16,0 0-1 15,1-1 11-15,-3-3 8 0,3-6-4 16,-1-4-4-1,6-3-11-15,9 0 0 16,9-14 0-16,9-10-40 16,8-9-140-16,-2-1-47 0,-4 1-228 15</inkml:trace>
  <inkml:trace contextRef="#ctx0" brushRef="#br0" timeOffset="14670.12">21130 12140 1170 0,'0'0'68'0,"0"0"-66"0,0 0 39 16,0 0 88-16,0 0-7 15,0 0-122-15,-17 7 5 16,26 49 38-16,5 9 28 15,2 4-15-15,-1-1-19 0,2-7 11 16,-1-6-35 0,0-12-1-16,0-10-8 0,-3-12-4 15,-4-8 0 1,-3-7-1-16,-3-4-2 0,-2-2 1 16,-1 0 2-16,0-20 0 15,0-8-20-15,-9-5-6 16,-9 3 15-16,-6 2-1 15,-4 6-12-15,-2 9 21 16,-1 10-2-16,0 3 1 16,1 15 4-16,3 13 3 15,3 7 6-15,8 5 9 16,2-1-1-16,11 0-2 16,3-7-5-16,0-7-3 15,17-5-7-15,9-8 0 16,7-7 2-16,8-5 1 15,6 0 1-15,1-19-4 0,4-6 0 16,-4-5-17 0,0-2-28-16,-8 0 26 15,-7-4-22-15,-8 4-8 16,-10-2 5-16,-7 5 17 0,-5 4 14 0,-3 6-1 16,0 8 14-16,-6 5 1 15,-12 6 4 1,-4 0 2-16,-4 19 3 0,-1 14 4 15,3 5 19 1,10 0-4-16,8 1 9 16,6-5-22-16,0-3 1 15,4-5-15-15,11-9-2 0,5-8 0 16,6-9 0-16,10 0 7 16,4-13-7-16,5-14-1 15,1-4-15-15,-1-4-28 16,0-1-2-16,-7-5 13 15,-2 5 13-15,-6 1-17 16,-8 2 12-16,-9 9-9 16,-7 10 20-16,-2 6 14 15,-4 7 9-15,0 1 23 16,0 0 14-16,0 0-15 16,0 3-11-16,-10 17-9 15,-3 7 16-15,2 9 22 16,2-4-4-16,4-4-19 15,5-6-12-15,0-6-9 16,2-6-2-16,15-4-3 16,3-6 0-16,8 0 2 15,5-6-2-15,6-16 0 16,-2-3-15-16,-3-3-29 0,-7 2 11 16,-9 2 4-16,-6 9-3 15,-6 4 16-15,-3 7 16 16,-3 4 5-16,0 0 11 15,0 3-3-15,-1 15-2 16,-7 4 45-16,1 4-9 16,5-5-39-16,2-6-3 15,0-3-3-15,11-4-2 16,7-5-3-16,5-3 3 0,3 0-1 16,1-11-12-1,-6-3-41-15,-8 0 22 0,-9-2 2 16,-4 2 23-16,0 0 4 15,-15 1 3-15,-5 3 1 16,-3 2-1-16,5-1 3 16,0 2 4-16,8-1 3 15,1-2-7-15,6-2-3 16,3-2-2-16,0-1-7 0,0 1-27 16,9 0 3-1,-5 8 11-15,-1 2 7 16,-1 2 11-16,-2 2-1 15,0 0 3-15,0 0 2 0,0 0-1 16,0 0-2 0,0 0 0-16,0 0-7 15,0 0 0-15,0 2-1 16,0 2-25-16,0 2-55 0,0 0-17 16,0 0 54-16,0 0 6 15,0-2-44-15,0-2-120 16,0-2-164-16</inkml:trace>
  <inkml:trace contextRef="#ctx0" brushRef="#br0" timeOffset="15621.71">22255 11834 1175 0,'0'0'5'0,"0"0"1"16,0 0 80-16,0 0 8 16,0 0-85-16,0 0 5 0,9 81 50 15,-2-30 4 1,1 7 12-16,1-4-5 0,-3 1-42 15,1-5 1 1,2-6-7-16,1-6 17 0,-1-8-41 16,2-9 1-1,-2-7-4-15,-3-7 0 16,-3-4-3-16,-2-3 6 0,1 0-2 0,-1-1 3 16,-1-18-2-1,0-8-2-15,0-4-38 0,0 0 24 16,-12 6-39-1,-5 8 22-15,-4 10 26 0,-2 7 5 16,-1 7 0 0,1 18 2-16,4 5 25 15,6 1 3-15,9-4-11 16,4-4 9-16,1-7-24 16,23-5-4-16,6-7 4 15,9-4-3-15,7-3-1 16,0-16-25-16,0-3-42 0,-5-3 10 15,-7 6 16 1,-12 7 20-16,-11 3 4 0,-8 9 17 16,-3 0 9-16,0 0 18 15,0 0 6-15,-6 12 1 16,-3-2-1-16,4-2-19 16,3-6-14-16,2-2-5 15,0 0 0-15,5 0-2 16,10 0 0-16,3-6-18 15,-3-1 4-15,-3 5 16 16,-5 2 2-16,-1 0-1 16,-1 5 4-16,1 13 24 0,3 3 39 15,-2-3-33 1,4 0 7-16,5-3-15 0,2-3-14 16,6-4-8-16,4-6 6 15,5-2-6-15,3 0 4 16,0-10-2-16,-1-4-2 15,-9-2 2-15,-4 2-2 16,-7-1-1-16,-7-1-17 16,-4 3-28-16,-2 1-7 15,-1 6 10-15,1 3 30 0,-2 3 8 16,3 0-27 0,3 0-14-16,1 0 35 0,2 0 10 15,0 3 1-15,3 1 0 16,-2 0 0-16,-1 2 0 15,3 0-3-15,-4 0-5 16,-2 0 5-16,0 2 1 16,-2-3-4-16,2 0-40 15,-5-4-71-15,-1-1-91 16,0 0-393-16</inkml:trace>
  <inkml:trace contextRef="#ctx0" brushRef="#br0" timeOffset="17839.71">12712 13318 826 0,'0'0'39'0,"0"0"-38"0,0 0 26 15,-97 0 26 1,62 0 18-16,-4-2-26 0,-3 2-23 16,-4 0 28-1,1 0 28-15,-4 6-33 0,-2 5-4 16,-3 3-2-1,-1 3-18-15,-1 3-11 0,-4 1-8 16,7 1 4-16,-3-2-4 16,4 1 7-16,0-3 19 15,2 1-7-15,3 1 2 16,-1 1-14-16,3 2 2 16,3-1 13-16,-4 3-4 15,1 0-4-15,-1 2-2 0,1-1-8 16,6 2 6-1,6 3 7-15,7 5 4 16,5 8 1-16,4 6-13 16,3 6 6-16,1 7-2 0,0 9 17 15,1 6-3 1,-1 9 14-16,4 4-8 16,-2 3-21-16,4 0 1 0,0 0-2 0,4-9-3 15,3-6-6 1,0-11 0-16,0-10 2 0,1-13-5 15,8-12 0 1,0-14-1-16,-2-9 0 16,4-8-2-16,5-2 1 15,6 0 2-15,8-12 4 0,9-4-3 16,8-5-1-16,9 4-1 16,5 1 1-16,9 3 1 15,10-1-1-15,11 2 0 16,9 1 0-16,5 4-2 15,-2 7 1 1,-6 0-2-16,-9 0-2 16,-9 14 4-16,-10-2-1 0,-8-1 0 15,-6-5-1-15,-7-3-1 16,-5-3 1-16,-2-3 2 16,-4-16-2-16,-1-11-7 0,-2-9 8 15,-5-11-11 1,-9-5 7-16,-9-9-2 0,-4-5 3 15,-7-5 1 1,0-8-4-16,-7-10-2 0,-7-5-21 16,-2-11 7-1,-4-5 17-15,-3-1 0 16,-3 5 6-16,-2 13-1 0,0 19 1 16,1 15 4-16,3 15-1 15,0 11-2-15,6 10-1 16,2 9-6-16,1 1 0 15,9 9-74-15,3 3-28 16,3 4-56-16,0 2-160 16,9 13-259-16</inkml:trace>
  <inkml:trace contextRef="#ctx0" brushRef="#br0" timeOffset="18919.89">14606 13364 1071 0,'0'0'18'0,"0"0"-17"16,0 0 0-16,0 0 10 0,0 0 76 15,0 0-35-15,-90-35-8 16,53 35-7-16,-8 4-9 16,-10 6-2-16,-5 6 1 15,1 1 7-15,-3 3-14 16,3 0-11-16,-1 3 4 16,-1-3 0-16,3 4 19 15,5-2-11-15,7 2-7 16,7 0 5-16,8 3 5 15,7 4-3-15,2 9-8 0,10 11 1 16,0 16 20 0,2 18-3-16,4 11 12 15,-1 10-12-15,3 4 5 0,-5 1-11 16,3-5-6-16,0-10-2 16,2-16-7-16,4-17-6 15,0-15 0-15,0-17 1 16,4-11-4-16,7-11-1 15,3-6 0-15,9-3 0 16,13-6 2-16,12-17-1 16,13-6-2-16,13-2 3 0,2 3-2 15,6 3 1 1,5 3 0-16,5 5 0 0,4 6 0 16,-4 4-2-16,-4 5 1 15,-10 2-3-15,-6 0-1 16,-2 0 4-16,-6 0-6 15,-5 0 2 1,-9-6 0-16,-4-4-9 0,-7-1 6 16,-5-8-2-16,-7-3 4 15,-5-9-1-15,-8-9-2 16,-11-8-3-16,-3-10 2 16,-11-10-14-16,-14-11 7 15,-5-14-3-15,-3-8 4 16,-2-6 5-16,-4-1 7 15,-1 8 2-15,1 10 1 16,1 17 0-16,7 12 1 16,4 16-1-16,5 13-1 0,5 11-28 15,3 9-40 1,3 12-67-16,3 0-78 0,4 10-224 16,4 13-416-16</inkml:trace>
  <inkml:trace contextRef="#ctx0" brushRef="#br0" timeOffset="20343.68">17242 12851 592 0,'0'0'210'0,"0"0"-210"0,0 0-33 16,0 0 33-16,83-73 16 15,-83 64 2-15,0 4 6 0,-4 2 39 16,-11 1 20-16,-4 2-30 15,-5 0-24-15,-5 0 22 16,-4 6-3-16,-3 5-21 16,-3 2 9-16,-8 0-18 15,-6 0-7-15,-6 0-1 16,-6 0 5-16,-8 3 4 16,0 2 14-16,-5 0-25 15,-3 3-3-15,4 1 7 16,2-3 12-16,5 3-11 15,-1-2-6-15,-1 2-6 0,-3 0 1 16,-2 1 0 0,-1-1-1-16,-1 0 2 15,6-2 1-15,3 2 2 16,4-3 35-16,5 1 2 0,9-2-24 16,6-2-3-16,8 2 18 15,10-1-18-15,3 2-4 16,4-1-6-16,4 2 7 0,1-2-4 15,4 2 3 1,6 1-10-16,1 5 7 16,5 7 1-16,0 4 28 15,0 7-8-15,5 6-19 16,5 4 15-16,4 7-15 0,-1 8 17 16,1 5-13-1,-1 9 2-15,1 1-7 16,-1-1 6-16,-3 5 8 15,4-4-5-15,-2-6-8 0,3-7-4 16,3-12-2-16,1-11-2 16,-1-9-1-16,4-13-2 15,2-8 0-15,0-6 0 16,6-6 0-16,5-5 0 16,6-1 2-16,7-5-1 15,8-13-1-15,10-8-3 16,10-1 3-16,7-6-1 0,6-1 2 15,3-3-1 1,6-1 0-16,4 1 0 0,1 0-2 16,3 1 2-1,-2 6-2-15,-5 2 1 16,-5 6-4-16,-9 5-18 0,-5 2 8 16,-3 2 4-16,-5 1 0 15,-4 4 5-15,-10 2-2 16,-10 2-20-16,-7 1-4 15,-5-1 24-15,-5 0 4 16,-1-3-4-16,-3-3 6 16,-3 0-3-16,-1-5 1 0,-4 1-2 15,-4-5-3 1,-2-3-3-16,-7-5 7 0,-3-3 4 16,-3-3 0-16,0-4 1 15,0-3 1-15,-9-5-1 16,-1-2-4-16,-1-6 3 15,1-5 1-15,-5-8-3 16,1-7 3-16,-3-2 0 16,-7-6 0-16,-4 1 0 15,-7 3 0-15,-1 7 1 16,2 10 1-16,1 13 7 16,0 6 23-16,2 9-10 15,-2 1-17-15,2 7-5 0,-1 6 0 16,4 5-7-1,4 7-67-15,5 6-103 0,6 0-179 16,2 11-414 0</inkml:trace>
  <inkml:trace contextRef="#ctx0" brushRef="#br0" timeOffset="21732.82">20100 12246 1082 0,'0'0'0'16,"0"0"-18"-16,-98-3 18 15,55 3 2-15,-9 0 13 16,-4 4 13-16,-7 10-7 0,-3 0-3 16,-8 2 7-1,-6 5 8-15,-12 3 3 0,-7 5-13 16,-1 3 3-1,-3 4-20-15,2 1 11 16,1-2 9-16,0 0-10 16,5-1 3-16,8-1 0 0,5-3 7 15,7-1 14 1,9 1-23-16,6-3-2 0,8-1-4 16,9-3-2-16,5-1-1 15,12-4-2-15,5-1-2 16,9 3 3-16,9 2-5 15,3 4 8-15,0 5 5 16,6 9 2-16,6 6-7 16,0 12-4-16,1 9 20 15,-4 8 27-15,-1 8-12 16,-1 4 20-16,-4 1-31 16,-1-2-4-16,1-4-13 0,3-6-8 15,3-3 2-15,7-8-7 16,1-10 7-16,5-11-6 15,2-12 0-15,-1-12 1 16,3-9-1-16,10-9-1 16,9-2 2-1,13-13-1-15,12-14 0 0,13-5 1 16,10-8-1-16,7-1 0 16,4-2-1-16,4 4 1 15,2 2 1-15,4 5 1 16,-3 5 1-16,-6 5-4 15,-5 2-8-15,-9 3-1 16,-6 4-12-16,-3 2 9 16,-9 3 5-16,-9 2 6 15,-7 0-5-15,-5 0 2 0,-11 1-4 16,-7 0 1-16,-9-2 5 16,-7-3 2-16,-6-2 0 15,-6-8 0-15,-4-3 0 16,-2-9-1-16,0-9 0 15,-2-10-6-15,-9-10 2 16,-1-11-16-16,-2-13 7 16,-1-5-7-16,-5-5-26 15,-3-5 33-15,-6 3 10 16,-1 7 0-16,-2 9 4 0,0 11 0 16,-1 10 1-1,4 10-1-15,0 4 1 0,6 8-1 16,4 4 1-16,4 9-1 15,5 8-2 1,5 7-26-16,5 9-105 0,0 1-166 16,10 0-294-16</inkml:trace>
  <inkml:trace contextRef="#ctx0" brushRef="#br0" timeOffset="22756.8">22755 11528 1041 0,'0'0'1'0,"0"0"-1"0,-94-7 0 0,58 4 10 16,-6-1 5-16,-1 0 3 0,-6 3-5 16,-2 1-2-16,-7 0 33 15,-5 0 31-15,-8 9-40 16,-7 7-11-16,-13 8-15 16,-12 3 7-16,-12 7-1 15,-7 4-1-15,-2 1-7 16,6 4-1-16,6-1 12 15,12 0 8-15,11-1 0 16,12-2 2-16,13-5-3 16,12-5 1-16,13-4-4 15,9-4-1-15,10-2-10 0,4-3 1 16,6 3-1-16,4 2-10 16,5 4 5-16,1 7-2 15,0 7 4-15,1 12 8 16,10 10 12-16,1 9 26 15,-5 9 10-15,-2 9-32 16,-1 3-2-16,-2 2-8 16,1-3-5-16,2-9-7 15,3-4-4-15,1-11 0 16,4-10-6-16,2-8 0 0,0-13 0 16,-1-9 0-1,-1-7 0-15,2-8 0 0,6-6-1 16,3-3 1-1,11-2-3-15,10-4 3 0,12-13-11 16,10-5-7-16,10 1 2 16,9 0 2-16,6 2 11 15,5 5-2-15,6 2-8 16,5 3 13-16,2 2 0 16,-2 4 0-16,2-3-7 15,-6-3 2-15,-1-2-10 16,-1-5-8-16,-4-3-2 15,-4-4-3-15,-3-3 4 16,-6-2 4-16,-9-3 11 16,-6-5-11-16,-10-1 14 15,-9-10 5-15,-5-8 1 16,-10-8 0-16,-11-7 2 0,-11-8 0 16,-10-6-1-16,-4-6 0 15,-9-5 3 1,-25-2-3-16,-14 4 9 0,-9 4 2 15,-2 10 3-15,-4 15 31 16,5 14-20-16,0 13-3 0,-1 12-13 16,1 9-10-1,-3 8-7-15,-3 8-62 0,-8 13-121 16,-7 9-348-16</inkml:trace>
  <inkml:trace contextRef="#ctx0" brushRef="#br0" timeOffset="23887.64">11935 13450 690 0,'0'0'414'16,"0"0"-414"-16,0 0-10 16,0 0 10-16,0 0 8 15,0 0 45-15,6 16 30 16,-6-16-7-16,0 0 17 15,0-10 3-15,-3-7-76 16,-7-11-9-16,1-3 8 16,0-6-14-16,0-4 12 15,3-3 0-15,-2-2 0 16,4-1-7-16,1 0-3 0,3 6 9 16,0 5 17-16,0 9 20 15,0 2-13-15,0 4-5 16,0 3-5-16,0 2-11 15,0 2-1-15,0 2-12 16,0 6 1-16,0 2-4 16,0 3 1-16,0 1-4 15,0 0-8-15,-2 0-88 16,-6 0-116-16,-11 5-111 0,-3 9-140 16</inkml:trace>
  <inkml:trace contextRef="#ctx0" brushRef="#br0" timeOffset="24204.71">11644 13061 1100 0,'0'0'5'16,"0"0"-3"-16,-1-100 3 15,13 53 30-15,10-8 49 16,3 0-18-16,4 4-7 15,-1 6-15-15,-1 9 18 16,-3 14-26-16,-3 8 21 16,-4 11-6-16,2 3-24 0,1 0-15 15,6 21 20 1,2 11 30-16,0 7-34 0,2 5-7 16,-4-1-4-16,1 2-14 15,-1-5-3-15,3-1-4 16,-4-2-11-16,2 2-149 0,-2-4-69 15,-8-5-137 1</inkml:trace>
  <inkml:trace contextRef="#ctx0" brushRef="#br0" timeOffset="25113.2">14258 13472 48 0,'0'0'1034'0,"0"0"-1023"0,0 0-6 16,0 0 16-16,0 0 97 0,0 0-56 15,-9-27-29 1,7 0-2-16,2-7-25 0,0-4 36 15,0-3 0 1,-1 0-5-16,-6-1-7 0,-1-1 4 16,-2 0 8-1,-5-2-29-15,1 4 5 0,0 1-1 16,0 8-2-16,3 1-6 16,1 6 1-16,3 6 5 15,1 2 3 1,1 4-11-16,2 5-7 0,-1 1-5 15,1 2-10 1,0 4-100-16,-2 1-81 0,-1 0-96 16,-4 10-185-16</inkml:trace>
  <inkml:trace contextRef="#ctx0" brushRef="#br0" timeOffset="25413.85">13955 13085 689 0,'0'0'395'15,"0"0"-394"1,0 0-1-16,0 0 2 0,-4-96 16 16,16 50 35-1,7-6-1-15,3 0 10 16,-2 4-4-16,1 6 15 0,-4 7-15 16,-1 8-7-1,-3 9-11-15,0 8-17 0,1 7-4 16,2 3-17-16,5 4 2 15,3 19 2-15,4 8 12 16,4 6-1-16,-4 5-5 16,-1-2-12-16,1-1 0 15,-4-3-4-15,-2-1-30 16,-4-5-88-16,-3 0-111 16,-3-6-17-16,-6-7-268 15</inkml:trace>
  <inkml:trace contextRef="#ctx0" brushRef="#br0" timeOffset="29283.72">22055 10122 620 0,'0'0'496'0,"0"0"-496"15,-124 10-27-15,66-4 27 0,-5 3 0 0,-4 1 6 16,-5 0 10 0,-5-2 11-16,-2-1 13 15,-6 0-2 1,-5-1-9-16,-5 2-12 0,-7 1 4 15,-8 1-14-15,-9 2 3 16,-10 3 0-16,-8-2-5 16,-8 6-1-16,-12 1-4 15,-9 4-2-15,-15 2 0 16,-13 5 2-16,-16 5 0 16,-11 3-1-16,-4 4 1 15,-13 0 0-15,3 0 0 16,-11 2 13-16,-5 5 4 15,-6 6 8-15,-7 3-19 0,2 2-6 16,-7 0 0-16,5-4 0 16,6-4 1-16,4-5 0 15,13-1-1-15,-1-4 0 16,6-1 5-16,5-1-5 16,5-4 0-16,9-2-5 15,6-5 5-15,4 1 5 16,11-3-4-16,13 1-1 15,10 0-3-15,16-1 3 16,7 2 1-16,9 2 0 16,4-1 4-16,4 2-1 15,6 2-2-15,5-1 3 16,7 1-4-16,9-1-1 0,4 0 3 16,3 0-3-16,5-2 0 15,6 2 0-15,6-2 0 16,6 0 0-16,7-4 1 15,5-2 0-15,6-1-1 16,4-1 0-16,4-4 2 16,5-4 0-16,6-1-2 15,7-5 0-15,6-2-1 16,6-1 0-16,7-3 1 16,3-1 0-16,7 0 6 15,1-3 14-15,2 4-15 0,0 2-5 16,-1 3-2-1,-1 3 2-15,-1 0 0 0,2 1 1 16,-4 0 0 0,2 2 1-16,-2-2 6 0,4 0 4 15,-1-1-4-15,2 2 0 16,0 3 11-16,0 3 0 0,0 4 2 16,0 4-13-16,6 5 15 15,7 5 34 1,3 2-38-16,5 0 5 15,6 1 3-15,4 1-21 16,5-1-5-16,5-1-1 16,1 1 0-16,4-4-1 0,1-5 1 15,3-4 0 1,9-4-3-16,3-2 3 0,7-3 0 16,13-3 1-16,3-6 0 15,13-4 1 1,10-2-2-16,13-4 2 0,13 0 2 15,15-5-1-15,13-10-1 16,14-5-2-16,7-5-4 16,8-5-1-16,6-3 5 15,7-1 0-15,10-5 4 16,5 3-4-16,8-1-2 16,1 1-1-16,8 3 3 15,2 0 0-15,6-1 3 16,2 1-3-16,-1-3-9 0,1 3 3 15,-3-2 6-15,2 4 3 16,-4 2-3-16,-4-1-5 16,-5 5 5-16,-4 0 1 15,-4-2 2-15,-3-1-3 16,-4 1-1-16,-8-3-4 16,-5-1 5-16,-3 0 3 15,-7-1 1-15,-2-3-4 16,-4 2-3-16,-12 1-2 15,-3 0 5-15,-12 3 0 16,-4 4 1-16,-8 0-1 16,-6 0 0-16,-7-2-3 15,-9 1-3-15,-8 1 5 0,-7 0-4 16,-10 2 5-16,-10 2 0 16,-10 4 1-16,-10 2-1 15,-12 2-1-15,-11 1-1 0,-9 2-5 16,-10 0-12-1,-8 5-2-15,-10 1 14 0,-6 2 5 16,-3-1 2 0,-3-3 3-16,0-1 4 0,0-6-7 15,-1-2-1 1,-10-4-5-16,-1-2-12 16,-6-6 11-16,2-6 1 15,-2-9 0-15,2-8 1 0,-1-7-24 16,-1-9 13-16,-1-5 16 15,-5-5-2-15,-1-1 2 16,-4-1 1-16,-2 9 8 16,1 2 3-16,0 10 2 15,1 8-14-15,0 2-1 16,-1 6-5-16,-5 5-67 16,-12 13-245-16,-19 12-436 15</inkml:trace>
  <inkml:trace contextRef="#ctx0" brushRef="#br0" timeOffset="30789.99">15410 12072 1015 0,'0'0'20'0,"0"0"-15"16,0 0 90-16,0 0 14 16,0 0-49-16,0 0-36 0,0 0 11 15,33-78 14-15,-28 56-29 16,0 0-14-16,1-2 1 15,-3-1-3-15,-1 4 0 16,-2 0-1-16,0 2 1 16,-2 5-2-16,-7 3 5 15,-3 7-1-15,2 2 16 16,-4 2 2-16,-2 2 1 16,1 16-5-16,-3 6-3 15,3 4 10-15,3 2 12 16,5-2-16-16,7-1-13 15,0 1 5-15,0-4-8 16,6-1 0-16,7 1-2 0,1-5-3 16,1-3 2-1,2-4-4-15,1-4 1 16,-1-4-1-16,-1-3 4 0,-1-1-4 16,1 0-3-16,-1-10 2 15,3-7-2-15,-1-5-12 16,-3-1-2-16,-1-2-16 15,0-2 10-15,0 2-3 0,-2 4 20 16,4 1 4 0,0 4-3-16,1 4 3 15,1 5-2-15,-1 5 3 16,-1 2 1-16,-2 0 0 16,1 13 3-16,-3 5 14 15,-3 0-10-15,0-1-2 16,-4-3 8-16,-1-2-8 15,-1-5-2-15,0-3-1 0,-2-1-2 16,2-3 0 0,-2 0 1-16,0 0 0 0,1 0 3 15,4-7-4-15,2-12-9 16,4 1-18-16,2 1 22 0,-1 7 2 16,3 5-5-1,-3 2 7-15,0 3-2 0,-2 0 3 16,-2 0-1-1,-4 8 1-15,-1-2 1 16,-1-2 4-16,-2-1-5 16,2-3 3-16,-2 0-2 15,0 0 0-15,1 0-1 16,3 0 0-16,4-5 2 0,4-11-2 16,4-3-13-16,1 0 8 15,-1 4 4-15,-3 5 1 16,-1 4 0-16,-1 4-2 15,1 2 4-15,2 0 4 16,3 10 5-16,1 6 15 16,-4 2-15-16,-1 3-8 15,-3 0-1-15,-1-1-2 16,3-4 0-16,-3-2-2 16,3-7-73-16,-2-3-55 0,-1-4-89 15,-1 0-37-15,-2-18-239 16</inkml:trace>
  <inkml:trace contextRef="#ctx0" brushRef="#br0" timeOffset="31234.52">16094 11516 928 0,'0'0'153'0,"0"0"-148"0,0 0-5 15,0 0 107 1,0 0 0-16,44 98-38 16,-30-58-22-16,-1 5 1 15,-4-2-13-15,-2-2 2 0,-3-8-22 16,-1-5-11-16,-1-8-2 16,-1-8-1-1,1-4 0-15,1-6-2 0,2-2-5 0,1 0-5 16,7-15-2-1,3-6 1-15,4-3 2 16,-2 6 6-16,1 4-2 16,-1 7 6-16,-2 5 2 0,1 2 9 15,-2 0 7 1,-2 12 7-16,-5 2-8 16,-7 3 2-16,-1 2 13 15,-6 3 15-15,-18-1-19 0,-1-2-7 16,-2-2-21-1,0-4 2-15,6-5-2 0,3-6-64 16,5-2-107-16,4-3-107 16,5-18-302-16</inkml:trace>
  <inkml:trace contextRef="#ctx0" brushRef="#br0" timeOffset="32555.47">16497 11829 843 0,'0'0'3'0,"0"0"22"0,30-73 126 0,-24 45-30 15,-1 1-83 1,-5 2 10-16,0 8 7 0,0 6 32 16,-9 7 22-16,-1 4-46 0,-1 2 8 15,2 19-33 1,0 7-18-16,6 0 9 15,3-1-2-15,0-6-21 16,22-2-1-16,7-8-2 16,4-4 3-16,5-6-2 15,4-1-4-15,1 0 2 0,5-9-2 16,-3-8-1-16,-2-2-11 16,-1-3-12-16,-9 1 6 15,-11-4 1-15,-8 1 4 16,-8 5 10-16,-6 0 3 15,0 5 0-15,-6 6 10 16,-15 5 6-16,-3 3 5 16,-8 0 0-16,2 11 2 15,5 5-1-15,6 1-6 16,8-3-3-16,7 0-5 16,2-1-2-16,2-1-5 0,0 3-1 15,6 0 2 1,13-4 0-16,3-2 0 0,5-7-2 15,1-2 0 1,0 0-1-16,-3-8-1 16,-5-14-7-16,-4-11-16 15,-4-12-8-15,0-10-13 16,-6-7 1-16,-4-6-36 0,-2 0 3 16,0 0 65-16,-15 4 11 15,-5 10-1-15,0 11 1 16,-1 12 2-16,4 13 4 15,4 8 26-15,4 8 8 16,3 2-13-16,3 0-9 16,1 5-16-16,-1 20 0 15,3 10 6-15,0 4 5 16,0 1-2-16,17 2 17 0,4-1-18 16,-1 1-2-16,5 0 30 15,0-1-20-15,2-3-1 16,3 1 3-16,1-7-10 15,3-3-5-15,1-6-2 16,3-7 0-16,1-9 0 16,0-7 2-16,1 0 3 15,0-18-4-15,-5-8 1 16,-6-4-3-16,-7 1-3 16,-9 1-10-16,-7 3 4 15,-6 5 6-15,0 6 2 16,-9 5 0-16,-16 9 1 15,-5 0 4-15,-3 3-1 16,3 12 21-16,9-1 2 16,9-1-10-16,8-1-13 15,4 1-3-15,0-3 0 16,4 0-2-16,17-3 1 16,3-4-1-16,8-3-3 0,-1 0-10 15,-1-11-23-15,-4-4 2 16,-6-4-1-16,-5-5 15 15,-5-4 4-15,-6-5-1 16,-4-9 16-16,0-8-18 16,-3-8-4-16,-11-10-6 15,0-5-21-15,3 7-6 16,1 16-5-16,3 17 62 16,2 21 1-16,-3 12 43 15,0 10 21-15,1 25-57 0,2 14 29 16,5 7 7-16,0 4-5 15,3-4 14-15,14-2-11 16,6-8-23-16,3-8 13 16,-1-10-22-16,2-7-6 15,-2-8 0-15,-1-7-3 16,3-6 0-16,-2 0 3 16,-2-8-3-16,-2-4-9 15,-3-2 5-15,-6 3 1 16,1 5 3-16,-3 6 1 15,2 0 2-15,2 3 3 0,1 12 17 16,0 6 18 0,-5 8-17-16,-3 3 8 15,-4 4-2-15,-3-2-7 0,0-4-15 16,0-8-8-16,-11-5 0 16,-3-9 0-16,-4-6-70 15,-1-2-156-15,-4-17-241 16</inkml:trace>
  <inkml:trace contextRef="#ctx0" brushRef="#br0" timeOffset="32665.71">17736 11294 296 0,'0'0'1546'0,"0"0"-1546"0,0 0-18 16,0 0 14-1,-106-10-252-15,14 10-643 16</inkml:trace>
  <inkml:trace contextRef="#ctx0" brushRef="#br0" timeOffset="34445.32">12065 11805 868 0,'0'0'0'15,"0"0"-13"1,0 0 1-16,0 0 12 16,0 0 39-16,0 0 11 0,-106 29 32 15,61-10-45-15,-13 4-15 16,-14 4-10-16,-4 5 12 15,2-3 3-15,2-3 1 16,10-4 14-16,8-8 7 16,3-3-26-16,9-7-10 15,8 1 6-15,4-4 4 16,9 3 37-16,5 3-26 0,11 7-3 16,4 14-23-16,1 16 2 15,0 11 61-15,0 10-29 16,0 7 2-16,0-2-14 15,0-1 16-15,0-3-20 16,0-4-4-16,-2-7-5 16,2-11-11-16,0-13-2 15,0-13-3-15,5-10 0 16,5-3-2-16,1-5 3 16,8 0-2-16,7-18 4 15,14-12-4-15,8-4-7 16,5-3-21-16,1 4 1 0,-3 7 8 15,1 4 17 1,0 6-1-16,3 7 2 16,1 1 1-16,0 4 2 15,-2 0-2-15,-5 2-1 0,-7-3-3 16,-5 1 4-16,-1-6-1 16,0-1 1-1,-2-2 3-15,-4-3-3 0,-8 1 1 16,-7-4 1-16,-9-3 5 15,-6-6 2-15,0-6-4 16,-10-5-2-16,-11-5 0 16,0-7-1-16,-4-2-1 0,2-2-1 15,1 2 0 1,4 11 3-16,3 11 0 16,0 11-3-16,3 7 0 0,-1 7-2 15,-1 4-2 1,2 2-7-16,-1 0-61 0,-2 18-100 15,-1 9-94 1,-4 0-138-16</inkml:trace>
  <inkml:trace contextRef="#ctx0" brushRef="#br0" timeOffset="35119.62">11204 11653 97 0,'0'0'0'0</inkml:trace>
  <inkml:trace contextRef="#ctx0" brushRef="#br0" timeOffset="35491.65">11204 11653 98 0,'0'0'132'0,"0"0"-28"16,0 0-73-16,-10-39 5 15,8 39 109-15,1 0-20 0,-1 0-36 16,2-2-20-16,-1-1 17 16,1 2-9-16,-2-1-3 15,2 2-11-15,0 0-4 16,0 0-1-16,-1 0-6 16,-1 0-15-16,1 9-14 15,-4 9-11-15,2 3 59 16,0 1-41-16,2-3-2 15,1-5-16-15,0-2-10 0,7-5 2 16,10-3 5 0,7-3-4-16,2-1-2 0,7 0-3 15,2-2 2 1,-1-4 2-16,1 6-4 0,-5 0 0 16,-6 0 4-16,-7 15 7 15,-8 7 1 1,-6 1 18-16,-3 6-4 0,-3 1 8 15,-21 4-11-15,-4-1-8 16,0-5-12-16,2-8-3 16,3-9-21-16,4-9-109 15,1-2-18-15,2-8-122 16,-2-21-195-16</inkml:trace>
  <inkml:trace contextRef="#ctx0" brushRef="#br0" timeOffset="35651.15">11207 11662 1184 0,'0'0'4'0,"0"0"1"0,91-106 1 0,-54 66 42 16,-5 8-36-16,-7 12-12 16,-4 7-26-16,-6 7-148 15,-6 5-303-15</inkml:trace>
  <inkml:trace contextRef="#ctx0" brushRef="#br0" timeOffset="35903.35">11538 11384 1142 0,'0'0'87'0,"0"0"-85"16,0 0 59-16,0 0 40 15,0 0 37-15,12 81 0 16,-7-40-90-16,-2 3-12 16,4-5-13-16,0-2-19 0,4-6-2 15,0-7-2 1,3-4-18-16,0-6-120 16,2-8-110-16,-4-6-116 15</inkml:trace>
  <inkml:trace contextRef="#ctx0" brushRef="#br0" timeOffset="36251.74">11720 11365 824 0,'0'0'1'15,"0"0"3"-15,0 0 140 0,102-26-30 16,-71 26-35 0,-1 18-34-16,-12 12 39 0,-5 8-23 15,-13 10 9-15,0 3 8 16,-9-3-21-16,-6-6-17 16,3-13-15-16,8-14 0 0,1-8-6 15,3-7-15 1,0 0 9-16,6-11-2 0,15-21 4 15,16-11-9 1,8-10-6-16,2 3-2 16,1 5-5-16,0 7-31 15,-5 10-63-15,-1 6-12 0,-5 7-132 16,-14 9-280-16</inkml:trace>
  <inkml:trace contextRef="#ctx0" brushRef="#br0" timeOffset="37765">14194 11398 822 0,'0'0'52'0,"0"0"-43"0,0 0 121 15,0 0-10-15,0 0-97 16,0 0-6-16,0 0 8 15,-88 24 6-15,55-7 12 16,-4 1 0-16,-8 3-11 16,-3 1-8-16,-1 2-4 15,0-4-2-15,1-2 2 16,1-2-13-16,6-4 4 16,4-2-1-16,5-4-5 15,10-3 12-15,7-2-1 0,6-1 12 16,8 0 3-1,1 0-10-15,0 2-6 0,0 2-15 16,0 10-3 0,0 13 3-16,3 12 5 0,2 11 48 15,-3 7-29 1,-2 6 4-16,0 0 25 0,0 1-26 16,0-6-14-16,0-7-5 0,0-8-6 15,0-9 2 1,6-10-3-16,0-6-2 0,2-8 1 15,-1-7 0 1,2-1-4-16,3-2-2 0,4 0 2 16,4-14-16-1,5 0 3-15,6-5 12 0,9 2 4 16,7 0-3 0,8 3 2-16,5 3-2 0,-1 1 3 15,-2 4 0-15,-8 2-11 16,-1 2-23-16,-3-2 23 15,-5 0 8-15,2-3 3 16,-9-2-3-16,-5 0 3 16,-6-5 0-16,-7-3 1 15,-6-6 0-15,-5-5 4 16,-4-5-3-16,0-4 0 16,-16-2 1-16,-6-6-1 0,-2-5-1 15,-1-5 0 1,-5-1 2-16,3 0-2 15,-3 7 0-15,3 10 0 16,5 11 0-16,2 11 1 16,4 9-1-16,3 5-49 0,1 3-59 0,0 5-84 15,-4 20-186 1,-4 10-200-16</inkml:trace>
  <inkml:trace contextRef="#ctx0" brushRef="#br0" timeOffset="38179.79">13949 11880 94 0,'0'0'997'0,"0"0"-961"0,0 0-12 15,0 0 115-15,0 0-42 16,0 0-21-16,-67-16-32 15,67 16-36-15,0 0-8 16,1 0-5-16,13 6 5 0,5 8 16 0,8 3-3 31,3 1-6-31,1 4 5 16,-1 2 43-16,-6 0-23 0,-6-1 14 16,-9-2-31-1,-3-7-8-15,-6-2-5 0,0-5-2 16,0-2-1-1,-13-1-45-15,-8-3-61 0,-5-1-25 16,-1 0-13 0,2-18 49-16,0-9-37 0,4-4-4 15,4-3 90 1,7-1 47-16,4 1 4 0,6-1 21 16,3-1-7-1,16 0-18-15,7 0-1 0,0 1-94 16,3 3-299-16</inkml:trace>
  <inkml:trace contextRef="#ctx0" brushRef="#br0" timeOffset="38512.81">14181 11646 1005 0,'0'0'113'16,"0"0"-71"-16,34 85 41 16,-30-62 24-16,-2-3 0 0,2-5-68 15,-2-7-30-15,1-4-6 16,-2-2-3-16,1-2 3 15,-2 0 0-15,0 0 3 16,1-6 6-16,5-13-12 16,3-3-31-16,0 0 19 15,-1 9 12-15,-5 6 0 16,-2 7 0-16,5 0-1 16,-5 12 1-16,5 13 24 15,-4 5 42-15,-2-2-31 16,1-6-8-16,1-7 16 15,5-8-34-15,7-4-1 16,7-3 1-16,10-3-2 0,9-18 0 16,5-10-7-1,0 0-2-15,-7-2-120 0,-11 5-188 16,-18 8-458-16</inkml:trace>
  <inkml:trace contextRef="#ctx0" brushRef="#br0" timeOffset="39940.01">11856 15811 812 0,'0'0'81'0,"0"0"-52"16,0 0 55-16,2-74-12 16,-2 61 31-16,-8 1-22 15,-11 4-29-15,-5 0-20 16,-7 5-12-16,-5 3 13 0,-6 0-25 16,0 0 9-1,3 9-7-15,4 3 9 0,5-1-5 16,4-1 7-1,8-4-3-15,4 2-8 0,6-2-3 16,5 0-5 0,3 4 0-16,0 5 2 0,0 10 8 15,0 9 20 1,0 10 6-16,0 8 23 0,0 9-23 16,8 10-20-16,-2 4 17 15,4-1-13-15,2 2 7 16,-3 5-11-16,4 2 8 15,-4 7-2-15,-3 1-9 16,0 2-3-16,0 2-1 0,-5 0-6 16,2 3 1-16,2 7-1 15,0-5 3-15,1-4-2 16,2-1-1 0,3-6 4-16,2-6 1 0,7-1-5 15,2-10-3-15,5-3 5 16,0-4-6-16,3 0 4 15,0-2-4-15,-2-4 3 16,0 0-2-16,-1-9 1 16,-2-10-1-16,-2-11-4 15,-7-9 2-15,0-10-5 16,-2-10 5-16,5 0-9 16,8-26-35-16,6-17-40 0,6-24-96 15,1-21-81 1,0-22-56-16,-2-18-447 0</inkml:trace>
  <inkml:trace contextRef="#ctx0" brushRef="#br0" timeOffset="40577.47">12508 15899 547 0,'0'0'266'0,"0"0"-266"0,0 0-17 15,0 0 17-15,0 0 39 16,0 0 80-16,15-70-84 16,9 52-7-16,3-2 8 15,3 1-16-15,-2-2 19 16,0-1 1-16,-4 4-15 16,1 5 13-16,-7 9 7 15,-1 4-14-15,-5 11-24 0,-1 19 6 16,0 11 35-1,0 10-12-15,0 9-13 0,3 12 0 16,1 13 33 0,3 5-16-16,4 5-4 0,6-1 27 15,5 4-33 1,3-1-4-16,6 5 4 0,4 0-3 16,-1 0-3-16,4 1 2 15,-7 4-13-15,-9 1 3 16,-6-2-8-16,-11-12 2 15,-7-6-4-15,-9-13 6 16,0-11 5-16,-18-9-1 16,-11-11 0-16,-6-8-1 15,-5-11-1-15,-4-5-5 16,-2-8-7-16,3-6-2 0,1-6-1 16,5 0 1-16,2-6-21 15,6-12-17-15,2-8-13 16,3-7-70-16,1-13-55 15,-2-8-82-15,1-21-208 16</inkml:trace>
  <inkml:trace contextRef="#ctx0" brushRef="#br0" timeOffset="50257.73">25094 5577 1009 0,'0'0'80'0,"0"0"-75"31,0 0-5-31,-104-17 106 0,63 29 12 16,-2 14-3-16,-2 7-32 16,5 6-23-16,4 0 2 15,9-2-23-15,8-4-6 0,16-3-21 16,3-8-12-1,19-3 0-15,22-5 0 0,17-4 8 16,9-3-2 0,6-3-1-16,-4 3-3 0,-13 4 0 15,-12 3-1 1,-16 4 2-16,-10 3-3 0,-15 1 3 16,-3 4 14-16,-19 1 19 15,-20-1 20 1,-12 3-22-16,-4-2-7 0,2-5-3 15,7-6-12 1,12-6-7-16,7-8-4 0,11-2-1 16,1-2-31-16,7-16-42 15,8-12-120-15,5-14-161 16,23-5-75-16</inkml:trace>
  <inkml:trace contextRef="#ctx0" brushRef="#br0" timeOffset="50573.61">25282 5835 1304 0,'0'0'45'0,"0"0"-18"15,0 0-27 1,0 0 111-16,70-83-47 0,-49 47-15 16,-3 2 10-16,-5 0-41 15,-7 5-2-15,-4 8 4 16,-2 5-12-16,0 7-2 15,-8 9 25-15,-8 0 2 16,-7 30-19-16,-5 14 2 16,1 9 25-16,5 4 4 15,8-3-2-15,11-1-15 16,3-8-9-16,3-9-5 0,20-11-8 16,10-11-4-1,8-7 0-15,6-7 1 0,2-7-3 16,-3-14-25-1,-1-3-64-15,-6 0-80 0,-8 1-142 16,-4-1-179-16</inkml:trace>
  <inkml:trace contextRef="#ctx0" brushRef="#br0" timeOffset="52429.89">25917 5493 1176 0,'0'0'99'16,"0"0"-80"-1,0 0 127-15,-85 3-10 0,56 25-26 16,2 9-20-16,3 4-17 16,9-3-33-16,8-1-21 15,7-7-12-15,0-3-3 16,8-9-4-16,8-7 0 15,4-6-2-15,3-5 1 0,-1 0-2 16,2-9-5 0,0-14-11-16,-5-7-10 0,-4-3 12 15,-4 1 4 1,-3 0 6-16,-3 5 2 16,-4 9 4-16,-1 8 1 0,0 7 5 15,0 3 4-15,0 0-4 16,3 13-5-16,1 12 0 15,0 9 40 1,1 3-31-16,-1 2 1 0,5 1-2 16,-2-2-4-16,4-4 2 15,-1-3-3-15,-1-1-1 16,2-11-2-16,0-6 0 0,0-6-1 16,1-7-1-1,4 0 2-15,4-23-5 16,1-9 0-16,-1-8-10 15,0-6-4-15,-8-7-4 16,-6 0 0-16,-5-5-26 16,-1 3-21-16,0 6 17 0,0 8 22 15,0 11 30 1,0 12 1-16,-1 8 4 0,-2 5 7 16,1 4 36-16,2 1-15 0,0 0-24 15,0 9-8 1,0 16 0-16,0 11 16 15,5 7 9-15,7 2 3 16,0-2 5-16,3-5-20 0,3-7-9 16,1-7-3-1,-1-6 3-15,3-8-3 16,-2-9 0-16,2-1 1 16,3-5 3-16,-2-15-1 15,-2-7-1-15,-4-2-1 0,-4-7-2 16,-6 0-9-1,-2 1-7-15,-4 3 4 0,0 3-1 16,0 3 0-16,0 6 11 16,-4 6 2-16,0 6 2 15,-2 1-2-15,1 3 3 16,3 2-1-16,-1 1-1 16,3 1 1-16,0 0-2 15,0 0-1-15,-1 0 1 16,1 0-8-16,0 0-2 0,-2 3-3 15,-1 7 13 1,2 2 1-16,-3-1 3 0,1 3-3 16,1 3 3-1,2 0 4-15,0 5 6 0,0-1 0 16,0-1-6-16,0 1 3 16,0-3-3-16,2-1-3 15,5-2-2-15,-1-3-1 16,2-3-1-16,-1-3 0 15,5 0 0-15,-2 0-1 16,2-1 2-16,2-2-2 16,-2 0 0-16,4-1 1 15,-2-2 2-15,0 0-2 16,0 0 0-16,1 0-1 16,1-8 3-16,0-4-2 0,-2-3 0 15,-2 0 1-15,1-5-2 16,-4 3-2-16,2-1-5 15,-4 0 1-15,-2 4 3 16,-1-2-6-16,-1-1 4 16,-1 3 4-16,-1 0-6 15,1 4 6-15,-2 3 1 16,0 1 0-16,0 2 1 16,0 2 0-16,0 1 4 15,0 1-1-15,0 0-2 16,0 0-2-16,0 0 1 15,0 0-1-15,0 0 0 16,0 0-2-16,0 0 2 16,0 0 1-16,0 0-1 0,0 0 0 15,0 0 0 1,0 0 0-16,0 0 0 0,0 0-1 16,0 0 0-16,0 0 0 15,0 0 0-15,0 10-7 16,0 8 8-16,0 2 12 15,0 1-7-15,0-4-2 16,0 0 1-16,7-6-1 16,3-2-3-16,3-4 3 15,1-5-1-15,4 0 2 0,3-6-4 16,1-15 2 0,0-4 0-16,-6-6-2 0,-7-10 0 15,-6-8-8-15,-3-14-15 16,0-7-16-16,0-5-21 15,-2-5 40-15,-5-1-14 16,-2 0 24-16,0 9 8 16,3 15 2-16,2 19 1 15,-3 23 7-15,4 9 35 16,0 5 0-16,0 1-11 16,-4 17-32-16,-2 23-1 0,-1 23 1 15,0 12 25 1,6 3-19-16,4 1 9 0,0 0 8 15,12-6-11 1,6-6 5-16,8-9-3 0,2-12-2 16,3-14-6-1,1-13-3-15,-1-10 0 0,-1-9 1 16,0-4-2 0,-4-23 5-16,-2-10-4 0,-9-2-3 15,-3-2-5-15,-9 4-6 16,-3 9 5-16,0 10 0 15,0 9 6-15,0 8 3 16,0 1 6-16,0 11-9 16,3 17 0-16,5 9 45 15,2 1-16-15,2-1-11 0,1-5-8 16,1-5-7-16,-1-5-3 16,-2-6 0-1,-4-7-3-15,-4-9-47 0,-3 0-95 16,-10 0-80-16,-22-16-224 15,-11-7-506-15</inkml:trace>
  <inkml:trace contextRef="#ctx0" brushRef="#br0" timeOffset="52563.1">26762 5247 1375 0,'0'0'0'0,"0"0"-9"15,37-91-9-15,2 50 16 0,4 0-174 16,-2 9-494-1</inkml:trace>
  <inkml:trace contextRef="#ctx0" brushRef="#br0" timeOffset="52659.88">27144 5194 1025 0,'0'0'0'0,"0"0"-990"15</inkml:trace>
  <inkml:trace contextRef="#ctx0" brushRef="#br0" timeOffset="53053.63">27478 5320 1364 0,'0'0'49'15,"0"0"135"-15,0 0 24 16,0 0-134-16,-91-11-29 15,84 11-17 1,7 0-28-16,0 0 0 0,0 0-7 16,6 0 2-16,16-2 3 15,8-14 2-15,6-9-24 16,-2-10-10-16,-6-8-7 16,-8-3-1-16,-13-7-11 0,-7-4 6 15,0-5-8 1,0 5 55-16,-7 17 1 0,2 14 7 15,1 20 78 1,3 13 25-16,1 34-95 16,0 24 8-16,0 19 43 15,13 10-39-15,5 6-15 0,4 2-10 16,-1-1-3-16,-5-4 0 16,-2-1-55-16,-8-7-109 15,-6-7-199-15,-5-11-382 16</inkml:trace>
  <inkml:trace contextRef="#ctx0" brushRef="#br0" timeOffset="53677.82">25031 6663 1006 0,'0'0'501'0,"102"-7"-501"0,-4-14-118 16,36-9 118-16,34-8 43 15,24-1 70-15,22 0-12 16,12-2-39-16,1-3-30 15,6-4-18-15,-8-10 2 16,-4-2-4-16,-11-6-12 16,-16-8-1-16,-15-8 1 0,-22-9 3 15,-14-8-2 1,-19-8 3-16,-18-5 0 0,-18-13 0 16,-22-14-4-16,-23-7-4 15,-27-9-10-15,-16-3 10 16,-33 8-21-16,-40 10-6 0,-34 19 11 15,-31 21 20 1,-33 16-2-16,-31 19-6 0,-33 19-2 16,-37 22-3-1,-26 24-10-15,-20 19 16 0,-16 44 4 16,-6 35 3-16,1 25 9 16,14 33 0-1,23 22 5-15,33 17 9 0,39 14-10 16,43-2-3-16,42-5-9 15,53-2 7-15,49-13 28 16,43-13 28-16,44-17 0 16,54-29-19-16,45-24-10 15,34-24 0-15,32-28-24 16,21-19-11-16,4-20-8 16,6-13 5-16,-9-1-71 0,-27-26-118 15,-36-10-274 1</inkml:trace>
  <inkml:trace contextRef="#ctx0" brushRef="#br0" timeOffset="55515.48">12193 12893 871 0,'0'0'18'0,"0"0"-14"0,0 0-4 16,0 0 25-16,0 0 36 16,0 0 1-1,0 0 2-15,-3 15 8 0,3-15 20 16,-1 0-3-16,1-4-8 15,-2-9-18 1,-1-5-56-16,-4-3 4 0,4-2 8 16,1-4-9-16,-1-6 9 15,2-5-11-15,-2-6-5 16,1-2 2-16,2-1-5 16,0-4 2-16,0-2 2 15,0-4 0-15,0-1 4 16,0-2-8-16,3 1 0 15,2-3 8-15,-2 2-4 16,0-2-3-16,6 2 4 16,-5 1 6-16,1 3 3 15,-1 3-5-15,-1 4 10 16,-1-2 4-16,-1 2-1 0,1 0-7 16,-1 2 5-16,-1 1 3 15,0 7-18-15,0 0 4 16,0 5 7-16,0 5-12 15,0 3-1-15,0 4 0 16,0 4-2-16,0 4 5 16,0 4 9-16,0 2-5 15,0 2 1-15,0 1-7 16,0 0 5-16,0 3-2 0,0 0 2 16,0 1-1-16,0 1 3 15,0-1-5-15,0 1 0 16,0-2-1-16,2 2-3 15,-2 0-2-15,0 0 0 16,2 0-2-16,-2 0 0 16,2 0-3-16,-2 0 0 15,0 0-38-15,0-3-45 16,0-2-107-16,-6-1-186 16,-15-4-382-16</inkml:trace>
  <inkml:trace contextRef="#ctx0" brushRef="#br0" timeOffset="56029.58">11971 11355 453 0,'0'0'654'0,"0"0"-654"16,0 0 4-16,0 0 22 15,0 0 6-15,0 0-9 16,-9-41-2-16,9 20 1 0,0-6-15 16,0 0 35-16,0-9-23 15,0 2-8 1,4-3 2-16,-1-4-3 0,2 3-6 15,-1 0 19 1,1-3-17-16,-1-1 18 0,7-1-16 16,2-2 1-16,5 2 11 15,2 7 5-15,0 8 17 16,-6 9-19-16,-2 7 3 16,-6 6-3-16,0 6-6 0,8 0-15 15,9 0 2 1,10 10 31-16,8 10 7 0,6 7 7 15,2 6 11 1,6 7 22-16,-4 2-56 0,0 4 7 16,-6-2-9-1,-4-3-12-15,-8 3-8 16,-8-2-4-16,-7 2-4 16,-6 5-63-16,-9 2-132 0,-3-2-172 15,-1-6-535-15</inkml:trace>
  <inkml:trace contextRef="#ctx0" brushRef="#br0" timeOffset="60251.16">12618 9930 903 0,'0'0'110'15,"0"0"-110"1,0 0-9-16,0 0 9 0,0 0 11 16,0 0 41-16,-119 2-14 15,70 11-3-15,-6 3-8 16,-5-1 2-16,-7 3 5 0,-3 4-17 15,-5-1 1 1,-7 3-14-16,-6 2 15 0,-1 2-7 16,1-1 6-1,4-2-13-15,3 1 4 0,1-4 16 16,7 0-2-16,1-2 1 16,6-2 10-16,11-2-1 15,8-2-16-15,9-1 4 16,10-2 2-16,7-2-16 15,9 0-4-15,6 2 0 16,4 9-2-16,2 13 5 16,0 16 3-16,0 15 30 15,11 11 5-15,-2 13-12 16,1 6 0-16,-1 6-1 16,-1 1-9-16,2-3-3 0,-2-6-9 15,2-7 1 1,2-7-4-16,2-10-4 0,-1-9 3 15,2-9-2 1,-5-11-4-16,2-11-1 0,-3-12 0 16,0-8 0-1,1-5 0-15,1-3 1 0,8 0 3 16,7-11 6-16,11-12-5 16,5-8-1-16,8-2-2 15,3-2-1-15,4 2 2 16,4 1-2-16,4 2 0 15,8 3 1-15,5 4 2 16,2 2-3-16,1 3-7 16,3 1 6-16,-2 2-1 15,0 5-4-15,0 3 2 16,-6 6 2-16,-9-1 0 0,-6 2 2 16,-8 0-1-1,-6 0 0-15,-5 0-1 0,-5 0 1 16,-4 0-4-16,-3 0-3 15,-6-8 4-15,4-2 4 16,-1-2 0-16,0-2 2 16,-3-3-1-16,-2-2 0 15,-2 1-1-15,-3-2 2 16,-3-2-1-16,1-4 1 16,-5-3-1-16,1-4-1 15,0-1 0-15,-1-4 0 0,-3-3 0 16,-1 1 0-1,-6-4 0-15,0 0-1 16,0 0-1-16,-9-6 2 16,-5-5-1-16,0-7 0 0,-3-3 1 15,-1-3-1 1,0 0 1-16,-7 5 0 0,-2 2-1 16,-1 10 1-16,-2 4 5 15,0 9-3-15,0 4-1 16,-4 6 2-16,4 1-4 15,2 4 1-15,6 8-2 16,3 3-2-16,8 5-10 0,6 4-63 16,2 3-21-1,2 0-40-15,-4 12-129 0,-4 13 37 16,-4 9-126-16</inkml:trace>
  <inkml:trace contextRef="#ctx0" brushRef="#br0" timeOffset="62759.98">12947 10578 75 0,'0'0'87'16,"0"0"13"-16,0 0-7 0,0 0-19 15,0 0 4 1,0 0 37-16,0 0-13 15,-17-23-2-15,16 19-35 16,1 4-43-16,0-2 21 16,0 2 7-16,0 0-10 15,-2 0-4-15,2 0 1 16,0 0-7-16,0 0-8 16,0 0-6-16,0 0-1 15,0 0-3-15,0 0 2 0,0 0-3 16,0 0 0-16,0 0 1 15,-1 0-1-15,1 0 5 16,0 0 1-16,0 0 1 16,0 0 0-16,0 0 2 15,0 0-5-15,0 0-5 0,0 0 0 16,4 0-7 0,7 0 1-16,5-3 20 15,2 0 6-15,6 1-6 16,3-2 5-16,1 0-18 15,5 0 17-15,0-3 1 16,-2-2-14-16,2-1-10 16,1-3 5-16,1-1 3 15,-1 3 0-15,-3 1-4 16,1 1 0-16,-4 2-2 0,7 1 7 16,0-1 3-16,1 0 4 15,-5-1 0-15,-4 3-5 0,-9 0 6 16,-5 4-12-1,-7-2 3-15,0 0-2 16,-3 2 0-16,0-1-4 16,0 2-1-16,3-1-1 15,-2-2-3-15,4 0 6 16,0 0-5-16,-1 0 1 16,3 1-2-16,1-3-1 0,1 2 0 15,-2 1 0 1,-2 0-1-16,-4 1 0 0,-1 1-2 15,0 0 0 1,0 0 0-16,-2 0 1 0,-1 0-1 16,0 0-11-16,0 0-42 15,0 0-57-15,0 0-38 16,0 1-26-16,-11 3-43 16,-7-4-258-16</inkml:trace>
  <inkml:trace contextRef="#ctx0" brushRef="#br0" timeOffset="63150.02">13512 10247 905 0,'0'0'46'0,"0"0"-45"0,0 0-1 16,0 0 55-1,0 0 25-15,0 0-34 0,91-75-3 16,-55 65 9-16,7-3 14 16,5 4-10-16,-2 5 2 15,-3 4 1-15,-8 0-11 16,-9 14-14-16,-7 7-16 15,-11 7 31-15,-8 2 1 16,0 6 8-16,-24 6-21 16,-11 5-22-16,-11 5-12 15,-1-5-3-15,0-3 0 16,5-8-14-16,9-10-152 16,4-7-55-16,4-11-86 15,1-8-277-15</inkml:trace>
  <inkml:trace contextRef="#ctx0" brushRef="#br0" timeOffset="65336.34">14424 13108 840 0,'0'0'39'0,"0"0"-35"15,0 0 24-15,0 0 81 16,0 0-38-16,0 0-25 16,-35-19 3-16,35 16 10 15,0 2-16-15,-1-1 4 16,-1-4-14-16,1-3-15 0,-2-2-15 16,1-5-3-16,1-3 2 15,-2-4 0-15,0-5-1 16,-2-6-1-16,1-3 0 15,1-4 1-15,2-6 2 16,1 0-2-16,0-3 5 16,0-1 2-16,0-2 13 0,0 0 24 15,0-4-29 1,0-1 5-16,0-2-9 16,0-3-6-16,0 0-3 0,0 0 2 15,0 3 5-15,0 2 0 16,-5 3 19-16,-4 3-16 15,3 1 17-15,-6 2-23 16,3-1 1-16,-3 1-5 16,2-7 15-16,2-2-16 15,1-3 5-15,5-1 4 16,2 5-6-16,0 3-5 0,0 8 1 16,0 5 3-1,0 2-1-15,0 3 7 16,0 2-10-16,0-2 7 15,0 0 2-15,0 3-5 16,0 3-3-16,0 7-1 16,0 3 12-16,0 6 6 15,0 4 2-15,0 3-6 16,0 2 5-16,0 2-7 0,-3 1 5 16,3 2-8-16,-1 0-2 0,1-2-6 15,0 0 7 1,0 2-8-16,0-2 2 0,0 2-2 15,0 0 1 1,0 0-1-16,0 0 0 0,0 0 0 16,0 0-1-1,0 0-1-15,0 0-1 0,0 0 1 16,0 0-2-16,0 0 4 16,0 0 1-16,0 0-1 15,0 0-2-15,0 0 0 16,0 0-11-1,0 0-46-15,0 0-60 0,0 0-30 16,0 4-67-16,-6-4-120 16</inkml:trace>
  <inkml:trace contextRef="#ctx0" brushRef="#br0" timeOffset="66437">14562 9560 465 0,'0'0'456'0,"0"0"-400"16,0 0 0-16,0 0 26 0,0 0-11 15,0 0-10-15,-59-11-28 16,35 11-15-16,2 2-10 15,-4 4 4-15,-1 0 8 16,-7 1-2-16,-6-1-3 16,-4 5-7-16,-5 2 14 15,4-1-13-15,2 4-4 16,3-2 4-16,1-2 4 16,6 2 11-16,-3-2-19 15,3 1 1-15,4-2 2 16,2 0 3-16,3-1-2 15,3 2 4-15,3 0-6 16,3-1 15-16,6 1 0 16,3-2-14-16,5 4-3 15,-2 7 6-15,0 8 32 16,0 12-4-16,0 7-9 0,2 9 16 16,1 7-13-16,0 5-13 15,0 7-1-15,0 10 7 16,4 5-4-16,6 3-6 15,-1-3-5-15,0-1 6 16,0-5-2-16,-1-5-7 16,-1-11 4-16,1-14-5 15,2-12-7-15,-1-11 0 0,-1-7 1 16,-1-9 0-16,0-4 0 16,1-6-2-16,1-1-3 15,6-4 3-15,4-1 1 16,8 0 6-16,3 0-3 15,4 0-3-15,5-2 1 16,3-3-1-16,8 3 3 16,7-3-2-16,13 1-1 15,2-3 1-15,4 0-1 16,-3 0-3-16,-3 1 2 16,-1 0-5-16,1 0 3 0,-3-2-6 15,-3-2 2 1,-6-3 3-16,-3-3-3 0,-8 0 5 15,-8-3-1 1,-6 0 3-16,-11-2 0 0,-6-1 2 16,-8-6-2-1,-5-1 2-15,-3-8 0 16,0-3-1-16,-9-6 1 16,-11-2 0-16,0-9-2 15,-5-13-1-15,0-5 1 0,-3-5 0 16,0 0-1-16,-4 2-4 15,-2 3 5-15,-1 4-1 0,-3 5 2 16,4 10-1 0,1 5 2-16,3 8 2 15,3 2-4-15,4 6 2 16,4 5-2-16,4 9 0 0,3 8-1 16,3 9-47-1,-5 4-94-15,-1 19-192 0,-5 20-125 16,-2 11-388-16</inkml:trace>
  <inkml:trace contextRef="#ctx0" brushRef="#br0" timeOffset="67293.78">14710 13484 666 0,'0'0'0'16,"0"0"-349"-16</inkml:trace>
  <inkml:trace contextRef="#ctx0" brushRef="#br0" timeOffset="68566.24">14710 13484 295 0,'0'0'103'0,"33"-66"-19"16,-32 64 28-16,1 1 27 15,-2 1 14-15,0 0-18 0,0 0-30 0,0 0-40 16,0-1-11 0,0-4-12-16,0-2-23 0,0-1-9 15,-5 0-7 1,-5-2 6-16,-2 0 0 15,-4 0 41-15,-2 0-18 16,-6-3-15-16,-3 2-3 0,-1 0-3 16,-4 1 0-1,0 4-7-15,-3 6 13 0,-1 0 14 16,-4 0-11-16,-5 12-8 16,-1 0-5-16,-3 5-2 15,0-1 4-15,1 1-1 16,-1 1-4-16,2-2 1 15,-3 2-2-15,2 1 2 16,-1-1-4-16,5-4-1 16,3 0 4-16,3-4-2 15,1-1-2-15,3 0 3 16,1-1-2-16,6-2 0 16,8-1 9-16,5-3 17 15,4 2 2-15,7-4-8 16,1 2 0-16,2 1-10 0,-1 9-11 15,-1 9 2 1,-2 10 12-16,-1 11 0 16,-1 2-4-16,-1 6 3 15,3 5-6-15,-1 4 15 16,4 5 3-16,-1-2-6 0,-1-2-10 16,1-1-5-16,-1 4 0 15,0 5 11-15,2-5-14 16,-1-2 0-16,2-5 4 15,0-9-4-15,0-5-2 16,3-2 2-16,5-4-2 16,6-4 1-16,-1-4 0 15,2-3-1-15,3 0 0 16,-2-5 1-16,4 3 0 16,-1-1 0-16,-6 0 0 0,2-1 2 15,-1-4-2-15,-4-4 0 16,3-6-1-16,1-1 0 15,1-5-3-15,3-1 3 16,6 0 0-16,4-1 1 16,3-9 3-16,5 1-2 15,0-4-1-15,3 2 1 16,-2 3-1-16,3-4 0 16,5-1 1-16,0-1-1 15,7-2 2-15,2-2-2 16,7-1 4-16,0-1-4 15,-1 1-2-15,-3 1-3 0,-8 4 4 16,-6 3-1 0,2 1-5-16,-8 1 2 15,3 2 0-15,-2-3 3 16,-1-1 1-16,0-2 0 0,-1 1 1 16,-2-3 0-16,-5 3-1 15,-7 5 1-15,-7 1-5 16,-6 2-14-16,-3 2-2 0,-5 2 14 15,1 0 6 1,-2 0 1-16,0-2 3 0,0-6 2 16,0-2-3-1,0-6-2-15,0-2-2 0,0-4 2 16,-3 3-1-16,-6-4 1 16,-1-1 0-16,-1-3 0 15,-1-3-2 1,0-2 2-16,0 0 1 0,-1-4-1 15,-1 0 1-15,0-5-3 16,0-3 2 0,-1-11 0-16,3-6 0 0,3-4 1 15,2 2-1-15,2 10 0 16,-1 12 1-16,-1 5 2 16,-6 6 1-16,-1 2 0 15,-5-1 8-15,1 4 0 16,-3 0 1-16,0 3-6 15,1 2 1-15,3 4 2 16,0 2 9-16,4 2-18 16,2 2-1-16,5 6 0 15,1 1 1-15,2 0-2 16,1 3-1-16,2 0 0 0,-1 0 1 0,1 0-4 16,0 0-9-16,0 0-55 15,-5 0-79 1,-4 0-141-16,-7 3-256 15</inkml:trace>
  <inkml:trace contextRef="#ctx0" brushRef="#br0" timeOffset="72193.34">14940 10305 889 0,'0'0'86'15,"0"0"-67"-15,0 0 29 0,0 0 47 16,0 0 3 0,0 0-38-16,0 0 2 0,-24-15-30 15,24 15-10 1,0 0 2-16,0 0 0 0,0 0-8 16,0 0-7-16,0 0-9 15,0 0 0-15,7 0 0 16,10 0 0-1,7-3 11-15,4-4 7 0,3-5 8 16,2 1-9-16,3-3 15 16,1-1-6-16,5 0 1 15,1 1 9-15,-2 0-20 16,3-2-1-16,-2-2-6 16,3-1 8-16,1-3-6 15,0 2 7-15,-4 2-11 16,-3 3 4-16,-9 7-8 15,-6 0-2-15,-11 4 0 16,-4 1-1-16,-5 3 0 16,-4 0 0-16,0 0 3 0,0 0 4 15,0 0 1 1,0 0-8-16,0 0 0 0,0 0-1 16,0 0-11-16,0 0-82 0,0 0-46 15,-1 0-31 1,-11 0-106-16,-4 0-301 0</inkml:trace>
  <inkml:trace contextRef="#ctx0" brushRef="#br0" timeOffset="72559.78">15526 9967 1140 0,'0'0'77'0,"0"0"-74"15,0 0 21-15,0 0 17 16,0 0 20-16,0 0 10 16,54-74-27-16,-14 59-23 15,8 0-2-15,3 3 12 16,-1 10-4-16,-4 2 4 15,-7 5-5-15,-9 17-13 16,-10 10 3-16,-12 7 29 16,-8 6-23-16,-10 1 28 15,-18 1-10-15,-6-3-9 16,1-8-20-16,0-8-3 16,8-5-5-16,5-7-1 0,4-2-2 15,8-9-27-15,5-2-107 16,3-3-85-16,0 0-27 15,0 0-91-15</inkml:trace>
  <inkml:trace contextRef="#ctx0" brushRef="#br0" timeOffset="76198.48">16696 12891 804 0,'0'0'135'0,"0"0"-134"16,0 0 11-16,0 0 114 15,0 0-14-15,0 0-52 16,0-4-35-16,1 0-9 16,-1-1 2-16,0 5 8 15,0-1 3-15,0-3-3 16,0 3 4-16,0-3 8 16,0 0-20-16,0-1-9 15,-3-1 0-15,0 0-5 16,-1-2-1-16,-1-2 7 0,1-1 6 15,0-3-7 1,-1-3-9-16,2 1 8 0,0-2 8 16,0 1-13-1,0-3-2-15,1 0-1 0,1-2 1 16,1 0-1 0,-2-1 1-16,-1 1-1 15,2-1 0-15,-3 3 0 0,1-1 0 0,-2 1 0 16,1 2 1-1,-1 0-1-15,2-4 2 16,-1 0-1-16,1-5 4 16,-1 0-3-16,0-5 3 0,1-3-1 15,2 0 0 1,-1-1 0-16,-1-1 6 0,0 1 17 16,-3 2-15-16,-2 0 3 15,-3 2 3 1,-1 1-6-16,-3 2 2 15,2 0-8-15,0-2-3 16,-1-2-3-16,2-2 0 16,2-4 1-16,1 0-1 0,1-2 0 15,1 1 1-15,1-2-1 16,0 4 2-16,0 3-2 16,0 4 1-16,-3 3-1 15,3 1 4-15,0 0-4 16,0 2 0-16,3-2 3 15,0 0 0-15,-1-1-1 16,2-2 6-16,1 3-1 16,-2 2-5-16,0 3-1 0,-2 2 5 15,1 5-1 1,-3 1 8-16,0 0-8 0,1 0 1 16,2 0-4-16,2 0-1 15,1-1 3-15,1 2-3 16,0 0 0-16,0 1 0 15,0 3 0-15,0-1 2 16,0 2 1-16,0-2 2 0,0 0-3 16,0 1-1-1,0 1 2-15,0 2-1 0,0-2-1 16,0 2-2 0,0 2 2-16,0 1 1 0,0 2 0 15,0 1 0-15,-2 0 2 16,2 0-1-16,0-2 5 15,0 2-5 1,0 0-4-16,0 0 0 16,0 0 1-16,0 0-1 15,0 0-1-15,0 0-2 0,0 0 2 16,0 0-2-16,0 0-3 16,0 0 1-16,0 0-2 15,0 0-45-15,0 0-48 16,0 3-21-16,0 8 5 15,-3 3-41-15,-4-6-149 16,-8-2-424-16</inkml:trace>
  <inkml:trace contextRef="#ctx0" brushRef="#br0" timeOffset="77731.41">16265 9646 637 0,'0'0'0'15,"0"0"0"-15,0 0 0 0,0 0 87 16,0 0 2-16,0 0 3 0,16-39-30 16,-16 39-10-16,0 0 10 15,0 0 6-15,0 0-11 16,-9 0-13-1,-4 0-13-15,-10 10-23 16,-3 1-2-16,-7 1 5 0,-3 5 16 16,-6 0 1-16,-3-1-7 15,-1 1-6-15,0-3-6 16,4-4 2-16,8-2 11 16,4-4-5-16,6-1 4 15,7-2-13-15,6 1 11 16,6-2 25-16,4 0-4 15,-1 0-19-15,2 0-13 16,0 0 0-16,0 1-6 0,0 2 0 16,-1 4-2-1,-4 5 0-15,-3 6 0 16,1 2 14-16,1 1 1 0,5 2 3 16,1 2-3-16,0 4-1 15,0 8 18 1,0 5 7-16,9 3-10 0,6 5-5 15,-2 2-13-15,5 1 2 16,0 3-4-16,0 2 2 16,3 9-6-16,0 0 1 15,-2 1-3-15,-2 3 1 0,-1-7-3 16,-4-1 8 0,-2 0-2-16,-2-7-4 0,-1-8-1 15,-1-9-1-15,0-10 0 16,0-11 0-16,-3-10-2 15,-1-2 0-15,2-6 0 16,1 1-1-16,1-1 0 16,5 2 2-16,3-2 0 15,4 0 4-15,1 0-2 16,7-3-2-16,3-8 1 16,9-4-1-16,3-3-7 15,6-5-4-15,3 0 3 16,2 1 4-16,1 0 2 15,-1 4-2-15,0 3-1 16,-5 3 2-16,-1 2-3 16,-4 2 4-16,1-1 1 15,-1 0-17-15,-1 2 3 16,1-3 4-16,-5 0 7 0,-7 4 3 16,-10 0-5-16,-5 4-6 0,-9 2 3 15,-5 0 6 1,-1 0 3-16,0-2 4 0,0 2 3 15,0-6 1 1,0-2 3-16,0-7-11 0,0-4 2 16,0-4-2-1,0-4 0-15,0-4 0 0,0-5 0 16,0-3 1-16,-1 1 0 16,-12-4 1-16,-4 2-1 15,-5-3 0-15,0-3-2 16,-5-7 2-16,2-3-2 15,1-8 1-15,1-6-2 16,0-2-16-16,-1 0-5 16,2 8-2-16,2 11 21 15,0 11 3-15,-1 15 2 16,0 4 4-16,-3 8 3 16,-4 3-6-16,-1 2 11 15,-2 3-7-15,0 3 4 16,-4 2-9-16,-5 2 1 15,-3 0-2-15,-8 11-1 16,-6 14-10-16,-13 13-90 0,-8 6-191 16,-11 2-381-1</inkml:trace>
  <inkml:trace contextRef="#ctx0" brushRef="#br0" timeOffset="81569.61">16782 10183 776 0,'0'0'37'0,"0"0"-36"16,0 0 7-16,0 0 97 0,0 0 14 16,0 0-52-16,0 0-29 15,0 0-8-15,0-9-12 16,0 9 2-16,0 0 5 16,0 0-11-16,0 0 1 15,0 0-7-15,0 0-8 16,8 0 18-16,5 0 19 15,-1 0-7-15,7 0 18 16,1-5-28-16,5-2 2 16,4-2 2-16,2-2-12 0,5-1-3 15,-2 0-2-15,6-3 2 0,-2 2 6 32,-2 1-4-32,2 1 7 0,-2-2-4 0,3 2 3 15,-3-1-4 1,-2 2 0-16,0-1-2 0,1 0 4 15,-4 1-4 1,-4 0 0-16,-5 3 0 16,-7 3-4-16,-5 3-3 15,-2-1-3-15,-3 2 0 0,-1 0 0 16,1-2 1-16,-2 1-2 16,1 1-1-16,-1-3-11 15,0 1-68-15,1 2-34 16,-1-2-32-16,-1 2-36 15,-2 0-61-15,0 0-52 16</inkml:trace>
  <inkml:trace contextRef="#ctx0" brushRef="#br0" timeOffset="81895.5">17358 9894 1022 0,'0'0'15'0,"0"0"-12"0,0 0 22 15,0 0 87-15,100-57 9 0,-56 52-39 16,0 5-17 0,0 2-3-16,-8 15-12 0,-10 10 2 15,-11 5-1-15,-14 9 2 16,-1 7-16-16,-26 4-9 15,-13 2-13-15,-6-5-15 16,3-8-3-16,5-5-20 16,7-9-74-16,6-5-31 15,7-8-75-15,8-7-56 16,6-7-91-16</inkml:trace>
  <inkml:trace contextRef="#ctx0" brushRef="#br0" timeOffset="83455.85">19067 12464 741 0,'0'0'162'0,"0"0"-158"16,0 0 4-16,0 0 107 15,0 0-28-15,0 0-55 16,0 0-26-16,0 1-3 16,0-1 6-16,0 0 4 0,0 0 11 15,0 0 12-15,0 0 16 16,-2-7-29-16,-5-5-18 15,-4-6 2-15,4 1-2 16,-1-3-2-16,1 0 0 16,1 1 1-16,0-3 6 15,0 0 5-15,0-5-11 16,1-1 4-16,1-1 3 16,-2-1-5-16,2 2 4 15,-4 1 21-15,1-4 1 0,-3-5-17 16,-1 3 7-1,0-2-1-15,2 1 9 0,-1 3 2 16,4 1-17-16,1 1 6 16,1 2-4-16,1 3-2 15,-3 2 2-15,0 5 14 16,0-3-18-16,-1 0 5 16,-1 2-2-16,-2-5-12 15,1 3 4-15,0-2 0 16,-1 2-5-16,2 1 2 15,2 5 23-15,1-1-8 16,1 3-6-16,0 3-5 16,1 2 0-16,1 0 0 15,1 2-3-15,-1-1-3 16,1 1-2-16,-1 1 1 0,2 1 1 0,0 2 3 16,0 0 1-1,-1 1-1-15,1 0-2 0,0 0 2 16,0 0-1-1,0 0-3-15,0 0-2 16,0 0 0-16,0 0-1 16,0 0 1-16,0 0-3 0,0 0 1 15,0 0 2 1,0 0 0-16,0 0 0 0,0 0-1 16,0-2-2-1,0 1-1-15,0-5-10 16,0-2-23-16,0-2-123 0,0-3-159 15,-20-3-336-15</inkml:trace>
  <inkml:trace contextRef="#ctx0" brushRef="#br0" timeOffset="84819.46">18565 9399 1025 0,'0'0'42'0,"0"0"-42"15,0 0 0-15,0 0 24 0,0 0 19 16,0 0 3 0,-80-6-19-16,52 12-7 15,-10 8 10-15,-7 3 1 16,-10 4-12-16,-9 3 13 16,-7 0-21-16,-1-1-4 0,5-3-3 15,8-4 1-15,14-3 19 16,10-2-10-16,8-2 1 15,8 0 12-15,4-4-11 16,7 0-8-16,5-2-1 16,3 3 0-16,0 4 2 15,0 8-1-15,0 6 10 16,9 5 10-16,0 2 1 16,-1 1 0-16,-4 6-15 15,2 6 27-15,3 8 7 16,1 8-20-16,4 7 11 15,4 4-17-15,2 8 8 16,-1 3-20-16,0 8 9 16,1 1-2-16,0-6-8 15,-1-6 1-15,0-13-1 16,0-15-4-16,-1-8-4 16,-5-7 15-16,-1-7-13 0,0-4 1 15,-4-9-2-15,-1-8-2 16,-2-5 0-16,0 0 0 15,3-2 0-15,2-1 0 0,8 0 0 16,9 0 2-16,7-3-2 16,10-11 0-1,8-2 1-15,11-7-1 0,10 0 0 16,12-2-1 0,4-3 1-16,2 2 0 15,-3 1 0-15,-8 2 0 0,-8 2 1 16,-9 4-1-16,-15 3 0 15,-7 2-5-15,-9-1 3 16,-9-4-2-16,-1 3 4 16,-5-5 0-16,-4-4 4 15,-6-3-1-15,-5-8 1 16,-2-4-3-16,0-3 2 16,-9-3-3-16,-11-2-1 15,1-9-4-15,-5-4 2 16,2-5 2-16,-2-4-5 0,-2-2 4 15,-2-1 2 1,-4-2-4-16,-6-2-1 0,1 3 4 16,-1 1 1-1,-1 5 0-15,2 7-3 0,-3 3 4 16,0 11-1-16,1 8 0 0,-1 7-1 16,4 8 0-1,3 8 1-15,3 6-2 0,2 2-14 16,-7 6-96-1,-5 0-121-15,-11 20-79 16,-5 10-276-16</inkml:trace>
  <inkml:trace contextRef="#ctx0" brushRef="#br0" timeOffset="87906.52">19223 10036 831 0,'0'0'46'0,"0"0"-42"16,0 0 43-16,0 0 97 16,0 0-62-16,0 0-51 15,0 0-22-15,-3 0-3 16,3 0 28-16,-3 0 28 15,2 0-11-15,1 0-15 16,0 0-16-16,0 0-8 16,0 0-3-16,0 0 0 15,0 0-5-15,0 0-1 16,0 0-3-16,0 0-1 16,3-4-4-16,13-2 5 0,7-6 1 15,8-1 4 1,6-1 0-16,5-1-3 0,6-3 7 15,4-2 2 1,9-4 2-16,3-4-8 16,5 1 8-16,2 0 0 15,-3 3-4-15,-4 2 7 16,-5 3-2-16,1-1 0 0,-3 1 6 16,-6 3 9-16,-8 4-1 15,-15 4-11-15,-11 6-10 16,-10-2-3-16,-4 4-4 15,-3 0 1-15,0 0-1 0,1 0 0 16,-1 0 3 0,0 0-3-16,0 0 1 0,0 0-1 15,0 0-11 1,3 0-76-16,3 0-43 0,4 0-28 16,3 4-77-16,-1-3-121 15,4-1-41-15</inkml:trace>
  <inkml:trace contextRef="#ctx0" brushRef="#br0" timeOffset="89029.58">21464 8817 855 0,'0'0'142'0,"0"0"-142"15,0 0 34 1,0 0 132-16,0 0-33 15,0 0-81-15,-16-23 0 16,10 20-8-16,-3-1-26 16,-9 1-11-16,-6 1-2 15,-12 2-5-15,-6 0 0 16,-8 6 1-16,-11 7 15 16,-9 4-12-16,-14 3 2 15,-4 4-5-15,-13 2 3 0,-3 4-3 16,4-2 2-16,8 0-2 15,11-3 0-15,17-3 2 16,9-2-1-16,7-2-1 16,4 1 3-16,8-4 0 15,4 0 7-15,7-2 1 16,8-3-3-16,7-2 3 16,4 2 1-16,3 3-7 15,2 10 5-15,1 12 22 16,0 13 9-16,0 8 14 15,10 5 8-15,4 5-20 16,-1-1-10-16,0 6-14 0,-2 6 11 16,-2 4 1-1,1 3-17-15,-1-1-7 0,2-3 3 16,5-5-4-16,2-6-3 16,4-6-2-16,2-9-2 15,-2-8 1-15,-2-12 0 16,-1-9-1-16,-2-7 0 15,2-6-1-15,0-6 1 16,3-6 0-16,8 0 1 16,5-4-1-16,14-15-1 15,10-2-3-15,5-4-1 16,5-1-2-16,6-5 0 0,6-1-1 16,9-1 0-16,4 2 5 15,1 3-1 1,-2 3 4-16,-1 2 0 0,1 1 1 15,-4 4-1-15,-4 2 0 16,-6 5 3-16,-6 2-1 16,-4 2-1-16,-8 0 0 15,-4-2-2-15,-8-4 0 16,-7 1-1-16,-5-1 1 16,-7 1-2-16,-8-1 1 15,-8 1 2-15,-7 0-1 16,-5-4 0-16,-2-3 0 15,0-5 1-15,-11-2-1 16,-4-5 1-16,-5-3 0 16,-1-5 0-16,1-6 0 15,-1-10 0-15,3-9 0 16,2-9-14-16,1-5 9 0,0 1 2 16,-3 5 3-16,-4 9-1 15,-10 8 2-15,-8 6 1 16,-5 5 0-16,-1 4-2 15,5 2 1-15,0 2-2 16,4 4 0-16,4 2 1 16,3 3 0-16,5 6-3 15,4 6 3-15,4 3-1 16,0 5 1-16,-7 6-44 0,-7 1-74 16,-10 12-55-16,-6 14-103 15,-6 5-266-15</inkml:trace>
  <inkml:trace contextRef="#ctx0" brushRef="#br0" timeOffset="93744.92">19192 9314 625 0,'0'0'197'0,"0"0"-197"16,0 0 6-16,0 0 60 16,0 0 41-16,0 0-46 15,0 0-29-15,-81 26-11 16,81 15 31-16,0 13 34 0,0 6 16 15,5 2-11 1,7 2-6-16,2-9-52 0,5-7 4 16,0-10-17-1,1-12-8-15,2-7-4 0,-1-11-2 16,-2-8 0-16,7 0-4 0,-1-14 6 16,2-15 0-1,-1-5-8-15,-2 0-6 0,-6 4-17 16,-6 10-2-1,-6 10 13-15,-3 8 9 0,-3 2-4 16,3 0-15 0,0 14 18-16,2 6 4 0,1 4 0 15,2-5 3 1,3-1-2-16,1-6 0 0,3-4 0 16,-2-2 0-1,-1-1 1-15,-1-5-2 0,-2 0-3 16,-1 0 3-1,-2 0 2-15,-1-11 3 16,-4-6 6-16,-1-6-3 0,0-7-8 16,0-3 2-16,-1 1-4 15,-15 0 5-15,-4 0-6 16,-2 3-18-16,-3 4 17 0,2 5-8 16,-1 7-5-1,0 9 9-15,1 4-2 16,1 0 8-16,0 12 1 15,3 8 0-15,5 3 1 16,7 4 1-16,0-1 8 16,7-1-4-16,0-7-4 0,0-7 4 15,8-3-1-15,6-8-2 16,5 0-1-16,4 0 1 16,7-8-1-16,1-9 2 15,-4 2-3-15,-5 3-2 16,-4 7 1-16,-8 5 0 15,2 0-3-15,0 0 0 16,-1 5 4-16,-1 0 0 16,-1-1 1-16,0-4 0 15,-3 1 1-15,3-1-1 16,0 0 2-16,0 0-2 16,4 0-1-16,4 0 0 15,2 0 0-15,0 0-1 16,2 0 1-16,0 0 2 15,-4 0 0-15,2-1-2 16,-6-12 0-16,1-6 3 0,-4-8-3 16,-5-7 0-16,-4-7-6 15,1-6-18-15,-1 1 19 16,9 5 5-16,4 5 4 16,7 11 16-16,6 11 11 15,1 8 10-15,6 6 2 16,-1 9-21-16,2 15 8 15,-4 4-26-15,-1 7-4 16,-4 5-6-16,-7 4-145 0,-12 3-127 16,-7-3-391-1</inkml:trace>
  <inkml:trace contextRef="#ctx0" brushRef="#br0" timeOffset="94812.83">16915 9597 324 0,'0'0'354'0,"0"0"-342"15,0 0 31-15,20-76 112 16,-20 61-22-16,0 5-27 15,-2 7-9-15,-6 3 23 16,0 0 2-16,-3 18-44 16,-2 18-52-16,-2 11 55 15,1 3-30-15,7-4-26 16,7-8-18-16,0-7-1 0,16-8-5 16,7-4-1-16,1-8-4 15,3-6 2-15,1-5-12 16,3 0-6-16,-2-13-38 15,-4-1 33-15,-6 0-2 16,-7 4 19-16,-7 6 8 16,-4 2 5-16,-1 2-4 0,3 0 1 15,2 0 2 1,5 3-1-16,2 4 12 0,3-1-12 16,1-6-2-16,5 0 0 15,3 0 1-15,0 0 2 16,5-13-3-16,0-1-1 15,0 2-1-15,-1 0 0 16,-1 5 1-16,-4 1 0 16,-3 4 1-16,5-2 0 15,-2-1 10-15,3-2 28 16,3-1-8-16,-2-4-19 16,0 1-6-16,0-2-4 15,-2 3-2-15,-4 2-10 16,-5 7-81-16,-7 1-154 15,-8 0-68-15,-1 6-356 0</inkml:trace>
  <inkml:trace contextRef="#ctx0" brushRef="#br0" timeOffset="96389.8">15321 9457 642 0,'0'0'180'16,"0"0"-138"-16,0 0 100 0,0 0 18 16,0 0-68-1,-89 24-6-15,68 21 40 0,1 10-31 16,1 3-18-1,5 0-22-15,8-8-25 0,4-5-9 16,2-9 3 0,0-10-24-16,12-8-2 15,6-7 0-15,3-8 1 16,1-3-4-16,7 0 1 16,-2-17-38-16,-1-3 2 15,-3 2 10-15,-10 5 20 16,-4 9 1-16,-5 2 7 15,-4 2 2-15,0 0-1 0,2 0-1 16,-1 0-4-16,4 5 6 16,0-1 3-16,2-1-3 15,3-3 0-15,4 0 4 16,7 0-3-16,4-6 3 16,9-6-3-16,4-1 0 15,2 2-1-15,2 3 0 16,4 2 2-16,-1 3 2 15,-4 3 2-15,-5 0 2 0,-7 0-3 16,-7 0-5 0,-5 0-4-16,-1 0-5 0,-7 0-130 15,-5 0-194 1,-4-5-136-16</inkml:trace>
  <inkml:trace contextRef="#ctx0" brushRef="#br0" timeOffset="98764.92">9667 11107 492 0,'0'0'27'0,"0"0"-17"16,0 0 61-16,0 0 40 16,0 0-10-16,0 0-23 0,-19-27-21 15,19 27-23 1,0 0-3-16,0 0 1 0,0 0 10 15,0 0-14-15,0 0-12 16,0 0-7-16,3 0 55 16,9 0-15-16,-2 1-20 15,5 0-10-15,5-1 39 16,8 0-18-16,5-9 9 16,4-6-13-16,6 0-7 15,-1 0-14-15,6 2-6 16,1-1-4-16,6-3 13 15,7-3 1-15,3-4-5 16,10-2 10-16,-2-3 7 16,2 1-6-16,-1 3-2 0,-4 7-16 15,-6 7-3-15,-10 4-4 16,-5 4-2-16,-7 3 2 16,-2 0 8-16,-5 0-3 15,-7-3-2-15,-3 3 0 16,-4 0 0-16,-4 0 0 15,-1-1 1-15,-2-1-2 16,-3 2-2-16,-3 0 1 0,-2-3-1 16,-2 2 0-1,-2 0 0-15,-2 1-1 16,0 0-27-16,0-3-72 0,-3-1-104 16,-21-2-337-16</inkml:trace>
  <inkml:trace contextRef="#ctx0" brushRef="#br0" timeOffset="99029.53">10783 10571 1102 0,'0'0'41'0,"0"0"-18"15,111-34 163 1,-71 34-59-16,-4 14-63 15,-6 22 22-15,-8 6 9 16,-5 7-30-16,-13 3-29 16,-4 2-1-16,-9 2-25 15,-16-3-5-15,-8 1-5 0,-4-7 0 16,-2-4-1-16,1-9-78 16,0-4-98-1,2-14-136-15,-1-14-281 0</inkml:trace>
  <inkml:trace contextRef="#ctx0" brushRef="#br0" timeOffset="100414.67">9105 10106 441 0,'0'0'0'15,"0"0"-8"-15,0 0 5 16,0 0 3-16,0 0 0 16,0 0 22-16,-2-10 24 15,2 9 25-15,-1-1 53 16,-2-1-24-16,3 2 22 16,0-1-15-16,0 2-9 0,0 0-22 15,0 0-9-15,0 0-5 16,0 0-31-16,0 0-13 15,0 0 7-15,0 6-5 16,0 14 7-16,0 11 109 16,9 8-68-16,0 6-17 15,3 3 30-15,0 7-38 16,0 0-20-16,1 4 0 16,-1-4-10-16,2-4 1 15,-1-5-4-15,-1-6-7 16,4-6 1-16,-7-8-1 15,-1-5-2-15,-1-9-1 16,-4-5 0-16,-2-4 0 16,1-2-1-16,-2-1 1 15,0 0 0-15,0 0 4 0,0 0 3 0,0-3 1 16,0-11-8 0,0-6-1-16,-3-1-2 0,1-1-2 15,2-2-3 1,0-1 7-16,0-3-9 0,2-3 3 15,7-3-2 1,6 2-9-16,3 2 10 0,1 5-3 16,1 2 10-1,2 4 0-15,-1 3-3 0,-3 2 4 16,1 7-2-16,-2 3 2 16,-4 4 0-16,2 0-3 15,0 13 2-15,0 15 1 16,0 6 4-1,-5 4 8-15,-1 0 0 0,1-5-8 16,-2 0 2-16,3-6-6 16,-1-5 2-16,-3-6-2 15,-1-4 0-15,-1-4-2 16,-2-4-5-16,1-2-59 16,-4 0-82-16,0-2-51 15,0 0 0-15,0-14-60 16,0-6-570-16</inkml:trace>
  <inkml:trace contextRef="#ctx0" brushRef="#br0" timeOffset="100779.67">9690 10406 903 0,'0'0'54'0,"0"0"-4"16,0 0 82-16,0 0 13 16,0 0-65-16,0 0-68 0,0 0 23 0,0 64 62 31,0-31-45-31,6-4-8 16,7-4-30-16,5-1 33 0,-1-8-19 15,2-3-18-15,2-8-3 16,-3-5 2-1,1 0-4-15,-1-7 0 16,-3-17 7-16,-5-7-1 0,-5-4-7 16,-5-1 3-16,0 3 4 15,-23 6 6-15,-8 6 4 16,-9 7 1-16,1 5-22 16,-3 9-3-16,2 0-48 15,4 10-199-15,5 8-274 0</inkml:trace>
  <inkml:trace contextRef="#ctx0" brushRef="#br0" timeOffset="101761.19">9997 9511 577 0,'0'0'341'16,"0"0"-333"-16,0 0 50 0,0 0 67 31,0 0-37-31,0 0-21 0,-2-5-25 15,-8 10-2 1,-2 5 0-16,-6 2 12 0,-3 2-5 16,-6 2-24-16,-2 3 1 15,-4 0-8-15,-4 4-8 16,4-4 2-16,7-2 7 16,4-6 3-16,9-3 3 15,4-6 4-15,4-1 3 16,4 1-15-16,1 1-10 15,0 3-4-15,0 7-1 16,0 7 0-16,7 10 7 16,5 7 26-16,-3 5 20 15,0 6-28-15,-1 4 7 16,0 3-2-16,3 1-8 0,1-5-4 16,7-2 4-16,2-7 3 15,0-6-20-15,3-11 0 16,0-6-3-16,1-11-2 15,3-3 0-15,5-5 0 16,0-5-1-16,9-18-1 16,-2-6-56-16,2-4-51 15,-3-5-146-15,-3-3-42 16,-8-3-146-16</inkml:trace>
  <inkml:trace contextRef="#ctx0" brushRef="#br0" timeOffset="102149.59">10619 9288 1224 0,'0'0'29'0,"0"0"-27"0,0 0 9 0,0 0 87 31,0 0-6-31,0 0-65 0,18-64-25 16,12 53 7-1,3 5 2-15,5 6-2 16,-2 0 12-16,0 6-2 0,-1 11 16 0,-1 7-17 16,-3 5 9-1,-2 12 7-15,-6 7 17 16,-2 4-20-16,-4 0 33 15,-1-2-43-15,-2-8-10 0,-4-3-5 16,-1-7-2 0,-6-3-3-16,-3-6 2 0,0-3-3 15,0-2 0 1,-13 0-7-16,-12 3-110 0,-9-1-105 16,-15-2-109-16,-5-10-350 15</inkml:trace>
  <inkml:trace contextRef="#ctx0" brushRef="#br0" timeOffset="102709.75">9987 9774 1144 0,'0'0'0'0,"0"0"1"15,0 0 11-15,0 0 56 0,0 0 11 16,0 0-6 0,-61 94-12-16,61-66-8 0,0-4-17 15,8-6-4-15,10-5-7 16,5-5-9-16,2-6 5 15,5-2-8-15,0 0-1 16,-1-17-4-16,0-3-1 16,-7-3 1-16,-5 1-2 15,-11-2-2-15,-6 3 2 16,0 4 2-16,-18 3-1 16,0 7-3-16,-9 4 16 15,3 3-7-15,2 0-3 16,5 1-10-16,7 9-3 0,4 0-18 15,6 2-119 1,0 0-105-16,16-5-122 16,8-7-188-16</inkml:trace>
  <inkml:trace contextRef="#ctx0" brushRef="#br0" timeOffset="102956.83">10343 9725 1166 0,'0'0'72'16,"0"0"-45"-16,0 0 125 16,0 0-54-16,0 0-62 15,0 0-2-15,-13 92 30 16,13-60-38-16,0-5-16 0,0-7-10 16,4-4-2-16,7-3 0 15,-1-3-34-15,3-7-79 16,3-3-77-16,1-10-62 15,-2-19-192-15</inkml:trace>
  <inkml:trace contextRef="#ctx0" brushRef="#br0" timeOffset="103426.64">10464 9599 1155 0,'0'0'82'0,"0"0"-73"0,0 0-5 16,0 0 88-1,-21 87 1-15,21-62-49 16,12-3-6-16,15-2-14 16,3-5-11-16,3-7-1 15,-3-8-4-15,-2 0-4 16,-4 0-1-16,-8-8-3 0,-9-7 2 16,-7 0-2-16,0-4-4 15,-14 0-10-15,-6-1-16 0,-4-1 11 16,4 2 11-16,4 0-4 15,5-1-2 1,9 6 8-16,2-2 6 0,7 2 0 16,10 4 5-1,1 5 10-15,-3 5 13 16,1 0-15-16,1 2-11 0,-1 12 15 16,1 4 6-16,2 1-10 15,0-3-9-15,1-2 21 16,-1-4-17-16,5-6 5 15,-6-4-5-15,0 0-1 16,-5 0 3-16,-3-8-1 16,-7-6 1-16,-3-3 3 15,0 1-6-15,-13 2-6 16,-8 6-1-16,0 2-4 16,-4 6-34-16,6 0-83 15,5 0-70-15,8 0-91 16,6 4-168-16</inkml:trace>
  <inkml:trace contextRef="#ctx0" brushRef="#br0" timeOffset="103621.19">10858 9462 288 0,'0'0'879'0,"0"0"-849"0,0 0 100 0,0 0 3 16,0 0-54-16,0 0-11 15,-18 84-24-15,18-52-23 16,0 0-19-16,0-3-2 16,8 0-2-16,8-1-13 15,0 0-145-15,-2-7-159 16,-8-7-280-16</inkml:trace>
  <inkml:trace contextRef="#ctx0" brushRef="#br0" timeOffset="104609.71">10655 8993 820 0,'0'0'50'0,"0"0"-50"15,0 0 2-15,0 0 96 0,0 0-36 16,66-88 3-16,-46 68-55 16,0 3 11-1,-2 5 14-15,-6 5 33 16,0 7-6-16,-3 0-39 0,0 11-16 15,2 14 16-15,5 11 38 16,4 3-41-16,9 7 10 16,5-1 4-16,8 4-17 15,10 2 7-15,2 6-20 16,1 6 3-16,0 4-2 16,0 2-1-16,-6 5 0 15,-8-5 12-15,-14 0-4 16,-15-2-7-16,-12-4 2 15,-9-6 6-15,-23-8 5 16,-10-7-8-16,-5-11-5 16,-5-5-5-16,-8-5-47 15,-7-6-172-15,-9-4-296 0</inkml:trace>
  <inkml:trace contextRef="#ctx0" brushRef="#br0" timeOffset="105293.88">9038 9883 809 0,'0'0'0'0,"0"0"1"16,0 0 9-16,0 0 118 0,0 0-41 16,0 0-16-1,-85-66 1-15,61 66-46 16,-6 2 14-16,2 11 1 15,-5 4 11-15,0-1-19 16,5 0-19-16,4-1-7 16,3 1-1-16,3 0 0 15,7 3-2-15,4 6-3 16,7 10 2-16,0 14 3 16,10 15 42-16,13 17-9 0,2 25 29 15,2 20 2 1,-3 17 1-16,3 13-12 0,-2-5-15 15,5-17-21-15,6-25 4 16,6-32-19-16,10-27 1 16,10-23-6-16,15-23 1 15,8-4-4-15,7-28 0 16,1-14-33-16,-1-10-161 16,1-7-94-16,-7 0-140 15</inkml:trace>
  <inkml:trace contextRef="#ctx0" brushRef="#br0" timeOffset="107772.97">12823 9432 818 0,'0'0'62'0,"0"0"30"0,0 0-35 16,-30-72 35-16,27 62 60 16,2 4-42-1,-1 5-52-15,2 1-7 16,0 0-40-16,0 4-11 0,3 21 1 15,13 12 47-15,1 14 16 16,2 5-20-16,0 3-14 16,-2 1 23-16,-1-5-34 15,-2-2-4-15,-1-9-5 16,-4-7-3-16,2-6 5 16,-4-8-10-16,-1-8-2 15,-3-7 0-15,-3-3 0 16,0-5-1-16,1 0 1 15,-1 0 4-15,0-14 5 0,0-15-9 16,5-9-26 0,4 0 19-16,4 1 2 0,2 5-1 15,3 5 1-15,0 5 3 16,0 4 0-16,-1 6 1 16,-4 4 0-16,-3 6-2 15,2 2-4-15,0 0 6 16,-1 3-1-16,2 8 4 0,-2 3-1 15,-2 0 0 1,1 1 2-16,-3-1 4 0,-1-1-4 16,-1-1-2-1,4 0-1-15,-5-3-1 16,1 0-6-16,-1-4-132 16,1-2-71-16,-1-3-120 0,3-1-334 15</inkml:trace>
  <inkml:trace contextRef="#ctx0" brushRef="#br0" timeOffset="108019.68">13411 9515 385 0,'0'0'869'0,"0"0"-864"15,0 0 42-15,0 0 88 16,0 0-57-16,0 0-46 15,35 17 6-15,-21 14 73 16,-2 5-64-16,3 0-28 0,-3 0-17 16,2 3-2-1,-1-4-2-15,0 0-6 0,-3-5-117 16,1-8-152 0,-1-13-171-16</inkml:trace>
  <inkml:trace contextRef="#ctx0" brushRef="#br0" timeOffset="108811.1">14928 9013 993 0,'0'0'46'0,"0"0"22"15,0 0 83-15,0 0-43 16,0 0-67-16,0 0-27 16,46 40 88-16,-27 0-51 15,-5 5 2-15,-2 5 6 0,-6 2-4 16,0-2-25-16,-2-2 11 15,3-7-33-15,-2-4-2 16,0-10-3-16,-2-7-2 16,-2-8 1-16,1-5-2 15,-2-5 0-15,1-2 0 16,1 0 0-16,1-16 2 16,3-12-2-16,2-9-32 15,2 1 15-15,-1 3 8 16,1 5-10-16,0 4 7 0,2 5 11 15,3 5 1 1,-1 3 0-16,0 10 3 0,0 1 1 16,1 6 11-1,0 12 11-15,-3 3 19 16,0 4-34-16,-6 4-9 0,-2-2 2 16,-2-1-2-16,-1-2-2 15,-1-5-36-15,0-2-124 0,0-2-120 16,0-8-127-1,0-7-460-15</inkml:trace>
  <inkml:trace contextRef="#ctx0" brushRef="#br0" timeOffset="109062.97">15323 9285 212 0,'0'0'1009'0,"0"0"-1005"15,0 0 14-15,0 0 155 16,93-35-85-1,-77 42-19-15,0 17-13 0,-5 5-13 16,-5 8 41-16,-1-5-61 16,-1-1 1-16,2-9-5 15,-3-10-16-15,3-6-3 16,3-6-1-16,9-7 1 16,8-20-2-16,12-10-1 15,2-5-94-15,5 2-82 0,-5 6-135 16,-2 1-245-1</inkml:trace>
  <inkml:trace contextRef="#ctx0" brushRef="#br0" timeOffset="109623.37">16550 8847 960 0,'0'0'82'15,"0"0"-77"-15,0 0 53 16,0 0 120-16,0 0-20 15,0 0-97-15,8-32-58 16,9 55 44-16,7 9 21 16,3 5-9-16,1 9-37 15,-1 4 22-15,-4 2-12 0,-4 0-23 16,-3-2 1 0,-9-4-4-16,-5-9-3 15,-2-14-3-15,0-10 2 16,0-8-1-16,0-5 0 15,0 0 5-15,0-10 5 16,0-12-11-16,0-11-30 16,6-1 15-16,6 1 2 15,1 2-2-15,1 9 14 0,1 6 2 16,-2 6-1-16,2 9 4 16,2 1 17-16,2 0 15 15,-1 9-7-15,0 9-9 16,-1 4-7-16,-3-1-2 15,0 1-8-15,-3-5-3 0,-2-2-4 16,1-4-91 0,-3-1-93-16,0-6-123 0,2-4-70 15,-4 0-383 1</inkml:trace>
  <inkml:trace contextRef="#ctx0" brushRef="#br0" timeOffset="109919.6">17087 9085 1211 0,'0'0'114'0,"0"0"-112"16,0 0-2-16,0 0 88 15,0 0-5-15,0 0-53 16,88-73-3-16,-73 73-22 16,-6 0-1-16,-4 1 7 15,0 14 5-15,1 3 22 16,-1 2-11-16,4 0 5 15,7-3-30-15,5-1 1 16,1-1-2-16,4 0 6 16,-3-5 13-16,-7 0 38 15,-6 0-13-15,-10 3-10 16,-18 7 9-16,-24 5 10 16,-15 5-42-16,-1-3-9 0,6-1-3 0,12-6-63 15,8-3-161 1,9-7-257-16</inkml:trace>
  <inkml:trace contextRef="#ctx0" brushRef="#br0" timeOffset="110685.46">18652 8669 980 0,'0'0'113'0,"0"0"-113"16,0 0 28-16,0 0 111 0,0 0-5 15,92 6-45-15,-61 20-15 16,-1 11 10-16,0 9-39 15,-7 5-5-15,-4 4 5 16,-4-1-7-16,-2-2-27 16,-4-9-2-16,-1-7 0 15,-1-12-8-15,-4-13 2 16,-1-5-3-16,-1-6 1 16,1 0 0-16,-1-6 7 0,4-18-5 15,1-9-3 1,4-1-16-16,-1 1 12 15,2 3-2-15,0 7 2 0,1 8 4 16,2 7 0 0,-1 8 0-16,1 0 1 15,1 3 5-15,-3 12 7 0,-2 3-2 16,-3 2-6-16,-2 1-1 16,-2-1-3-16,-2-3-1 15,-1-3-16-15,2-3-98 16,1-7-135-16,5-4-81 0,2 0-59 15</inkml:trace>
  <inkml:trace contextRef="#ctx0" brushRef="#br0" timeOffset="110991.44">19220 8904 1409 0,'0'0'97'15,"0"0"-97"-15,0 0 0 16,0 0 46-16,0 0-1 0,0 0-21 15,26 72 5-15,-4-72-22 16,5 0-1-16,7-13 3 16,0-7-9-16,-2 1-2 15,-7 0-1-15,-10 8 3 16,-4 4 0-16,-6 7 7 16,1 0 9-16,3 16 2 15,2 13 70-15,4 11-4 16,0 5-60-16,3 4-6 15,2-1-14-15,0-3-4 16,5-3-6-16,1-5-95 16,3-8-189-16,3-13-282 15</inkml:trace>
  <inkml:trace contextRef="#ctx0" brushRef="#br0" timeOffset="111889.46">22001 9162 901 0,'0'0'159'16,"0"0"-159"-16,0 0 21 15,0 0 126-15,0 0-12 16,0 0-57-16,-6 0-27 16,6 0-28-16,0 1-4 15,5 1-2-15,13-2 27 16,11 0 4-16,10-6 4 15,15-14 2-15,9-5-15 16,7-4-14-16,10-3-6 16,5-2-4-16,6 1 0 15,6-2 4-15,5 1-8 0,-2 1 2 16,-2 3-4-16,-4 7 4 16,-12 5-5-16,-11 9-4 15,-18 6-4-15,-14 3 0 16,-12 0-3-16,-9 0 2 15,-9 0 1-15,-3 6 1 16,-3-6-1-16,-3 0-6 16,0 0-9-16,0 0-36 15,-3 0-72-15,-14-2-138 16,-8-9-126-16,-2-4-170 16</inkml:trace>
  <inkml:trace contextRef="#ctx0" brushRef="#br0" timeOffset="112169.44">23065 8649 1017 0,'0'0'175'15,"0"0"-174"-15,0 0 47 16,0 0 45-16,0 0 37 16,127-31-47-16,-58 26-3 15,2 5-20-15,-2 0 4 0,-8 11-10 0,-13 11-29 31,-17 7-16-31,-16 7 23 16,-15 6-13-16,-16 6 10 16,-28 1 22-16,-6 0-24 15,-1-9-14-15,1-5-4 16,13-12-6-16,7-7 2 16,14-8-5-16,10-5-32 0,6-3-56 15,0 0-124-15,22-5-139 16,8-17-131-16</inkml:trace>
  <inkml:trace contextRef="#ctx0" brushRef="#br0" timeOffset="112949.45">24141 7926 1357 0,'0'0'69'0,"0"0"-63"16,0 0 38-1,0 0 106-15,0 0-21 16,0 0-79-16,-15-20-37 0,15 33-13 16,7 15 0-16,8 13 41 15,4 9-5-15,1 5 2 16,1 2-2-16,0 6-26 15,-5 0 22-15,3-2-27 16,-3-4 7-16,-2-8-9 16,0-7-3-16,-4-7 0 0,-4-6 0 15,-1-9 1 1,-4-6 0-16,-1-8-1 0,0-4 0 16,0-2 0-16,0 0 0 15,0 0 1 1,0-2 4-16,0-11-5 15,0-3-7-15,-1-6 7 0,-2 4-2 16,3-5-1-16,0-2-4 16,0 0-2-16,10-2 6 15,9-1-11-15,5 4-1 16,-1 1 11-16,1 4-9 0,-2 5 6 16,0 2 6-1,-4 5 1-15,2 2 0 16,-4 5 0-16,0 0 2 15,1 0-2-15,2 11 0 16,2 7 6-16,-3 3 7 16,1 4-2-16,-2 3-2 0,-2-1-4 15,-2-2-2 1,1-1-3-16,-4-3 2 16,3-2-2-16,-4-2-1 0,1-9 1 15,-4-2-5-15,-2-3-25 16,0-1-41-16,-2-2-68 15,-2 0-68-15,0-7-79 16,-2-11-250-16</inkml:trace>
  <inkml:trace contextRef="#ctx0" brushRef="#br0" timeOffset="113825.62">25172 8193 1112 0,'0'0'122'16,"0"0"-121"-16,0 0 122 15,0 0 93-15,0 0-74 16,0 0-72-16,-27-37-42 15,25 57-21-15,2 15 8 16,0 10 51-16,0 5-39 16,11 0 17-16,8 0-9 15,4-2-13-15,0-5-13 16,1-2-1-16,-4-4-8 16,-6-6 0-16,-6-7 0 15,-6-3-26-15,-2-6-71 0,-11-6-75 16,-17-3-168-16,-8-6-81 15,-7 0-509-15</inkml:trace>
  <inkml:trace contextRef="#ctx0" brushRef="#br0" timeOffset="113933.94">25028 8614 1074 0,'0'0'418'0,"0"0"-418"16,0 0-6-16,77-98 6 15,-27 60 2-15,4-1-2 16,-3 0-33-16,-10 2-147 15,-18 3-187-15</inkml:trace>
  <inkml:trace contextRef="#ctx0" brushRef="#br0" timeOffset="115021.55">24926 7305 1255 0,'0'0'0'0,"0"0"-71"16,0 0 71-16,0 0 90 16,0 0-41-16,-117-39-42 15,62 58 2-15,-11 7-5 16,-7 5 1-16,-5 1-2 16,-8 1 10-16,1 2 17 15,4 2-9-15,5-3 1 16,11 2-5-16,2-6-12 15,3-2-3-15,7-1-1 0,3 0 3 16,4 3 8 0,9-1 4-16,7 2 6 15,5 3 0-15,6 1-11 0,5 5 4 16,5 7 10-16,3 2 14 16,4 4 1-16,2 6 9 15,0 4-30-15,0 9 24 16,2 4 0-16,5 1-1 15,1-1-14-15,1-1-6 16,3-1 5-16,3 1-4 0,2-2-12 16,6-1-7-1,1-3 2-15,4-2-1 0,4-7-5 16,2-6 2 0,4-5 0-16,3-11 0 0,-2-8-2 15,2-10 0-15,0-8 0 16,1-6 1-16,5-6 0 15,8 0-1-15,8-7 1 16,6-13 0-16,5-5-1 16,4-4-5-16,3 0-1 15,2 1 3-15,2 1-2 16,3 2-2-16,-3-1 0 16,-1 2-3-16,-2-1 0 15,-2 1 4-15,-1 1-4 16,-4 0 1-16,-1 5 9 0,-5 2 0 15,-5 3 0 1,-4 2-4-16,-8 3 2 16,-10 2-1-16,-8-4-1 15,-5 2 4-15,-5-1-3 0,-7-1 3 16,-3-3-1-16,-7-1-2 16,-5-2 3-16,-2-2-6 15,0-1 6-15,-15-5 0 0,-3-5 0 16,0-7 2-1,0-6-4-15,3-9 4 16,-1-6-4-16,4-11 3 16,0-4-2-16,0 0 2 15,-4 2-2-15,-4 4 1 0,-7 3 0 16,-6 3 2-16,-2 3-1 16,-2 2-1-16,1 1 0 15,4-2 0-15,4-3 0 16,5-4 0-16,1-2 0 15,1 1 0 1,-1 1 0-16,-1 5 1 0,-2 9 0 16,-2 11-1-16,-4 11 8 15,-8 12 1-15,-10 4-8 16,-17 11-1-16,-17 0-5 16,-19 19 0-16,-18 13-132 15,-25 8-580-15</inkml:trace>
  <inkml:trace contextRef="#ctx0" brushRef="#br0" timeOffset="117749.49">25837 8054 672 0,'0'0'52'16,"0"0"20"-16,0 0 31 15,0 0 1-15,0 0 18 16,0 0-43-16,-89-7-33 16,73 7-1-16,0 0-6 0,1 0-15 15,-1 0 16-15,5 0-2 16,-2 0-1-16,1 6-12 15,0 1-7-15,2-1-5 16,5 0-1-16,2-4-1 16,3-2-10-16,0 1 4 15,0 2-5-15,9 3 1 16,17-2 13-16,8-4 27 16,8 0-2-16,5 0-24 15,7-12 10-15,9-6-8 0,8-5 1 16,14-6 1-1,11-3 9-15,7-4 7 0,7-2-11 16,2 4-2 0,-3-1-7-16,-4 7 0 0,-10 6-2 15,-17 4-6-15,-14 8-2 16,-15 4-3-16,-18 4-2 16,-11 2 0-16,-10 0 3 15,-4 0-1-15,-6 0 1 16,0 0-6-16,0 0 4 15,0 0-2-15,0 0-8 16,0 0-73-16,0 4-112 16,-16-3-101-16,-8-1-272 15</inkml:trace>
  <inkml:trace contextRef="#ctx0" brushRef="#br0" timeOffset="117984.14">26673 7728 1216 0,'0'0'86'0,"0"0"-86"15,0 0 0-15,103-89 104 16,-42 64 61-16,15 3-76 16,10 0-27-16,4 7-11 15,-3 9 2-15,-7 6-17 16,-16 26-15-16,-19 27-11 0,-27 23 27 15,-18 23 2 1,-47 14 3-16,-30 14-25 0,-20 4-8 16,-13-6-9-1,-1-12-6-15,-1-33-328 0</inkml:trace>
  <inkml:trace contextRef="#ctx0" brushRef="#br0" timeOffset="130165.52">25376 7011 572 0,'0'0'39'0,"0"0"-5"0,0 0 21 15,0 0 9-15,0 0 14 16,-88-27-8-16,63 27-11 16,-7 0-26-16,-2 0-25 15,-8 4 0-15,-8 8 2 16,-9 2 14-16,-8 3-11 0,-13 3 13 16,-9 3-1-1,-5 0-9-15,-4 4-4 0,-3-1 11 16,-2 1-4-1,-2 2-8-15,5 3-1 16,6-1 10-16,5 3-1 16,-1-2-7-16,1 1 0 0,7 0-7 15,3-2 7 1,8-3 8-16,9-2 4 0,10-4-13 16,7-1 24-16,6 0-18 15,6-2-6-15,7 2 0 16,4-1 7-16,8 1-14 0,8-1 4 15,3 3-1 1,3 2 5-16,0 6-1 16,9 7 17-16,8 10 0 15,0 4-5-15,-1 9 26 0,-4 7-25 0,-1 7-18 16,-1 9 12 0,-1 3-6-1,4-1 2-15,3 1 7 0,1-2-13 16,1 7-1-16,2-4 11 15,-1-1-3-15,-2-5-5 16,-3-7-3-16,0-3-2 16,-4-7 4-16,5-6-4 15,-1-5-1-15,2-5-2 0,5-2 6 16,0-6-2 0,3-7-2-16,-1-8-1 0,1-8 1 15,-1-3-4 1,1-5 3-16,-1-6-1 0,4-4-1 15,2 0 1 1,3-3 1-16,4-10 0 0,3-5-3 16,6-4 4-1,3-7-4-15,7-2 2 0,6 2 0 16,9-2-1 0,11 0 0-16,7 0 1 0,6-1-2 15,6 1-3-15,1 1 0 16,3-2 1-16,-2 4 2 15,-8 3-1-15,-5 4 1 16,-5 7 0-16,-5-3 1 16,-3 4 0-16,-1-3-1 15,-3 1 2-15,-1 2 0 16,2-1-1-16,-4 0-1 0,1-2-2 16,-5 1 2-16,1-3-4 15,-2 0 4-15,-4 1-2 16,-6 4 1-16,-13 6 1 15,-9 2 0-15,-8 2-1 16,-11 2-3-16,-1-2 4 16,-5-1 0-16,-2-4 0 15,-3-2 4-15,-2-7-1 16,0-6-2-16,-5-3 4 0,-11-4-5 16,-1-2 0-1,-4-2-1-15,3-4 1 0,0-2 0 16,2-1 1-1,1-3-1-15,3-2 1 16,-3-4 1-16,0-6-2 16,1-4 1-16,-3-2-1 0,-2-1 0 15,-1-4-1 1,2 0 1-16,-2-4 0 0,0 1 0 0,4 7 1 16,-1 9-1-16,1 8 1 15,-3 8-2 1,-1 3 1-16,-4 2 0 0,0 1 2 15,2-1-2 1,2 0 0-16,4-3 0 0,4 0 0 16,6-3 0-1,6 1-1-15,-3-1 1 16,3 3-1-16,0-1 2 0,-3 3-1 16,-1-2 0-16,-4 2 0 15,1-1 0-15,-6 4 1 16,-1 1-1-16,-1 3 0 15,0 4 0-15,0 2 0 16,2 2-1-16,-2 7 1 16,-3 4 5-16,-9 8-5 15,-12 0-2-15,-13 19-2 0,-20 25-3 0,-16 22-19 32,-23 11-215-32,-27-6-382 15</inkml:trace>
  <inkml:trace contextRef="#ctx0" brushRef="#br0" timeOffset="136286.51">10100 4617 703 0,'0'0'7'0,"0"0"28"16,0 0 17-16,0 0-18 16,0 0 61-16,0 0-52 0,-86-82 3 15,63 72-20-15,4 0 6 16,-7 5-8-16,-5 1-19 16,-6 4-2-16,-12 0-3 0,-8 0 0 15,-3 0 0 1,-1 0 0-16,-3 4 0 0,-2 3 1 15,-7 1 0 1,0 1 1-16,-2 0-2 16,4 1 0-16,-1-3 3 15,5 5-2-15,-5 0-1 16,-2-2 6-16,-1 2-4 0,2-4-1 16,3-4 0-16,4-2 3 15,4-2-1-15,-4 0 3 16,5-9 25-1,-3 1-18-15,-2 1 3 16,-3 3 3-16,-5 4-14 0,-1 0-4 16,1 0 0-16,8 0-1 15,3 0 0-15,4 0 0 16,-1 0 4-16,-4 4-3 16,-5 2-1-16,0-4 0 15,-2 0 3-15,-1 2-3 16,-4-3 1-16,-6 4 0 15,-4 1-2-15,-4-1 2 16,-2 2-1-16,-2 1 5 16,1 1 0-16,4 1 4 15,6 2-8-15,0 3 1 16,-2 1-1-16,-3 0 0 0,-6-1-1 16,-3-1 0-16,-3 1 1 15,-2-4 1 1,1 2-1-16,3 1 1 0,1 0 3 15,1 0 2-15,5 0-4 16,2-1-3-16,1-3-2 16,0 2 2-16,-3 0 2 15,-5-2-1-15,1-1-1 16,-1-2 0-16,1 2 3 0,-1-1 0 16,-1-2-3-16,-1 2 2 15,1 1 0-15,1 1-2 16,2 0-1-16,5-2 0 15,1-1-1-15,4 2 1 16,1 0 2-16,-1 1-1 16,2 4 0-16,-3-2 0 15,0 2 0-15,0 0 1 16,7 1-1-16,-1 1 0 0,6-2 0 16,-3-1 1-1,3-4 1-15,7-2-2 0,2-2-1 16,9-2-1-1,-2-3 1-15,4 0 1 0,5 0 0 16,0 0 0 0,6-3-1-16,2-5 1 0,3-1 0 15,6-4 1-15,1-1 0 16,4 2 0-16,-1-1-1 16,2 2 1-16,0 1-1 0,-1 3 0 15,1 3 0 1,-1 2 0-16,-2 2-1 0,4 0 1 15,-4 0 0 1,-3 0 0-16,-1 0 0 0,-2 0 0 16,4 0 1-1,2 0-1-15,-2 4-1 16,3 5 1-16,-3 2 0 0,-4 3 0 16,1 2 2-16,-1-1-2 15,-1 2 0-15,1-1-2 16,-3 2 2-16,-2 2-1 15,2 1 0-15,1 2 0 16,0-3 0-16,3 2 1 16,3-4 0-16,2 1 0 15,6-4-1-15,-2 2 1 16,3-2 0-16,5 0 0 16,5-4-1-16,4 3 0 15,7 0 0-15,0 3 0 16,0 3 1-16,0 0 2 15,16 2-1-15,5-2 3 16,0-1-2-16,9 3-1 16,6-4 3-16,2 1-2 15,7-1 0-15,7 1 0 16,8 0 2-16,9-2 1 16,7 1 3-16,4-1-2 0,5 1-4 15,3 4 2-15,5-1-3 16,-1-2 0-16,1-3-1 15,1-5 1-15,1-3 1 16,4-8 2-16,1 0-1 16,4-3 3-16,10-10-1 15,2-1 2-15,6 0-7 16,2 0 1-16,-3 0-1 0,-2 6 3 16,-11 2 7-16,-10 1-2 15,-7 4 3-15,-7 1 0 16,-1 0-3-16,1 0-1 15,0 0-3-15,2 0 0 16,-1 0-1-16,-5 0-3 16,-2 0 1-16,-2 4-1 15,-3 2 0-15,2 4 2 16,-2-4 3-16,-1 5-2 16,-2-2 7-16,6 1-2 15,-3 0-1-15,1-1-3 16,0-2-1-16,-4-2 0 15,4-3-1-15,4 2-1 0,1-2 0 16,2-2-1 0,-2 4-2-16,-3-2 2 15,3 0 0-15,0 2-1 0,-3-1 1 16,-1 1 2-16,2-2 0 16,-2-1-1-16,4-1 2 15,0 0-2-15,-3 0 0 16,4 0 1-16,-2 0 0 15,4-4-1-15,-6 0-1 16,-3 1 0-16,-4 1-2 0,-2-1 1 16,0 2 1-16,2 0 0 15,1 1 0-15,-3 0-2 16,2 0 2 0,-3 0 1-16,1 0 0 0,3 0-1 15,-2 0 1 1,1 0 0-16,1 0 0 0,3-6 4 15,2 0-4-15,4 1 1 16,0 0-1-16,-3 3-1 16,0-1-1-16,5 0 1 15,-1-3 0-15,7-1 0 16,4-1 1-16,0-2 1 16,-3 0-1-16,0 0 0 0,-5 2-1 15,-3-1 1 1,-3 2 1-16,-4 1-1 0,3 2 1 15,-3-2-1 1,1 4-1-16,-3-4-2 16,-5-1 1-16,-1-1 0 15,3-2 1-15,0-3 0 0,2 0 0 16,0-4 0-16,-2 2 0 16,-4-1 1-16,-8 1-1 15,-7 2 1-15,-10 1 0 0,-9 1 1 16,-5 0-1-1,-3 0 1-15,-2-2-2 0,0 1 0 16,-7 1 2 0,0-2 0-16,-5-2 3 0,-5 1 0 15,0-5 0 1,2-1-1-16,-5-4-3 0,0-2 1 16,0-4 1-1,0-3-3-15,0-5-1 0,-5-7 1 16,-1-5 0-16,0-3-4 15,-6-1 8-15,-3 1-6 16,-9-2 4-16,-7 4-1 16,-8-2 0-16,-13 3 1 15,-11 1 7-15,-25 12 2 16,-28 17-11-16,-36 20-4 0,-44 38-11 16,-54 30-189-1,-68 11-392-15</inkml:trace>
  <inkml:trace contextRef="#ctx0" brushRef="#br0" timeOffset="141417.26">5632 7067 508 0,'0'0'88'0,"0"0"-24"15,0 0-13-15,0 0-6 16,-65-79 30-16,65 66-34 16,-1 3-41-16,1 4 37 15,0 6 12-15,0 0-33 16,0 2-13-16,0 18-3 16,6 6 5-16,15 9 17 15,0 7-11-15,10 0 21 16,8-5-17-16,4-1 7 15,9-7-5-15,8-4 9 16,4-3 0-16,5-2 4 0,1-4-7 16,7-5-14-1,6-4 0-15,6-5 4 16,5-2-7-16,7-3-2 0,7-16-1 16,7-2 0-16,6-6 0 15,1-2-2-15,-1-4-2 16,-6 0-1-16,-3-2 2 15,-9 1 1-15,-5 4 0 16,-6-3-1-16,-5 2 1 16,-2 0 0-16,2 0-1 15,4-1 1-15,3 1-1 16,6 0 0-16,2 0-3 0,-3 1 0 16,-5 5-2-1,-5 5 2-15,-8 2 3 0,-6 6 0 16,-7 2-1-16,-5 6 2 15,-3 2-2-15,-4 2 1 16,-2 0 0-16,0 0 1 16,1 6-1-16,6 6 1 15,0 7 5-15,-1 3 1 16,0 6-4-16,-8 3 1 16,-10 3-4-16,-8 3 3 15,-10 1 2-15,-9 3-4 0,-3 3 3 16,-11-1-1-1,-1-7-1-15,0-3 2 16,-1-11-1-16,-8-10 2 16,6-8-5-16,3-4 4 15,-3 0 11-15,-3-1-1 16,0-21-8-16,0-12-6 0,3-6 0 16,3-6-1-16,0 1 1 15,1 4-1-15,11-1 0 16,6 1 0-16,2 3-4 15,2 3-6-15,5 4 2 16,0 5 6-16,-1 6 0 0,3 5 0 16,1 7-1-1,1 2 3-15,5 3-1 0,0 3 2 16,4 0 0 0,-1 0 3-16,2 0-2 0,-5 0 3 15,-4-2-3-15,-6-3 4 16,-4-1 1-16,-5-2 3 15,-6-3 11 1,1-3 1-16,-8-4 26 0,-2-2-7 16,-2 0 2-16,0-5 22 15,0 0-64-15,0-3 2 16,0 4-2-16,0 7-1 16,0 5-4-16,0 3-24 15,0 6-124-15,3 3-88 16,-3 0-140-16</inkml:trace>
  <inkml:trace contextRef="#ctx0" brushRef="#br0" timeOffset="143353.79">11173 6598 696 0,'0'0'29'0,"0"0"26"15,0 0-46-15,0 0-6 16,0 0 14-16,0 0 31 16,0 0 6-16,-65-9-4 15,65 9-22-15,0 3-15 0,0 8 20 16,3 3 6-1,10 8 32-15,3 0-29 0,2 3-1 16,6 2-7-16,-2 1-15 16,6-2-9-16,2-1 14 15,4 0-9-15,4-3-11 16,5-2 3-16,3-1-1 16,-1-5-1-16,3 0 3 15,-2-4 2-15,2-2-9 16,1-3 3-16,-1-5-3 15,7 0 2-15,5 0-1 16,1-5-2-16,3-9 3 16,2-4-3-16,2-4 0 15,5-5 0-15,2 0 0 16,1-3 0-16,-4-2 0 0,-4 5 0 16,-2-2 0-16,-2 3 0 15,-1 1-1-15,-2 3-1 16,0 6 1-16,-1 2 1 0,3 4 1 15,6 4 0 1,3 2-1-16,6 4-1 0,1 0 0 16,0 0 0-1,-3 7-3-15,3 8 3 0,-3 2 0 16,2 3 2 0,-8 3-2-16,-4 6 1 0,-4 2 0 15,-7 6 0-15,-8 1 0 16,-6 2 0-16,-9 0-1 15,-10-3 0-15,-7 1 1 16,-7-3 0-16,-8-3-1 16,0 1 1-16,0-8 1 15,-6-4 2-15,-5-8-3 0,2-9 2 16,3-4 1 0,2 0 3-16,-2-11-6 0,1-19-27 15,4-9-14 1,1-9-6-16,0-5 3 0,10 2-18 15,14-2 19 1,3 1 10-16,3 2 20 16,1 5 7-16,2 3 5 15,3 7 1-15,4 3 4 0,8 10-2 16,6 6 0-16,8 6 1 0,5 5 0 16,3 5-2-1,5 0 1-15,6 1-1 0,6 10 0 16,3 0 2-1,-1 3 0-15,-2 1-1 16,0 1 1-16,-1-1 3 16,-2-3 3-16,-5-1-5 15,6-5 2-15,-3-5-3 16,4-1 0-16,-2 0-1 16,-3 0 2-16,-5-6-1 15,-2-3 9-15,-4-2 7 16,-4-4-4-16,-2 1 4 0,-9-1 4 15,-7 0 3-15,-8-1 8 16,-5-1-6 0,-7-2-2-16,-1-1-1 0,-5 1 13 15,-4-2-2-15,0-1-14 16,-6 3 4-16,0 0 10 16,-2 1-13-16,-2 0-9 15,-1 4-6-15,1 1-6 16,-5 6-1-16,0 2-1 15,-2 5 0-15,1 0-13 0,-1 0-103 16,4 0-76 0,1 0-115-16,-2 12 67 15</inkml:trace>
  <inkml:trace contextRef="#ctx0" brushRef="#br0" timeOffset="155682.96">25657 6928 737 0,'0'0'3'0,"0"0"-2"0,0 0-1 15,0 0 0 1,-32-78 45-16,31 69-7 0,-1 2 2 15,2 2 12 1,-1 1-29-16,-1 2 16 0,-1 1-7 16,-3 1-16-1,-9 0-2-15,-8 0-13 0,-10 6-1 16,-8 8 0-16,-6 3 2 16,-6 0 5-16,-5-1 10 15,-3-2-8-15,-2-1 22 16,-1-1-9-16,-2 2-2 15,-2 0-7-15,-1-1 1 16,1 3-3-16,-4-1-7 16,1 2-1-16,0-2-1 15,4 1-1-15,3-2 1 0,-2 2 1 16,1 0-2-16,2 1-1 16,2 3 0-1,4-1-5-15,-1 3 5 16,1 2 0-16,1 2 1 0,-2-2-1 15,-1-1 0-15,3-1 0 16,5-5 0-16,3 1 0 16,6-3 1-16,5-2 4 15,1 0 1-15,8-1-2 16,1 0 7-16,3 1-8 16,5 4 0-16,2 1-1 15,1 4 6-15,4 4 5 16,-4 2-11-16,2 3 6 15,-1 2 2-15,2 2 12 0,2 1-3 16,4 2 15 0,4-1-11-16,3 4-6 0,0 1 4 15,0 4 7 1,0-3-7-16,0 4-13 0,0 5-1 16,0 6 2-16,0 9 12 0,0 3 3 15,0 2-11 1,0 0-4-16,2 2-2 0,6-1 0 15,1-1-5 1,3 3 6-16,6-8-6 0,0 0 4 16,1-4-4-1,-1-1 3-15,-6 1-1 0,-1-1 4 16,-2-3-2-16,-2-3-2 16,2-1-2-16,0 0 1 15,3-3 1-15,2-2-1 16,0-8-3-16,1-3 1 15,2-6 0-15,-1-2 2 16,2-4-3-16,-1-4 1 16,0-1 0-16,-1-4-1 15,0-1 1-15,1-1 0 0,0-2-1 16,2-2 0 0,1 1 3-16,1-3-2 0,2-2 2 15,1-2 1 1,0-1-2-16,5-3 0 15,2-1 0-15,6-1 0 16,2 0 0-16,1 0-1 0,1 0 0 16,6 0 1-1,4-2-2-15,7-4 1 0,8-6-1 16,-2 1 2-16,0 0-2 16,-4 0-2-16,-8 1 1 15,0 1-2-15,-1-1 2 16,-2-2 1-16,2-2-1 15,3-4 1-15,-1-2 0 16,1-1 0-16,3-1 0 16,-1-3 0-16,3 1 0 15,0-1-1-15,2-1 0 0,2-4 0 16,-2 4-3 0,0 1 1-16,-2 1-10 15,-1 4 4-15,-4 1 3 16,-4 2 6-16,-5 3-5 0,-5 2-1 15,-2-1-11-15,-2-1 12 16,-1 0 3-16,5-2-1 16,2-1-1-16,3 1 1 15,3-1 2-15,-2-2-2 16,-4 4 0-16,-6-1 1 16,-10 4 2-16,-6 1-1 15,-5 3 1-15,-5 2 0 0,2-3 0 16,-1-1 0-1,1-1 0-15,1-2 0 0,-1-2 0 16,0 2 0 0,-3-3 0-16,-2 1 1 0,-1 0 0 15,2 0-1-15,-2 1 1 16,-2-1-1-16,1 2 0 16,-4-4 1-16,2-3 0 15,-3 0 5-15,0-3-4 16,0 0-1-16,0-1-1 0,-1-4 3 15,-10-1 0 1,-1-5-3-16,-1-3 1 0,-3-2 3 16,1-2-3-1,-3-3-2-15,1 1 2 0,-2-4-1 16,-1-3 4-16,-2-4-3 16,-2-7-1-1,-1-4 3-15,0-2-3 16,-5-4 3-16,1-2-3 0,-8-5 1 15,-2-3 1-15,-3 0 0 16,-5 1 0-16,-3 1-2 16,-6 0-1-16,-3 7 1 15,0 5 2-15,4 9-2 16,4 11-1-16,9 12-1 16,3 13-8-16,-1 13-87 0,-6 7-210 15,-9 2-165 1</inkml:trace>
  <inkml:trace contextRef="#ctx0" brushRef="#br0" timeOffset="163392.35">11807 15152 135 0,'0'0'1013'16,"0"0"-1001"-16,0 0 66 15,0 0 83-15,0 0-28 16,0 0-9-16,0 0-52 16,0-27-21-16,0 26-8 15,0 1-14-15,0 0-4 16,0 0-9-16,0 0-4 15,0 0-6-15,0 13-4 16,-5 13-1-16,-2 10 10 16,-4 3 15-16,1 3-9 15,3 1-1-15,-1 2 5 16,2 2-10-16,0-1 5 0,5-3 0 16,1-6-16-16,0-5 0 15,1-7 0-15,9-4 0 16,3-7 0-16,1-4 0 15,0-4 0-15,5-5 0 0,2-1 0 16,5 0 0 0,0-5 0-16,-3-11 0 15,-5-4-3-15,-7-2-72 16,-9-4-64-16,-2-2-152 16,-3 0-119-16,-27 3-279 0</inkml:trace>
  <inkml:trace contextRef="#ctx0" brushRef="#br0" timeOffset="163569.42">11693 15523 997 0,'0'0'316'0,"0"0"-313"0,0 0 13 16,0 0 91-16,0 0-48 15,83-102-45-15,-40 64-9 0,-3 3-5 16,-3 9-40-1,-2 3-149-15,-8 7-154 16,-4 6-499-16</inkml:trace>
  <inkml:trace contextRef="#ctx0" brushRef="#br0" timeOffset="163859.37">12156 15362 826 0,'0'0'390'15,"0"0"-378"1,0 0 4-16,0 0 144 16,0 0-86-16,0 0-55 15,78-71-10-15,-74 65-6 16,-4 4-3-16,0 2-4 0,0 0-12 16,-15 23-36-16,-4 8 48 15,1 3 3-15,3-1 2 16,9-11-2-16,6-8 0 15,0-6-6-15,7-8 2 16,14 0-1-16,7-7-81 16,4-18-89-16,2-7-150 15,-7-3-121-15</inkml:trace>
  <inkml:trace contextRef="#ctx0" brushRef="#br0" timeOffset="164089.23">12416 15240 1075 0,'0'0'74'0,"0"0"36"15,0 78 90-15,0-42-59 16,0-3-39-16,0-4-52 16,7-7-22-16,12-6-21 15,2-9 7-15,-1-6-5 16,1-1-1-16,-4-2 0 0,-2-15-4 16,-4-4 2-16,-7-3 0 15,-4-1 5-15,0 0 4 16,-19 1 2-16,-8 6-8 15,-4 2-9-15,2 9-8 16,4 7-67-16,8 0-138 16,4 17-240-16</inkml:trace>
  <inkml:trace contextRef="#ctx0" brushRef="#br0" timeOffset="164849.44">14266 15116 972 0,'0'0'134'0,"0"0"-88"16,0 0 157-16,0 0-84 15,0 0 9-15,0 0-7 16,-44-69-46-16,44 69-4 16,0 0-29-16,0 0-16 15,0 0-13-15,0 0-9 16,0 16-4-16,0 12 3 15,0 14 12-15,0 2 22 16,2 2-24-16,4-4 1 0,3-1-3 16,4-1-11-1,-1-5 0-15,3-1 0 16,-2-8 0-16,-2-5 0 0,2-4 0 0,-2-9 0 16,0-4 0-1,-3-2 0-15,0-2 0 0,-5 0 0 16,-2 0 0-1,-1-3-88-15,0-13-106 0,0-4-262 16,-12 3-176 0</inkml:trace>
  <inkml:trace contextRef="#ctx0" brushRef="#br0" timeOffset="165023.1">14143 15487 909 0,'0'0'310'0,"0"0"-298"15,0 0 16 1,0 0 130-16,90-88-101 0,-44 50-36 16,3-1-17-16,-1 3-4 15,-9 8-40-15,-8 6-101 16,-7 6-119-16,-11 6-228 16</inkml:trace>
  <inkml:trace contextRef="#ctx0" brushRef="#br0" timeOffset="165261.85">14571 15249 245 0,'0'0'878'0,"0"0"-872"15,0 0 50-15,0 0 134 16,0 0-100-16,0 0-21 16,54-25-43-16,-42 15-24 15,-2 6-2-15,-7 4 0 16,-3 0-27-16,0 17-11 15,-10 14 34-15,-7 6 3 16,1-5 2-16,9-5 1 16,7-10-2-16,0-7-8 15,6-8-46-15,18-2-53 0,7-21-114 16,3-12-363-16</inkml:trace>
  <inkml:trace contextRef="#ctx0" brushRef="#br0" timeOffset="165449.48">15010 14913 1514 0,'0'0'17'15,"0"0"13"-15,0 0 185 16,0 0-125-16,0 0-3 16,36 83-51-16,-23-48-24 15,5 2-8-15,2 5-1 16,-1-3-3-16,-1 5-7 0,-2 0-103 15,-2-1-166 1,-4-3-211-16</inkml:trace>
  <inkml:trace contextRef="#ctx0" brushRef="#br0" timeOffset="166039.44">16928 14533 1174 0,'0'0'127'0,"0"0"-111"16,0 0 179-16,0 0-8 16,0 0-85-16,0 0-61 0,-16-17-23 15,16 19-7 1,0 26-6-16,13 11 18 0,4 15 35 15,-1 4-20 1,1-1 3-16,1-6-30 0,-2-9-11 16,4-6 0-1,0-8 0-15,-2-6 0 0,2-8 0 16,-5-5 0-16,-1-4 0 16,-3-5-10-16,-2 0-117 15,-5-3-169-15,-4-10-192 0</inkml:trace>
  <inkml:trace contextRef="#ctx0" brushRef="#br0" timeOffset="166194.73">16969 14921 985 0,'0'0'481'0,"0"0"-481"16,0 0 0-16,0 0 4 15,95-96-4-15,-49 55-49 16,-2 1-210-16,-7 7-394 15</inkml:trace>
  <inkml:trace contextRef="#ctx0" brushRef="#br0" timeOffset="166339.39">17284 14760 1030 0,'0'0'351'0,"0"0"-326"0,0 0 10 15,0 0 96-15,0 0-104 16,0 0-27-16,74-76-36 15,-59 60-110-15,-4 10-60 16,-4 6-2-16,-6 0-151 16,-1 19-146-16</inkml:trace>
  <inkml:trace contextRef="#ctx0" brushRef="#br0" timeOffset="166483.6">17284 14760 478 0,'49'86'224'0,"-49"-82"-107"15,0-2 22 1,0-2-45-16,4 0 8 0,12-5-29 15,6-9-22-15,-1-7-41 0,-2 0-10 16,-3 0-46 0,-2-2-184-16,-1 3-223 15</inkml:trace>
  <inkml:trace contextRef="#ctx0" brushRef="#br0" timeOffset="166767.37">17587 14561 957 0,'0'0'180'0,"0"0"-178"15,0 0 149-15,0 0-43 0,0 0 17 16,0 0-24-16,70 78 22 16,-67-40-33-16,-2-3-21 15,2-4-24-15,0-8-30 16,2-8-9-16,1-6 2 15,1-6-2-15,8-3-3 16,5-2 1-16,9-19 3 0,6-10-7 16,5-6-22-1,-3 0-88-15,0 2-148 16,-1 6-115-16,-4 7-527 16</inkml:trace>
  <inkml:trace contextRef="#ctx0" brushRef="#br0" timeOffset="167229.42">19147 14039 908 0,'0'0'210'0,"0"0"-206"0,0 0 195 16,0 0 20-16,0 0-53 16,0 0-53-16,28-64-50 15,-28 64-25-15,3 22-22 0,0 14-10 16,3 14 51 0,4 12-14-16,0 1-38 0,2 0-5 15,4-7 0-15,4-6 0 16,3-11 0-1,4-9 0-15,5-8 0 0,-3-7 0 16,1-9 0-16,-6-6-25 16,-7 0-158-16,-10-6-212 15,-7-8-239-15</inkml:trace>
  <inkml:trace contextRef="#ctx0" brushRef="#br0" timeOffset="167359.5">19228 14431 1489 0,'0'0'0'16,"0"0"35"-16,0 0-35 16,0 0 11-16,119-113-11 15,-62 66-200-15,-8 3-372 0</inkml:trace>
  <inkml:trace contextRef="#ctx0" brushRef="#br0" timeOffset="167589.28">19654 14212 1082 0,'0'0'265'0,"0"0"-243"16,0 0 62-16,0 0 22 16,0 0-99-16,0 0-7 15,43-53-7-15,-38 50-58 0,-5 3-25 16,0 0-28-16,-3 10-96 15,-13 13-13-15,1 4 89 16,0 3-191-16</inkml:trace>
  <inkml:trace contextRef="#ctx0" brushRef="#br0" timeOffset="167713.93">19644 14318 201 0,'0'16'268'0,"3"-5"10"16,6-3-47-16,0-2-103 16,0-6 33-16,3 0-56 0,7-4-17 15,6-17-30 1,5-5-41-16,0-6-17 0,1 0-37 15,-1-4-112 1,-6 4-129-16,-1 1-487 16</inkml:trace>
  <inkml:trace contextRef="#ctx0" brushRef="#br0" timeOffset="168014.26">20122 14016 1170 0,'0'0'1'0,"0"0"90"16,0 0 42 0,0 0-61-16,0 0 16 0,0 0-55 15,47 16-23 1,-32-7-7-16,7 2 0 0,8 1 3 16,3-2-5-1,0 6 2-15,-5 3-1 0,-10 5 12 16,-16 2 19-16,-2 5 57 15,-23 3 10-15,-14-2-56 16,-9-1-27-16,1-4-14 16,4-4-3-16,6-7-63 15,9-5-237-15,4-9-196 16</inkml:trace>
  <inkml:trace contextRef="#ctx0" brushRef="#br0" timeOffset="168445.3">22134 13225 998 0,'0'0'260'0,"0"0"-255"0,0 0 167 16,0 0 70-16,0 0-106 15,0 0-70-15,12-14-16 16,-9 22-23-16,5 17-13 16,3 14 11-16,3 11 27 15,1 3-52-15,-3 0 0 0,2-3 0 16,1-3 0 0,3-6 0-16,2-4 0 15,1-11 0-15,1-7 0 16,-5-6 0-16,-1-5-99 15,-9-8-233-15,-7 0-155 16,-1-3-601-16</inkml:trace>
  <inkml:trace contextRef="#ctx0" brushRef="#br0" timeOffset="168562.88">22218 13597 1378 0,'0'0'0'15,"0"0"-130"-15,89-107 125 16,-35 57-197-16,2 3-441 15</inkml:trace>
  <inkml:trace contextRef="#ctx0" brushRef="#br0" timeOffset="168981.15">22637 13377 1337 0,'0'0'132'0,"0"0"-128"16,0 0 140-16,0 0 18 15,0 0-108-15,0 0-40 16,0-5-14-16,0-1-51 15,0 6 3-15,0 0-9 16,0 0 5-16,4 0 5 16,5 0 39-16,6 0 7 15,7 0-35-15,7-4-64 16,5-21-57-16,3-7-92 16,-2-5-58-16,-8-1 58 15,-7 7 179-15,-11 10 70 0,-7 11 199 16,-2 7 179-1,0 3-71-15,0 13-112 0,-3 12-107 16,-3 8 60 0,3-1-55-16,3-5-82 15,0-4-2-15,10-7-6 0,6-6-3 0,1-8-4 16,4-2-30 0,0-5-17-16,0-7 1 0,-6 1 33 15,0 7 14 1,-6 4 3-16,-2 13 3 15,2 24 39-15,-9 17 18 16,0 11-33-16,-3 11-27 0,-16 0-104 16,-2-7-288-1</inkml:trace>
  <inkml:trace contextRef="#ctx0" brushRef="#br0" timeOffset="189699.52">25680 6792 667 0,'0'0'3'16,"0"0"7"-16,0 0 10 15,0 0 14-15,0 0 58 16,-31-75 7-16,28 71-37 16,-3 4-45-16,-3 0 9 15,-7 0-10-15,-13 12-15 16,-8 7-1-16,-9 6 0 15,-5 0 7-15,0 0-4 0,-7-1 6 16,-3-1 5 0,-6-1 0-16,-5 0-5 15,1-3-7-15,-1 0 2 0,5-2 9 16,-2-1-1 0,1 0-6-16,-1 4-3 0,-7 3-2 15,-3 0-1-15,-3 0 2 16,-2 1-1-16,7-3 0 15,5 1-1-15,4-1 0 16,3-2-1-16,1 1 0 16,3-1 1-16,4-2 0 15,12-2 0-15,8-2 1 16,4-2 3-16,8 0 1 0,3-1-3 16,1 6 1-16,3 1-2 15,0 4 8-15,1 4-4 16,1 4-5-16,-3 6 4 15,-2 4 1-15,-3 2 0 16,0 1 2-16,6-3-2 16,5-3 2-16,5-2-2 15,4-1 34-15,4-2-6 16,0 3-22-16,0 3-6 16,0 2 10-16,0 7 17 0,0 4-10 15,0 6-11 1,0 10 1-16,0 8-8 15,0 2 2-15,-5-4-2 16,4-13-3-16,1-7-1 16,0-3 1-16,0 1 3 15,9 0 6-15,0-1 6 0,3-2-2 16,-3-1-9-16,1-3 1 16,2 2 7-16,-1-1-4 15,2 0 8-15,0 0-7 16,1 0-4-16,2 1 5 15,-2-2-6-15,0 2-3 0,-1 0 1 16,0-3-3 0,-1 1 1-16,-3-1 0 0,1-3-1 15,-1-2 2 1,-3-3 0-16,0-2-1 0,0 0 2 16,0-6-1-16,3-1 0 15,2-3-2-15,2-4 1 16,2 0 1-16,1-4-2 15,1-3 3-15,2 0-1 16,3-4-1-16,1-1 0 16,5-5 1-16,4 2 1 15,3-3 0-15,4 0-1 16,3-3 0-16,5-5-1 0,1-5 0 16,4 1 1-1,5 0-1-15,0-1 0 16,-2-1-1-16,5 0 0 15,1-5-4-15,3-1 2 0,11-3 2 16,4-6-1 0,6-2 1-16,3-4-1 15,-3 1 1-15,0 0 0 0,-4 5 0 16,-6 3 0-16,-6 5 1 16,-5 3 0-16,-4 3 0 0,0 2-1 15,-2-1 0 1,4-2-2-16,1 0 2 15,0-2-9-15,3-1-14 16,1-3 0-16,3 2 7 16,0-1 3-16,-6 5-5 15,-7 2 8-15,-11 2 4 16,-12 2-5-16,-5 3-6 0,-10 1 7 16,-4 0 7-16,-5 1 2 15,-4 2 2-15,-1-5-1 16,-4-1 0-16,2 0 0 15,-1-3 1-15,1-2-1 16,0-2 0-16,3-2 0 0,-3-1 0 16,1 2 0-1,-1-5 0-15,0 1 0 16,0-1 0-16,-3-2 0 16,0 3 0-16,0-3 4 15,0-5-2-15,-13-3-2 16,-5-3 0-16,-1-5 5 15,-4-1-5-15,1-2 3 16,1 1-3-16,1 2 1 0,1 2 11 16,1 3-9-1,2-1 2-15,-1 3 9 0,4 0 6 16,-1-1-3-16,1-1-13 16,4 4 2-16,1-3-6 15,1 2 2-15,3-1 7 16,1-6-9-16,0-1 0 15,0 3 1-15,-2 2 1 16,-1 3 11-16,-4 1-7 16,-4 1 3-16,0-1 2 0,-2 1-8 15,-1-4-2-15,2 1 1 16,-3 2-2-16,6-1 1 16,0 3 2-16,5-1-3 15,0-1 0-15,3 5 1 16,-2-2-1-16,-1 1-1 15,1 0 1-15,-3 1-1 16,1 0 4-16,-2 1 1 16,2-1-4-16,2 0 0 15,0-1 3-15,-1-2-2 16,1 2-1-16,0-5 2 0,0 2-2 16,0 0 1-1,-3 1-1-15,2 4 0 16,1 2 5-16,1 4 2 15,1 2 7-15,2 0-4 0,-2 1-10 16,2-1 7 0,1 2-7-16,1-1-2 0,-3 2 2 15,1-3 1-15,-2 2-1 16,-2-1 0 0,-2 2-1-16,-5 4 2 0,-7 2-1 15,-14 6 4-15,-15 2-4 16,-18 4-8-16,-21 30 1 15,-32 17-64-15,-38 15-166 16,-41 9-609-16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12:20.1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16812 1513 105 0,'0'0'340'16,"0"0"-304"-16,0 0 76 15,-50-80-31-15,34 55-73 0,2 0 47 16,0-1 32-16,4 1-46 16,1 0 11-16,7 1-24 15,2-1 6-15,0 5-33 16,20 1 0-16,9 2 0 15,15 2-1-15,11 2 0 16,8 3 0-16,4 7-1 16,-1 3-1-16,-8 2 2 15,-5 17-1-15,-9 11 0 16,-10 8-1-16,-12 10 1 16,-15 14 1-16,-7 10 0 15,-8 9 1-15,-16 6-1 16,-2 3 0-16,3 6 3 0,5 3 1 15,7 1-2 1,8 2 3-16,3-1-3 16,0 5 10-16,17 2 2 15,10-2-2-15,6-4 5 0,10-10-4 16,5-11 6-16,10-6-9 16,7-7-1-16,13-6 5 15,7-9 0-15,9-12-10 0,3-12-1 16,-3-8 4-1,-8-9-3-15,-14-5 0 16,-17-3-4-16,-22-1 0 16,-21-1-5-16,-12 7-31 0,-27-1 25 15,-22 10 10-15,-18 3 1 16,-5 4-1-16,-4 5 1 16,0 1 0-16,7 5-2 15,7 3 2-15,11 5 0 16,14 13 0-16,8 11-2 15,16 11 2-15,13 7 0 16,3 4-1-16,31 5 1 16,14 7-1-16,17 9 1 15,10 4 1-15,7 6 4 16,4 1 20-16,0 11 3 16,-9 3 7-16,-11-1-5 15,-22-1 3-15,-25-10 2 16,-19-10 17-16,-36-6-13 15,-34-10-6-15,-36 0-10 16,-33-3-23-16,-40 5-9 16,-40-11-248-16</inkml:trace>
  <inkml:trace contextRef="#ctx0" brushRef="#br0" timeOffset="4537.35">5669 2607 546 0,'0'0'21'16,"0"0"-13"-16,0 0-7 15,0 0 0-15,0 0-1 0,0 0 23 16,0 0 47-16,-9-18-21 16,9 18 1-16,0 0-23 15,0 0-26-15,0 0-1 16,0 0-8-16,6 0 8 15,8 0 4-15,2 5-3 16,3 2 14-16,5-1-2 16,0-3-2-16,9 3-8 15,1-1 7-15,6-3 5 0,2 1 1 16,3-3-3 0,4 0-3-16,0 0-4 15,4-2 4-15,0-9 2 16,4-3 1-16,1 0-5 0,-3 0-3 15,-2 7 1-15,-6 2-3 16,-6 4-3-16,-2 1 3 16,-8 0-1-16,4 0 0 15,-2 9-1-15,0-1 0 16,0 0 1-16,6 1 1 16,4-3 0-16,5-2-1 0,2-3 1 15,3-1-3 1,-4 0 1-16,3 0-1 0,-1 0 0 15,-2 4-1 1,2-3 1-16,-3 5 1 16,1-1 2-16,-1-1-2 15,1-3 1-15,-1 1-2 0,1-2 2 16,1 0-1-16,-2 0 0 16,-2-7 4-16,-2 2-5 15,-5-1 1-15,-1 2-1 16,-2 1 1-16,-3 1-1 15,3 2 0-15,-5 0 1 16,2 0-1-16,4 0 0 16,2 0 0-16,4 0 0 15,6 4 1-15,-1 0 0 0,0-3-1 16,-2 3 0-16,-1-4-1 16,1 0 1-1,3 0 0-15,1 0-1 0,8 0 1 16,0-4-1-16,-1-2 2 15,-2 0-2-15,-4-1 2 16,-5 0-2-16,-1 0 2 16,-2 1-1-16,-4 0 0 15,-2 0 1-15,-1 1-1 16,1-2 0-16,0 0 0 0,-1-3 1 16,0 3-1-1,0-1 1-15,-3 1-1 0,1 3 0 16,0-2 1-1,-5 6-1-15,-1 0 0 16,-2 0 0-16,-6 0 1 16,1 0-1-16,-6 0-1 15,0 0 1-15,-3 0 0 0,0 0-1 16,-2 0 1 0,-1 0 0-16,-1 0 3 0,-2 0 2 0,6 0 15 15,-3 0 2 1,1 0 1-16,-1 0-2 0,-3 0 4 15,-6 0-5 1,0 0 3-16,0 0 4 0,0-1-3 16,0 1 2-1,0 0 1-15,0 0-1 0,0 0-8 16,0 0-5 0,0 0-8-16,0-1 0 15,0 1-3-15,0-2-1 16,0 2 0-16,0 0 1 15,0 0-1-15,0 0-1 16,0 0 0-16,0 0 0 0,0 0-1 16,0 0-7-16,0 0-67 15,0 10-95-15,0 12 34 16,-21 3-255-16</inkml:trace>
  <inkml:trace contextRef="#ctx0" brushRef="#br0" timeOffset="6524.73">10597 2754 682 0,'0'0'11'15,"0"0"15"-15,0 0-23 16,0 0-1-16,0 0 15 15,0 0 13-15,-28-33 44 16,26 31-31-16,1 2-23 16,1 0-16-16,0 0-4 15,0 0-6-15,1 0 6 0,14 8 1 16,3 7 12 0,4-1-3-16,5 3 9 0,4 1-10 15,4-1 4-15,5 2-1 16,8 2-2-16,7-2 3 15,7 2 3-15,6-1-4 16,2-2-7-16,0-2-1 16,1-5 1-16,-3-2-5 15,-1-5 5-15,-1-1-1 16,-2-3-3-16,-2 0 3 16,-2 0 1-16,0-9-4 0,1 1 1 15,3 0-2 1,2-3 3-16,-2 1-2 0,6 0 0 15,-3-2-1-15,-1 0 0 16,1 0-2-16,2-1 2 16,3-1 0-16,-1 2 0 15,-1-3 1-15,1 5-1 16,-2-4-1-16,0 4 1 16,-2 3 0-16,-4 2 1 15,-4 5-1-15,1 0 1 16,0 0-1-16,4 4 1 15,3 7 1-15,4 2-2 16,-2 5 0-16,3 4-4 16,-1 4 4-16,-2 5-1 15,-5 0 0-15,-9 3 1 0,-11-3 0 16,-12-2 0-16,-8-2 0 16,-9-4 0-16,-5-4 0 15,-5-5 1-15,-3-5-1 0,-1-5 0 16,-1 0 1-1,0-4 3-15,0 0-2 0,0 0 12 16,0-4 4 0,2-12 0-16,2-11-18 0,6-5-2 15,4-5 2-15,5 0-1 0,4-1 1 32,4 3 0-32,1 1-1 15,0 5 0-15,2 1 1 16,1 9-4-16,5 2 4 15,6 7 0-15,3 8-1 0,7 2 0 16,7 0 1-16,6 4 2 16,6 6-2-16,1 2 2 15,1-1 1-15,-4-1-3 16,-7 0 0-16,-2-10 3 16,-3 0 4-16,-11 0 8 15,-7-10 10-15,-10-8 15 16,-9-6 12-16,-4-7 12 15,-4-9 15-15,-6-4-41 16,-2-4-31-16,-4 3-2 16,0 6-5-16,-17 11-5 0,-18 13-154 15,-17 14-242-15</inkml:trace>
  <inkml:trace contextRef="#ctx0" brushRef="#br0" timeOffset="26404.81">12193 3505 565 0,'0'0'25'0,"0"0"-22"0,0 0 59 16,0 0-5-16,0 0-27 16,0 0 49-16,0 0 6 15,0 0-20-15,-83-76-23 16,72 68-31-16,-5 0 38 16,2-1-3-16,-5 1-44 0,-1 0 0 15,-2-1 2 1,-3 1-4-16,-2 2 5 15,-3 0 6-15,-1-2-3 16,-3 1 4-16,-2-2 2 0,0 1 0 16,-2 0-8-1,0-1-5-15,-1 1 3 16,0 0-1-16,2 2 2 16,-2-1 4-16,0 1-3 0,2 0 9 15,-2 1-2-15,1 0-9 16,0-3 1-16,2-1-2 0,2-1 2 15,1 1 2-15,2-1-2 16,-1-1 8 0,1 3 27-16,1-4-36 0,-6 1 0 15,1 0 0 1,1 2 1-16,-7 0-4 0,-2 4 1 16,-2 0 1-1,0 2-3-15,1 2 0 0,0 0-1 16,-5-3 1-16,1 4 3 15,-5-2-2-15,-2-2-1 16,-2 1-2-16,4 0 1 16,-2 0 1-16,-1 3-1 15,-4 0 1-15,-4 0-1 16,-2 0 1-16,0 0-1 16,-3 5 1-16,3-2-1 15,-1 0 1-15,1 1 1 0,2-1-1 0,1 0 1 31,-1 1 1-31,3 1-2 0,1 2 0 16,-4-1 2 0,3-2-2-16,0 0 0 0,-1-3 0 15,6-1 0 1,-1 0-2-16,2 0 1 0,-3 0 1 16,-2 0-2-16,-5 0 2 0,-3 0 0 15,-5 0 0 1,-3 0 0-16,-3 3 0 15,-3-3 2-15,0 3-1 16,0 0-2-16,-2 3 2 16,-2-1-1-16,-5 3 3 15,3-1-3-15,1 0-1 16,-1 1-2-16,2-1 2 16,-4 0 0-16,-2 1 1 15,1-3-2-15,0-1 1 16,0 1 1-16,-2 0 2 0,4 1-2 15,-4 2 2-15,4-2 0 16,0 4-2-16,4-5 0 16,5 0-1-16,7 0 0 15,0 0-1-15,4 0 2 16,-1-1 0-16,0 0-1 16,0-1 0-16,6 0 1 15,-2 0 0-15,5-2 2 16,1 2-2-16,4-3 1 15,3 1 0-15,4-1-1 16,4 0 0-16,2 0 0 0,4 0 1 16,2 0 0-1,-1-4-1-15,3-3-3 0,-4 0 2 16,5-1-1 0,-1 0 0-16,1-2 1 0,6-3 0 15,-1 3 0-15,1-2 1 16,3 2-1-16,-2 0 1 15,-1 4 0-15,-2-1 0 16,-3 1-2-16,2 0 1 16,-2 0 1-16,-2 0 0 15,-2-1 0-15,-2-2-2 16,1 3 2-16,-4 1 0 16,1 0 0-16,-5 2 0 15,1 1 0-15,-2 2 0 0,-4 0-1 16,-3 0 0-16,-1 0 1 15,3 4-1-15,2 3 1 16,1-2-1 0,-2 1 1-16,-2 1 1 0,-2-2-1 15,-2 0 0-15,5-3-2 16,1 2 2-16,2 0-1 0,2 2 0 16,0 1 1-1,-3-1-1-15,-2 3 1 16,-3-2-2-16,2 3 1 15,0 2 1-15,1-2 0 16,3 0 0-16,1-2 1 16,2 1-3-16,1-4-1 0,6 1 2 15,-4-1 1-15,3 0-3 0,1 0 1 16,0 5 2 0,2-3 0-16,-2 4 0 0,3 0-2 15,6-1 2 1,-1 2 1-16,4-1-1 0,5 0-2 15,5 1 2 1,1-1-6-16,7 2 5 0,1 3 0 16,-2-2-4-1,3 4 2-15,2 1 3 0,-1 0-1 16,6 2 1-16,0 2-1 16,0 0 1-16,6 2 0 15,8 2-1 1,5-4 0-16,2 0-1 0,0-3 2 15,3 0 0 1,-1-2-1-16,3-1 1 0,2 2 0 16,3-3-1-16,4 0 1 15,-1 1 1-15,8-3-1 16,-3 1 0-16,7-1 1 16,2-2-1-16,1 2 0 15,6-3 2-15,0-1 0 16,1 2-1-16,5 0-1 15,0 0 4-15,2-4-1 16,-2 2-3-16,2-3 2 16,-1-3 3-16,5-1-3 15,5-3 3-15,4 0 1 16,6 0 1-16,-3 0-5 0,-3 0-2 0,-3 0 0 16,-1 0 3-1,-2 0 4-15,2 6-7 0,-4 0 2 16,-4 0-1-1,-1-2-1-15,0 2 1 0,-1-3 0 16,-2-1 0 0,1 0 1-16,-4 0-1 15,-6 4 0-15,2-2 0 0,1 7-1 16,1 0 1-16,1 2 1 16,-4-1-2-1,0 0 0-15,-3 0-1 16,2-1 0-16,4-1 0 15,0-3 1-15,9-2 0 0,-1 2-2 16,1-3 4-16,0 0-4 16,-1-1 4-16,1 0-2 15,-1 1 0-15,-2-2 0 16,5 2 1-16,-2-3-1 16,3-1 1-16,9 0 0 15,9 0 1-15,2-1 2 16,2-6-4-16,-1-2-1 15,2 2 0-15,1-1 0 16,3 2-2-16,0 0 3 16,0 0-1-16,0-2 2 0,0 2-1 15,-2 1 1-15,2-2-1 16,6 1 2-16,0 1 0 16,3-2 0-16,3 1-2 15,-8-1-3-15,2 3 3 16,-3 1-1-16,-1-1 1 15,-5 1-2-15,0 0 2 16,0-1 1-16,-5-1 0 0,2 0-1 16,3-3 2-1,2 0-2-15,-1 0 4 16,-1-4-4-16,-1 3-3 16,-1-2 3-16,1 2 0 15,-2 1-3-15,0 4 3 0,-6 0 0 16,1 0 0-16,-6 4 0 15,-7 0 1 1,0 0 0-16,-6 0 0 0,-3 4-1 16,2 2 1-16,1 2 0 15,-1 1-1-15,1-2 0 16,2 2-1-16,-4-3 1 16,4 0 0-16,4 1 0 15,-5-3-1-15,4 1-1 16,-5-3 2-16,1 2 1 15,-4 2-1-15,-3 1 0 16,0 2 1-16,0 1-1 16,-1-3 1-16,-3 3-1 0,-1-2 1 0,1-2-1 15,1-3 1 1,1-3-1-16,5 0 3 0,-2 0-3 16,-2 0 0-1,-3-9 0-15,-9-2 0 16,-2 0 0-16,-3-1 1 15,-4-3-1-15,-2 1 1 0,-1-2-1 16,-3 1 0 0,-2-4 0-16,1 0 1 0,-4-4 1 15,-3-1 0 1,-2-4 4-16,-6-3-1 0,-3-7 6 16,-8-6 8-16,-3-5 8 15,0-8-16-15,-23-1 21 16,-12 1 16-16,-10 5-34 15,-10 6-1-15,-11 8-13 16,-16 20-6-16,-31 16-132 16,-43 4-276-16</inkml:trace>
  <inkml:trace contextRef="#ctx0" brushRef="#br0" timeOffset="30845.94">11796 4246 856 0,'0'0'62'0,"0"0"-41"15,0 0 18-15,0 0 26 0,0 0 19 16,-34-76-27 0,19 63 5-16,-4 0-18 0,-4 3 14 15,-3 0-51 1,-6 0 9-16,-8 3-16 0,-8 2 1 16,-7-2-1-16,-9 1 1 0,1 1-1 15,-5-1 2 1,-1-1-1-16,-6 3-1 15,-2 1 6-15,-4-2-5 16,5-1 1-16,0-3 2 16,4-3 4-16,1 3 3 15,-5-2 0-15,-2 2-1 16,1 1-10-16,-3 4 0 0,0-1-2 16,-5 1 1-1,3 1 0-15,-3-3 0 0,0 0 1 16,0 0 0-16,1-2 1 15,2-3 1-15,0 1-2 16,0 1 4-16,-5 2-4 16,-4-2 0-16,0 4 1 15,3-2-1-15,0 0-1 16,2-1-3-16,1 1 4 16,-6-1-2-16,0 0 2 15,-2 2 0-15,1 0 0 16,-4 2 1-16,-1 2-1 15,2 2 1-15,-2 0 2 16,-2 0 0-16,2 4-3 16,2 2-3-16,4 0-1 0,0-1 4 15,0 0 0 1,-3 1 0-16,4 1-1 0,1-3 1 16,4 2 0-16,6-2 1 15,0 4 3-15,4 1-3 16,1 0-1-16,-1 1 2 15,-1-1-2-15,7-1 1 16,2 0-1-16,7 0 12 16,-1 0-4-16,-3 2 4 15,-2-1-9-15,1-1 4 0,-3 0-4 16,0-2-2-16,1 0 2 16,0-1 0-16,-2 0-1 15,2-3-1-15,-3 0-1 16,4 2 6-16,-4 0-5 15,-2 2-1-15,-1 0 0 16,2-1 1-16,-1 0-1 16,-1 0-2-16,4 0 1 15,-4-4 0-15,-3 1 0 16,1-2 0-16,-2 0 1 0,2 0 1 16,-2 0-1-1,-1-3 0-15,2-4 1 16,0-1 0-16,3-1 0 15,3 1-1-15,1-4 2 16,0 2-1-16,-2 0-1 16,4 5-2-16,0 0 0 15,1 5 2-15,-3 0-1 16,-7 0 0-16,0 0 1 0,-4 10-1 16,-2 1 1-16,4 2-3 0,1-2 3 15,2 2 1 1,6 0-1-16,5-2 4 15,4 2-3-15,2-1-1 16,0 5-1-16,-3 1 1 16,1 3 0-16,2-1 0 15,0 4 0-15,16-6-1 0,6 1 0 16,11 0 0-16,4 0-3 16,0 4 3-16,0 2-1 15,2 1 2-15,5 0-1 16,4 0 1-16,1 1-3 15,3-1 2-15,0 3 0 16,4-2 1-16,2-4 0 16,0 1-1-16,0-4-3 15,11 2 2-15,10-1 1 0,0 1 1 16,6 0 1 0,4 0 0-16,5-1-1 15,4-3 0-15,8-1 3 16,7-3-1-16,6-4 1 15,5-1 2-15,3-3-3 16,2-4 1-16,2 0 0 0,3-2-2 16,5 0-1-16,2 0 0 15,-1 0 2-15,-1 0-1 16,1 0 1-16,1-6 1 0,-3 1-1 16,2-1-1-1,-3 2 2-15,4 1-1 0,4 0 0 16,1 3 0-1,0 0-1-15,0-2-2 16,0 2 2-16,6 0 0 16,3 0 0-16,-3-4 1 15,1 2 0-15,-2-2-2 0,-2 0 5 16,1-2-3 0,1-1 0-16,2 3 1 15,4-2 3-15,-1 1-6 16,-2 1-1-16,-2 1 0 0,0 3-1 15,-3 0 2-15,-5 0 1 16,-4 0 0-16,-4 3 0 16,-4 4 0-16,-2-1 0 15,-3 2-1-15,1-3 3 16,0-2-3-16,6 0 1 16,5-3 1-16,-1 0-2 15,2 0 1-15,0 0-1 16,5-1 0-16,1-8 0 15,-1 2-2-15,-4 3 1 16,-3 0 2-16,-5 0-1 16,-3 1 2-16,1-1-2 15,-3-1 1-15,0 1-1 0,2-1 2 16,2-2-1-16,4-1 1 16,-2 3 0-16,-2-1-2 15,-2 2-2-15,-3 2 1 16,0 0-1-16,-1 2-1 15,-4 0 3-15,-4 0 0 16,-5 5 0-16,-3 2 0 16,0 0 0-16,-2 2 0 15,-1-2 1-15,0 3-1 0,1-2 0 16,-3 0 2-16,0-2-2 16,0 0 0-1,0 1 1-15,0 1 1 0,1 2-1 16,-2-2 0-16,-1 3-2 15,-2-4 0-15,-4 1 1 16,-2-3-1-16,5 1 1 16,0 0 0-16,1-3 0 15,5 0-2-15,0-1 1 0,1 0 1 16,0 1 0 0,-4-2 0-16,-2 1 0 15,0-2 0-15,-4 2 0 16,0-2 1-16,-2 6-1 0,-3-4 1 15,-1 4-1 1,2 0 0-16,-1 0 0 16,0-1 0-16,2 0 1 0,-1-2 0 15,3 0-1-15,-2-3 0 16,0 1 1-16,0-1-1 0,1 0 0 16,5 0 3-1,1 0-2-15,-1 0-1 0,4 0 0 16,-4-4 0-1,-1 0 0-15,3-2 0 0,-2 0 0 16,2-1-2 0,3 1 1-16,0-1 1 0,4 0 0 15,-2-1 0-15,2-4 0 16,1 5 1-16,1-5-1 16,-1-1 0-16,0 2 1 15,2 1 0-15,-2 0 0 16,1 1-1-16,-3 3 0 15,1-4 2-15,-2 0-2 16,0-4 2-16,0 1-1 16,1-1 0-16,3 0 1 15,-2-2 1-15,-3 1-3 16,1-1 0-16,-4-2 0 0,-4 4 3 16,-2-1 4-1,-6-1-4-15,-5 0 5 0,-7 1 9 16,-7-4 10-1,-8 0 19-15,-5-5-3 16,-1-3-26-16,0 1 4 16,-16-3-10-16,-8-3-6 15,-6-3 1-15,-7 0-2 0,-11 1 0 16,-10 3-2-16,-11 3-2 16,-6 5-1-16,-2 5 1 15,4 6-6-15,-6 10-27 16,-6 2-82-16,-23 18-71 15,-29 4-294-15</inkml:trace>
  <inkml:trace contextRef="#ctx0" brushRef="#br0" timeOffset="35796.62">15222 4806 772 0,'0'0'75'16,"0"0"-25"-16,0 0-6 16,0 0 31-16,0 0-12 15,0 0 11-15,-55-77 2 16,32 65-26-16,-4 1-43 15,-4 3 9-15,-3 2-11 16,-6 3-5-16,-5 2 0 16,-3 1 0-16,-3 0 0 15,-4 0 0-15,-2 0 0 16,2 0 2-16,1 0 1 0,1 0-3 16,-4 0 1-16,-3 0-1 15,-4 0 0-15,-3 0 3 16,0 0-2-16,-5 2-1 15,1 3 0-15,-4 0-1 16,-4-2 1-16,0 1 0 16,0 0 1-16,-3 2-1 0,-3 0 0 15,-2-3-1-15,1-1 2 16,-1-2-1-16,2 0 3 16,3 0-3-16,0 0 0 15,5 0 2-15,5-6 2 16,3 1-7-16,2 1 3 15,-4 1-2-15,-1 2 1 16,-1-1 1 0,-3 1 0-16,1-3 1 0,-2 0-1 15,-1-4-1-15,-1 3 1 16,0 2 5-16,-5 1-3 0,-2 2-2 16,-5 0 0-1,-3 6-1-15,1 6 0 16,-1 1-1-16,3 2 0 15,2 0 1-15,-1-2 1 16,5-2-1-16,3-3 1 16,-1 0 0-16,-2-4 1 0,1 0-1 15,0-2 3 1,1-2-3-16,-5 0 3 0,4 0-2 16,-4 0-1-16,2 0-1 15,1 0 0-15,-3 1 1 16,-5 4 0-16,-2 0-2 15,-1-1 1-15,1-4-1 16,-2 0 2-16,1 0 2 16,1 0 1-16,-5 0-3 15,3-3 1-15,4-5 0 16,1-2-1-16,1 0-2 16,0 0 2-16,0 4-2 15,-6 0 2-15,-2 2 0 0,-1 2 0 16,-1-1 0-16,1-3 0 15,6 0 0-15,2-2 4 16,1 0-3-16,0-2 0 16,3 2-1-16,2-2-2 15,1 2 0-15,0 4 2 16,-4-3 0-16,1 5 0 16,1 0-2-16,2 2 4 15,-1 0-2-15,1 0 2 16,-2 0 0-16,2 0-1 0,0 2 0 15,-3 3-1 1,5 1 2-16,0-2 0 16,1 2-2-16,-1-2 0 15,-5 2-2-15,-6 2 2 0,-6 0-1 16,-6 2 2-16,-3 1-1 16,1 2 1-16,-2 0 2 15,-6 4-3-15,2 0 1 16,-5-1-2-16,1 1 0 15,2-4 0-15,-3-1 0 16,-5-1 0-16,-3-2 1 16,0-1 0-16,2-3 1 15,-4 1 1-15,1-1-2 0,0 1 1 16,3-3-1 0,2 1-2-16,1 2 2 0,4-2-1 15,0-1 0 1,9 0 1-16,12-1 0 0,9-2 3 15,9 0-3-15,8 0 0 16,0 0 2-16,4 0-1 16,3 0-1-16,3 0-2 0,4 0 1 15,2 2 0 1,0 4 1-16,4 2-1 16,-1 1 1-16,8 1 0 15,6 0 0-15,7-1 0 16,5 2-2-16,2-1 2 15,2 3 0-15,1-3-1 0,3 2 1 16,0 0 0 0,3-1 0-16,2 6 0 15,1 0 0-15,3 3-4 0,3 1 2 0,6 2 0 16,0-1-2 0,6 1 1-16,10 1-2 0,5 0 5 15,3 2-2 1,2 2 2-16,2 0 0 15,3 1 0-15,5 0 2 16,-2 2-2-16,5-1 0 16,3 1 0-16,7-1 0 15,3-2 0-15,5-3 0 16,7-1 4-16,6-5-2 16,8-1 0-16,10-4 0 0,0 1 0 15,1-1 1-15,2-1-3 16,2 0 0-16,4 1 2 15,1 1-2-15,1-1 2 16,5 2 2-16,-2-4-2 16,5-1 0-16,5-1 1 15,10-5 2-15,2-2-1 16,6-3-4-16,1 0 0 16,-4 0 7-16,3 0-4 15,-5 0-1-15,-10 0 2 16,0 0-1-16,-2 0 4 0,2 0-4 15,3 0 5 1,3 6-6-16,-2-3-1 16,3 2-1-16,-2 0 0 0,1-2 3 15,-5 0-1-15,-4-3 0 16,2 0-2-16,3 0 1 16,1 0 0-16,3-3 0 15,3-2 0-15,-2 0-2 16,-1 2 1-16,0 0 0 15,-5-1 0-15,-2 2 1 0,-1-1 1 16,2 0-1 0,0 3 0-16,3-2 1 0,-2 1-1 15,3-1 0-15,-1 0-1 16,0 0 1-16,-1-2 2 16,-1 1-3-16,-4 0 2 15,-3-1-1 1,1 2 0-16,-1-1 1 0,3-3 3 15,1 3-5 1,-1-1-3-16,-3 2 2 0,-1 2 1 16,-6 0 0-16,-6 0 1 15,-5 4-1-15,-2 1 1 16,-5 1-1-16,0-1 1 0,-1-1 0 16,3-1 1-1,2 1-1-15,-1-1 2 0,0 1-3 16,-4-1 0-1,-1 2-1-15,-1-1 1 16,-4 1 1-16,-5 1 2 16,-2 0-2-16,0 0 0 15,-3-2-1-15,-1 0 1 16,0-2 0-16,-2 1 0 0,0-3 0 16,3 0 1-16,2 0 4 15,2 0-4-15,0 1-2 16,-4-1-1-16,4 0 0 15,1 0 1-15,0 0-2 16,2-3 2-16,-1-3-1 16,-4-1 2-16,4 2 0 15,-6 0-1-15,2 0 0 16,-2 0 2-16,-3 1-2 0,-1 0 1 16,2-1 0-16,-2 1 0 15,7 3 0 1,2-2 2-16,1 0-2 0,0 0 1 15,-1 1-1 1,3-2 4-16,3-1-4 0,7 0 7 16,0-1-3-16,0 1-1 15,-1-4-2-15,-2 3 3 16,-2-1 2-16,-3 0-2 16,-3-2-3-16,2 0 2 15,-1 0-1-15,2 1 0 16,-2-3 1-16,-2 1-3 15,-3-3 0-15,-1 0 0 16,-3 1 2-16,-1-4-2 0,-2 3-1 16,-3-1 1-1,-4 2 1-15,-2-2 1 16,-1-1-3-16,-5 2 4 0,-2 1-3 0,-5-3 0 16,-7 3 0-1,-5-1 0-15,-7-1 0 0,-7 3 7 16,-6-5-2-1,-6-2 13-15,-3-7 57 16,0-8-61-16,-12-3 1 16,-12-4 6-16,-15-1-6 0,-10-1-12 15,-15 4-4 1,-24 13-14-16,-41 16-86 16,-60 7-208-16</inkml:trace>
  <inkml:trace contextRef="#ctx0" brushRef="#br0" timeOffset="38719.8">15818 3615 223 0,'0'0'75'16,"0"0"50"-16,0 0-81 0,0 0 69 16,0 0-57-1,-52-73 8-15,46 61-52 0,5-2 30 16,1-1 10-16,0-5-22 0,7-2-1 16,16-3 18-1,6-2-27-15,10 1-14 0,8 0 3 16,5 1-2-1,0 4 0-15,-4 6-2 0,-5 2-2 16,-9 7-1 0,-7 6 4-16,-7 0-5 0,-7 7-1 15,-7 14 1-15,-3 4 3 16,-3 10 3-16,0 3 17 16,-1 5-3-16,-10 6 10 15,1 8-17 1,1 4 9-16,3 2 4 15,3 2 1-15,3-4-3 0,0-1 19 16,0 3-21-16,9-2 9 16,8-1-2-16,3-6-14 15,4-2 5-15,1-10-6 16,2-6-2-16,1-7-5 16,4-8-1-16,-3-6 5 15,-4-5-7-15,-8-6 0 0,-6-2-2 16,-8 0-3-1,-3-2 3-15,0 4 12 0,-9 0 4 16,-19 9-10 0,-11 9-9-16,-13 12-3 0,1 9 3 15,8 4-1-15,14 3 1 0,19 2-3 16,10 7 1 0,6 5 2-16,19 0 0 15,11 4 1-15,7-5 1 16,2-2 1-16,0-3 18 15,-4 1-9-15,-12-4-7 16,-13-2 0-16,-16-3 8 16,-6-4 3-16,-33-3-1 15,-16-6 18-15,-9-5 6 16,-3-8-25-16,3-11-7 16,5-7-4-16,7-6-3 0,7 0-1 15,5 0-51 1,11-4-83-16,10-9-123 0,13-5-147 15</inkml:trace>
  <inkml:trace contextRef="#ctx0" brushRef="#br0" timeOffset="39480.65">19132 4177 1082 0,'0'0'55'0,"0"0"-15"15,0 0-36-15,0 0 45 16,-46-79 58-16,28 76-23 0,1 3-5 16,-5 3-64-1,-5 27-9-15,1 9-1 0,-3 11 15 16,10 4 3-1,7-2 7-15,10-2-12 0,2-6-12 16,10-2 9 0,9-9-10-16,6-2 1 0,5-11-4 15,3-4 1-15,1-11 1 16,2-5-1-16,0 0 2 16,-1-17 0-16,-2-9 0 0,-9-4 1 15,-7-4-2 1,-11-2 12-16,-6-3-13 0,-5 3-2 15,-17 3 2 1,-3 5-1-16,-1 6-1 0,1 5 9 16,1 5-10-1,2 6 4-15,5 2-4 0,2 4-4 16,5 0-4 0,2 0-44-16,5 15-48 0,3 0-3 15,0 4-25-15,6-3-56 16,14-4-72-16,2-4-126 15</inkml:trace>
  <inkml:trace contextRef="#ctx0" brushRef="#br0" timeOffset="40118.41">19360 4144 950 0,'0'0'117'16,"0"0"-109"-16,0 0 2 15,0 0 82-15,0 0 47 16,0 0-36-16,2-71-51 16,-5 83-52-16,-3 15 2 15,2 7 6-15,1 5 5 0,3-3 0 16,0-3-5-16,9-5-6 16,8-9 1-16,4-4-3 15,-3-3 1-15,2-8-1 16,0-4-4-16,-5 0 1 15,2-9-9-15,-5-7-9 16,-5-3 9-16,-1 1 8 16,-3 1 3-16,-3 4 0 15,0 5 1-15,0 4 1 0,0 4 2 16,0 0-1 0,4 0-2-16,6 0-8 15,5 4 8-15,7 3 1 0,3-4 0 16,7-3 0-1,0 0-1-15,4 0 4 0,0-12-1 16,-2-7-1-16,-5-3 0 16,-4-6 0-16,-7-5 1 15,-7-11-2-15,-5-6-1 16,-6-5 0-16,0-3-5 0,0 0 5 16,-11-1-3-1,-1 3 3-15,-1 6 1 16,2 9-1-16,3 11 10 15,0 12 10-15,5 10 26 16,0 3 12-16,3 5-20 16,-2 5-38-16,2 26-14 0,0 11 14 15,0 9 36-15,6 0-28 16,15-4 2-16,6-3 1 16,1-5-4-16,4-4-4 15,-3-5-3-15,-2 0 0 16,-4-5-16-16,-5-6-143 15,-14-3-121-15,-4-6-295 16</inkml:trace>
  <inkml:trace contextRef="#ctx0" brushRef="#br0" timeOffset="40734.62">19730 4063 1320 0,'0'0'0'0,"0"0"-57"0,81-57 57 15,-36 27 1-15,1-3 46 16,6 3-17-16,0-3-12 16,-1 4-9-16,-6 4-7 15,-11 5-1-15,-12 4-1 16,-9 8 2-16,-10 2 0 16,-3 3 12-16,0 1 7 0,0 1-19 15,-2 1 6 1,-2 0 5-16,-3 18-13 15,-1 11 0-15,0 9 18 16,5 3 1-16,3 6 9 0,0 5-2 16,0-1 23-16,9 6-17 15,5 0-6-15,-2-1-7 16,4 1 10-16,2-9-12 0,0-2-6 16,-2-4-7-1,-1-10-4-15,-3-6 2 0,-6-7-2 16,0-8 1-1,-5-4-2-15,-1-5 0 16,0-2 1-16,0-3 11 16,-13-18-11-16,-11-10-21 15,-4-9-1-15,-2-5 22 0,1-5-17 16,6-5-4-16,5-3 15 16,9 3 0-16,7 0-2 15,2 6-3-15,5 7 9 16,14 6 1-1,4 9-2-15,2 9 1 0,2 7 2 16,-2 5 0-16,-1 6 1 16,-7 0-2-16,-6 6 0 0,-8 16 1 15,-3 9 3 1,-7 4 6-16,-17 5 0 0,-6-3-6 16,3-3-2-1,5-7-1-15,9-7-16 0,6-5-89 16,7-4-55-1,0-5-36-15,8-6-125 0,12-6-156 16</inkml:trace>
  <inkml:trace contextRef="#ctx0" brushRef="#br0" timeOffset="41344.55">20500 3764 1171 0,'0'0'134'0,"0"0"-134"16,0 0 0-16,0 0 47 16,-50 91 58-16,39-54-44 0,8-3-45 15,3-1-12 1,1-6-1-16,15-1-2 16,1-6-1-16,2-8 0 15,0-6-6-15,-3-6-33 16,4 0-22-16,-3-15 12 0,-3-8-2 15,-2-5 30-15,-2-1 10 16,-4 6 11-16,-1 4 0 16,-2 6 12-16,0 8 26 15,-2 5 19-15,6 0-21 16,4 0-35-16,7 14 18 16,5 1 31-16,0-1-36 15,4-3-10-15,1-1 2 16,5-6-3-16,2-4 4 0,-1 0-2 15,-3-2 0 1,-2-16-2-16,-6-5 2 0,-4-9 1 16,-3-10-6-16,-10-6 0 15,-5-5 0-15,-1-7-4 16,-3 1-1-16,-10 6 3 0,-4 12 2 16,5 12 5-1,1 14-4-15,5 8 46 0,3 7 20 16,3 0-58-1,0 20-1-15,0 15-8 16,0 11 42-16,4 6-11 16,15 4 32-16,4 0-45 15,2-2 5-15,5-5-9 0,-3-6-10 16,0-7-4 0,-5-5 1-16,-4-9-1 0,-5-5-25 15,-5-8-103-15,-8-3-125 16,0-6-118-16,-24-4-286 15</inkml:trace>
  <inkml:trace contextRef="#ctx0" brushRef="#br0" timeOffset="41488.64">20857 3794 1383 0,'0'0'144'0,"0"0"-144"15,0 0-3-15,0 0 3 16,118-90 7-16,-62 59-7 15,4 0-7-15,-6 2-166 0,-11-2-198 16</inkml:trace>
  <inkml:trace contextRef="#ctx0" brushRef="#br0" timeOffset="42282.17">21348 2948 1064 0,'0'0'20'0,"0"0"-18"16,-129-17-1-16,56 17 18 15,-13 11 25-15,-11 13-14 16,-12 4-22-16,-15 5-5 0,-10 4-3 15,-17 3 1-15,-10 0 2 16,-8 0-3-16,-8 0 11 16,7-1 12-16,5-4-11 15,18 1-2-15,17-6-6 16,15 0-4-16,15-4 0 16,12 0 4-16,6-1 16 15,9 0 19-15,5 4-11 16,7 0-8-16,11 5-2 0,7 7 6 15,13 6 5 1,11 6-9-16,5 9-7 0,11 10-1 16,3 8 9-1,0 15 2-15,18 7 7 0,6 4-16 16,-1 0 34 0,-1-1-18-16,-5-5-22 0,-1 2-2 15,0-10 1-15,2-12-5 16,6-12-1-16,1-17-1 15,3-15 3-15,4-13-3 16,1-15 0-16,7-8 3 16,12-4-1-16,9-20-2 15,14-9 2-15,18-9-1 16,17-2 1-16,15-4 0 0,17 1-2 16,9 4-3-1,5 11 1-15,4 8-1 0,-5 9 1 16,0 7-1-16,-1 3-2 15,-1 0-11-15,-2-2 14 16,-6-2-15-16,-8-5 2 16,-12-2 10-16,-11-3 3 0,-16-2-8 15,-13-4-6 1,-16-6 7-16,-13-7 0 16,-11-10 9-16,-9-10 2 15,-7-13 1-15,-12-12 1 0,-15-13 6 16,-2-10 14-1,-36-13-3-15,-16-9-1 0,-17 1 10 16,-8 2 16 0,-7 5-16-16,-4 13-13 15,-5 17-17-15,-18 21-50 0,-22 17-262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13:28.9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18215 8838 866 0,'0'0'0'0,"0"0"-35"0,0 0 35 16,0 0 63-1,0 0 32-15,0 0 6 0,0 0-62 16,-26-54-7-16,18 51 45 15,-2 0-29-15,1-1-25 16,-1 1-14-16,0 0 8 16,-3-1 17-16,-3-2-13 15,-2 1-18-15,-7-4-1 16,-5 3 11-16,-4-3-12 16,-5-1 3-16,0-2 1 15,-1-2-3-15,1-1 1 0,-3-1 3 16,1-3 3-16,0 2 6 15,-5-2 20 1,-3 5-14-16,0 0 8 16,-5 3-23-16,0 6 7 15,-1 2-3-15,1 3 4 0,1 0-5 16,1 0 9-16,5 11-8 16,5 1 0-16,2 5 4 15,6 2 30-15,2 4-26 16,1 1-6-16,3 3 1 15,1-1-8-15,4 2 8 16,3 3-1-16,0 0-5 16,5 2 3-16,2 0-6 0,5-1 3 15,4-1 9-15,4-1-5 16,0-5-10-16,1 1 2 16,10 0-1-1,1-2-2-15,3 1 0 0,1 0 3 16,1 0 2-16,0 0 0 15,-1-2-5-15,1 1-3 16,2 0 3-16,1-1 1 16,2 1 0-16,4-1 0 15,0-1 0-15,0 2 1 0,6-4 0 16,3 3-2 0,2-4 0-16,2 1 1 15,2-4 0-15,-1 1-1 16,2-1 0-16,-3 1 0 0,2-2 0 15,-1 1 0 1,-1-1 2-16,0-2-1 16,1-2-1-16,1-3 1 0,-2-2-1 15,0 1 0-15,-3-1 0 16,-1-3 0-16,1 0 3 16,0-3-3-16,2 0 0 15,-2 0 0-15,3 0 2 16,-2-6-2-16,-2-1 1 15,0-2 0-15,-3 0-1 0,2-2-1 16,-6-3 1 0,1-1-1-16,-1-3 1 0,-3-1 0 15,1 1 0-15,-1-1-1 16,0-1-1-16,-1-3 2 16,-1 3 0-16,-3-3 0 15,-4 1 1-15,-2-2 3 16,-3-2-3-1,-1 0 1-15,1 1-1 0,-5-4 1 16,0 1 0-16,-2-5 0 16,-2-2 1-16,-1-3-2 15,-1-3-1-15,0-4 1 16,-16 3 3-16,-8 2-4 0,-5 5 2 16,-5 2 5-1,-2 7-5-15,-4 3 5 0,-9 3 2 16,-3 6 1-1,-1 1-5-15,-4 6-5 0,5 5-4 16,3 2-10 0,0 2-74-16,-2 21-174 0,-5 4-376 15</inkml:trace>
  <inkml:trace contextRef="#ctx0" brushRef="#br0" timeOffset="3241.4">19730 5236 762 0,'0'0'0'16,"0"0"1"-16,0 0 9 0,0 0 70 15,0 0 81 1,0 0-101-16,0 0-23 0,-50-33-15 16,38 20 23-16,-6-1-24 15,-1 1 28-15,-4 1-29 16,-4-3 25-16,-4 1-23 15,-7-2-2-15,-3 1-16 16,-6 3 4-16,-3 3-8 16,-5 0 3-16,-2 5-2 15,0 1 1-15,-1 3-2 0,-2 0 1 16,-1 0 0-16,0 10 1 16,0 4-2-16,1 5 1 15,4 3 2-15,1 2 1 16,3 0 3-16,8 1 0 15,7 0 3-15,7-3 1 16,6-1 2-16,6 3-6 16,0-2 3-16,6 1-6 15,0 3 6-15,5 1 13 16,2 0-14-16,4-2 0 16,1 2-6-16,0 0 4 15,1-1 9-15,13 0-10 0,4-2 4 16,5-2 1-1,6-1-7-15,2 1 2 16,2-1 1-16,1-3 8 16,1 0-4-16,0-1-10 0,3 0 1 15,5-1-1-15,3-2 2 16,8-1-1-16,3-2 2 16,2-4 1-16,2-3 1 15,2-4-2-15,1 0 1 16,8 0 11-16,4-11-8 0,0-6 2 15,-3-4-7 1,-3-2 0-16,-7-2-3 0,-5-2 1 16,-5-5 5-1,-3-5 3-15,-8-1-2 16,-9-6 6-16,-12 0 4 16,-14-4-7-16,-7-1-7 0,-7 1 8 15,-28 0 14-15,-14 3-18 16,-15 5-5-16,-11 8 2 15,-10 11-4-15,-7 9 1 16,-1 12-1-16,2 0-3 16,8 20-99-16,2 13-160 15,1-5-350-15</inkml:trace>
  <inkml:trace contextRef="#ctx0" brushRef="#br0" timeOffset="4464.88">15429 6825 744 0,'0'0'51'0,"0"0"-38"16,0 0 24-16,0 0 23 0,0 0 40 16,0 0-9-16,-21-19-27 0,21 17-37 15,0 1-16 1,12-5 1-16,15-1 8 16,18-4 9-16,10-2 1 15,14 0 2-15,-1 2-15 0,2 1 0 16,-4 5-8-1,-2 3 3-15,-1 2 2 16,-1 0-3-16,1 0-8 16,-6 0 0-16,-5 0 3 15,-4 0-6-15,-6 0 1 16,-1 0 0-16,0 0 1 0,-2 0-2 16,-2 0 4-16,-3 0 0 15,-4 0 0-15,-8 0 0 16,-5-2-4-16,-8 2 0 15,-5-1-1-15,-1 1-2 16,-1 0-1-16,5 0 3 16,-3 0 1-16,3 0 0 15,0-1 2-15,-1-3-1 16,1 4 1-16,-2-2-2 0,-4 0-6 16,1 2-14-1,-2 0-39-15,0 0-31 0,0 0-17 16,0 0-59-1,0 0-104-15,0-2-98 16</inkml:trace>
  <inkml:trace contextRef="#ctx0" brushRef="#br0" timeOffset="4709.08">16511 6556 985 0,'0'0'13'0,"0"0"-9"0,0 0 45 16,107-51 70-16,-73 45-23 16,-1 6-33-16,0 0-15 15,0 6-28-15,-8 15 9 0,-10 7-14 16,-10 4 17 0,-5 9 1-16,-17 2-5 0,-16 4-11 15,-9 3-12-15,-3-1-5 16,0-6-1-16,2 0-69 15,4-13-176-15,1-15-214 16</inkml:trace>
  <inkml:trace contextRef="#ctx0" brushRef="#br0" timeOffset="6124.76">14455 6063 106 0,'0'0'393'0,"0"0"-374"16,0 0 37 0,0 0 39-16,0 0 4 15,0 0-5-15,-7-25-9 16,4 22-48-16,0 0-18 0,-1 2 4 15,3-1 19 1,-1 2 5-16,1-1-8 0,1 1-8 16,0-1 1-1,0 1-5-15,0 0-15 0,0 0-12 16,0 1 2-16,0 14-2 16,0 11 17-16,3 8 7 15,6 6 37-15,0 6-23 16,4 5-22-16,-1 1 17 15,2 0-2-15,-2 1-12 16,-2-4 3-16,0-2-7 16,-5-5-3-16,3-8-8 0,-4-4-2 15,1-8 1-15,-2-5-3 16,-1-5 0-16,0-3 0 16,-1-4-1-16,1-1 1 15,-1-2 1 1,-1 0 2-16,2-2-3 0,-2 0 8 15,0 0 5-15,1-9-3 16,1-7-10-16,1-8 1 16,4-1-3-16,4-1 1 15,-1 0-5-15,1 3 0 16,0 3-1-16,-3 5 3 16,-2 5 1-16,-1 4-1 15,-2 1 4-15,0 4-1 16,2-1 0-16,4-1-3 15,5 2 0-15,5 0 3 16,0 1-1-16,1 0 2 16,-2 1-3-16,0 11 3 0,-2 4-1 15,-1 2 0-15,2 2 1 0,-5 1 0 16,-1-1 0 0,-2-2 0-16,-1 0-1 0,2-4 1 15,-4-2 1 1,2-2 0-16,-2-2-1 0,-2-5-1 15,-1 0 1 1,0-2-11-16,-3 1-96 0,0-2-3 16,0 0-18-16,0-6-29 15,0-16-430-15</inkml:trace>
  <inkml:trace contextRef="#ctx0" brushRef="#br0" timeOffset="6862.38">15129 5880 514 0,'0'0'49'0,"0"0"-49"0,0 0 0 16,0 0 73-1,0 0-9-15,0 0 1 16,36-54 1-16,-30 45-31 0,-6 3 41 15,0 4 26-15,0-1-32 16,-2 3-54-16,-14 0-2 16,-6 0-11-16,-1 10 1 15,-4 5 3-15,1 1 22 0,3-2-22 16,7 3-4 0,0-4 11-16,5 0 5 15,1 4 3-15,4 0 1 0,3 4-6 16,1 4 10-1,2 2 5-15,0 5 20 0,0 7-18 16,0 4-2 0,0 8-6-16,0 3 16 0,0 0-15 15,0-4-9-15,0-7-3 16,8-6-6-16,9-5 4 16,3-5-13-16,1-5 4 15,4-6 1-15,0-5-3 16,1-5-1-16,2-3 1 0,-2-3-2 15,2 0-48 1,0-14-102-16,-1-6-104 16,0-11-57-16</inkml:trace>
  <inkml:trace contextRef="#ctx0" brushRef="#br0" timeOffset="7243.2">15448 5909 1083 0,'0'0'7'0,"0"0"4"0,0 0 7 15,0 0 68-15,0 0-13 0,0 0-46 16,-29 51-3 0,22-11 3-16,5-1-12 0,2-5 13 15,0-4 10 1,10-8-21-16,8-4-11 0,6-6-2 15,6-8 1 1,3-4 3-16,1 0 0 0,2-17-1 16,-6-6-3-16,-9 0-2 0,-12 0 2 31,-9 3 3-31,0-4 2 0,-17 4-7 16,-10-3-1-16,-3 7-2 15,4 5 1-15,2 4-8 16,10 2-41-16,7 5-30 15,7 0-88-15,0 0-90 16,16 0 3-16,14 0-24 16</inkml:trace>
  <inkml:trace contextRef="#ctx0" brushRef="#br0" timeOffset="7476.03">15908 5811 996 0,'0'0'55'15,"0"0"-54"-15,0 0 42 16,0 0 60-16,0 0 4 16,0 0-27-16,-84 100-33 15,71-64-25-15,6-3-17 16,5-3-3-16,2-5-2 16,0-5 0-16,13-5-5 15,9-6-6-15,4-6-65 0,9-3-57 0,4-12-24 31,1-13-93-31,-6-9-107 16</inkml:trace>
  <inkml:trace contextRef="#ctx0" brushRef="#br0" timeOffset="7746.87">16102 5742 924 0,'0'0'80'15,"0"0"-74"-15,0 0-6 16,0 0 75-16,0 0 7 15,0 0-38-15,-31 87 12 16,32-70-46-16,17-2 3 16,5-4-1-16,0-8 4 15,6-3 4-15,-4 0-1 16,-4 0 3-16,-2-11 8 0,-8 0-14 16,-5 0 10-16,-6 0 7 15,0 1 24-15,-15 0-16 16,-12 3-30-16,-4 1-5 15,-1 2-5-15,7-1-1 16,7 0 0-16,6-2-25 16,9-3-112-16,3-5-87 15,0-11-118-15</inkml:trace>
  <inkml:trace contextRef="#ctx0" brushRef="#br0" timeOffset="8076.4">16250 5431 1079 0,'0'0'20'0,"0"0"-20"15,0 0 1-15,54-82 33 16,-44 72 44-16,0 6-12 16,1 4-54-16,5 0-11 15,8 14 14-15,0 7 11 16,5 5 11-16,2 5-2 15,4 6-15-15,1 5 5 16,3 11-2-16,0 5 8 16,-3 9-8-16,-2 1 11 0,-7 3-18 15,-9 1 5-15,-9-1 18 16,-9-3-9-16,-11-8-14 16,-20-6 3-16,-10-5-8 15,-5-8-11-15,-2-4 0 16,-1-8-4-16,-1-9-160 15,-4-16-271-15</inkml:trace>
  <inkml:trace contextRef="#ctx0" brushRef="#br0" timeOffset="15072.18">21391 8791 828 0,'0'0'140'0,"0"0"-130"16,0 0-8-16,0 0 51 16,0 0 21-16,0 0-6 15,0 0-55-15,-4-59 7 16,1 55 15-16,-2 1 29 16,-2 0 2-16,-8-1-47 15,-2 2 21-15,-6 1-14 0,-6 1-16 16,-2 0-9-1,-4 0 1-15,-2 0 1 0,-5 0-3 16,-7 0 0 0,-6 0 5-16,-3 0-4 0,0 0 1 15,2 0 1-15,1 0 1 16,3 0 5-16,0 0-4 16,1-2-5-16,-1 0-2 0,1 2 2 15,3 0 0 1,5 0 0-16,3 0-2 0,2 0 0 15,1 5 1 1,-3 1 1-16,4 1-1 0,0 2 1 16,6-3-1-1,4 0 1-15,4 1 0 0,6-1 0 16,6-1 0-16,1 1 3 16,6 5 1-1,0 5-2-15,1 8 6 0,1 8 16 16,-1 4-17-1,2 2 1-15,0 3 6 0,0 0-7 16,0-1 9-16,-3 3 2 16,0-1-2-16,-1 1 1 15,2 0 10-15,2 1 15 16,0 1-10-16,0-2-25 16,11-4-4-16,3-6-2 15,0-7-1-15,0-1-1 16,1-3 0-16,0-4 0 15,1 0 1-15,-1-4 0 16,0 0-2-16,-2-1 2 0,2-1-4 16,0-1 4-16,3 0-1 15,2-2 0-15,3-4-11 16,6 0 12-16,2-3-25 16,5-2 23-16,4 0 2 15,2 0-7-15,3 2-1 16,5 0 8-16,2-2-1 15,2 0 1-15,0 0-4 16,6 0 4-16,2-5 0 16,8-8 0-16,3-2 0 0,1-2-3 15,-3 0 3-15,-7 3-1 16,-10 4 1-16,-6 4-1 16,-11 6-2-16,-4 0 1 15,-3 0-5-15,-3 0 4 16,1 0 2-16,-1 0 1 15,0 0 0-15,-1 0-3 16,-3 0-12-16,-1 0 1 16,1 0 14-16,-8 0-2 15,-1 0 1-15,-8 0-3 16,-3 0-2-16,-3-2 1 16,0 2 5-16,0-3 3 15,0-8-2-15,0-4-1 16,2-6-10-16,0 0 9 15,-2-3 1-15,0-3 0 16,0-6 0-16,0-3 0 16,0-4 1-16,-4-2 0 0,-6-2 0 15,-6-2 1-15,-1-3 2 16,-5 2-3-16,-5 1-1 16,-4 6 6-16,-5 3-2 15,-2 6-4-15,-2 5-5 16,-2 3-60-16,-11 5-208 15,-14 6-1003-15</inkml:trace>
  <inkml:trace contextRef="#ctx0" brushRef="#br0" timeOffset="19456.59">19744 6467 758 0,'0'0'10'0,"0"0"-10"15,0 0 0-15,0 0-16 16,0 0 16-16,0 0 60 15,0 0-11-15,-97-51-38 0,70 45 0 16,-1-1 44 0,-7-1-10-16,0-1-26 0,-7 2-9 15,-4 0 0-15,-3-1-6 16,-1 0 4-16,3-1 11 16,2 2 3-16,6 3-11 15,-1 4 4-15,1 0-5 16,-2 0-8-16,-3 15 1 15,-1 5-3-15,3 1 10 16,10 1 2-16,6 6-3 16,4 2 0-16,2 3 8 15,4 4-6-15,-2 5 3 16,6-1 13-16,3 0-2 16,8-4-7-16,1-1 5 15,0-1-17-15,4 0 3 0,11-5-3 16,3 0 3-1,4-2 5-15,8-1-9 16,6-2 1-16,9-2 0 16,3-4 9-16,4-7-6 0,6-5 5 15,3-7 2-15,5 0-1 0,8-7 5 16,2-12 1-16,2-6-12 16,-5-6-9-16,-1-3 6 15,-5-1-3 1,-7-5 3-16,-10 1-2 0,-17 1 0 15,-17-1 3 1,-16-1 4-16,0-1-4 0,-27-2-7 16,-11 5 5-1,-7 0-3-15,-4 4-2 0,2 7 4 16,8 7-4-16,8 5 0 16,10 8-1-16,11 7-5 15,4 0-110-15,6 22-166 16,-1 8-37-16</inkml:trace>
  <inkml:trace contextRef="#ctx0" brushRef="#br0" timeOffset="21568.96">22861 5306 635 0,'0'0'20'0,"0"0"-15"0,0 0 36 16,0 0 49 0,0 0-52-16,0 0-17 0,22-64 3 15,-19 49 7 1,-1-1 16-16,-2-1-9 0,0-3-12 15,0-1-9 1,-10 2-10-16,-6-4-5 16,-6 3 8-16,-7 1-6 15,-8 0-3-15,-3 2 4 0,-5 3 1 16,-3 2 14-16,0 5 5 16,1 1-13-16,-4 2-4 15,-1 4-5-15,-5 0-3 16,2 10 2-16,3 4 8 15,5 7 8-15,7 1 3 0,3 4 4 16,4 9-9 0,-1 3 11-16,3 4 6 0,-1 4 8 15,7-2-24 1,5 1-5-16,6-2 3 0,3-5 4 16,6-1-5-16,5-5-5 15,0 0-8-15,0-2 12 16,3-1-4-16,11 0-2 15,5-1 2-15,7-2 3 16,5-1-1-16,3-3 1 16,4 0 6-16,4-6-15 15,2-2 6-15,4-3 3 16,4-4 0-16,3-5-3 16,2-2 1-16,3 0 6 15,2-7 2-15,2-8-2 0,1-3 3 16,-1-5-5-1,-2-4-2-15,-2-6-1 0,-6-4 0 16,-6-3 4 0,-8-4-2-16,-7 2 6 0,-12-3-3 15,-14-3-1-15,-7 1-4 0,-27-3-8 16,-22 3-3 0,-15 8-5-16,-11 6 2 15,-11 13-6-15,-10 17 0 16,-14 8-77-16,-17 29-148 15,-16 8-267-15</inkml:trace>
  <inkml:trace contextRef="#ctx0" brushRef="#br0" timeOffset="23232.67">24244 8925 739 0,'0'0'67'0,"0"0"-51"15,0 0-2-15,0 0 47 0,0 0-9 16,0 0 36 0,4-76-21-16,-5 65-56 0,-11 2 55 15,-6-1-37-15,-2 2-29 16,-4 2 6 0,-4 0-5-16,-5 6-1 0,-3 0 4 15,-4 0 1-15,-1 0-1 16,-3 8 19-16,-2 4-4 15,1 2-6-15,-2 4-1 16,2 1 6-16,0 2 10 16,5 1-3-16,2 3 6 15,5-1-12-15,5 0 8 16,6 2 5-16,3-3-9 0,6 4-2 16,4 1-16-1,3 1 8-15,6 3 2 0,0 0-12 16,6 1 4-1,16 2 0-15,7 2-1 0,8 1 16 16,2-1-11 0,2-1-11-16,0-5 4 0,1-3-1 15,-1-4-1-15,2-2 0 0,-3-5-1 16,2-5 2 0,2-3 1-16,1-8 0 15,3-1 1-15,-2 0 1 16,6-14 0-16,1-8 3 15,2-7 3-15,2-7 2 16,-5-7-4-16,-3-9-2 0,-10-1-2 16,-8-1-5-16,-9-3 3 15,-11-1 0-15,-11 1-1 16,0 1 2 0,-25 0-1-16,-11 7-4 0,-10 2 0 15,-2 8 0-15,-3 5 0 16,3 7-16-16,5 5-33 15,7 6-64-15,3 9-41 16,4 7-73-16,-3 0-176 16</inkml:trace>
  <inkml:trace contextRef="#ctx0" brushRef="#br0" timeOffset="26638.93">26025 5040 732 0,'0'0'22'0,"0"0"3"16,0 0-8-16,0 0 29 15,-106-87 22 1,75 58 15-16,-6 0-52 15,-2-1 26-15,-5 0-22 0,-8 1-3 16,-9 4-4-16,-5 3-8 16,-5 10-2-16,-5 9-2 15,-2 3-9-15,-4 17 9 16,-4 19-8-16,-2 5 14 16,1 14 16-16,3 11-2 15,1 10-4-15,7 8-12 16,12 2 5-16,19-5 6 0,18-6-5 15,21-7-21 1,6-2 18-16,18-4-15 0,18-3 3 16,13-2-6-1,15-1 0-15,15-3 10 0,8-6-7 16,8-6 0-16,2-10 1 16,3-12-5-16,6-14 5 15,3-5 2-15,10-21-3 16,4-17-1-16,1-9 5 15,-4-5-6-15,-6-4 1 0,-13 2 3 16,-19-3-3 0,-22 1 7-16,-24 1-8 15,-27-3-3-15,-9-1 2 0,-23-2 1 16,-20 1-4 0,-14-1-2-16,-7 6 3 0,-6 8-3 15,-4 11 0-15,6 12 0 16,9 7-1-16,9 9 1 15,9 8-9-15,5 0-73 16,5 26-45-16,4 15-98 16,3 10-54-16,6 1-217 15</inkml:trace>
  <inkml:trace contextRef="#ctx0" brushRef="#br0" timeOffset="27789.21">27612 8926 948 0,'0'0'33'0,"0"0"-33"16,0 0 0-16,-7-79 2 15,-2 56 60-15,-3 0-33 16,-4 1-25-16,-1 6 40 16,-8 2-27-16,-8 3 27 15,-9 1-12-15,-10 3 17 16,-12 4-49-16,-8 3 9 0,-1 0 14 16,1 3 20-1,7 11 11-15,4 0 13 0,7 1-42 16,0 2 2-1,8 3-12-15,6 3 2 16,4 3-1-16,5 5 9 16,5 6-7-16,6 5 2 0,3 6 14 15,8 4-10-15,9 2-18 16,0 1 0-16,9 4 22 16,18 2-17-16,10 3-3 0,14-1 0 15,11-4-5 1,9-3 4-16,2-9 7 0,3-7-14 15,-9-9 0 1,2-9 1-16,-4-6-1 0,4-10 2 16,-5-6-1-16,-4-2 7 15,-8-15-6-15,-4-8 5 16,-8-12-3-16,-4-12 4 16,-2-18-3-16,-5-13-2 15,-9-6 6-15,-11 0 1 16,-7 1 1-16,-2 5 2 15,-6 7-3-15,-14 6 8 16,-5 10 8-16,-6 12 14 16,-5 7-30-16,-3 2 11 15,0 5-20-15,-1 2-1 16,0 4-19-16,4 3-67 16,2 0-99-16,1 0-97 15,-1-2-215-15</inkml:trace>
  <inkml:trace contextRef="#ctx0" brushRef="#br0" timeOffset="30173.17">28236 6803 894 0,'0'0'63'0,"0"0"-63"16,0 0 0-1,0 0 22-15,0 0 75 16,0 0-30-16,11-19-52 16,5 14-11-16,-3 0-1 15,4 1 3-15,-4 1 8 0,5 0 8 16,3 0 5-16,4 1 16 15,10-3-15-15,5 4-4 16,5-5 3-16,4 1-6 16,2 1 8-16,1 0 1 15,-2-1-5-15,-2 4 4 16,0 1-8-16,-5 0-6 16,0 0-3-16,-4 0 12 0,-1 0-12 15,-2 0 4 1,-2 0-8-16,-3 0 15 0,-4 0-13 15,-9 0-1 1,-9 0-8-16,-8 1 0 0,-1-1 0 16,0 0 4-16,0 0-2 15,0 0-3-15,0 0-33 16,0 0-56-16,0 0-96 0,-10-8-156 16,-5-8-87-1</inkml:trace>
  <inkml:trace contextRef="#ctx0" brushRef="#br0" timeOffset="30414.9">29043 6603 1086 0,'0'0'114'0,"0"0"-107"0,0 0-6 16,0 0 132-16,84-9 8 0,-68 14-14 15,0 11-51 1,-2 8-2-16,-8 7-17 0,-6 12-17 15,-12 5-2-15,-25 4-10 16,-11-2-23-16,-1-7-4 16,3-7-1-16,7-6 0 15,6-3-26-15,6-6-97 16,6-5-151-16,9-16-129 16</inkml:trace>
  <inkml:trace contextRef="#ctx0" brushRef="#br0" timeOffset="33360.64">29777 5274 1095 0,'0'0'17'0,"0"0"-16"16,0 0 81-16,0 0 12 15,0 0 11-15,0 0-11 16,-30-22-48-16,17 22-23 16,-3 12-9-16,-8 15 21 15,0 11 22-15,3 9 0 0,2 5 6 16,5 5-14 0,5-2-19-16,6 0-15 15,3-3-10-15,0-6 4 16,5-7 5-16,10-12-6 0,1-12-8 15,3-7 0 1,5-4 0-16,1-4 0 0,5 0 0 16,2-14-1-16,-1-6 0 15,-1-6-1-15,-7-1-4 16,-7 3-10-16,-7 5-1 0,-5 3 6 16,-2 6 5-1,-2 6 2-15,0 1 4 16,0 3 0-16,0 0 0 15,1 0-5-15,6 7-7 0,3 9 7 16,2 5 5 0,4-2 0-16,1 0 0 0,3-5 0 15,1-3 3 1,0-5-1-16,3-6-4 0,-2 0 2 16,0 0 0-1,-2-14 1-15,-1-8 0 0,-3-5-1 16,-6-4 0-16,-4-2-2 15,-6-3 0 1,0-1 1-16,-5-1-11 0,-16 1 2 16,-4 3 8-16,-5 7-7 15,1 7 9-15,-1 9 4 16,-2 8 1-16,3 3 2 16,-3 0-1-16,8 18 4 15,3 5 6-15,7-1-5 16,7 2 5-16,4-5-10 15,3-3-6-15,0-2 0 0,8-3-3 16,10-4 3 0,4-4 2-16,6-3-2 0,2 0-2 15,3-12 1-15,0-6-6 16,1-2-3-16,2 0-2 16,-2 1 8-16,1 7 2 15,-7 6 0-15,-6 6 1 16,-5 0 2-16,-1 12-1 15,-4 8 0-15,0 4 2 16,-4 2 7-16,-4-6-3 16,-2-3 0-16,-1-5-5 0,-1-6-1 15,0-2 0-15,0-4 0 16,2 0 0-16,-2 0 3 16,0-6 4-16,1-11-7 15,2-7-26-15,3-2 15 16,1-3 6-16,4 3-6 15,-2 6-1-15,1 7 8 16,-1 6 3-16,2 4-9 16,4 3 7-16,0 0 2 15,2 12-1-15,0 4 1 0,-4-2 1 16,2-1 0 0,0-5 1-16,-1-2 0 0,-3-5-1 15,0-1 0 1,0 0 0-16,0-5 1 15,-2-15 2-15,-1-9 1 16,0-8-3-16,-3-7-1 0,-3-5-7 16,-2-6-1-16,0-6 1 15,0-4 5-15,0-1 2 16,-5 4-1-16,-4 6-5 16,2 14 6-16,-1 15 2 15,2 12 1-15,3 8 4 0,3 5 9 16,-1 2-7-1,1 0-9-15,0 10-14 0,0 16-2 16,0 13 16 0,1 8 2-16,10 5-2 15,4 2 3-15,1 5 13 16,2-1 0-16,-3-3 7 0,1-6-1 16,-2-6-11-16,3-10-2 15,2-7-5-15,1-11 1 16,-1-5 1-16,4-10-5 15,1 0-1-15,1-4 4 16,4-16-2-16,-4-7-2 16,-5-5-3-16,-4-3-5 0,-7-2-5 15,-5 3-11 1,-4 7-2-16,0 9 21 0,0 10 5 16,0 5 1-1,0 3 6-15,-7 0-2 16,-4 23-2-16,-5 7 4 15,2 8 15-15,3-2-8 0,6-5-9 16,5-3 2 0,0-4-4-16,0-6-3 0,8-5 0 15,3-7-3-15,5-2 1 16,3-4 1-16,5-1 1 16,5-15 0-16,4-7-4 0,3-1-7 15,0 5-5 1,-3 2 9-16,-5 7 3 0,-9 8 4 15,-5 2-1 1,-8 0 1-16,-4 7 0 16,-1 5 8-16,-1-1 0 15,0-2-4-15,0-1 0 16,0-7-3-16,0-1-1 16,0 0 1-16,0 0 7 0,0-14-8 15,3-10-1-15,0-3-18 16,3-1 6-16,-2 4 9 15,-1 7 4-15,0 7 0 16,-3 6 1-16,0 4 5 16,0 0-5-16,3 0 0 15,2 4 0-15,7 9 3 16,0-1 3-16,0-2-1 16,6-5-6-16,-5-4 3 0,5-1-2 15,0 0 1 1,0-9 1-16,1-13 0 0,-4-9-1 15,0-7-2 1,-5-12-2-16,0-9-11 0,-3-5-17 16,-3-3 18-16,-4 4 6 15,0 9-2-15,0 16 6 16,0 17 2-16,0 11 8 16,-3 9 25-16,2 1-19 15,1 9-14-15,-2 18 0 16,2 12 0-16,0 6 13 15,0-3-11-15,6-3 5 0,9-6-5 16,6-3 1 0,4-7-1-16,1-2 4 0,3-3-1 15,3-4-1-15,-1 1 4 16,2-2 5 0,-2-2 12-16,-1-4-4 0,-3-1 2 15,-9-6-13-15,-3 0-5 16,-9 0-2-16,-6 0-3 15,0-3-15-15,-21-6-84 16,-24-1-188-16,-19 1-189 16</inkml:trace>
  <inkml:trace contextRef="#ctx0" brushRef="#br0" timeOffset="33528.96">30525 5139 1494 0,'0'0'183'0,"0"0"-183"0,58-87-94 16,6 41 94 0,13-1 71-16,4 1-39 0,4 6-22 15,2 8-10-15,-9 13-34 16,-9 10-184-16,-16 9-141 16,-12 3-445-16</inkml:trace>
  <inkml:trace contextRef="#ctx0" brushRef="#br0" timeOffset="34039.03">31833 4976 1424 0,'0'0'72'0,"0"0"-43"16,0 0 169-16,0 0-82 16,0 0-110-16,0 0-5 15,-88-6-1-15,76 20-2 0,6 0-7 16,3-2-7 0,3 0-39-16,0-2-30 0,2-3 4 15,12 0 28 1,5-5 33-16,3-2 11 0,0 0 9 15,-1 0 1 1,5-3 5-16,-3-12-1 0,4-4 4 16,1-4 6-16,-1-8 2 15,-1-6-1-15,-2-5-2 16,-5-5-9-16,-8 1-3 16,-4-1-1-16,-5 5 7 15,-2 5-2-15,0 10 2 16,0 13 49-16,0 10 41 15,0 4-15-15,0 15-67 16,0 23-14-16,0 17 34 16,5 9 8-16,6 4-37 0,3 1-5 15,0-1-2-15,0 1-6 16,-2-3-48-16,-9-1-150 16,-3-5-100-16,-15-10-302 15</inkml:trace>
  <inkml:trace contextRef="#ctx0" brushRef="#br0" timeOffset="34762.74">29989 5772 987 0,'0'0'98'16,"134"-36"-80"-16,-41 16 41 0,14-3 76 15,7 5-23 1,10 3-28-16,3 2-17 0,3 5-18 16,2-1-15-16,-7 1-9 15,1-3-12 1,-3-1-6-16,0-3-3 16,-2-8-2-16,-1-6 0 15,3-5 0-15,-4-11 3 0,-1-10-5 16,-8-11 0-16,-2-9-4 15,-10-12 4-15,-11-10 1 16,-17-9-1-16,-21-1-7 16,-25-4-5-16,-22 4 2 15,-11 4 9-15,-46 3-12 16,-31 9-16-16,-30 9 4 16,-32 14 25-16,-23 12 3 15,-19 15-2-15,-17 11-2 16,-17 13 0-16,-6 14-3 0,-16 3 4 15,-5 34 4 1,-2 21 1-16,-4 20 17 0,11 19 31 16,11 8 14-16,28 12-13 15,36 6-36-15,41 6-12 16,41 1-4-16,29 5 2 16,26 1-2-16,24-7 8 15,10-8-2-15,44-11 36 16,25-17-30-16,22-15-6 15,22-18 5-15,17-16-10 0,11-15-3 16,7-14-8 0,2-10-29-16,-4-2-58 0,-5 0-83 15,-14 0-60-15,-27-2-155 16</inkml:trace>
  <inkml:trace contextRef="#ctx0" brushRef="#br0" timeOffset="36094.58">30848 6245 1148 0,'0'0'0'0,"0"0"-22"16,0 0 22-16,0 0 22 15,0 0 65-15,0 0-56 16,-61-53-14-16,24 53-11 15,-8-1 5-15,-13 1 12 16,-9 0-6-16,-3 0-11 16,-5 0-6-16,1 0 3 0,-5 0 1 15,-1 0-3 1,-3 0-1-16,-1 0 2 0,7 0 5 16,-1 0 24-16,8 5-3 15,6 2 12-15,6 3-16 16,9-1 5-16,8 1 1 15,10 0 4-15,7-1-2 16,4 1-9-16,-2 6 8 16,-2 1-17-16,-5 6 12 0,2 4 9 15,3-2-17 1,3 3-12-16,3-2 2 0,4 4 5 16,0 2-8-1,3 4 3-15,5 3 11 0,0 4 11 16,6 1-11-1,0 0-3-15,0 4 5 0,6-1 5 16,3 1 4 0,-1-2-17-16,-1-1-10 0,-6 1 5 15,1-7-2-15,1-5 0 0,2-4-5 16,2-5-1 0,8-2 1-16,0-7 0 0,9-7 1 15,7-9-2 1,5 0 0-16,10-11-1 0,5-11-4 15,6 1-3 1,7 0 4-16,9 3-4 16,4 2 8-16,8 2 0 15,8-1 0-15,2 0 1 16,1 5-1-16,-1-3 0 0,-2 1 0 16,-5 0 0-16,-2-1-8 15,-6 1 5 1,-6-4 2-16,-13 0-4 0,-16-1 4 15,-15-3 1-15,-9-4 3 16,-12-7-2-16,-9-10 4 16,0-7 4-16,-15-11-8 15,-20-6 0-15,-11-4 8 0,-10-1-3 16,-6 2-3 0,4 8-3-16,6 15 0 0,6 14-1 15,5 11-2 1,5 9-53-16,1 11-100 0,-2 0-229 15,2 21-316 1</inkml:trace>
  <inkml:trace contextRef="#ctx0" brushRef="#br0" timeOffset="39949.19">16784 9799 951 0,'0'0'30'0,"0"0"-30"15,0 0-12-15,0 0 12 16,0 0 46-16,0 0 1 0,-16-3-10 15,13 3-22 1,-2 12-12-16,2 9 14 0,-3 9 58 16,-2 5-18-16,0 3-10 0,-1 4 16 15,1 3-27 1,1-2-7-16,0 2 27 0,2-1-26 16,2-2-7-1,3-4-10-15,0-1-2 0,0 2-3 16,0 0 13-16,1 3-15 15,2 3-3-15,1 4 6 16,-3 4 6 0,-1-2 4-16,0 0-1 0,0-7-13 15,0-5-1 1,0 0 5-16,0-1-4 0,0 5 0 16,0-2 1-1,0 3-2-15,-1-1-2 0,-3-4 2 16,3 0 3-16,1-4-2 15,0-2-3-15,0-3 0 16,0-2 0-16,0-2-2 16,0-3 0-16,0-1 1 15,3-3 0-15,0 1-1 16,1 2 2-16,1 0-2 0,-2 1 0 16,0 1 2-1,3-1 4-15,-2-5-5 0,2 1-1 16,1-7 2-1,-2 1-2-15,-2-2 0 0,-1 1 0 16,1-1 0 0,-2 1 0-16,1 2 0 0,-1-1 0 15,-1 6 0-15,0-1 0 16,0-1 4-16,0-3-3 16,0-4-1-16,0-3 0 0,0-1 0 15,0 0-1 1,0-2 0-16,2-2 0 15,1 0 1-15,4 1 0 16,-3-2 0-16,1 1 0 16,1-1 2-16,0 2-1 15,0-2-1-15,4 2 0 0,-2-2 1 16,-1 2-1-16,2 1 1 16,-2 0-1-16,1 2 0 15,1 1 0-15,0 2 0 16,0 0 0-16,-3-1-1 15,2 0 2-15,-1-1-1 16,0-2 2-16,2-1 1 16,4-1-2-16,3-3 3 15,0 0 2-15,2 3-2 16,3-3-3-16,2 2 4 16,3 2 13-16,-1 2-11 15,-1 1-4-15,0 1-1 16,0-4-2-16,0-2 3 15,1-2-3-15,2 0 0 16,-6 0 0-16,-3 0 0 0,-3 0 0 16,-5 0 0-16,-1 0 0 15,0 0 0-15,-4 0-2 16,-1 0-20-16,-1 0-17 16,-1 0-27-16,-1 0-27 15,1 0-44-15,-2-4-43 0,0-12-42 16,0-3-286-1</inkml:trace>
  <inkml:trace contextRef="#ctx0" brushRef="#br0" timeOffset="40172.1">17264 11616 983 0,'0'0'133'0,"0"0"-116"0,0 0-17 15,0 0 154-15,124-43 11 16,-75 39-59-16,5 4-12 16,-7 2-35-16,-12 22-36 0,-15 13-3 15,-19 16 23 1,-4 9-23-16,-36 9-13 0,-17 0-7 16,-10-9-31-1,-9-6-178-15,-7-14-261 0</inkml:trace>
  <inkml:trace contextRef="#ctx0" brushRef="#br0" timeOffset="43375.87">22012 3116 1052 0,'0'0'32'16,"0"0"-29"-16,-84-26 9 15,42 26 84-15,-8 0 19 16,-1 20-15-16,3 9-34 16,9 7-1-16,9-1-15 15,13-1 4-15,12-3-27 16,5-4-23-16,11-2-3 15,20-2 0-15,12-3 4 16,13-2 8-16,3 1-7 16,1-2-2-16,-7 5 0 15,-14 0 0-15,-13 3-4 16,-17 3 3-16,-9 3 5 16,-15 1 26-16,-24 1 12 15,-12 2-16-15,-4-5-7 16,1-10-12-16,11-7-8 0,9-8-3 15,8-5 0 1,10-5-30-16,7-19-125 0,9-8-122 16,0-8-100-16,15 0-314 0</inkml:trace>
  <inkml:trace contextRef="#ctx0" brushRef="#br0" timeOffset="43708.95">22144 3399 1165 0,'0'0'9'16,"0"0"-8"0,0 0 124-16,0 0 44 0,94-49-66 15,-73 18-59-15,-1-3-26 16,-1-2-7-16,-5 3-4 16,-7 5 10-16,-7 6 2 15,0 8 6-15,-2 7 5 16,-12 7-6-16,-5 0 5 15,-6 30-13-15,-5 12-12 16,5 10 22-16,6-2 10 16,11-4-8-16,8-8-12 0,0-9-4 15,5-7 8 1,13-6-12-16,7-9-6 0,8-7-1 16,4 0 4-1,2-6-5-15,-6-5-2 0,-6 2-51 16,-5 4-65-1,-4 0-137-15,0 3-173 0,-5-3-556 16</inkml:trace>
  <inkml:trace contextRef="#ctx0" brushRef="#br0" timeOffset="44930.81">22712 3138 1285 0,'0'0'75'0,"0"0"-72"0,0 0 31 16,-107-24 113-16,78 38-45 16,-1 21-42-16,3 9-10 15,6 6 2-15,8-1 1 16,10-3-30-16,3-6-16 15,0-5-5-15,16-6-1 16,2-9-1-16,4-8-1 16,2-9-1-16,0-3-5 15,0-4-21-15,0-22-9 16,-5-3 2-16,-5-7 8 16,-7 0 17-16,-4 3 8 15,-3 4 2-15,0 7 1 16,0 9 3-16,0 7 1 0,0 6 16 15,0 0-4 1,0 0-17-16,0 20-5 0,6 12 5 16,1 7 31-16,1 2-23 15,3 4-2-15,0 0 3 16,1 1-3-16,3-3 3 16,2-2-7-16,2-9 1 15,-2-11-2-15,2-10-1 0,-3-11-2 16,4 0 2-1,0-21 2-15,0-12-2 16,-4-9-6-16,-2-9-8 16,-2-4-3-16,-5-3 7 0,-2 2-6 15,-5 3 4-15,0 4-10 16,0 6 7-16,-3 6 11 16,-3 7 4-16,0 8 0 15,2 10 1-15,2 7 0 16,2 3-1-16,0 2 7 15,0 0-7-15,0 4-1 16,0 17 1-16,13 13 0 16,4 5 21-16,2 4 1 0,-1 0 1 15,1-4-5 1,1-6-7-16,2-6-5 16,-2-10-4-16,0-8-1 15,-1-5 0-15,0-4-1 0,3-5 4 16,-1-16-1-1,-3-9-1-15,-3-4-2 0,-8-5 0 16,-2-3-15 0,-5 3-6-16,0 3 2 0,0 9 8 15,-3 9 2-15,-3 9 9 0,3 8 3 16,1 1 1 0,2 12-4-16,0 17 1 0,0 4 25 15,0 4-11 1,14-7-7-16,6-6-5 15,3-7-1-15,1-6-2 16,0-8 0-16,1-3 0 0,0-2 1 16,1-19 0-1,-2-5-1-15,-2-5-5 0,-8 3-9 16,-7 4-9-16,-7 7 17 16,0 6 4-16,-6 7 4 15,-3 4-1-15,0 0 5 16,3 10 3-16,3 7 1 15,3 3 5-15,0-3-9 16,3-5-6-16,14-2 0 16,3-6-3-16,4-4 3 15,-1 0 0-15,2-11 0 16,-3-4-1-16,-7 1 1 16,-3 8-3-16,-6 2 3 15,-3 2 3-15,2 2 2 16,2 0 4-16,8 0 8 15,7 0 21-15,7 0 8 16,5 0-23-16,0 0-11 0,-1 0-1 16,-3-1-8-16,-6 1-3 15,-9 0 0-15,-8 0-17 16,-7 7-73-16,-9 14-31 16,-27 5-121-16,-17 6-191 15</inkml:trace>
  <inkml:trace contextRef="#ctx0" brushRef="#br0" timeOffset="45484.91">22522 4001 1045 0,'0'0'301'0,"0"0"-301"0,113 47-5 15,-44-36 5-15,16-9 8 16,15-2 107-16,16-4-26 16,13-19-38-16,6-8 20 0,3-9-18 15,-2-10 7 1,-5-6-20-16,-8-9-13 16,-10-4-13-16,-15 0 3 15,-17-7-6-15,-14-1-7 16,-15-5-1-16,-15-11 3 15,-15-7-5-15,-14-9-1 0,-8-7 1 16,-28-3-1 0,-29-7-2-16,-21 3-6 0,-23 9-11 15,-29 14-5-15,-23 22 17 16,-31 23-2-16,-27 26 1 16,-27 23 3-16,-26 13 1 0,-15 46-9 15,-9 36 10 1,4 35 3-16,17 27 3 15,27 24-3-15,40 12-4 16,36 3 4-16,47 2 9 0,45-4 19 16,45-15-5-16,27-15-1 15,31-18 1-15,37-22-4 16,27-21 6-16,25-20 0 16,30-20-7-16,21-21-8 15,23-15-2 1,17-21-3-16,4-4-5 0,-2-25-8 15,-10-11-69-15,-26-1-64 16,-27-1-171-16,-40-2-362 16</inkml:trace>
  <inkml:trace contextRef="#ctx0" brushRef="#br0" timeOffset="50303.99">22844 10751 859 0,'0'0'14'15,"0"0"9"1,0 0 28-16,0 0 6 0,0 0 23 15,0 0 32-15,0 0-60 16,-6-61-38-16,-12 49-10 16,-8-1 1-16,-7-3 1 15,-5-5 2-15,-6-3-7 16,-6 2 6-16,-11-3-1 16,-9 1 11-16,-17 6-13 15,-8 6 1-15,-8 6 0 16,-4 6 5-16,-2 0 9 15,3 18 18-15,7 8-18 0,3 8-10 16,7 5-7 0,3 4 5-16,2 1 1 0,8 4 3 15,6-3 9-15,12 4-2 16,13-1 0-16,11 4-5 16,15 0 4-16,16 3 2 15,3-2-5-15,29 1 5 16,20-2-3-16,16-5 3 0,12-3-4 15,16-9-4 1,10-5-2-16,7-8 3 0,11-5-4 16,0-3 1-16,3-8 0 15,0-6-8-15,-4 0 0 16,0-20 0-16,-6-9 3 16,-6-9-1-16,-8-9 0 15,-9-6 0-15,-15-6-2 16,-19 4 5-16,-23 3-1 15,-25 6 5-15,-9 0 7 16,-24 1-2-16,-25 4-15 16,-15 1 0-16,-15 11-7 15,-5 9-22-15,2 16-83 16,0 4-37-16,7 30-87 16,1 15-148-16,5 14-137 15</inkml:trace>
  <inkml:trace contextRef="#ctx0" brushRef="#br0" timeOffset="51209.1">22555 12560 1039 0,'0'0'0'0,"0"0"-252"0,0 0 144 16,0 0 108-1,0 0 139-15,5-88-59 0,-5 68-60 16,0-7-20 0,0-7 1-16,0 0 6 0,-13-3 2 15,-7 0 13-15,-12 0 15 16,-7-5-37-16,-9 3 1 16,-7 2 13-16,-4 6-2 15,-7 10 57-15,-10 9-30 16,-9 10-15-16,-13 2 1 15,-6 13-11-15,0 14 5 16,0 8 27-16,5 10 10 16,2 7-18-16,6 5 8 0,3 8-8 15,6-3-1-15,6 3-7 16,12-1 6-16,10 4-17 16,17 0 1-16,13 0 14 15,12-3-16-15,10 1-8 16,2-3 4-16,19-2-8 15,23-2 6-15,14-5 0 16,17-4 5-16,9-3-6 16,9-5-4-16,9-3 0 15,3-6-3-15,6-5 3 0,6-8 0 16,10-9 2 0,5-11 5-16,4 0-5 0,4-31-8 15,-4-18 2 1,-5-14-3-16,-3-15 6 0,-10-12-2 15,-16-5 3 1,-19-5 0-16,-27 0 1 0,-28 4 0 16,-23 6-3-16,-7 8 0 15,-37 6-5-15,-14 8 0 16,-10 7-1-16,-13 10 0 16,-4 14-1-16,-6 11-2 15,-2 12-49-15,6 9-39 0,6 5-23 16,14 1-31-1,14 18-27-15,19 4-61 0,14 1-239 16</inkml:trace>
  <inkml:trace contextRef="#ctx0" brushRef="#br0" timeOffset="51998.9">22165 14364 1119 0,'0'0'124'0,"0"0"-92"16,0 0-30 0,-108-13 17-16,43 39 106 15,-5 11-21-15,0 7-16 16,9 6-29-16,13-5-24 15,21-1 2-15,15-4-22 16,12-5-11-16,9 2 1 0,24 0 4 16,18-3 0-16,10-3-4 15,8-2 3-15,-2-3-8 16,-11 1-2-16,-15-2 2 16,-19 3 0-16,-19 3 1 15,-3 3 1-15,-31 2 5 16,-16-3 6-16,-11-5 6 15,-3-6 2-15,4-12-14 16,10-9-7-16,10-1-2 16,10-16-19-16,10-13-105 0,12-13-193 15,5-10-111-15</inkml:trace>
  <inkml:trace contextRef="#ctx0" brushRef="#br0" timeOffset="52369.98">22383 14911 1258 0,'0'0'213'0,"0"0"-213"0,0 0 0 15,0 0 18 1,0 0 142-16,0 0-32 16,39-70-119-16,-23 22-9 15,-1-2 2-15,-3-2 2 16,-3 4-2-16,-6 4 0 15,-3 11-1-15,0 13 1 0,0 10 2 16,-3 10 35 0,-10 0-5-16,-7 19-29 0,-4 17 4 15,-1 9 22-15,6 6-8 16,10-5 5-16,9-2-6 16,0-7-11-16,13-7-9 15,13-2 2-15,9-7-1 16,9-7-3-16,3-8 0 15,3-4-1-15,-1-2-40 16,-6 0-55-16,-2 0-68 0,-3 0-130 16,-7-7-58-16,-1-2-211 15</inkml:trace>
  <inkml:trace contextRef="#ctx0" brushRef="#br0" timeOffset="53198.73">23016 14571 949 0,'0'0'235'0,"0"0"-163"15,0 0-2-15,0 0 106 16,-79-39 32-16,59 39-85 16,-2 20-71-16,-1 11-19 15,0 8 0-15,5 3-4 16,9-4-18-16,9-7-5 15,0-6-4-15,3-11-2 16,15-5-1-16,3-6 0 0,4-3 0 16,3 0-8-16,1-18-7 0,-4-4-15 15,-7-1 4 1,-6-1 18-16,-8 4-1 0,-4 4-2 16,0 7 10-1,0 3 2-15,0 4 2 0,0 2 7 16,0 0-8-1,0 8-1-15,0 17 0 0,0 10 21 16,0 3-8 0,0 1-3-16,2-5-2 0,4-3-3 15,1-6-3 1,2-6-1-16,-1-5-1 0,-2-7 0 16,-2-3-3-16,2-4-2 15,-2 0-5-15,4-5-6 16,3-22-2-16,3-5-19 15,0-4-3-15,-4 9 34 16,-4 10 6-16,-3 8 1 16,-1 5 0-16,-2 4-1 0,3 0 0 15,4 0-1 1,5 2 1-16,0 7 10 0,2-2-7 16,0-1-1-1,1-6-4-15,6 0 3 0,0 0-2 16,0-16-5-1,0-4-27-15,-5-1-22 0,-4 3 29 16,-3 4 23 0,-4 8 3-16,-3 2 0 0,0 4 2 15,-1 0 5-15,1 6 7 0,4 8 34 16,2 2 0 0,2-2-33-16,3-1-10 0,-1-7 0 15,6-5-5 1,4-1 1-16,8-3 1 0,5-18-2 15,2-1 0 1,0 0-1-16,2 6 1 16,-3 7 0-16,-5 9 1 15,-4 0 5-15,0 11 24 0,-2 7 8 16,-4 3-22-16,-3-2-8 16,-3-2-8-1,-6-5-1-15,-3 1-18 0,-6-3-68 16,0 3-120-16,-23 1-128 15,-20 4-180-15</inkml:trace>
  <inkml:trace contextRef="#ctx0" brushRef="#br0" timeOffset="53700.05">22047 15599 1540 0,'0'0'75'0,"0"0"-75"16,107 50-38-16,-15-43 38 15,27-7 4-15,27-2 88 16,20-21-14-16,15-4-30 16,-1-7-30-16,-8-6 5 15,-16-3 0-15,-17-6-4 0,-24 0-10 0,-21-3-7 31,-24 0 0-31,-22-7-1 0,-20-13 2 16,-11-21 0 0,-13-22-2-16,-4-16-2 0,-10-7 1 15,-29 1-6-15,-24 1-4 16,-23 12-8-16,-28 13 5 16,-29 19 2-16,-27 26 2 15,-24 29-3-15,-24 35 1 16,-14 24 5-16,-9 48 3 15,-3 36 3-15,9 32 3 16,23 31 6-16,30 33 13 16,51 12 38-16,49 4 9 0,55-11-24 15,39-27-25 1,63-24-4-16,44-33-16 0,42-29 0 16,39-29 0-1,32-32 0-15,14-27 0 0,-5-12-83 16,-32-39-243-1,-51-18-856-15</inkml:trace>
  <inkml:trace contextRef="#ctx0" brushRef="#br0" timeOffset="56264.76">19089 4196 732 0,'0'0'143'0,"0"0"-89"16,0 0 18-16,0 0 49 15,0 0-9-15,0 0-21 0,0 0-12 16,-51-58-30 0,51 58-49-16,0 15 0 15,5 14 0-15,6 9 77 16,-3 8-29-16,-3-1-27 15,-5 1 2-15,0-2 1 16,0-4-4-16,0-7-7 16,-8-4 0-16,2-7-10 0,3-9-3 15,-1-8 1-15,2-3-1 16,2-2 1-16,-3 0 10 16,-4-14 7-16,-2-16-18 15,-3-14-34-15,4-8 10 16,7-8-15-16,1-6-7 15,0 0 7-15,15 4 3 16,4 6 11-16,7 7 12 16,2 10 10-16,2 8 3 0,-2 10 0 15,-3 5-1 1,0 9 1-16,-5 7 0 0,1 0-2 16,-6 9-5-16,-5 16 3 15,-10 12 3-15,0 11 0 16,-25 8-2-16,-9 0 3 15,-3-6 0-15,1-9 1 16,8-13 2-16,8-12-1 16,8-9-1-16,9-5 2 0,3-2 17 15,0 0 13 1,0 0-13-16,10-2-11 0,15-8-8 16,14 0 7-1,8 2 13-15,4 4 5 0,-3 4-3 16,-2 0-3-1,-8 0-15-15,-5 9-4 0,-6 0-1 16,-6 3 0 0,-4 0-8-16,-3-1-54 0,-2-1-55 15,0-4-77-15,-1-6-73 16,-4-6-112-16</inkml:trace>
  <inkml:trace contextRef="#ctx0" brushRef="#br0" timeOffset="56728.77">19625 4030 1303 0,'0'0'152'0,"0"0"-152"0,0 0-10 16,0 106 10-16,-15-69 31 0,1-3 13 16,5-5 0-16,3-6-35 15,5-6-3-15,-1-8-5 16,2-5-1-16,0-4 1 15,0 0-1-15,0-18 2 16,0-17-2-16,8-13-51 16,1-8 29-16,-1 1 7 15,-1 6 9-15,-3 9 1 0,1 11 5 16,1 11 0 0,-2 9 8-16,2 6 3 0,1 3-6 15,7 3-2-15,7 14 17 16,6 5-5-1,2 5-6-15,1-2 0 16,0-4 1-16,-2-2 9 0,-3-9-16 16,-3-2 1-16,-3-5-2 15,-7-2 6-15,-6-1 1 16,-4 0 11-16,-2-10 53 16,0-10-1-16,0-3-56 15,-3-3-7-15,-11 2 29 16,-4 1-26-16,0-1-10 15,0 5-2-15,6 3-2 16,4 5-73-16,5 4-77 16,3 3-87-16,0-3-214 0</inkml:trace>
  <inkml:trace contextRef="#ctx0" brushRef="#br0" timeOffset="57178.93">20005 3885 1383 0,'0'0'0'0,"0"0"-65"0,0 0 65 0,0 0 58 15,3 76 0 1,-3-53-9-16,0-4-17 0,0-2-18 16,0-7-13-1,0-5 0-15,0-2-1 16,0-3 1-16,0-3 1 15,0-15-2-15,0-10-25 0,0-8-12 16,4 1 36 0,1 1 0-16,-4 1 0 0,2 8 1 15,-1 5 2-15,1 8 0 0,2 6 8 16,3 6-6 0,4 0-1-16,9 0 6 15,4 0 13-15,3 0 2 16,0 0-5-16,-3 0-3 0,-1 0-4 15,-3 0 16 1,-8-8 1-16,-2-6 1 0,-6-3 28 16,-5-1-3-1,0-4-14-15,-5-2-11 0,-13 3-8 16,-5 3-17-16,0 4-5 16,-2 7-5-16,-1 7-63 15,-3 6-177-15,-2 23-147 16,-10 16-352-16</inkml:trace>
  <inkml:trace contextRef="#ctx0" brushRef="#br0" timeOffset="57696.85">19368 4732 1048 0,'0'0'164'0,"0"0"-164"0,0 0-29 16,83 0 29-16,-39-18 50 0,12-4 19 16,18-5 13-16,15-6-43 15,10-5-11-15,5-2-16 16,-3-3 2-16,-5-2 26 16,-5-4-11-16,-6-2-10 15,-9-4-5-15,-6-4-3 16,-16-5 3-16,-11-4-2 15,-20-8-2-15,-15-7-2 16,-8-8-3-16,-25-5-4 16,-19 2-2-16,-15 5-7 0,-15 11 4 15,-16 9-14 1,-14 12-3-16,-16 14-10 0,-13 13 19 16,-8 23 10-16,-11 13 0 15,-11 40-1-15,-4 27 3 16,-2 34-1-16,6 27 1 15,10 21 19-15,16 12 29 16,26-12 4-16,32-19 12 16,40-26-8-16,39-20-33 0,27-22 0 15,45-11-8 1,26-11-3-16,25-14-4 16,15-11-6-16,10-13 0 15,12-8-2-15,-4 0-39 0,-8-5-147 16,-20-6-144-1,-31-5-503-15</inkml:trace>
  <inkml:trace contextRef="#ctx0" brushRef="#br0" timeOffset="67986.57">18862 11278 762 0,'0'0'27'16,"0"0"45"-16,0 0-39 0,0 0-16 16,0 0 49-16,0 0 25 15,18-94-76-15,-13 67-5 16,-2-2 30-16,-3-2-19 16,0-2 7-16,-3-3 9 15,-17 1-28-15,-10-4-2 16,-11 1-5-16,-12 4 1 15,-8 3 0-15,-12 6 4 16,-5 11-1-16,-5 6 19 16,-5 8-18-16,-3 6 5 15,1 18 5-15,7 6 23 0,10 7-19 16,13 4-20 0,15 6 19-16,5 3 11 0,9 6-10 15,1 8 12 1,4 3-12-16,4 5 13 0,3 13-8 15,4 5-17 1,7 5 3-16,4 2 6 0,4-2-14 16,2-5 6-16,17-3 6 15,3-3 2-15,2-9-12 16,0-5 13-16,3-3-15 16,3-7 4-16,4-1 2 15,7-9-6-15,6-6 2 16,8-6-2-16,6-8 2 15,3-7 2-15,4-4-6 16,-1-5 1-16,4-7 4 16,2-4 0-16,8-3 5 15,0-6-4-15,4-16-1 0,1-9-1 16,0-9-1-16,0-9 0 16,-4-6 0-16,-5-8 0 15,-10-8 0-15,-9-7-3 16,-8-5 2-16,-16-9-3 15,-16-5 0-15,-18-1 0 16,-7-8-1-16,-31 0-1 16,-14-1-2-16,-8 0-1 15,-4 8 2-15,-5 11 2 16,1 7-1-16,1 17 2 16,3 11-3-16,3 13 3 15,1 12-2-15,2 8 0 16,4 13-40-16,3 7-27 15,9 4-99-15,12 22-65 16,10 5-59-16,8 0-184 16</inkml:trace>
  <inkml:trace contextRef="#ctx0" brushRef="#br0" timeOffset="68879.78">26568 11304 1022 0,'0'0'49'0,"0"0"-49"15,0 0 65-15,-80-87 76 0,56 76-26 16,1 3 10-1,-2 8-101-15,-4 0 0 0,3 9 15 16,0 15-1 0,4 10 0-16,10 7-12 0,4 10 15 15,8 13 8-15,0 9-1 16,5 9-8-16,14 7-10 16,1-3 5-16,1-4-1 15,-3-1-13-15,0-9-19 16,-5-9 0-16,0-9-2 0,-2-16 0 15,-2-8-7 1,-6-14-60-16,-3-9-54 0,0-7-112 16,-11 0-22-16,-20-16-205 15</inkml:trace>
  <inkml:trace contextRef="#ctx0" brushRef="#br0" timeOffset="70022.52">26164 12031 998 0,'0'0'338'16,"0"0"-338"-16,0 0-11 16,103-24 11-16,-51-3 94 15,10-4-46-15,9-3-21 16,2 0-10-16,1 2-4 16,-5-1-12-16,-5 2 1 15,-6 0-2-15,-7 3 0 16,-11-1 0-16,-10 4 0 15,-12 1-4-15,-8-2 4 16,-8 4 1-16,-2 1-1 0,-3 4 2 16,-18 6 4-16,-4 4-1 15,-2 6 25-15,-4 1-11 16,-1 0-17-16,4 18 5 16,5 10 0-16,6 5 25 15,8 7-20-15,6 1 28 16,3-1 8-16,0-3-42 15,13-3 9-15,8-5 13 16,7-2-13-16,4-4-5 16,8-4-4-16,8-6-3 0,4-7 0 15,3-6 1 1,3-3-3-16,5-22-1 0,1-4 0 16,-3-8 0-16,-6 1 0 15,-14-1-2-15,-13 1 1 16,-13 5-2-16,-9 2-1 15,-6 4 4-15,0 2 5 16,-12 4-1-16,-4 7-1 16,-4 2 4-16,-2 6 1 0,-1 4 3 15,-3 0-5 1,0 10 0-16,3 14-6 0,6 7 4 16,5 4 1-1,8 2 2-15,4-1 3 0,0 0 5 16,7-6-4-1,14-7 2-15,7-4-9 0,7-9-3 16,5-2-1 0,5-8 0-16,4 0 2 0,-3 0-1 15,2-8-1-15,-2-8 0 0,0-1 0 16,-7-1 0 0,-3 0 0-16,-8-1 0 0,-2-1 0 15,-5-4 0 1,0-1 0-16,-2-1 0 0,-4 0 0 15,-3 1 0 1,-5-2 1-16,-4 3 0 16,-1 1-1-16,-2 6 1 0,0 6 3 15,-6 1-3-15,-14 4-1 16,-2 4-2 0,-2 2-2-16,-1 0 4 0,-2 12 0 15,0 7-1-15,3 6 1 16,5 4 2-16,1 6 2 15,9-3 1-15,4-2-3 16,5-5 1-16,0-4-2 16,15-5-1-16,6-8-2 15,4-4 1-15,5-4 1 16,3-3-1-16,0-19 2 16,0-10-2-16,-5-12-3 0,-8-9-23 15,-7-8-13 1,-7-3-2-16,-6-1 26 15,0-2-40-15,-9-1-15 16,-12 0 56-16,-4 11 8 0,0 14 7 16,0 15 6-16,3 11 4 15,8 11 2-15,4 6 47 16,7 5-26-16,2 23-33 16,1 16 20-16,0 9 6 0,0 6 19 15,6 0-18-15,15-5-17 16,2 2 10-1,2-1-3-15,1-1-8 0,0-2-8 16,-4-5-1 0,0-7-4-16,-1-7 2 15,2-8-67-15,2-6-69 16,5-8-105-16,3-11-46 0,-2-2-401 16</inkml:trace>
  <inkml:trace contextRef="#ctx0" brushRef="#br0" timeOffset="73148.86">28793 10978 814 0,'0'0'102'0,"-41"-85"-87"0,25 54 47 16,4 6 50 0,3 10 25-16,5 7-8 0,4 6-53 15,0 2-35-15,0 4-41 16,0 20 3-16,14 11 26 16,4 12 30-16,2 7-49 0,-1 9 8 15,-2 7 4 1,-4 3 9-16,0 7 2 0,1-3-11 15,2 2-9 1,3 7 31-16,3-1-33 16,0-7 5-16,0-5-1 15,1-16-14-15,2-7 0 0,-1-11 0 16,-2-13-1 0,-5-7 0-16,-6-13-2 0,-3-4 2 15,-2-2 0-15,3-23 8 16,1-17-8-16,1-15-27 15,-8-12 1-15,-3-8-47 16,-3-1 15-16,-22 6 22 16,-11 8-18-16,-8 11 13 15,-5 9 12-15,-4 15-1 16,-1 11 25-16,-6 16 5 16,2 0 22-16,1 24 13 15,5 7 3-15,9 0 17 16,13 1-10-16,11-1 4 0,13-1-30 15,6-4-4 1,1-7 6-16,23-5-21 0,10-11 2 0,15-3-5 16,10-7 6-16,8-15-4 15,1-6 1 1,3-4-16-16,0-2-17 0,1 2 9 16,-8 0 8-1,-11 8 16-15,-14 5-2 16,-16 7-12-16,-13 4 13 15,-7 6 1-15,-3 0 5 16,0 1 1-16,0 1 3 16,0 0 3-16,0 0-9 15,0 0-3-15,-1 8-2 0,-8 14 2 0,-3 8 19 0,1 1 12 32,2 0 0-32,5-5-17 15,1-2-5-15,3-5-1 16,0-5 8-16,3-6-8 15,7-5-7-15,7-3 4 16,5-1-3-16,2-19 2 16,-2-4 1-16,-7-6-3 15,-7-1-2-15,-8 1-4 16,0 2-9-16,-12 1 6 16,-10 3 7-16,-4 6 0 15,1-2-4-15,2 5 4 0,6-1-1 16,3 0 1-1,6-6-2-15,3-1 2 0,3-5-31 16,-1-4-29 0,-1 3 31-16,-4 4 0 0,-8 11 9 15,-4 7 12-15,-6 7 3 16,-4 0 1-16,-2 16 4 16,6-2 7-16,9-6 14 15,10-3-9-15,7-5-8 16,0 0-1-16,0 0-3 15,19 0-3-15,11-6 3 16,12-13 14-16,4-5-14 16,0 1 0-16,-1 6-1 0,-6 5 0 15,-3 12 1-15,-5 2 0 16,-4 29 1-16,-4 10 16 16,-3 5 52-16,-2-1-5 15,1-2-36-15,2-11-19 16,2-7 22-16,0-11-22 15,1-12-8-15,-4-2 0 16,4-2-1-16,-1-19 0 16,0-8 2-16,1-7-2 15,-5-3-6-15,-5 1-6 16,-3 4 11-16,-6 6 1 16,-1 8-1-16,-2 11 1 0,-2 7 2 15,0 2-1 1,1 6-1-16,1 14 0 0,1 7 25 15,3 1-7 1,3-2-12-16,1-5-3 0,4-3-2 16,2-8 0-16,3-4-1 15,1-6-2-15,5 0 0 16,2-6 1-16,0-15 1 16,-2-5-14-16,-7-4-1 15,-5 4 8-15,-6 7 5 0,-7 6 1 16,0 7 1-1,0 6 3-15,0 0 2 0,0 0-3 16,0 0-2 0,3 7 0-16,7 3 6 15,8 0-3-15,4-4-2 0,4-5 2 16,2-1-3-16,0 0 1 16,-1-7-1-16,-3-7 0 15,-5-4 0-15,-7-2-9 16,-9 1 2-16,-3 0-3 15,0 2 0-15,-4 4-5 16,-5 5 14-16,2 4 1 16,2 2 0-16,4 2 1 0,1 0 0 15,0 0-1 1,0 0-7-16,0 0-5 0,13 0-15 16,3-2 27-1,5-2-5-15,-3-2-33 0,-6 3 22 16,-6 2 12-1,-4 1 1-15,-2 0 1 16,0 0 2-16,0 0 0 16,0 1 2-16,0 8 0 0,0-1 10 15,1-1 0-15,5-2-6 16,3 0 0-16,3-4-4 16,3-1 3-16,3 0-2 15,-1 0 3-15,0-14-3 16,-1-3 1-16,-5-6 0 0,0-2-3 15,-7-4 0 1,-4-3 3-16,0 1-4 0,-3 5-4 16,-11 5 0-1,0 9 4-15,3 5 4 0,4 4-3 16,3 1 3 0,4 2-1-16,0 0-3 0,0 0-5 15,4 0-8-15,14 0 12 16,10 5 1-16,3 0 1 15,2 3 2-15,1 4-3 16,-4 7 5-16,-7 0-4 16,-3 4 7-16,-4 2-2 15,-3-3-4-15,-4-1-2 16,-2-6 0-16,0-4-1 16,-2-8-8-16,3-3-67 15,5-3-85-15,8-23 8 16,6-11-50-16,6-10 15 0,-2-10-61 15,-4-10-13 1,-7-6 238-16,-4-1 24 0,-3 8 259 16,-1 14-74-16,-5 20-69 0,-2 13 24 15,-5 13 106 1,0 6-39-16,0 0-100 0,0 14-61 16,0 19 2-1,0 11 17-15,0 7-22 16,0 1-17-16,0-2-19 15,13-7 2-15,5-8-8 0,6-7 0 16,0-7-2 0,-5-8-2-16,-5-6-2 15,-7-5-35-15,-7-2-4 0,0 0 24 16,-4 0 10-16,-22 0-21 16,-9 10-8-16,-13 7 39 15,-3 13 0-15,5 3 10 16,10 3 37-16,18-3-11 15,11-6-3-15,7-3-7 16,10-5-20-16,21-4-4 16,11-5-4-16,12-7 2 0,2-3-32 15,-4 0-51 1,-2 0-104-16,-9 0-147 16,-12-5-276-16</inkml:trace>
  <inkml:trace contextRef="#ctx0" brushRef="#br0" timeOffset="74666.5">28743 13057 950 0,'0'0'75'0,"0"0"-39"0,0 0 30 16,0 0 119-16,0 0-38 16,-82-31-106-16,35 44 18 15,-7 16 3-15,3 6 30 16,3 5-31-16,14-6-35 15,15-2-7-15,11-2-10 16,8-5-3-16,6-2-6 16,21-3 0-16,16-5-2 15,10-4 4-15,11-3 1 16,4 0-3-16,-8 2-1 0,-14 1-2 16,-17 3 3-16,-19 2-2 15,-10 2 2-15,-12 4 5 16,-28 7 7-16,-17-1-5 15,-6-4 8-15,7-6-5 16,14-12-2-16,13-5-6 16,15-1-2-16,6-5-6 15,8-17-62-15,0-10-146 16,25-10-85-16,10-6-73 16</inkml:trace>
  <inkml:trace contextRef="#ctx0" brushRef="#br0" timeOffset="74854.99">28930 13218 1330 0,'0'0'83'0,"0"0"-81"15,28 89 110-15,-18-52 82 16,1 0-78-16,-3 1-45 16,-2-2-65-16,-1-5-2 0,0-6-4 15,-4-8-3 1,1-6-11-16,-2-9-113 0,0-2-110 15,0-16-65 1,-13-22-302-16</inkml:trace>
  <inkml:trace contextRef="#ctx0" brushRef="#br0" timeOffset="75014.17">28766 13089 1432 0,'0'0'0'16,"0"0"-36"-16,0 0 17 15,0 0 18-15,0 0-29 16,0 0-109-16,49 64-15 16,-7-45-126-16,7 0 43 15,2-5-81-15</inkml:trace>
  <inkml:trace contextRef="#ctx0" brushRef="#br0" timeOffset="75426.81">29286 13083 812 0,'0'0'172'15,"0"0"-29"-15,0 0 104 16,0 0-18-16,-82-42-92 0,37 65-60 16,-4 6-17-16,8 0-13 0,11-1-8 15,12-7-28 1,12-5-11-16,6-6-2 0,0 1 0 16,15-5 1-1,7-6-6-15,7 0-6 16,2-9-6-16,2-7-6 15,-5-4-18-15,-6 6 27 16,-5 6-12-16,-8 5 25 16,-2 3 2-16,1 0-4 0,5 10 5 15,4 11 7-15,2 7 2 16,3 8 19-16,-1 6-10 16,-1 4-1-16,-4 5 4 15,-1 4-10-15,-11-5 5 16,-4 1 10-16,-1-7-19 15,-21-6 0-15,0-9 6 16,-1-9-10-16,-1-11-3 16,0-6 2-16,0-3-2 15,0-12-1-15,3-23-27 16,9-19-106-16,12-11-166 16,0-3-138-16,20 8-652 15</inkml:trace>
  <inkml:trace contextRef="#ctx0" brushRef="#br0" timeOffset="76208.64">29474 13246 817 0,'0'0'439'0,"0"0"-439"0,0 0 4 0,0 0 74 16,-23-85 17-16,23 56-41 15,10 0-25-15,16 7-16 16,7 7 18-16,2 10 31 15,-1 5-10-15,-3 8-27 16,-4 18 22-16,-5 5-15 16,-5 1-4-16,-5-1-12 15,-5-9-10-15,-2-6-6 0,-5-9 0 16,0-5-1-16,0-2 1 16,0 0 0-16,0-8 0 15,0-17-15-15,0-12-64 16,5-1 33-16,7 0 22 15,4 10 5-15,2 10 1 16,3 11 12-16,-1 7 6 16,-1 0 0-16,1 13 9 15,-2 8 54-15,-3-1-14 16,-6 4-33-16,-2-5-4 16,-4-1 5-16,-3-8-11 0,0-3-3 15,0-4-2 1,0-3-1-16,2 0 0 15,-1 0 9-15,4-14-9 0,4-14-18 16,3-5-51-16,1 0 59 16,1 5 1-16,-1 8-15 15,-5 10 3-15,-4 7 21 16,-1 3 0-16,3 0 0 16,0 13 17-16,2 3 45 15,1 0-39-15,4-2-14 16,0-3-5-16,2-5 3 15,5-6-5-15,1 0-2 16,2-6 0-16,-1-10 0 16,-3-2-12-16,-6 1-9 0,-4 7 15 15,-6 2 6-15,-3 8 2 16,0 0 26-16,0 0 7 16,0 0-8-16,3 0-18 15,5 8-2-15,6 2 28 16,6 1-16-16,7-7-14 15,1-4 2-15,2 0-4 16,-3-3-1-16,-5-9-2 16,-10-1 4-16,-7-2-1 0,-5 2 9 15,-3-2 0 1,-21 2-6-16,-4 5 17 16,-4 4-18-16,6 2-3 15,7 0-2-15,12-1-4 0,4 0-46 16,3-2-75-1,1-5-121-15,19-4-165 0,5-5-38 16</inkml:trace>
  <inkml:trace contextRef="#ctx0" brushRef="#br0" timeOffset="76364.39">30441 12862 1185 0,'0'0'230'0,"0"0"-152"0,0 0 58 0,0 0 4 15,0 0-85 1,29 74-39-16,-29-67-16 15,1-5-2-15,-1-2-84 16,0 0-161-16,0 0-70 0,0-2-107 16</inkml:trace>
  <inkml:trace contextRef="#ctx0" brushRef="#br0" timeOffset="76448.66">30441 12862 958 0,'-68'-94'275'15,"62"84"-220"-15,4-2-37 16,2-1-18-16,0-11-34 15,14-3-268-15</inkml:trace>
  <inkml:trace contextRef="#ctx0" brushRef="#br0" timeOffset="76809.02">30750 12303 616 0,'0'0'1006'16,"0"0"-1006"-16,0 0 0 0,0 0 89 15,0 84 72 1,3-32-93-16,6 3-28 0,5 1-14 16,5 0-16-16,-3-8-1 0,4-2-9 15,-3-11 0 1,-3-11 0-16,-5-11-2 16,-3-7-30-16,-6-6-22 15,0 0 30-15,-9-3 13 16,-19-6-47-16,-11 8-1 15,-8 1 54-15,1 11 5 0,7 13 28 16,11 3 20 0,10 3-10-16,15-3-2 0,3 0 4 15,10-5-22-15,20-8-18 16,8-3 0-16,5-8-10 16,5-3-54-16,-2 0-65 15,2-3-130-15,-2-19-134 16,3-12 8-16</inkml:trace>
  <inkml:trace contextRef="#ctx0" brushRef="#br0" timeOffset="77025.85">31238 12204 1530 0,'0'0'19'16,"-42"74"-14"-16,27-19 47 15,9 3 107-15,6 9-51 0,13-2-70 16,22-2-26 0,5-4-1-16,6-6-11 0,-1-6-1 15,-3-8-6-15,4-9-103 16,-2-13-92-16,-3-15-106 16,-6-4-206-16</inkml:trace>
  <inkml:trace contextRef="#ctx0" brushRef="#br0" timeOffset="77229.11">31884 12151 1453 0,'0'0'97'16,"132"130"-57"-16,-76-53 107 15,-16 6-31-15,-20 8-51 16,-17 5-21-16,-3 3-38 15,-26-4-6-15,-17-7-51 16,-18-9-134-16,-16-15-233 16,-13-17-519-16</inkml:trace>
  <inkml:trace contextRef="#ctx0" brushRef="#br0" timeOffset="106913.81">30746 6818 170 0,'0'0'0'15</inkml:trace>
  <inkml:trace contextRef="#ctx0" brushRef="#br0" timeOffset="113705.69">19564 10553 362 0,'0'0'111'15,"0"0"-81"-15,0 0-27 16,0 0 16-16,0 0 42 16,0 0 15-16,61-83-2 0,-58 72-13 15,-3 2 2-15,0 5 35 16,0 1-36-16,-2 3-13 16,-11 0-17-16,-7 0-27 15,-5 0-5-15,-5 8 1 0,-1 3 4 16,-2-1-5-1,-3 0 1-15,-4 0 0 0,-8-2 1 16,-6 4 1 0,-6-2 5-16,-1 3-4 0,-3-2 7 15,-1-1-4 1,-1-1 6-16,-1-2-9 16,-2-3-2-16,0 1 3 0,-2-2-3 15,-1 0 1-15,-2 0-3 16,-4 1 2-16,-4-1-2 15,-3 1 0-15,-8 1 4 16,-5-4-3-16,4-1-1 16,7 0-2-16,10 0 2 0,13-4 0 15,10-6-2 1,11-1 2-16,5 0 0 16,10 1 3-16,3-2-2 15,1 2 0-15,3 3-2 0,3 0 1 16,-3 3 0-1,6 2 0-15,1 0 1 0,1 2-1 16,7 0 0 0,1-2 0-16,3 2 0 0,2 0-1 15,0 0 0-15,-1 0 0 0,-1 0-1 16,-1 0-1 0,-3 6 2-16,-1 6 1 0,-3 1 1 15,-1 3-1 1,-1 0 0-16,0 0 0 0,5-2 0 15,-1-1 2 1,3-3-2-16,4-2 2 16,1 4 1-16,0 2-2 0,0 5 1 15,3 9 23-15,5 3-10 16,1 5 3-16,-3 4-8 16,-1 5-6-16,-2 5 1 15,-1 4 25 1,-2 4 0-16,0 3-1 0,0 3-5 15,0 4-11-15,0 2 12 16,-3 2-8-16,-3 2-11 16,5 3 4-16,1 0 6 15,0-4-4-15,0-4-6 16,8-3-1-16,-2-3-1 16,-3 0-3-16,0 1 0 15,-1-5 0-15,-2-1 1 16,1-1 2-16,-1-2-3 15,0 0 3-15,0-1 9 16,0-1-9-16,0-3-3 0,-1-1 1 16,-2-3 0-1,1 1 0-15,2 1-2 0,0-2 1 16,0-1 0-16,0-7-2 16,5-7 2-16,4-1-2 15,1-7 2-15,-1-2-1 16,0 0 2-16,0-3-2 15,-1-1 0-15,-2-1 1 0,1-3-2 16,0-3 1 0,2 0 0-16,0-3 2 15,5-3-1-15,2-1 2 0,5-2-1 16,4-1-1-16,5 0 1 16,1 0-1-16,4-7 1 15,4-1 0-15,1 1-1 16,5-2 1-16,-3 2-2 15,2 3 0-15,0 0 0 16,1-1 1-16,4 4-1 16,3-5 0-16,0 3 0 0,2 0-1 15,1-2 0 1,0 0 1-16,3 0-2 0,2-1 0 16,2 1 2-1,1-2 0-15,3-2 0 0,1-2 0 16,0 0 0-1,-1 0 1-15,-5 0-1 0,-9 7 1 16,-8 2-1-16,-10 2 0 0,-7 0-3 16,-3 0 2-1,-1 2 1-15,1-1-1 0,2 1 0 16,6-1 1 0,3-1-24-16,2 0 8 0,7 0 13 15,2-3 0 1,-3-2 2-16,-4 5 0 0,-4 0-4 15,-5 0 3 1,-3 0 1-16,-3 0 1 16,0 0-3-16,0 0 3 0,-3 0 0 15,1 0 0-15,0 0 0 16,-5 0-1 0,1 0 1-16,-5 0 0 0,1-5 1 15,-5 4 0 1,-5-1-1-16,-1 2 0 0,-3 0 1 15,0 0 1-15,0 0 2 16,0 0 2-16,0-6 0 0,0-4 4 16,0-9-10-1,0-11-2-15,7-5 1 0,1-5-1 16,-2-1 2 0,0 3 0-16,-1-2 1 0,-1 2-1 15,-3 0 0 1,-1 0 1-16,0 0-1 0,0-1 0 15,-5-1 0 1,-5-1 0-16,1-1 0 16,-2-2 0-16,3-1 1 0,-1-2-1 15,1-1 1-15,1 2-3 16,0-2 2-16,2 2-1 0,1 3 1 16,2-1 0-1,2 2 1-15,0-5-1 16,0-1 0-16,2-4 1 15,7-2-1-15,1 1 0 0,-4 3 0 16,-1 2 1 0,-5 1-1-16,0-2 0 15,0 3 0-15,0 0 0 16,0 3 0-16,0 2 1 16,0 2-1-16,-3 2 0 15,3 1 0-15,0 1 3 0,0-3-1 16,6-1-2-16,9-4 0 15,5-3 1-15,3-3 1 16,0-1-2-16,-1-1 1 16,-2 3-1-16,-6 6 2 15,-7 2-2-15,-7 3 9 16,0 4-6-16,-10 2 2 16,-23 6 4-16,-15 9-8 15,-23 16-2-15,-31 16 1 0,-35 44-1 16,-44 33-93-1,-45 18-215-15</inkml:trace>
  <inkml:trace contextRef="#ctx0" brushRef="#br0" timeOffset="135014.51">29747 10370 1083 0,'0'0'2'0,"0"0"-2"0,0 0-1 16,0 0 1-16,0 0 0 15,-82-39-1-15,41 37 1 16,-10-2 0-16,-7 3 1 15,-6 1-1-15,-2 0 1 16,-4 0 0-16,-6 0-1 16,-5 0 0-16,-12 0 0 15,-12 4 0-15,-12 2 0 16,-17 6-1-16,-13 0 1 0,-18 4 1 16,-11 3 0-1,-12-1 0-15,-10 2-1 0,-7-2-2 16,-3-1 2-1,-6-1 0-15,1-1 0 0,-9 0 5 16,-5 2-3 0,-2-3-2-16,1 2 10 0,1-1 9 15,2-2-7-15,1 1 1 0,-4-3-12 16,0-1 1 0,-5-1-2-16,2-1 1 0,2 0 1 15,-3-4-2 1,3 0 0-16,-6-2-1 0,-5 0 1 15,1 2 3 1,-3 0-3-16,-1-2 0 0,4 1 0 16,-4-1 1-1,6-2 1-15,0 0-2 0,-2 0 0 16,11 0-1-16,0-13 1 16,10-1 3-16,10-5-2 15,8-2-1-15,12-4-1 16,5 0-1-16,10-1 2 15,9-2 2-15,8 7-1 16,10 2-1-16,4 3 0 0,7 4-3 16,5-1 3-1,2 2 0-15,2 1-1 0,7-3-4 16,6 1 3 0,5-1-2-16,2-1 3 0,9 2 2 15,6 1-1 1,10 4 0-16,7 1 0 15,7 4 0-15,4 0-1 16,7 2 2-16,9 0-1 0,6 0 0 16,6 0 0-16,7 0 0 15,3 10 0-15,6 5 0 16,0 8 1-16,3 7 0 16,1 7 3-16,0 4 6 15,0 3-5-15,3 4-3 0,0 7-2 16,2 2 1-1,2 5-1-15,4 4 4 0,2 5 10 16,2 3 13 0,0 2-1-16,0 7 10 15,0 3-8-15,0 9 3 0,0 7-13 16,-1 6-4-16,-8 5-1 16,0 1-5-16,0 0 0 15,-3 2 4-15,3-1 5 16,3 0-1-16,1-3-7 15,5 5 2-15,0 6 6 16,0-1-7-16,7 6 3 16,6-1-4-16,3-7-7 0,3-2 5 15,4-6-4 1,4-4-3-16,6-5 1 0,3-4 0 16,8-2-1-1,3-3 0-15,6 1 1 16,4-6-1-16,3-5 1 15,4-3 0-15,3-3 0 0,3-3 0 16,9-6 0-16,8-6 2 16,10-7-2-16,7-6-1 15,8-6-1-15,7-4-1 0,10-8 1 16,7-3 0 0,10-5 1-16,6-3 0 0,12-5 2 15,8-5 2 1,7-3-3-16,9-3-1 0,3-5 0 15,6 0 0 1,10 0 1-16,3-2 2 0,10-10 0 16,8-6-3-16,3-2-1 15,8-5 1-15,5-1 2 16,6-4 0 0,2-1-2-16,6-2-1 15,-3-4 1-15,3 0 2 0,3-1 2 16,2 0-4-16,2-1-2 15,1 4 2-15,-1-4 3 16,4-1-3-16,0 1 0 16,-4-4-1-16,2 4 1 15,-7 0 1-15,1-1 1 16,-5 1-2-16,-5-3-2 16,-2 3 2-16,-8-1 2 0,-7 1-1 15,-9-1-1 1,-9 3-3-16,-8 3 3 0,-10-1 1 15,-10 4-1 1,-4 3 2-16,-7-1-2 0,-11 2-5 16,-8-1 5-16,-13 3 1 15,-15 5 0-15,-14-1 0 16,-7-1-1-16,-15 2 0 16,-12 1-6-16,-12-2-4 15,-15-2 4-15,-3-4-6 16,-6-2 12-16,-5-1 0 15,-5-4 0-15,-9-2 1 0,-5-6 1 16,-6-2 0 0,-2-5 0-16,-7-3 7 0,-4-4-8 15,-3-1-1-15,0-6 1 16,0-4-1 0,-10-5 2-16,-5-4-2 0,0 0 1 15,2 0-1 1,2-3 2-16,2-4-3 0,2-2 2 15,1-2 0-15,6-5 16 16,0-2 13-16,0-1-3 16,4-3 21-16,9-4-20 15,3 2-12-15,1 0-15 16,-5 4 4-16,-1 5 8 16,-10 5-1-16,-1-3-7 15,0 0-2-15,-10-1-2 0,-8-2 1 16,-4-1-1-1,-1-1 2-15,0 0 5 0,3 2-3 16,-5 5 16-16,-8 16 4 16,-24 17-20-16,-46 32-5 15,-67 22-108-15,-90 42-263 0</inkml:trace>
  <inkml:trace contextRef="#ctx0" brushRef="#br0" timeOffset="139841.16">18443 11590 602 0,'0'0'11'0,"0"0"-11"16,0 0-23-16,-67-81 20 16,41 59 3-16,3 3 69 0,-1 1-33 15,4 2 8 1,1 2 25-16,0 4 9 15,2 1 22-15,-1 1-91 16,2 2 34-16,-2 2 52 0,1-1-80 16,3 2 33-16,1 1-10 0,7 1-16 15,2 1 19 1,3 0-6-16,1 0-7 0,0-1 0 16,0 1 0-1,0 0 3-15,0 0-16 0,1 0-9 16,25 0-2-1,14 5-1-15,11 8 14 16,13 4 6-16,10 3-8 16,7 7 16-16,1 3-2 15,-2 5-19-15,-8 3-7 16,-14 1-3-16,-11 2 0 16,-13-2-1-16,-9-2 0 0,-5-2-9 15,-10-2-39-15,-4-4-48 16,-3-1-18-16,-3-3-59 15,0-9-18-15,0-11-111 0</inkml:trace>
  <inkml:trace contextRef="#ctx0" brushRef="#br0" timeOffset="140038.47">18694 11129 1234 0,'0'0'25'0,"0"0"45"16,0 0-69-16,-135 99 35 0,53 16 122 15,-31 36-53-15,-26 33-72 16,-10 21-27-16,-2-1-6 16,18-4-159-16,22-17-187 15,20-20-576-15</inkml:trace>
  <inkml:trace contextRef="#ctx0" brushRef="#br0" timeOffset="142079.57">23990 12230 874 0,'0'0'35'15,"0"0"39"-15,-54-89-45 16,45 60 20-1,3 4 64-15,5 3-19 0,1 9 6 16,0 8-43-16,0 5-42 16,0 9-15-16,12 21 0 15,6 14 8-15,-2 9 34 16,-1 7-25-16,-8 0-4 16,-4-1-3-16,-3-5-3 15,0-5 10-15,0-6-11 16,-7-10 0-16,-2-6-5 15,3-9 0-15,3-11 0 16,2-7-1-16,-4-13 10 16,2-23-10-16,0-17-5 0,3-16-29 15,0-5 18-15,0-3 3 16,12 0 1-16,9 7 0 16,7 4-7-16,8 5 9 15,9 9 10-15,6 10 0 16,-4 11 3-16,-3 17 1 15,-13 14-2-15,-10 4-2 16,-14 27-5-16,-7 15 5 16,-12 12 6-16,-25 7-4 15,-9 0 1-15,-11-5-2 0,1-4-1 16,-1-12 2 0,6-9-1-16,9-9-1 0,13-10 0 15,13-8 1 1,10-5 1-16,6-3 2 0,0 0 13 15,11 0-3-15,19 0 7 16,13 0 15-16,12 0 3 16,4 0 0-16,-7 0-26 15,-7 0-6-15,-11 0-7 16,-7 0-1-16,-2 6-5 16,-1 2-26-16,-2-2-48 15,-2 1-49-15,-1-4-104 16,-4-3 16-16,-2 0-140 15</inkml:trace>
  <inkml:trace contextRef="#ctx0" brushRef="#br0" timeOffset="142544.47">24554 12133 1122 0,'0'0'155'0,"0"0"-147"15,0 0-4-15,0 0 4 16,0 0 41-16,6 93 71 15,-6-61-63-15,-3-1-31 0,-1-1-19 16,2-9-2 0,2-7-5-16,0-6 0 0,0-5-7 15,0-3-1 1,0 0 5-16,8-19-5 0,5-13-34 16,2-11-27-16,3-2 62 15,-2 3 0-15,4 9 2 16,-4 9 4-16,-1 12 1 15,0 11 6-15,-2 1 2 16,5 13 18-16,3 7 8 16,6 6 15-16,1 1-35 0,0-5-10 15,1-1 16 1,-4-5-19-16,-4-6 2 0,-1-2 1 16,-6-4-3-1,-6-4 1-15,-4 0 4 16,-2-3 7-16,-1-18 5 15,-1-10-13-15,0-8 4 16,-9-3 9-16,-11 0 6 0,-4 1-15 16,1 1-7-16,-1 5 7 15,4 7-6-15,-1 6-3 16,4 6-2-16,7 7-86 16,-1 9-97-16,8 0-94 15,3 0-147-15</inkml:trace>
  <inkml:trace contextRef="#ctx0" brushRef="#br0" timeOffset="142960.81">25122 12086 1212 0,'0'0'47'0,"0"0"-36"16,20 78 4-16,-20-63 21 15,0-7 61-15,0-2-22 16,0-6-64-16,0 0-11 15,0 0 2-15,0-3 6 16,-3-15-8-16,-3-13-39 16,0-6 16-16,3-6-4 15,3-2-8-15,0 7 10 16,0 9 19-16,0 13 6 16,4 9 3-16,4 7 4 0,5 3 1 15,5 14 40 1,4 6 1-16,4-1-15 0,2 1-8 15,0-6 4 1,0-4-17-16,0-8 13 0,-1-3-9 16,-5-2 18-16,-4-4-7 0,-6-14 17 0,-6-8-3 31,-5-5-10-31,-1-8-13 16,-3 2 3-16,-16-3-16 15,-2 6-6-15,-1 6 0 16,1 6-3-16,1 12-17 15,-7 10-127-15,-7 3-119 16,-13 24-234-16</inkml:trace>
  <inkml:trace contextRef="#ctx0" brushRef="#br0" timeOffset="143463.87">24030 12959 1178 0,'0'0'54'0,"0"0"-48"15,88-57-5-15,-19 26 14 16,21-5 66-16,12-1 48 16,10 4-51-16,11 1-45 15,2-3-27-15,-1-3-5 0,0-3 1 16,-9-1 0-1,-7-3 4-15,-11-4-1 16,-13-6 0-16,-13-5-3 16,-15-8 3-16,-18-6-1 0,-14-13-3 15,-18-11 2-15,-6-10-2 0,-14-3-1 16,-25-6-4 0,-22 5 3-16,-30 6-5 0,-33 15 1 15,-35 19-20 1,-32 20 8-16,-25 20 0 0,-13 31 16 15,-4 11 0 1,0 45-3-16,14 31 4 0,16 30 1 16,30 20 8-1,40 14 38-15,46 3-13 0,56-9 10 16,34-11-18-16,64-15-9 16,41-18-6-16,35-13-11 15,30-14 0-15,21-14-1 16,16-15-5-16,11-14-55 15,1-14-71-15,-11-12-43 16,-35-4-156-16</inkml:trace>
  <inkml:trace contextRef="#ctx0" brushRef="#br0" timeOffset="171855.53">10945 3788 1102 0,'0'0'137'15,"0"0"-81"-15,-71-75-36 0,59 56 83 16,5 9-7 0,4 6 3-16,3 4-3 0,0 0-86 15,3 25-10 1,16 21 0-16,8 13 43 0,0 13-10 15,-2 5-2 1,-2 4-4-16,-1-3-9 16,-1-4-4-16,-4-7-3 15,-3-11-6-15,-2-12-2 0,-7-11-1 16,-2-10 0-16,1-11-1 16,-4-8-1-1,0-4 2-15,0 0 9 16,-10-20 9-16,-11-13-20 0,-6-11-6 15,3-11-5-15,5 2 5 16,13 3-5-16,4 4 4 16,2 12 6-16,0 9-4 15,11 9 1-15,8 11 0 16,2 5-2-16,2 0 5 16,3 11-5-16,6 6 4 15,-1 1 2-15,2 0 0 16,2-4 0-16,-3-4 0 15,-5-2 0-15,-2-6 1 16,-7-2 0-16,-7 0-1 16,-4-7 0-16,-3-18 7 0,-4-9-1 15,0-10-5 1,-7-6 2-16,-13-4-3 0,-9-5 1 16,-10-5-1-16,-3 2 0 15,-4 3 1-15,-5 7 0 16,1 13-1-16,2 11 1 15,2 13 1-15,4 9 1 0,3 6-5 16,4 9 2 0,7 17-1-16,9 10 1 0,11 6 2 15,8 2 3-15,5-3 0 16,19-5-5-16,4-7 2 16,6-5-2-1,5-8 0-15,2-6-4 0,2 0 3 16,-6-4-34-1,-3-1-116-15,-2-1-101 0,-4-2-70 16,-4 0-113-16</inkml:trace>
  <inkml:trace contextRef="#ctx0" brushRef="#br0" timeOffset="172771.96">11403 3857 662 0,'0'0'604'0,"0"0"-604"0,71-91 2 15,-48 46 63-15,-4-2 31 0,-7 4-13 16,-3 4-1 0,-6 10-45-16,-3 6 12 0,0 6-2 15,-14 7-14-15,-1 4-4 0,-4 6-19 16,1 0 2 0,-1 14-3-16,1 17-7 15,7 6 1-15,4 10 1 16,7 2 3-16,0-2 2 0,10-5-5 15,16-7 0 1,2-9 1-16,8-8 0 0,0-8-1 16,7-10 0-16,2 0 0 15,4-21 3-15,2-12-4 16,1-12 3-16,-6-6-3 16,-1-6-3-16,-9 3-1 15,-11 6 1-15,-11 7 1 16,-11 10 0-16,-3 9 3 15,0 8-2-15,-2 7 9 16,-7 7 3-16,-3 0-7 16,-3 17-7-16,-1 16-3 15,2 8 3-15,10 3 2 0,4-2 1 16,9-6-3 0,21-8 2-16,7-10 0 15,3-9-2-15,8-9 1 16,4-6 0-16,2-19-1 0,-2-9 6 15,-9-6-2 1,-5-3-3-16,-10-3 0 0,-10 3 3 16,-11-1-3-16,-7 2 1 0,0 2-1 15,-10 9 0 1,-11 7 0-16,3 10 1 16,3 8 1-16,6 3-2 15,2 3-1-15,7 3-2 16,0 24-12-16,0 12 14 15,7 14 4-15,10 2 0 16,5 3-4-16,8 5 0 16,0 5 0-16,2-2 1 15,0-5-1-15,-2-10 0 0,-2-13 0 16,-7-10 0 0,-3-8 0-16,-9-10 0 0,-6-4 1 15,-3-6 0-15,0 0 7 16,-5-12 3-16,-20-19-11 15,-6-17-15-15,-5-13-4 16,3-7-19-16,3-3 8 16,5 0 15-16,10-2-18 0,6 5-7 15,9 5 18 1,0 18 13-16,13 13 7 0,14 15 2 16,1 16 4-1,1 1 1-15,-5 22 17 16,-11 15 4-16,-13 12-3 15,0 2 10-15,-19-1-18 16,-2-7-10-16,0-8-3 0,9-10-2 16,3-11-18-16,6-9-94 15,3-5-109-15,0-4-62 16,3-22-101-16</inkml:trace>
  <inkml:trace contextRef="#ctx0" brushRef="#br0" timeOffset="173258.77">12632 3151 1155 0,'0'0'199'0,"0"0"-193"0,0 0-6 0,85-3 51 16,-60-17 66-16,3-8-1 0,2-8-54 15,2-7-41-15,-8-7-12 16,-2 0-5-16,-6-5 0 15,-5 2-1-15,-8 2-2 16,-3 5-1-16,0 7 5 16,-11 8-5-16,-6 11 2 15,0 13 7-15,-2 7-9 16,-2 16 1-16,6 26 0 16,0 15 10-16,8 8 15 0,4 2 1 15,3-6-1 1,0 0-11-16,14-11-6 0,3-6-2 15,2-9-1 1,1-10-3-16,-1-9-3 0,2-9 1 16,-2-7-1-16,5 0 2 15,0-17 1 1,3-8 2-16,0 0-5 0,-2 0 0 16,2 4 1-16,1 2 0 15,2 5 2-15,5-3-1 0,8 0 30 16,5-5-9-16,5-3-9 15,4-4-7-15,-6 2-1 16,-2 2-6 0,-12 7-1-16,-14 8-29 0,-14 10-88 15,-9 0-146 1,-20 23-222-16</inkml:trace>
  <inkml:trace contextRef="#ctx0" brushRef="#br0" timeOffset="173871.89">11508 4448 1319 0,'0'0'75'15,"0"0"-75"-15,163-47-53 0,-50 3 53 16,22-8 18-16,23-9 50 16,13-5 0-16,13-5-21 15,5-6-16-15,5-4 6 0,-1-5-21 16,1-7 9 0,-8-4-7-16,-14-5-13 15,-18 1 15-15,-20 0 19 16,-28-4 5-16,-27-4-9 15,-25-5-16-15,-26-4-2 16,-19-4-4-16,-9-5-6 16,-37 5-4-16,-26 5-3 15,-24 9 0-15,-26 16-1 0,-29 8 0 16,-22 11-2 0,-24 20 3-16,-21 20 0 0,-16 26-6 15,-18 17-44 1,-13 41 2-16,-9 32 5 0,4 26 29 15,4 30 13-15,5 32-3 16,6 27 0-16,3 27 4 16,17 10 0-16,31 10 6 15,43-2-4-15,52-9 1 0,49-16 17 16,47-30 2 0,31-28-4-16,50-34-8 0,41-29 3 15,30-32 30 1,34-27-9-16,25-30-21 15,13-10-13-15,6-33 0 16,4-18-2-16,-6-5 0 16,-5-4-47-16,-16 1-145 0,-30-5-211 15,-34-4-528-15</inkml:trace>
  <inkml:trace contextRef="#ctx0" brushRef="#br0" timeOffset="176682.54">27507 15444 926 0,'0'0'56'0,"0"0"8"16,-45-82-27-16,24 60 127 0,-3 0-105 16,-1 8 0-16,2 3 6 15,1 7 50-15,0 4-21 16,-4 2-58-16,1 23-18 16,-1 11 9-16,7 9-3 15,10 10 10-15,9 8 11 16,0 8-20-16,17 3 7 15,9 5 7-15,6 2-23 16,1-2 20-16,-2 1-18 0,0-4-14 16,-4-5-2-1,-2-7-2-15,-7-18 0 0,-6-15-1 16,-6-12-33 0,-6-12-38-16,-1-7-23 0,-28-3 37 15,-13-20-206 1,-10-8-30-16,-3-4 101 0,7-2 63 15,9 4 97 1,10 7 33-16,9 6 17 0,10 10 97 16,8 3-11-16,2 1 9 15,18 2-90-15,24-5 31 16,12 2 61-16,13-4-70 16,6 2-39-16,-3-4-5 15,1 0-32-15,-3-6-167 16,-9-7-164-16</inkml:trace>
  <inkml:trace contextRef="#ctx0" brushRef="#br0" timeOffset="176896.1">27789 15731 1240 0,'0'0'87'16,"0"0"-76"-16,0 0 4 15,0 0 151-15,10 81-63 16,5-38-4-16,3 0-71 15,1-4-16-15,1 1-11 16,-1-7-1-16,-3-6-4 16,-5-8-108-16,-2-8-76 0,-9-11-44 15,0-13-120 1</inkml:trace>
  <inkml:trace contextRef="#ctx0" brushRef="#br0" timeOffset="177039.68">27654 15631 1208 0,'0'0'32'16,"0"0"-32"-16,0 0-80 15,0 0 72-15,0 0-96 16,0 0-102-16,55-43-149 16</inkml:trace>
  <inkml:trace contextRef="#ctx0" brushRef="#br0" timeOffset="177344.51">27861 15650 978 0,'0'0'36'16,"0"0"16"-16,121 5 106 15,-71 2 27-15,0 8-94 16,0 10-46-16,-7 7 0 16,-6 2-17-16,-13 2-2 15,-13-3-20-15,-10-3-2 16,-1-10 8-16,-3-3 6 15,-12-9-7-15,-7-4 12 16,-5-4 1-16,-4-10 4 16,-1-19-11-16,4-11-11 15,6-4 6-15,6-6-11 0,7 3-1 16,2 5 0 0,4 9-1-16,3 9 0 15,0 8-27-15,0 6-41 16,3 5-94-16,15 1-120 0,7 0-40 15,5 0-202 1</inkml:trace>
  <inkml:trace contextRef="#ctx0" brushRef="#br0" timeOffset="177616.17">28466 15381 1208 0,'0'0'85'16,"0"0"-72"-1,0 0 125-15,0 0 0 16,0 0-92-16,0 0-29 16,-9 98-9-16,45-66 2 0,11 3 14 15,3 3-2-15,0 1-7 0,-6 6-3 16,-11-1-9 0,-10 3-1-16,-11-2-2 15,-7-2-1-15,-5-7 0 16,0-9-48-16,-9-8-45 15,-2-12-29-15,-5-7-63 16,-3-16-72-16,-5-24-382 16</inkml:trace>
  <inkml:trace contextRef="#ctx0" brushRef="#br0" timeOffset="177824.56">28563 15441 289 0,'0'0'939'15,"0"0"-921"-15,0 0-13 0,-24 78 63 16,15-39 94-16,0 5-80 16,0 4-13-16,1 4-16 15,-2 0-27-15,6-8-11 0,2-5-14 16,2-7-2 0,0-9 0-16,2-11-34 0,12-10-75 15,6-2-31 1,5-19-71-16,4-21-191 15</inkml:trace>
  <inkml:trace contextRef="#ctx0" brushRef="#br0" timeOffset="178066.65">28813 15120 1161 0,'0'0'58'16,"0"0"-38"-16,0 0 15 15,12 84 147-15,4-36-42 16,6 5-7-16,3 3-74 16,3-1-22-16,-1-5-20 15,0-1-11-15,-4-4-5 16,-4-6-1-16,-4-5-7 16,-6-5-126-16,-9-10-102 0,0-6-79 15,-23-9-115 1</inkml:trace>
  <inkml:trace contextRef="#ctx0" brushRef="#br0" timeOffset="178193.67">28827 15598 1188 0,'0'0'127'0,"0"0"-117"15,0 0 5 1,89-105 52-16,-31 70-30 0,5-2-37 16,-5 3 0-1,-7 6-192-15,-9 3-322 16</inkml:trace>
  <inkml:trace contextRef="#ctx0" brushRef="#br0" timeOffset="178988.74">29987 15283 1379 0,'0'0'0'16,"0"0"-7"-16,0 0 7 0,0 0 91 16,0 0-87-1,69-79-1-15,-33 47-3 0,-3-5 1 16,-5-4 3-1,-5-8-2-15,-7-13-2 0,-6-9 3 16,-8-7-2 0,-2-6-1-16,0 0-5 0,-6 4 4 15,-10 4-3-15,-4 12 4 16,-1 9 1-16,-1 17-1 16,1 15 3-16,3 13 6 15,0 10 1-15,5 0 24 16,-2 21-21-16,4 15 4 0,7 5 7 15,4 10-3 1,0 6 5-16,10 6 8 0,13 0 7 16,5 3 13-1,2 0-24-15,1 2 5 0,0-2 1 16,-1-5-31-16,0-6 3 16,-2-10-3-16,0-10 4 15,0-9-4-15,2-11-1 16,0-9-4-16,0-6 2 15,1-6 2-15,0-20 0 16,-3-13-4-16,-5-8-4 0,-8-2-14 16,-5 4-5-1,-5 8-8-15,-4 13 9 0,-1 12 22 16,0 6 2 0,0 6 1-16,0 0-3 0,0 0-4 15,5 4-7 1,4 9 11-16,5 2 8 15,3-8-4-15,2-1-2 16,2-6-1-16,2 0 1 0,4-2 1 16,4-12-3-16,-1 3 0 0,-4 3-1 15,-2 7-1 1,-2 1 2-16,-3 0 11 0,0 0 9 16,-2 7 2-1,-3-2 1-15,-2 0-13 0,0-3-5 16,-9-2-2-1,-1 0-3-15,-2 0-7 0,0-10-62 16,-10-14-258-16,-21-10-375 16</inkml:trace>
  <inkml:trace contextRef="#ctx0" brushRef="#br0" timeOffset="179099.52">30523 14597 1420 0,'0'0'0'15,"0"0"-61"-15,0 0 55 16,0 0 3-16,0 0-70 16,0 0-358-16</inkml:trace>
  <inkml:trace contextRef="#ctx0" brushRef="#br0" timeOffset="179306.36">29789 14968 669 0,'0'0'596'15,"117"-86"-596"-15,-43 44-108 16,5 3 78-16,-7 2 28 16,-12 10-122-16,-13 6-528 15</inkml:trace>
  <inkml:trace contextRef="#ctx0" brushRef="#br0" timeOffset="179993.83">31168 13918 941 0,'0'0'10'16,"-120"-60"-5"-16,40 35-5 0,-22 7 36 16,-18 13 56-16,-18 5-46 0,-23 20-18 15,-24 18-17 1,-30 13 4-16,-34 11 5 16,-23 15 42-16,-18 12-1 15,-13 16-54-15,-7 14-7 0,-4 12 9 16,-1 11 25-1,5 22-2-15,9 12 1 16,10 12-20-16,16 8-8 0,30-5-5 16,35-4-3-16,49-6 3 15,51-10 5-15,59-10 42 16,51-14 3-16,25-12-26 16,57-14 9-16,35-18-23 15,35-16-2-15,42-19 10 16,44-18-10-16,45-21 15 15,33-19-2-15,33-10-1 16,24-32 2-16,15-27-7 16,13-23-14-16,1-21-1 0,-13-22 8 15,-21-18-8 1,-23-29-2-16,-27-23 1 0,-26-26-15 16,-23-27-53-1,-36-17 3-15,-29-12 65 0,-46 9 1 16,-61 28 8-1,-72 38-5-15,-80 52 8 0,-106 42-3 16,-93 48-8 0,-91 51-7-16,-78 35-20 0,-75 56-227 15,-53 36-743-15</inkml:trace>
  <inkml:trace contextRef="#ctx0" brushRef="#br0" timeOffset="200590.18">23427 10188 817 0,'0'0'253'16,"0"0"-251"-16,0 0 91 15,0 0 128-15,0 0-95 16,0 0-45-16,0 0-13 0,-26 0-30 16,26 0-29-16,3 0-7 15,16 0 2-15,8-9 13 16,12-8 7-16,4-11-15 16,3-3-6-1,-4-1-3-15,-8-1 1 0,-11 4 0 16,-11 1 0-16,-11-2-1 15,-1 5 3-15,0 3-2 16,-10 6-2-16,-4 6 3 16,1 4-2-16,-1 6 0 15,0 0-1-15,1 6-4 16,2 16-1-16,3 10 5 16,1 11 1-16,2 6 0 15,0 6 17-15,0 6-7 16,2 2 6-16,-2 4 18 0,1 1-10 15,-1 1-2 1,4-2-11-16,1-9 0 0,0-8-3 16,0-11-2-16,0-11-4 15,0-8 0-15,6-11-1 16,3-6-1-16,7-3-2 16,5-6 2-16,12-18-1 15,3-8-4-15,2-6-16 16,1-5-2-16,-4 1-4 15,-1 2 15-15,-4 3 1 16,-3 9 5-16,-3 5 4 0,-8 9 2 16,-6 4-1-16,-4 3 1 15,0 3 0-15,-3 0 0 16,3 3 0-16,-4 1 0 16,-1 0-1-16,-1 0-1 15,2 0-1-15,-1 0-2 16,2 0 0-16,2 9 5 15,-1 8 3-15,1 5 10 16,2 8 14-16,-4 1-5 0,1-3-4 16,4-3-8-1,1-3-6-15,3-8-3 16,0-2 1-16,4-7 1 16,2-5-3-16,3 0 2 15,1-11 0-15,-4-12-2 0,-3-4 0 16,-7-2-14-1,-7 0-2-15,-1-1 2 0,-3 4 1 16,-16 2-9 0,-4 11 18-16,-7 4 4 0,-1 8 1 15,0 1-1-15,2 0 7 0,12 0 9 16,8 0-7 0,6 0 3-16,3 0-4 0,0 0-7 15,0-4-1 1,12-9-4-16,10-7 2 0,8-6-4 15,-3-4-3 1,-6-5-5-16,-5-4-12 0,-5-2 10 16,-5-1 1-16,-5 1 5 15,-1 7 3-15,0 7 4 16,-4 9 2-16,-9 10 1 16,0 3 19-16,3 2-9 15,5 3-4-15,5 0-6 16,0 9 0-16,2 16-6 15,17 7 6-15,5 7 2 16,4 0 0-16,7 4 3 16,-4-1-3-16,-3 0 3 15,-5-5-3-15,-6-5 2 16,-4-7-2-16,-4-8-2 16,-1-9 2-16,-2-4-1 15,0-4-1-15,0 0 2 16,5-17 8-16,-1-14-4 0,1-12-5 15,-5-7-1 1,-6-6-15-16,0 3-22 0,-8 3-6 16,-8 5-23-16,-5 12 16 15,2 13 42-15,5 9 8 16,5 6 11-16,3 4 8 16,5 1 4-16,1 0-23 15,0 8-5-15,11 14 3 16,15 8 2-16,10 3 9 15,7 6-5-15,3-2 1 0,-2 4 10 16,-9-3 8 0,-9-1-6-16,-12-4-5 15,-9-3 19-15,-5-4-7 16,0-7-14-16,-18-4 2 0,-4-4 0 16,-1-6-5-16,-2-5-3 15,1 0-4-15,-3 0-40 16,4 0-70-16,4-6-52 15,5-4-35-15,6 0-90 16,7-1-181-16</inkml:trace>
  <inkml:trace contextRef="#ctx0" brushRef="#br0" timeOffset="201210.2">25327 9633 922 0,'0'0'115'0,"0"0"-95"0,0 0-20 15,0 0 106-15,-106-21-4 16,73 21-29-16,2 0-28 16,4 0-6-16,3 0 5 15,3 0 1-15,2 0-4 16,1 1-12-16,7 1-8 16,5 1-5-16,3-2 2 0,3 4-14 15,0 6-4 1,0 8 2-16,0 14-2 15,0 8 27-15,0 7 0 16,-1 10 21-16,-2 5-3 0,-1 5 10 16,1 3-11-16,3-4-10 0,0-2-5 15,0-2-7 1,11-7 4-16,7-10-21 0,8-8 1 16,4-10-6-1,4-15 1-15,6-8-1 16,9-5-54-16,9-14-71 15,5-18-111-15,3-8-67 0,-2-10-147 16</inkml:trace>
  <inkml:trace contextRef="#ctx0" brushRef="#br0" timeOffset="201558.21">26137 9536 1193 0,'0'0'0'0,"0"0"-65"16,0 0 65-16,46-85 104 0,-24 77-42 16,5 5-39-1,5 3-3-15,-3 2-3 0,0 20 15 16,-2 10 5-1,-6 9 40-15,3 13-11 0,-2 8-37 16,-3 7 58-16,1 5-42 16,-3-2 12-16,-1-3-34 15,-2-7 12-15,-3-8-25 16,-7-8-10-16,-4-7 1 16,-4-2-2-16,-28-3-44 15,-17-5-166-15,-15-5-182 16,-15-6-480-16</inkml:trace>
  <inkml:trace contextRef="#ctx0" brushRef="#br0" timeOffset="202241.46">23984 10901 1405 0,'0'0'0'0,"0"0"-30"0,86-59 18 16,-2 31 12 0,34-4 82-16,24 3-19 0,22 0-1 15,16-1-30 1,7 1 9-16,1 2 21 0,-2 1-27 15,-4 0-10 1,-6 1-15-16,-7-7-10 0,-8-1-1 16,-12-8 1-16,-10-5 0 0,-17-1 0 15,-14-6 1 1,-19-3 2-16,-18-8 1 0,-19-9 0 16,-16-11 3-1,-13-8-7-15,-14-11-2 0,-9-6 2 16,0-1-4-1,-28-1-7-15,-23 7-9 16,-25 7-2-16,-27 12 2 16,-28 15-20-16,-29 18 29 15,-22 13 8-15,-24 17 2 0,-13 12-1 16,-11 10 0-16,-9 7-4 16,2 24 0-16,-1 16 5 15,8 19 1-15,9 22 7 16,3 14-5-16,15 17 0 15,12 5 1-15,26 2 3 16,29-2 19-16,33 1 8 16,27-7 1-16,22 2-13 15,20-1-4-15,23-3 11 16,11-5-10-16,41-11-10 16,36-12 8-16,29-10 9 15,27-14-18-15,16-16-7 16,8-18 0-16,2-10 0 15,-11-14 0-15,-11-6-5 0,-13 0-98 16,-21 0-212-16,-21-11-173 16</inkml:trace>
  <inkml:trace contextRef="#ctx0" brushRef="#br0" timeOffset="-209448.17">17756 6463 733 0,'0'0'77'0,"0"0"-65"0,0 0 41 16,0 0 54-1,0 0-36-15,0 0-12 0,0 0 12 16,-19-47-41-16,7 44-12 16,-6 0-6-16,-1 3 10 15,-2 0 18-15,-1 0-31 0,1 0-5 16,3 0 3 0,5 0 8-16,4 0-7 0,1 0-6 15,-1 0 9 1,0 0 1-16,-1 0-6 0,-2 6 0 15,1 4 9 1,4 4-7-16,-2 6-2 16,-3 5 4-16,1 3 46 0,0 3-18 15,2-1-15-15,3 5 12 16,1-1-3-16,-1 3 14 16,1 2-20-16,0-2-16 15,3-1 11-15,2-1 5 16,0-3-6-16,7-3-11 15,9-1 0-15,4-3-5 16,2-5 1-16,1 1-3 16,4-7 0-16,0-3-2 15,1-5 0-15,1-6-55 16,0 0-83-16,3-4-96 16,-2-20-114-16,-3-10-339 0</inkml:trace>
  <inkml:trace contextRef="#ctx0" brushRef="#br0" timeOffset="-209128.42">18000 6400 956 0,'0'0'64'0,"0"0"-62"0,0 0 11 16,0 0 47-1,100-72 5-15,-71 72-16 16,3 0-34-16,-4 13-2 16,-1 12 16-16,-3 2 3 0,-5 6-8 15,-2 4 45-15,-5-1-40 16,-3 1 36-16,-3-1-44 16,-2 1 1-16,0-4-1 15,-2-1-5-15,-2-2-3 16,0-3-7-16,0-2 1 15,-13-2-4-15,-4 0-2 16,-5-2-1-16,-3-1-5 16,2-3-150-16,1-7-185 15,2-10-549-15</inkml:trace>
  <inkml:trace contextRef="#ctx0" brushRef="#br0" timeOffset="-208068.3">20846 6429 547 0,'0'0'371'0,"0"0"-363"16,0 0-6-16,0 0 33 15,0 0 47-15,0 0-31 16,0 0-49-16,-85-19 1 16,57 19 0-1,-3 6-1-15,1 2 17 0,-1 4 2 16,2-4 22-16,4 2-22 15,5-1 21-15,4 0-5 16,3-2-29-16,3 0 10 0,3 4-3 16,3-2-8-1,2 2-1-15,2 6 6 16,-1 1-1-16,-1 5 16 16,-1 3 19-16,-3 2 12 0,-2 6-18 15,-1 3-24 1,-2 6 33-16,2 6-4 0,2-2-6 15,5 2-7 1,2-5 29-16,0 1-47 0,0-6-6 16,9-6-4-16,7-8 1 15,7-7-2-15,3-10 1 16,7-5 0-16,6-3-4 16,3-17-33-16,4-12-130 15,2-8-99-15,-5-6-74 0,-5-6-500 0</inkml:trace>
  <inkml:trace contextRef="#ctx0" brushRef="#br0" timeOffset="-207688.21">21108 6403 1034 0,'0'0'37'0,"0"0"-35"15,0 0 7-15,85-43 64 16,-62 43-18-16,1 0-39 16,0 17-1-16,0 5-6 15,0 7 21-15,-2 3 10 16,-2 6 6-16,1 3-1 16,-2 2 34-16,-2 2-56 15,2-2-4-15,0 2 6 0,1-6-13 16,-3-1 10-1,-1-8-21-15,-7-4-1 0,-9-2 0 16,0-2 0-16,-14 0 1 16,-20 0 0-16,-11-1 5 15,0-6-6-15,2-7 0 16,7-8-44-16,10 0-72 16,9-10-84-16,8-17-141 15</inkml:trace>
  <inkml:trace contextRef="#ctx0" brushRef="#br0" timeOffset="-206894.28">23651 6336 616 0,'0'0'325'16,"0"0"-317"-16,0 0 3 15,0 0 98-15,0 0-10 16,0 0-45-16,3 0-39 15,-3 0-5-15,0 0 8 16,0 0 5-16,0 0 1 16,0 0 7-16,-1 0 13 15,-13 0-2-15,-8 0-34 16,-2 10 5-16,0 0 11 16,-1 3 6-16,5 3-7 15,-2 2 5-15,6 3-11 0,-2 5-1 16,4 2 8-1,1 3 18-15,5 1-13 0,4-1 7 16,4 8-9-16,0 2 2 16,0 5-3-16,1 3-2 15,9 0-6-15,3-2-4 16,0-2 4-16,2-1-11 16,2-4 2-16,2-5 2 15,-1-7-10-15,3-4-1 16,3-6 0-16,5-11 1 0,7-3-1 15,2-4-12 1,1 0-102-16,-2-11-170 0,-6-12-152 16</inkml:trace>
  <inkml:trace contextRef="#ctx0" brushRef="#br0" timeOffset="-205974.33">24089 6409 850 0,'0'0'22'0,"0"0"-14"0,0 0 1 16,0 0 84-16,0 0-23 15,87-46-29-15,-61 33-11 16,2 1 11-16,0 0 8 16,-1 2 3-16,-7 3-20 15,-8 2-13-15,-5 5-7 16,-5 0-3-16,-2 0-5 15,0 0-4-15,0 0 6 16,1 10 2-16,4 7 59 0,-1 3-19 16,1 2-16-1,2 5 11-15,2 2-3 0,3 3-22 16,4 6-7-16,1 7 11 16,1 3-5-16,-5 4 70 15,-1-2-46-15,-5-5-35 16,0 0 6-16,-4-7-1 15,-3-5-3-15,0-8-2 16,0-5-5-16,-14-4 2 16,-14-1 6-16,-11-4-8 15,-6-2-1-15,2-6-88 0,5-3-142 16,10-1-99 0,6-20-239-16</inkml:trace>
  <inkml:trace contextRef="#ctx0" brushRef="#br0" timeOffset="-205048.14">27176 6404 733 0,'0'0'192'0,"0"0"-169"16,0 0 19-16,0 0 9 0,0 0 15 16,-98 3-3-16,67 1-23 15,1-1-12-15,-3 0-9 16,-2-1 9-16,-3 1 21 15,2-1-24-15,3 2-1 16,7-2 9-16,8 2 15 16,7-4-9-16,7 2-17 15,2-2-10-15,2 0-1 16,0 6-5-16,0 4-6 16,0 6 0-16,-1 8 20 0,-2 6 5 15,0 4-11 1,-1 4 13-16,-4 4 49 0,0 3-34 15,-2 2-12 1,3-1-4-16,1 2 7 0,1-3-11 16,2-5-5-16,3-5-3 15,0-5-4-15,2-8-2 16,13-5-7-16,5-4 0 16,6-9-1-16,5-4 0 15,7 0-12-15,5-10-51 0,9-11-63 16,0-7-78-1,-2-5-122-15,-7-6-212 0</inkml:trace>
  <inkml:trace contextRef="#ctx0" brushRef="#br0" timeOffset="-204620.1">27441 6326 1008 0,'0'0'39'0,"0"0"-38"0,0 0 2 0,0 0 12 16,0 0 16-1,0 0-24-15,89-76-4 16,-59 67 5-16,-2 4-4 15,1 3 4-15,-1 2 12 0,-1 0 0 16,-4 0-4-16,-6 11-3 16,-3 8 10-16,-5 3-11 15,-6 9 19-15,-2 5 30 16,-1 8 7-16,0 3 0 16,2 4 9-16,-1 0 7 15,1 0-16-15,-1-6-32 16,1-3 19-16,1-9-25 0,-2-7-30 15,1-6-1 1,-2-3 0-16,-3 0-59 0,-26-1-112 16,-17-7-195-16,-17-9-560 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16:01.9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16232 2760 645 0,'0'0'54'16,"0"0"56"-16,0 0-82 16,0 0-27-16,0 0 21 15,0 0 1-15,-47-75 23 16,43 67 46-16,3 6-16 15,1 2-35-15,0 0-41 16,3 0 0-16,13 8 0 16,6 5 0-16,4 0 7 15,1-1-7-15,7 1 3 16,3-3 3-16,5-2 10 16,4 0 1-16,4-4-9 0,6-1-1 15,7-3 2 1,9 0-5-16,10 0-3 15,10 0 3-15,7 0-4 16,8 0-3-16,4 0 3 0,5-4 0 16,3-2 0-16,0 1 0 15,-5 3 0-15,-11 2 2 16,-6 0-2-16,-8 0 0 16,-2 2 2-16,-1 6-1 15,0 3-1-15,0 0-2 16,2-2 2-16,1-2 0 15,5-2-3-15,2-3 2 16,1 1-1-16,-3-1 2 0,-1 3 0 16,-6 0 2-16,-3 0-2 15,-6 0 0 1,-2-2 0-16,0 2 1 0,3-3-1 16,0 2 0-16,-2-4 0 15,-2 0-1-15,0 0 0 16,-1 0 1-16,4-6 0 15,-5 3 0-15,-3 1 0 16,3 2-1-16,-4 0 1 16,1 0 1-16,3 0-1 15,-3 5 0-15,2-1 1 16,4-1-1-16,3-3 1 16,4 0-1-16,4 0 0 15,-1 0-5-15,-2 0 5 0,1-7-10 16,-1-1 2-1,-5-1 5-15,-2 3 3 0,-3-1-1 0,0-2 1 16,-1 4-1 0,4-1 1-16,0 0 1 15,-4 2-1-15,3 0 0 16,-1 0-5-16,2 3 3 16,-2-2-3-16,-4 1-1 0,-2 0 3 15,0-3 1 1,-2-2 2-16,6-3-1 15,0 2 3-15,0-5-2 16,3 1 1-16,0 3 3 0,6-1 3 16,5-1 5-16,5-2 4 15,7 0-4-15,1-3 5 16,-2 0 21-16,-11-1 4 16,-18 2-10-16,-16-1 8 15,-15 4 10-15,-13 4-11 16,-9 1-12-16,-11 2-13 15,-5 4 3-15,0-2-2 16,0 0-13-16,0-1-2 16,-11 2-45-16,-8-1-68 15,-8 0-104-15,-9-5-78 16,-10-8-493-16</inkml:trace>
  <inkml:trace contextRef="#ctx0" brushRef="#br0" timeOffset="2096.05">7750 3770 595 0,'0'0'23'0,"0"0"51"16,0 0 13-16,0 0 42 0,0 0-95 16,0 0-27-16,-57-76-5 15,62 70 10-15,7 0-3 16,3 6 6-16,0 0 7 0,6 0 9 15,4 0-18 1,2 9 17-16,7-4-15 16,5 0-4-16,7-2 0 15,8-3 4-15,6 0-3 16,1 0-3-16,3 0 1 16,-1 0 2-16,1 0-5 15,6 0 7-15,3 0 3 0,10 0-4 16,4 0-3-1,0 0-4-15,1 0-4 16,0 0 1-16,-3-6 1 16,-9 0-2-16,3 4-1 15,-6 0 2-15,4-1-1 0,3 3 8 16,-3 0 6-16,-2 0-12 16,1 0 9-16,-6 3-7 15,2-1-2-15,-1-2-3 16,1 0 1-16,0 0 3 15,-3-5-2-15,-4 2-3 16,-6-2 2-16,-5 5-1 16,-5 0 0-16,-4 0 0 0,0 5-1 15,-3 1 3-15,2 0-2 16,3-4 2-16,5-2-3 16,6 0 1-16,5 0 1 15,2-2-2-15,3-7 0 16,-1 4 0-16,-3 1 0 15,3 2 0-15,-5 2 3 16,-2 0 0-16,-3 0-2 0,1 0 1 16,2 0-2-1,1 0 3-15,2 0 0 16,1-4-1-16,0-7 0 16,3 0 3-16,-1-1 4 15,2 1 3-15,4 1-2 16,2 2-4-16,0 0 0 15,-7 4-4-15,0-2-4 16,0 1 2-16,-1-1 0 16,2 1 0-16,3 0 0 0,-2 1 0 15,0 0 1-15,-2 1-1 16,-2 0 2-16,-3 1-2 16,1 2 2-16,-3-4-2 15,-2 2 1-15,-2 2 1 0,2-1 0 16,2 1-1-1,1 0 3-15,2 0 0 16,0 0-2-16,-1 0-1 16,-2-3-1-16,3-3-1 0,1 2 1 15,0-1 3 1,0 3-2-16,-1 0 1 0,-2 2 9 16,2-2-5-16,-1 1-2 15,4 0 1-15,0-3-3 16,4-1 0-16,-3-2 1 15,3 0-2-15,-1 2 2 16,5 2 2-16,2-1-1 16,-1 4 9-16,0 0-7 0,-2 0-3 0,1 0 3 31,2 0-5-31,2 0 1 16,-3 0 0-16,0-2 0 15,-3-2 3-15,-2 2-1 16,0-3 1-16,-7 1 4 15,-2 1 4-15,-8 0 2 16,-4-1 3-16,-7 3 0 16,-5-1 0-16,0 0 5 0,-6 1 0 15,1 0 2-15,-7-1 2 16,-1 0-9-16,-5-3 1 16,-5 2-6-16,-1-3 4 15,-7 3-4-15,-4 1 1 16,-2 2-14-16,-6 0-1 15,-49 21-110-15,-52-2-434 16</inkml:trace>
  <inkml:trace contextRef="#ctx0" brushRef="#br0" timeOffset="5363.52">9678 4357 478 0,'0'0'4'16,"0"0"20"-16,0 0 33 15,0 0 15-15,0 0-63 16,0 0 28-16,0 0 55 16,-76-68 34-16,74 68-38 15,1 0-32-15,-1 0-43 16,2 0-12-16,0 0-1 15,0 0 0-15,0 0 0 0,0 0 1 16,6 6 2 0,9 2 10-16,6 0 10 0,10 0-20 15,10-1 25-15,9-1-6 16,7-2-8-16,9 2 2 16,4 0-1-16,7-1-4 15,4 1-2-15,6-2-4 16,4-1 2-16,12-2-6 15,16-1 2-15,18 0-1 16,17 0-2-16,7-8-3 16,5 0 3-16,2-1 1 15,-7 1 0-15,-6 2 1 16,-4 3 0-16,-6 3-2 16,-6 0 0-16,-7 0-2 15,-12 0 2-15,-13 0 0 0,-13 0 0 16,-16 0 1-1,-13 3-1-15,-11 1 1 0,-8-2 1 16,-7-2 10 0,-9 0 5-16,-5 0 4 0,-4 0-4 15,-6-6 14-15,-3-1 1 16,-6 3-6-16,-3 0-2 16,-3 0 27-16,0-2-19 15,0-2-28-15,0 2-4 16,0 3 0-16,0 1-1 0,-5 2 1 15,-2 0-36 1,-8 0-123-16,-12 9-64 0,-12 1-108 16</inkml:trace>
  <inkml:trace contextRef="#ctx0" brushRef="#br0" timeOffset="7866.9">7019 5348 675 0,'0'0'0'15,"0"0"-1"-15,0 0 1 16,0 0-3-16,94 0 3 16,-64 0 0-1,3-9 0-15,-3 1 7 0,-2 0 10 16,2 3-9-16,-5 3-2 15,2 2-5-15,0 0 12 16,3 0 10-16,5 0-14 16,4 0 4-16,5 1-3 15,6 2-2-15,5-3 9 16,1 0 0-16,9 0-4 16,2-6 0-16,5-7 9 15,4 1 6-15,6 1 7 16,2 2-17-16,-2 3-5 15,-6 2-4-15,3 1-6 16,-3-1 5-16,6 0-1 0,-4-1-2 16,1-2-1-16,-4 2 3 15,-6-1-3-15,-3 2-3 16,-8 0 3-16,-4 2-1 16,-5 1 0-16,-5 1-1 15,0-1 4-15,0-1-3 16,3 0-1-16,1-3 3 15,7 1-5-15,-3-2 3 0,1 3-2 16,-2 0 0-16,-1 0 0 16,1 2-1-1,0-2 2-15,1 2 2 16,-3-1-4-16,-1 2 0 0,-3-4 1 16,-2 2 1-1,-3-2-1-15,-1-1 0 0,1 1 6 16,-4-3-2-16,6 0-4 15,-5 0 0-15,2 1 0 16,-5 2 0-16,-4 2-1 16,-3 2 0-16,-3 0 1 15,-3 0-1-15,-2 0 0 16,1 0 0-16,2 0 1 0,3 0-1 16,3 0 0-1,4 0 0-15,1 0 1 16,1 0-1-16,0 0 1 15,1 0-1-15,-2 0 0 0,-4 0 0 16,-3 0-1-16,-7 0 1 16,-5 2 0-1,0 2 0-15,0-1 0 0,4 0-1 0,0 0 0 16,7-2 1 0,3-1 1-16,7 0-1 0,1 0 0 15,1 0 0 1,3 0 0-16,-4 0 1 15,-3 0-1-15,-5 0 0 16,-3 0 0-16,-5 0 0 0,4 0 0 16,-2 0 0-1,0 0 1-15,1 0-1 0,2-1 3 16,4-4-3 0,-1 1 0-16,3 0 1 0,-1 1 0 15,3 0 0 1,-2 2-1-16,-4 1 0 0,1 0 0 15,-1 0 0-15,-3 0 0 16,2 0 0-16,0 0 0 0,3 1 1 16,1 2-1-16,-1-2 0 15,3 1 0 1,1-2 0-16,4 1 1 16,4-1-1-16,6 0 1 0,3 0-1 15,6 0 0 1,-4-6 0-16,2-1 0 15,-4 0 1-15,-2 2-2 16,0-2 1-16,0 2 0 16,-1-2 0-16,-2 0 0 0,0 1 1 15,-3-2-1-15,-2 4 0 16,2 0 1-16,-3 0-1 16,-2 0 0-16,4 2 0 15,-3 1 0-15,-1-2 0 16,-2 1 1-16,-3-2-1 15,-2 3 1-15,-1 0-1 16,-7-3 2-16,2 3-2 16,-2-2 0-16,2 2 3 15,3-1 0-15,4 1 2 16,1-1-3-16,0 2 2 0,0-1-4 16,-1 1 2-16,2 0-2 15,-3 0 0-15,1 0 0 16,-1 0 0-16,0 0 0 15,1 0-3-15,0 0 3 16,2 0 1-16,3 0-1 16,3 0 2-16,4 0-2 15,6 0 0-15,2 0 0 16,1-2 0-16,-1-2 0 0,-2 2 2 16,-1 2-1-1,-3 0-1-15,-2 0 1 0,0 0-1 16,-1 0 0-1,3 0 1-15,-3 0-1 16,-1 0 1-16,-2 0-1 16,-2 0 1-16,-2 0-1 0,-1 0 1 15,5 0 0-15,-4 0-1 0,7 0 0 16,4 0 0 0,1 5 1-16,2-2-1 0,-4 1 0 15,2-2-1 1,0-2-1-16,0 0 2 0,1 0 1 15,3 0-1 1,-2 0 1-16,-4-5-1 0,-3 2 1 16,-2 1-1-1,-6-2 0-15,-2 4 0 0,-6 0 1 16,-3 0-1-16,1 0 0 16,-2 0 0-16,-4-1 1 15,3 1 0-15,-2-1 0 16,-2-2-1-1,4 3 2-15,-6 0-2 0,-2 0 2 16,-5 0-1-16,-4 0 4 16,-2 0-1-16,-1 0 9 15,-1 0 21-15,0 0 13 16,0 0 13-16,0 0 8 16,0 0-11-16,0 0 4 15,0 0-7-15,0 0-3 16,0 0-17-16,0-1-12 15,0-1-18-15,0 2-4 16,0-2-2-16,0 2-4 16,0 0-58-16,-4 0-122 0,-25 0-123 15,-16 4-298-15</inkml:trace>
  <inkml:trace contextRef="#ctx0" brushRef="#br0" timeOffset="9658.2">11130 6098 216 0,'0'0'53'15,"0"0"94"-15,0 0-68 16,-39-84-8-16,27 76-45 15,-2 2 14-15,2 4 23 16,-1 1-48-16,6 1 6 16,4 0-6-16,1 0-9 15,2 0-6-15,0 0 0 16,0 0 0-16,6 10 8 16,13 4 33-16,7-1 1 15,5 0 4-15,8 0-9 16,6-1-5-16,7-2-7 15,6-3-10-15,3-2-3 16,8-3 11-16,5-2-5 0,9 0 7 0,9 0-5 16,8-4 1-16,3-3-12 15,3 2-8 1,4 0 0-16,-2 0-1 16,-1 2 2-16,-1 3-1 15,-5 0-1-15,-8 0 3 16,-5 0-3-16,-4-1 2 0,-1-2 0 15,2-1 2 1,4-2-4-16,2 0 6 0,2-2-6 16,-2 1 0-16,-3 2 1 15,0-2-1-15,-1 3 1 16,-5-2-1-16,-5-3 0 16,2 0 0-16,-1-2 2 15,-2 2 0-15,0-3 0 16,0 2-1-16,-1 1-1 15,2 2 3-15,0 1-3 16,-2 3 0-16,-7 0 0 16,-6 3-4-16,-2 0 4 15,-3 0 0-15,1 0 0 16,-1 5 0-16,2-3 0 16,3 1 0-16,0-3 0 15,7 0 1-15,1 0 0 16,5 0 1-16,2-9-2 15,2 0 2-15,8-4 0 16,4-2-1-16,3 4 0 16,-2 2 0-16,-1 0-1 0,-1 5 0 15,-4 1-2-15,1 3 2 16,-5 0 1-16,-2 0-1 16,2 3 0-16,-1 5 0 15,1 3 0-15,-6-1 1 16,-3 3 0-16,-4-3 0 15,-3 0 0-15,2-4 0 0,5-4-1 16,0-2 4-16,-2 0 1 16,0-1 7-1,-2-7-4-15,-1-2 5 0,0 1-7 16,-9-1-3 0,-7 3 15-16,-8 1 8 0,-4 0-19 15,-6 4 7-15,-1 1-3 16,-2-1 10-16,1 2-3 15,-2-1-7-15,-1 0-4 16,-2-2 1-16,-3-1-5 16,-3-1 8-16,-5 0-4 15,-7 4-6-15,-6 1-1 16,-3 0 0-16,0 0-2 16,-25 6-20-16,-20 14-175 15,-26-2-171-15</inkml:trace>
  <inkml:trace contextRef="#ctx0" brushRef="#br0" timeOffset="11405.94">23008 4942 499 0,'0'0'131'0,"0"0"-97"16,0 0 10 0,0 0-3-16,0 0 38 0,0 0 44 15,0 0-111-15,6-83 45 0,-25 66-55 0,-8 3 26 32,-1 2-17-32,-10 0-11 15,-5 3 7-15,-8-2-4 16,-10 0-2-16,-9-1 1 15,-6-7-2-15,-11 0 1 16,-8-12-1-16,-7-1 3 16,-8-5-3-16,-9 0 0 15,-6 2 2-15,-10 4-1 16,-8 2 0-16,-6 4 0 16,-8 1-1-16,-9 1 0 0,-3 2 0 15,-6 2 0-15,0 7 1 16,-4 5-1-16,-6 4 0 15,-3 3 0-15,-7 0 1 16,1 0 0-16,8 4-1 16,14 9 2-16,12 2-4 15,11 5 2-15,9-1-2 16,4 4 2-16,6-1 1 16,4 3 1-16,7 5-2 15,2 3 4-15,3 10 1 16,7 6-4-16,-1 2-1 15,7 4 1-15,2 3 2 16,5-2-3-16,6-1 0 0,6-2 2 16,12 0 0-16,7-3 0 15,11-2 6-15,12-2-3 16,9-1 3-16,8-2 0 16,7 1 5-16,9 2 2 0,7 1-10 15,0 3 12 1,10 0 3-16,17 1-12 15,13-1 5-15,10 5-5 0,12 2 2 16,14 2-1 0,13 1-1-16,16-7-1 15,13-5 2-15,16-8-5 0,19-9 10 16,12-7-4-16,11-5-2 16,-1-3-1-16,-8 2-6 15,-5-4 3-15,-8 2-1 16,4-3 2-16,3-5-1 15,11-4-4-15,8-4 1 16,1 0-1-16,4 0 0 16,-3-11 1-16,0 0 1 15,-2-3 0-15,4-3-2 16,1 3 0-16,-9-2-1 16,-7 2 1-16,-19 1 0 15,-11 1 3-15,-9-1-3 16,-8-1 2-16,-4-4-2 15,-3-4 0-15,-3-3 0 16,-6-2 1-16,-3-3-1 16,-8-2 2-16,-4-3 0 0,-4-3 0 15,-5-5-1-15,-5 0 3 16,-6 0-2-16,-6-2 0 16,-5 0 0-16,-7-3-1 15,-9-4 0-15,-11-6 0 16,-11-5 0-16,-14-6 2 15,-8-7-3-15,-9-4 31 16,-30-2-31-16,-18 5 9 16,-20 5-2-16,-23 15-5 15,-24 16-2-15,-31 23 0 0,-37 18-5 16,-36 31-96-16,-37 11-341 16</inkml:trace>
  <inkml:trace contextRef="#ctx0" brushRef="#br0" timeOffset="105502.04">17543 8938 943 0,'0'0'62'0,"0"0"-62"16,0 0 0-16,0 0 56 15,0 0 38-15,0 0-45 16,0 0-20-16,3-10 1 16,-3 7 10-16,0-3 8 15,-3 0-14-15,-9-4-1 16,-4 0-28-16,-6-1-5 0,-4 0 4 15,-4 2-4 1,-2-3 2-16,-6-1-4 0,-1 0 2 16,-5-4 0-16,-3 1 5 0,-2-3 5 15,-3 1-5 1,0 2 2-16,-8-3-4 0,-4 3 7 16,-7 0-10-1,0 0 0-15,3 1-1 0,2 1 1 16,0-2 0-1,-5 4 0-15,-4-1 0 0,-5 1-1 16,-4 1 1-16,-3 0 2 16,2 1 1-16,2 0-1 15,5 1 0-15,2 2 6 16,8 0-6-16,2-3-1 16,0 2-1-16,3 1 2 15,-4-4-1-15,-1 5 0 16,1-1-1-16,-5 1-1 15,2 5 1-15,-8 0-1 16,-5-1 0-16,2 2 2 16,-4 0-2-16,2 0 1 15,-2 0 0-15,4 0 0 16,2 6 0-16,1-1 4 16,-1 2-4-16,0 1 0 15,2 0 0-15,3 1 0 16,7 5 0-16,4-2-2 15,0 4-1-15,4 0 3 0,1-1 0 16,1 0 0-16,5-1-2 16,0 2 3-16,0 1-1 15,1 0 0-15,1 1 0 16,6 3 0-16,5-4 0 16,5 3 0-16,4 0 0 15,3 0 0-15,4 3 1 16,3 2-1-16,4-2-3 0,-2 4 3 15,4-1 0-15,1 3 0 16,0 4 0-16,0 1 1 16,0 1 1-1,3 0 1-15,4-4 2 0,3-3-3 16,3-2 0-16,0 4 3 16,0 1 8-16,9 2 7 15,3 1 1-15,4 1-5 16,-1-2-13-16,3-2 6 15,-3-2-2-15,6-1-7 16,1-3 2-16,2-3-2 16,6 1 6-16,5-2-2 15,4-1 7-15,2-2-7 16,3-4-1-16,0-1-1 16,5-3 9-16,0 1-7 15,6-5 0-15,5-2 1 16,6-2 0-16,4-1-3 0,4 0 2 15,6-1-1 1,6 2 6-16,5-1-6 0,-1 1 3 16,-4 0-5-16,-7 2 1 0,-3-1-2 15,-6 3-1 1,1-1 1-16,-2 3 0 0,2-1 0 16,0-2 2-1,5 0-1-15,4 1 1 0,0-1-1 16,2-1 1-1,2 2 1-15,4-2-2 0,4 1 1 16,4-1 0-16,5-4-1 16,-3 0-2-1,4 0-1-15,-2 0 2 16,-4 0 1-16,-1-3-1 16,-5-3 1-16,2-1 1 0,-1-1 0 15,-1 1-1-15,-2-1 1 16,3 1 1-16,-6 0-2 15,-2 0-1-15,-4-3-1 16,-3-1 1-16,0-3-3 16,0-1 3-16,-1-5 1 15,-6-2 2-15,-3-4-3 16,-5-5 2-16,-3-5 2 16,-8-5-1-16,-8-9 0 15,-12-6 0-15,-15-7 1 0,-15-4 4 16,-3 0 7-1,-33 2-10-15,-10 6-2 0,-12 5 3 16,-13 10 5-16,-15 7 7 16,-16 10-7-16,-18 14-11 15,-23 13-10-15,-16 0-181 16,-6 10-337-16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21:27.1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12717 10578 838 0,'0'0'1'0,"0"0"-1"16,0 0-8-16,0 0 7 15,0 0 1-15,0 0 3 0,0 0 7 16,6 10 31-16,12 14 46 16,1 7-37-16,2 0 28 15,1 2-46-15,-2-3-1 16,8 0-12-16,4-7-9 16,5-3 9-16,1-4-3 15,4-3-8-15,6-6 3 16,3-4 0-16,0-3-9 15,2 0 1-15,0-9 0 16,6-9-1-16,8-7-1 16,3-3 0-16,4 2-1 0,-2-1 1 15,-1 3-1 1,-4 0 0-16,-1 1 1 16,-4 0-1-16,-1 0 0 15,-1 2 0-15,-5 0-1 0,-4 5 1 16,-3 0 0-1,-2 4 0-15,2 6 0 0,4 2 0 16,3 2 0-16,-1 2-1 16,4 0 1-16,-1 2-1 15,-1 10 1-15,2 4 0 0,2 4-5 16,0 5 5 0,-1 5 0-16,-4 3 1 0,-6 6 1 15,-9 3 0 1,-9-1 3-16,-7-2-5 0,-6-3 8 15,-6-5-5 1,-9-3 3-16,-3-5-4 0,0-5 3 16,0-5-2-16,-9-5 4 15,-4-3 4-15,-1-5-1 16,-2 0-8 0,2-8 2-16,2-14 2 0,5-11-6 15,7-4-28-15,0-3 17 16,15 1 3-16,10 6 2 15,3 7 4-15,4-1 1 16,2 8-4-16,3 8 4 16,7-1 1-16,5 8 2 15,4 2 2-15,2 2-1 16,3 0-1-16,4 2-1 16,7 12 7-16,5 2 5 15,4 0 0-15,1 1-11 16,1-1 5-16,-5-5-7 15,-2-3 6-15,-7-7-5 16,-11-1 10-16,-4 0 0 0,-9-16 6 16,-4-4 13-16,-5-6 3 15,-6-5-8-15,-4-5-3 16,-6-4 10-16,-1-6-6 16,-6 3-10-16,-4 0 3 15,-3 6-4-15,-3 5-13 0,0 3-2 16,-5 7-3-1,-12 6-79-15,-6 4-103 0,-7 10-30 16,-3 0-304-16</inkml:trace>
  <inkml:trace contextRef="#ctx0" brushRef="#br0" timeOffset="2529.63">18246 10614 137 0,'0'0'718'0,"0"0"-712"16,0 0-6-16,0 0 10 16,0 0-10-16,0 0 1 0,0 0-1 15,9-79 0 1,15 68 5-16,8 0 39 0,7 1-9 16,15 0 1-1,15-1-18-15,10-2-1 0,14-3-10 16,5 0-4-1,2 0-1-15,-2 1-2 16,-2 2 2-16,-1 4 2 0,4 3-3 16,5 4 1-16,8 0 3 15,12-1-5-15,12-4 2 16,10-4-2-16,7-5 2 16,2-4-1-16,-1-3 0 15,1 0-1-15,2-1 7 16,1 3-5-16,3 1-2 15,-4 2-1-15,-6 2 1 16,-5 3 0-16,-13 4 0 16,-6 1 0-16,-2-2 0 15,-1 3-1-15,4-2 0 16,2 0 1-16,0-1-1 16,3 2 1-16,1 0 1 15,-2 1-1-15,-2 1 2 16,-4 0-2-16,-1 1 2 15,-4-2 0-15,1 0-2 0,1-2 0 16,-1-1-4-16,2 2 4 16,3-2 0-16,1 3 2 15,1-3 0-15,6 0 2 16,5 2-1-16,0-4 0 16,5 2 1-16,-3-2-2 15,-2 0-2-15,-7 5 2 16,-6 1-2-16,-11 2 1 15,-6 2 3-15,1 0-2 0,7 1-1 16,6-1 3-16,10 1 2 16,0-2-4-16,2 0 0 15,1 2-1-15,-9 1-1 16,-8 0 1-16,-14 0-1 16,-9 0 0-16,-5 0 0 15,-2 0 3-15,-4 0-2 16,1 0-1-16,-4 0-2 15,7 0 1-15,2 0-1 16,7-5 2-16,1 1 0 0,-5 3-1 16,-1 1 1-1,-7 0 0-15,-8 0 0 16,-6 0 0-16,-4 0-2 16,3 0 2-16,3 0 0 0,0 0 0 15,2 0-2 1,-3 0 1-16,-3 0 0 0,-2 0 0 15,-1-1 1-15,-2 0 0 0,1-1 1 16,-2 1-1 0,1 1 0-16,-2 0 0 0,-1 0 0 15,-3 0 0 1,-2 0 0-16,-6 0 0 0,2 0 0 16,-3 0-2-1,1 1 1-15,3 1 2 0,-1-1 0 16,-2-1 0-1,-3 0-2-15,2 0-1 0,-3 0 2 16,4 0 0-16,5 0 0 16,1 0-2-1,1 0 2-15,0 0 0 16,-4 0 3-16,-1 0 9 16,1 0-8-16,0 0 3 0,2 0 10 15,-3 0-11-15,1 0 3 16,-2 0 9-16,1 0-3 15,-1 0 9-15,-1 0-7 16,-3 0 5-16,-1 0 4 16,-2 0-11-16,0 2 2 15,-1 1-6-15,-5-3-7 16,-4 3-2-16,-6-1 5 16,-6-1-3-16,-8 0-2 15,0 1-2-15,-2-1 1 16,-1 2-2-16,-1-2 1 15,-3 1-2-15,2-1 1 0,-2 1-1 16,-2-1-5-16,0 0-54 16,-2 3-41-16,-4-4-53 15,-1 0-256-15</inkml:trace>
  <inkml:trace contextRef="#ctx0" brushRef="#br0" timeOffset="4069.93">30832 8910 884 0,'0'0'0'0,"0"0"-33"15,0 0 25-15,0 0 8 16,0 0 13-16,-79-39 17 0,49 38 14 16,-3 1 8-1,-4 0-40-15,-5 0 7 0,-5 0-12 16,-4 4 1 0,-6 2 6-16,-4-2 9 0,-3 0 6 15,-2-1 15 1,0 0-33-16,0 0 6 0,1-1 4 15,4 0 12-15,7 0 9 16,1 0-24-16,2 0-2 16,6 4-3-16,8 3 0 15,4 1-4-15,14 5-1 16,5 7-4-16,7 8 1 16,4 6-4-16,0 11 19 15,0 12-7-15,-3 6 3 16,1 5 3-16,0 1-11 15,1 0 5-15,1 2 7 16,2 0 18-16,1 2-26 16,0-4-7-16,0-7-4 15,0-6 3-15,0-4-4 16,6-5 3-16,1-3 0 16,2-3-2-16,2-5-1 0,3-4 0 15,3-5 2 1,-1-7 0-16,6-5-2 0,3-5 2 15,3-1 3-15,3-5-3 16,5-6-2-16,6 0 1 16,4 0 0-16,12 0 1 15,8-15-2-15,8 1-3 16,6-3 2-16,0 2 0 16,-3 3-1-16,-5 2-1 15,-3 1-6-15,-2 5-1 16,-1 2 6-16,-3 2 0 0,-5 0 1 15,-3 0-1 1,-3 0 3-16,-4 0 0 0,1 0-19 16,-2 0 13-1,-2 0-11-15,0 0 4 0,-2-2 12 16,-2-1-4-16,-10 0 4 16,-12-2 2-16,-8 4-7 15,-9-4 7-15,-2 0 3 16,0-4-3-16,0-4 2 15,0-5 2-15,0-4-3 16,0-5-1-16,0-1 0 16,3-2 0-16,4 0 12 15,3-1-6-15,-1-1-4 16,-3-2 0-16,-3-3-1 16,-3-1 4-16,0-4-3 15,0-5-2-15,-1-5 1 0,-5-4-1 16,1-6 0-1,-1-5 0-15,-1-5 0 0,0 2 0 16,-4 4 0-16,-5 9 0 0,-1 8 1 16,-7 10 1-1,-7 6-2-15,-8 2 12 0,-14 3-12 16,-15 6-2 0,-11 8-14-16,-21 9-113 15,-17-1-213-15</inkml:trace>
  <inkml:trace contextRef="#ctx0" brushRef="#br0" timeOffset="10655.73">18835 10047 23 0,'0'0'36'15,"0"0"-14"1,0 0-8-16,0 0 122 15,0 0 39-15,0 0-72 16,0 0 39-16,-44-15-63 16,44 14-56-16,0 1-23 0,-5 0-9 15,1 0-196-15</inkml:trace>
  <inkml:trace contextRef="#ctx0" brushRef="#br0" timeOffset="11433.94">18982 9841 670 0,'0'0'90'0,"0"0"-3"15,0 0-13-15,0 0 19 16,-113-45-77-16,67 42 37 15,-5 2-37-15,-1 1 4 16,-1 0-14-16,-4 0 6 16,3 0-5-16,-1 0-3 15,1 0 16-15,2 0 0 16,4 0 3-16,1 0-4 0,2 0-6 16,3 1-5-1,3 3 10-15,5 6-9 16,4 1-6-16,5 5 2 15,1 11-2-15,3 9 7 16,-3 12 9-16,-3 14 27 0,-1 9-16 16,0 9-19-16,1 8 21 15,6 0-4-15,2-1-5 16,5-5 2-16,5-7 0 16,6-8-7-16,3-4-3 15,0-9-15-15,2-7 2 16,11-13 2-16,2-9-4 15,4-8 3-15,4-9 0 0,5-5 3 16,6-3-4-16,7-1 0 16,12-12 1-16,8-1-2 15,11 2-1-15,3 0 0 16,2 4-1-16,0 2-2 16,-1 2 2-16,-5 4 1 15,1 0 0-15,-8 0 0 16,-3 0 0-16,-7 4 0 15,0 0 0-15,-7-1 0 16,-3-3 1-16,-7 0-1 16,-7 0 1-16,-6 0-1 15,-8-13 0-15,-4-14 5 16,0-13-3-16,-3-13-2 16,-3-13 1-16,-6-13-1 15,0-14 1-15,0-9 0 16,-8-4-1-16,-2 2-1 0,1 9 1 15,-3 11 0-15,-4 12 2 0,-4 12-1 16,-2 10-1 0,-4 10-1-16,1 11-3 0,1 9-13 15,8 10-36 1,-1 10-104-16,5 5-70 0,-2 15-156 16</inkml:trace>
  <inkml:trace contextRef="#ctx0" brushRef="#br0" timeOffset="12659.58">21964 9674 748 0,'0'0'32'15,"0"0"-32"1,0 0 1-16,0 0 3 0,0 0 9 16,0 0-8-16,-51-34 38 15,10 34 22-15,-12 0-25 16,-5 16-9-16,-13 2-1 0,-10 4-13 16,-12-1-8-1,-5-3 1-15,3-4 3 0,8-4 10 16,12-4-2-1,14-5 6-15,19-1-1 0,14 0 6 16,12 0 8-16,10 3-24 16,4 10-16-16,2 17 2 15,-1 15-2-15,-2 19 61 16,-3 14-30-16,-5 6-10 16,1 5-13-16,1-1 0 15,6-6-4-15,3-9 1 16,0-12 6-16,9-15-7 15,10-12 0-15,1-8-3 16,2-8 0-16,5-6 1 16,1-5-2-16,8-5 5 15,7-2-2-15,12 0-2 16,13-14 2-16,12-7-2 16,13-4 0-16,5-4 0 15,5 0-1-15,6 2 2 16,0 2-1-16,-6 5 1 0,-12 1-2 15,-16 6-3-15,-19 1 2 16,-11 1-1-16,-14-2 2 0,-11-7 0 16,-4-12 1-1,-10-9 5-15,-5-11-2 16,-1-12 0-16,-4-5 2 16,-18-3-2-16,-4-6-1 0,-2 4 0 15,0 1 2 1,0 6 8-16,-1 9-11 0,2 12-2 15,2 11 0 1,-2 17-5-16,0 17-30 0,-9 6-136 16,-14 21-206-1</inkml:trace>
  <inkml:trace contextRef="#ctx0" brushRef="#br0" timeOffset="13743.85">17536 12561 701 0,'0'0'77'0,"0"0"16"16,0-99 14-16,0 74 0 15,0 7-37-15,0 5 31 0,0 8-47 16,0 3 42 0,0 2-26-16,0 2-63 0,0 19-4 15,0 17 22 1,0 13 37-16,0 14 5 0,-1 8-29 15,-3 1 0 1,4 1 11-16,-1-2-5 0,1-3-22 16,0-2 3-16,0-11-17 0,0-5 1 15,0-15-8 1,0-7 0-16,0-7 0 0,0-9-2 16,0-6-1-16,0-4-17 15,0-4-55-15,0 0-21 16,0-22-48-1,13-16-124-15,2-10-57 0,3-10-192 16</inkml:trace>
  <inkml:trace contextRef="#ctx0" brushRef="#br0" timeOffset="14033.72">17855 12452 903 0,'0'0'113'0,"0"0"-56"0,0 0-47 16,0 0 20 0,0 0 59-16,0 0 65 0,0 104-81 15,0-46 19 1,6 6-27-16,0 3 12 0,3-4-10 16,3 0-10-1,-2-8-14-15,4-3-33 0,-2-4 1 16,0-6-5-1,-1-7-5-15,-4-8 1 0,-4-7-2 16,-3-6-1-16,0-4-31 16,-13-7-90-16,-16-3-60 15,-14 0-135-15,-8-24-283 0</inkml:trace>
  <inkml:trace contextRef="#ctx0" brushRef="#br0" timeOffset="14280.01">17400 12986 970 0,'0'0'81'15,"0"0"-81"-15,0 0 0 16,0 0 72-16,127-29 75 16,-58 12-58-16,7-2-33 15,-5 4 0-15,-10 5-29 16,-10 3-17-16,-14 2-7 15,-2 5-3-15,-1-1-3 16,1 1-9-16,0 0-73 0,1 0-67 16,-3 0-37-1,-1 0-84-15,0 0-191 0</inkml:trace>
  <inkml:trace contextRef="#ctx0" brushRef="#br0" timeOffset="14725.73">18355 12947 429 0,'0'0'428'0,"0"0"-396"15,0 0 18-15,0 0 96 16,0 0-65-16,0 0 3 16,7-3-17-16,1-1-27 15,4-3-7-15,3-2-6 16,4-5-6-16,3-2-6 0,1-6-9 15,2-5-1-15,-2-4-1 0,-6-2-3 16,-6-3 0 0,-10 2 3-16,-1 1 1 15,-4 7-5-15,-17 7 6 16,-4 8-6-16,-6 10 4 16,-8 1 4-16,-5 24-3 15,-8 20 30-15,0 13 9 16,7 9 41-16,12 0-27 15,15-1 10-15,17-8-5 16,1-4-45-16,19-9 0 16,17-8-4-16,9-11-2 15,13-9-2-15,9-11-8 16,6-5-2-16,-3 0 1 16,-8-10-2-16,-13-1-7 15,-15 0-73-15,-13 3-65 16,-9-3-73-16,-12-2-181 15</inkml:trace>
  <inkml:trace contextRef="#ctx0" brushRef="#br0" timeOffset="17367.04">19106 13047 733 0,'0'0'77'0,"0"0"-66"15,0 0 25-15,0 0-14 16,0 0-17-16,0 0-5 16,28-14 5-16,-1 13 15 15,7-3 3-15,10 2 12 16,12-2-7-16,9-2-2 15,10 4 11-15,9-2-27 16,7 0-5-16,7 1 7 16,7 3-9-16,2 0 8 0,2 0-1 15,4 0-1 1,7 0 4-16,11-4 26 0,18-6 15 16,15-2 1-1,21-3-24-15,12-2-22 0,5-1 6 16,3-1 15-16,6 0-2 15,1-1-1-15,1 0 3 16,5-1-15-16,-5 1 3 16,-5-4 4-16,1 4 0 15,-2-5-7-15,5 0-7 16,4-2-8-16,-3-4 0 16,2 2 2-16,1-2 0 0,2 1 1 15,3 5-3 1,2 3-2-16,-7 3 2 0,-1 2 1 15,-3 4 2 1,5 1-1-16,7 0-2 0,7 0-5 16,2 0 5-16,10 1 1 15,8-5 0-15,10-1-1 16,10 1-1-16,1-5 0 16,0 2 1-16,5 2 3 15,1-1-3-15,-1 2-3 0,-2-2 3 16,-5 4 2-1,0-3-1-15,1-1-1 16,-10 1-3-16,0-2 3 0,-8 1 3 16,-13 2-3-1,-13 2-1-15,-23 0-1 0,-34 4 2 16,-30 4 2 0,-31 3-2-16,-28 3 0 0,-29 0-31 15,-25 0-56 1,-23 0-31-16,-9 4-47 0,-42 9 16 15,-23 4-126-15</inkml:trace>
  <inkml:trace contextRef="#ctx0" brushRef="#br0" timeOffset="18225.65">18587 15273 915 0,'0'0'43'0,"0"0"-43"16,0 0 0-16,97-44-2 16,-48 39-3-16,7 1 5 0,10 0-1 15,14 0 2 1,11 0-1-16,18-5 6 0,24-3 1 15,20-4 15 1,29-6 5-16,25-3-16 0,18-3-1 16,25-2 3-16,18-2 13 15,22-4 6-15,19 0-5 16,17 1-2-16,15 1-4 16,13 1 0-16,11 0-15 15,13 2-3-15,16-4 0 16,7 1-3-16,21-4 1 15,9 1 0-15,6-1 1 16,13-3-1-16,2 1-1 16,0 0 4-16,6-1-2 0,-3 3 8 15,-2-4-3-15,5-2 4 16,-4-1 1 0,-5-2-12-16,0-3 0 15,-16-3 1-15,-11-2 0 16,-15 1-1-16,-26 1 3 15,-22 1-2-15,-31 2-1 0,-29 3 18 0,-26 3 12 16,-28 5 0 0,-23 6-1-16,-12 7-7 0,-14 5-7 15,-20 7-15 1,-26 6-2-16,-45 4-1 0,-45 4-5 16,-43 0-95-1,-33 0-153-15,-65 0-278 16</inkml:trace>
  <inkml:trace contextRef="#ctx0" brushRef="#br0" timeOffset="18946.06">18054 16667 583 0,'0'0'209'0,"0"0"-176"0,-62-87-33 16,62 70-3-16,2 6 3 15,14 4 2-15,11 5-2 16,9 2 0-16,13 0 10 16,13 0 0-16,10 0-2 0,11 0-6 15,13 0 1 1,18 0 11-16,18 0 33 15,24 0-4-15,15 0-3 0,29 0-7 0,26 0 0 16,24-6-7 0,29-1-23-16,20-6-1 15,25-4 0-15,23-6 3 16,21-5-3-16,24-6 2 16,16-2 0-16,9-7 0 15,15 3-3-15,7-5 7 0,4 3 10 16,10-5-15-1,4-4 20-15,7-6 0 16,12-4-3-16,1 1 12 0,10 0-1 16,4 3-10-1,-5 6 5-15,-1 2-8 0,-14 3-2 16,-14 6-9 0,-13 3-6-16,-18 2 8 0,-17 4-8 15,-14 2 1 1,-16 1 15-16,-18 2-13 0,-18 0 15 15,-15-3 4 1,-21 2-8-16,-17-1-4 0,-18 2 3 16,-25 3 8-16,-26 3-7 15,-37 7-15-15,-62 4 0 16,-52 4-5-16,-46 5 0 16,-17 0-63-16,-7 14-133 15,-31 3-76-15</inkml:trace>
  <inkml:trace contextRef="#ctx0" brushRef="#br0" timeOffset="19869.89">18216 17473 643 0,'0'0'67'0,"0"0"-66"0,0 0 2 16,0 0-1-1,0 0 16-15,0 0 40 0,0 0 7 16,-37-18-39 0,65 18-8-16,17 0 45 15,14 0-17-15,19 10-19 16,22-2-17-16,26 0-2 16,24-2 1-16,25-4 6 15,20-2 3-15,23 0-8 0,27 0 2 16,25-3-2-16,18-7-2 15,23 1 0-15,18-4 5 16,18-1 4-16,18 1 7 16,18-2 11-16,14 1 3 15,13-1-17-15,20 2-4 16,10-2 1-16,10 1-9 16,14-3 0-16,2-3-2 15,5-3-7-15,5 1 5 16,-9-3-3-16,2 0 0 15,-8-3 6-15,-12 3 0 16,-9-2 12-16,-15 3 8 0,-19 6-17 16,-17-2-1-16,-20 5-3 15,-26-1-7-15,-16 0 5 16,-18 0 5-16,-19-1 14 16,-12-3-12-16,-26-4 1 0,-21 3 6 15,-31 4-7 1,-27 5-2-16,-35 10-10 0,-46 2-2 15,-51 6-61 1,-55 6-297-16</inkml:trace>
  <inkml:trace contextRef="#ctx0" brushRef="#br0" timeOffset="23813.22">32624 17654 712 0,'0'0'81'0,"0"0"-41"16,0 0 111-16,0 0-44 15,0 0-6-15,0 0-43 16,0 0 24-16,-34-40-39 16,11 40-3-16,-8 0-15 15,-11 0 1-15,-8 0-8 16,-12 6 1-16,-6 1-5 0,-10-3 4 16,-9 1-12-1,-2-1 11-15,-4-2-3 16,9 0 6-16,1-2 13 15,6 1-2-15,7 4-9 0,4 0-1 16,6 4-2-16,5 1-3 16,9 0 3-16,7-1-14 15,11 3-1-15,10 0-2 16,4 1 1-16,8 5-2 16,5 4 0-16,1 7-1 0,0 7 4 15,0 9-1 1,0 6 12-16,0 10 15 0,0 5-3 15,0 9 1-15,0 12-4 16,-2 1-6-16,-2-1-6 16,2-5-3-16,2-11 2 15,0-13-9-15,0-6 0 16,0-9 0-16,8-9-1 16,4-5 0-16,3-6-1 15,0-6 0-15,4-2 0 16,6-7 1-16,5 2 0 0,9-6-1 15,9-1-1 1,9-3 0-16,9 0 1 16,8 0-1-16,9 0 1 15,10 3 0-15,8-1-1 16,2-2 1-16,1 0-8 16,-5 0 4-16,-5-2 2 15,0-8-3-15,-7-3 0 16,-7 1-9-16,-7 0 5 0,-6-1-10 15,-4-7 13-15,-8 1 4 16,-5-6 0-16,-7-4 2 16,-9-3 0-16,-4-7 1 15,-5-15 0-15,-4-7-1 16,-7-11 1-16,-10-12-2 16,-4-7 1-16,0-3-5 0,-6 1 5 15,-16 7 1 1,-13 13-1-16,-12 1 0 15,-9 9-3-15,-9 7 6 16,-4 6-3-16,2 5 0 16,6 8-1-16,7 7 0 15,12 7-13-15,7 8-106 0,5 7-64 16,4 4-71-16,3 4-159 16</inkml:trace>
  <inkml:trace contextRef="#ctx0" brushRef="#br0" timeOffset="24847.81">31554 16836 287 0,'0'0'294'0,"0"0"-217"16,0 0 40-16,0 0 29 0,0 0-40 15,0 0-30-15,-15-77 6 16,15 76-5-16,0 1-2 16,0 0-31-16,0 0-32 15,0 11-12-15,0 18 0 16,0 11 39-16,0 11 23 0,5 10-13 15,-2 7 21-15,-2 4-1 16,1 0-28-16,-2-3-8 16,0-10-11-16,0-4-1 15,0-10 4-15,0-8-16 16,-2-10 4-16,1-12-11 16,-1-5 1-16,1-8-2 15,1-2 1-15,0 0 4 16,-2 0 6-16,2-18 2 15,0-8-13-15,0-7-1 16,0-6-2-16,13 3 1 16,4-1-2-16,-1 6 2 15,-1 7-1-15,0 8 1 16,-3 9 0-16,3 4 0 16,0 3-2-16,4 0 0 15,3 14 2-15,1 9 0 0,1 1 1 16,-2 2 0-1,-2 5 0-15,-4-2 0 0,-5 0 0 16,-2-2 3-16,-4 1-1 0,-3-8-1 16,-2-1-1-1,0-1 0-15,0-7 0 0,0-3-1 16,0-3-57 0,0-5-75-16,-2 0-55 15,-5-14-62-15,3-16-204 16</inkml:trace>
  <inkml:trace contextRef="#ctx0" brushRef="#br0" timeOffset="25013.81">31893 17274 585 0,'0'0'236'0,"0"0"-169"16,0 0 97-16,54 81 0 15,-40-56-63-15,-3 1-55 16,-3-5-28-16,-4-3-10 0,-4-4-8 15,1-6 0 1,-1-5-54-16,0-3-127 16,0-7-105-16</inkml:trace>
  <inkml:trace contextRef="#ctx0" brushRef="#br0" timeOffset="25151.51">31857 17060 862 0,'0'0'269'0,"0"0"-197"0,0 0-14 16,0 0-4-16,0 0-54 16,0 0-118-16,16-17-96 15,10 17-493-15</inkml:trace>
  <inkml:trace contextRef="#ctx0" brushRef="#br0" timeOffset="25663.1">32071 17258 786 0,'0'0'75'16,"0"0"13"-1,0 0 86-15,0 0-50 0,102-33-31 16,-78 43-28-16,-3 13-7 16,-5 0-27-16,-7 0 11 15,-3-3-16-15,-2-7-17 16,-3-3-5-16,-1-6-2 15,0-4-2-15,0 0 8 0,0-4 12 16,0-13-20 0,0-7-8-16,0 5-1 15,0 5 2-15,0 6-1 16,0 6 6-16,0 2-1 0,0 5-13 16,9 14 16-1,0 2 2-15,1 1 2 0,2-3-4 16,-1-5 1-1,-2-4-1-15,-3-6 0 0,2-4 0 16,1 0 5-16,5-18 2 16,4-4-5-16,-1 0-2 15,-1 5 0-15,-3 6 1 0,-4 7 1 16,-2 4-1 0,1 0 5-16,2 11 4 0,-2 9 13 15,-1 3 2 1,1 1-19-16,-1 1-1 0,1-2-3 15,1-3-2-15,0-7-1 16,4-4-39 0,-1-6-28-16,0-3-70 0,0-9-39 15,0-19-80 1,0-12-257-16</inkml:trace>
  <inkml:trace contextRef="#ctx0" brushRef="#br0" timeOffset="25949.86">32703 16547 1086 0,'0'0'107'0,"0"0"-104"0,0 0 87 0,-6 100 47 16,6-35-26-16,0 6-40 15,3 4-1-15,3 4 14 16,-2 2-22-16,-4-1-24 15,2-2-12-15,1-5-14 0,3-8 1 16,3-9-7-16,1-6-4 16,-1-12-2-16,2-9 0 15,-2-7-5-15,-3-11-48 16,1-5-46-16,-1-6-79 16,-3-3-26-16,0-24 13 15,-2-14-275-15</inkml:trace>
  <inkml:trace contextRef="#ctx0" brushRef="#br0" timeOffset="26619.58">32880 16690 1056 0,'0'0'151'16,"0"0"-148"-16,0 0 138 15,6 95 47-15,-3-35-53 16,2 8-43-16,1 3-19 16,3-1-31-16,0-1-16 0,1-9-18 15,2-12-7 1,-1-7-1-16,-4-13 6 0,-2-11-5 16,-4-10-1-1,1-4 0-15,-1-3 1 16,5-9 3-16,4-19-4 0,4-14-41 15,4-12 13-15,1-1-18 16,-2 9-22-16,-1 15 29 16,-7 13 34-16,-5 17 4 15,0 1 1-15,-4 23 0 0,1 9 18 16,2 5 44 0,6-2-27-16,0-7-12 15,4-3-9-15,7-9-9 16,2-7-2-16,9-9 1 15,4 0-1-15,0-11 2 16,-3-11-4-16,-7-1 0 16,-8-3 0-16,-6 8 0 15,-5 5 0-15,-6 7 1 16,0 6 10-16,0 0 0 0,0 0-10 16,0 14 0-16,-1 5 1 15,-4 0 1-15,4-2-4 16,1-9 0-16,0-2-2 15,7-6-2-15,11 0 1 16,3-3 3-16,-1-5-1 0,-7 1-1 16,-3 7 2-1,-4 0 0-15,0 0-1 16,2 10 1-16,7 5 11 16,-2 3-3-16,8-1 9 15,4-4-9-15,7-3-7 16,1-8 1-16,2-2-4 0,0 0-43 15,-4-5-134-15,-7-7-146 16,-15-2-247-16</inkml:trace>
  <inkml:trace contextRef="#ctx0" brushRef="#br0" timeOffset="28789.84">18540 12403 784 0,'0'0'0'0,"-93"15"-30"0,51-14 6 15,-13-1 24-15,-6 0 4 16,-8-4 11-16,-2-12 19 16,5-4 49-16,8-3-1 15,7-5-47-15,2 0-9 0,-1-1 13 16,-6 1-22-16,-7 5 21 16,-5 5-22-1,-5 9 15-15,-6 9 2 16,-2 0 8-16,-7 23-5 15,-3 12-11-15,0 14-3 16,3 13 26-16,12 9 8 0,5 21-7 16,5 16-5-16,3 14 5 15,7 16-17-15,9 1-8 16,16-6-3-16,15-7-2 16,16-16 6-16,8-14-17 0,31-11 4 15,19-14-11 1,16-5 7-16,15-8-4 15,10-8-4-15,3-8 0 0,3-8 0 16,-4-5 0 0,5-11-1-16,-3-10 1 0,6-8 2 15,6-8-2 1,8-28 3-16,10-21 0 0,3-17 3 16,0-15-5-1,-2-11-1-15,-19-3 1 0,-22 1-1 16,-31 2 8-16,-32 8 13 0,-30 4-2 15,-12 6 7 1,-29 10-15-16,-18 8-9 16,-5 14-2-16,3 17-3 15,3 9-91-15,10 23-136 16,14 2-104-16</inkml:trace>
  <inkml:trace contextRef="#ctx0" brushRef="#br0" timeOffset="29993.32">32266 17109 765 0,'0'0'108'0,"0"0"-79"15,0 0 21 1,0 0-9-16,0 0 8 15,0 0-1-15,-2-36-10 0,14 30-17 16,2 1 8-16,-2-1 15 16,-2 0-8-16,-2-1-11 15,-3-5 5-15,-2-4-2 16,-3-2-13-16,0-6-13 16,0-1 1-16,-13-5-3 15,-10 3 2-15,-12-3-2 16,-10 3-3-16,-13 5 2 15,-14 2 2-15,-11 7 0 16,-13 2 1-16,-5 6-2 16,-5 5 1-16,-2 0 4 15,0 12 16-15,5 14 16 16,5 7 7-16,12 12 3 16,10 13-7-16,14 16 3 0,20 19 28 15,19 11-13 1,23 11 18-16,17 4-34 0,39 0-15 15,28-5-1 1,23-6-10-16,20-11-3 0,15-16-3 16,3-21 3-16,11-26-8 15,7-34 2-15,2-21-1 16,1-45-4-16,-17-22 14 16,-28-19 8-16,-42-11-6 15,-49-4-13-15,-30-2-2 16,-52 5-3-16,-45 17-2 15,-43 29-50-15,-50 31-202 0,-34 25-423 16</inkml:trace>
  <inkml:trace contextRef="#ctx0" brushRef="#br0" timeOffset="32615.52">17658 12871 890 0,'0'0'0'0,"0"0"-6"15,0 0 5-15,104 40 0 16,-55-31 1-16,9-2 4 16,9-3-4-16,13 1 2 15,13-2 3-15,11-3 1 0,14 0 17 16,9 0 2 0,8-3-4-16,8-7-17 0,6-5-3 15,4-6 5 1,19-5-5-16,10-7 2 0,19-2 19 15,13 0 48 1,5-1-47-16,7 0-19 16,6-3-1-16,10 0-1 15,8-2-2-15,10-1 2 0,-2 3-4 16,3-2 1-16,3 2 1 16,1 1 5-16,-2 0-5 15,0 1-2-15,-5 0 0 16,2 2 4-16,1 0-4 15,-5-1 2-15,-1 4 0 16,-11 1 0-16,-4 0 0 0,-5 3 4 16,-6 1-4-1,-7 5-2-15,-1 2-1 0,-2-1 3 16,2 3 3 0,0 1-3-16,-8-2 0 0,-6 3-3 15,-9 1 3 1,-9-1 3-16,-5 2-1 15,-7 0-2-15,-11 3-5 0,-10 1 3 16,-12 4 2-16,-10 4 1 16,-8 2 1-16,-6 0-2 15,-10 0 0-15,-8 9 0 16,-12 10 2-16,-13 4-4 16,-8 7 2-16,-10 6-1 15,-8 1-1-15,-9 6 2 16,-8 2 0-16,-7 2 0 15,-8 2-2-15,-8 5 1 16,-11 4 1-16,0 6-1 16,-14 3 1-16,-20 3 0 15,-8 5 1-15,-11 0 1 0,-12 3 0 16,-6-4 2-16,-10-2 1 16,-11-5-3-16,-13-2 0 15,-11-1-1-15,-11 0 5 16,-10-4-4-16,-11 1 1 15,-13-4-1-15,-11-1 5 0,-11 1 7 16,-14 0 1 0,-11 2-1-16,-9-1-8 15,-13 0 1-15,-4 2-7 16,-11 3 0-16,-6-2 1 16,-2 1 2-16,-8-4 0 15,-2-5-3-15,-6 1 2 16,-1 2 9-16,1 1 6 15,-3 2-1-15,3 2-8 0,2 2-6 16,6 3 3-16,12-2-2 0,12 1-3 16,9 0-3-1,13-1 2-15,15 3 1 0,13 0 3 16,13 2-3 0,13 3 0-16,11-3-3 0,16-4 3 15,16-6-1 1,20-8 1-16,19-5 1 15,21-4 0-15,19-9-1 16,18-4 3-16,20-4-3 0,1-4-5 16,32-4-2-16,17-3 5 15,16-7 2 1,16-7 1-16,20 0-1 0,21-4 1 16,20-18 0-16,19-5 1 15,14-6 0-15,18-7 0 16,16-3 5-16,16-5-4 15,10-4-3-15,2-7 2 16,9-2-2-16,6-3 0 16,9 2 5-16,7 6-2 15,0 4 0-15,8 4-1 0,8-1 3 16,6 5 1 0,4-2-6-16,9 3-1 0,6 4 1 15,1-1 2 1,-1 5-2-16,-3-1-1 0,-11 5 1 15,-7 4 0-15,-7 6 0 16,-14 5-4-16,-12 8 2 16,-10 4 2-16,-13 4 1 0,-11 0-1 15,-22 6-3 1,-23 12 3-16,-21 4 1 16,-25 6-1-16,-20 2 1 15,-22 3-2-15,-21 1-1 0,-19 1 1 16,-15 2-4-16,-18 1 3 15,-15 1-6-15,-2 0 1 16,-29 2 3 0,-14-1 4-16,-13 1 0 0,-21 2 1 15,-15 1 1-15,-13 3 0 16,-16 0 0-16,-11-6-2 16,-14-1 0-16,-16-7 0 15,-9 0 0-15,-15-1 0 16,-7-3 0-16,-10-1 6 15,-10 0-6-15,-4-1 0 0,-5-2-3 16,-5-2 3 0,0 0 1-16,4 0 0 15,-3 2-1-15,4 0-1 16,0 0-1-16,-1 4 2 0,6 3 4 16,1 1-1-1,1 4-3-15,6 4-5 0,3 1 4 16,7 5 1-1,13 3 3-15,9 1-3 0,10 4 0 16,11 2-3-16,9 3 3 16,13 8-1-16,24 4 1 15,21 4 0-15,25-1 1 16,26-3-1-16,33-4 0 16,23-5 0-16,57-5 0 15,54-10-2-15,49-8 2 16,43-25 1-16,38-20-1 0,24-66-239 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22:39.4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10157 4777 777 0,'0'0'31'16,"0"0"-21"-16,0 0-8 15,0 0 114-15,0 0-44 16,0 0-45-16,0 0-12 0,-5-2-11 15,5 12 16 1,11 11 122-16,-1 3-98 16,3 6-8-16,1 1 30 15,1 0-12-15,-2-2-20 0,2-2 4 16,0-2-10 0,1-8-4-16,3-3 0 0,1-9-7 15,6-5 0 1,3 0 17-16,9-23 5 0,8-17-5 15,12-19 2-15,10-14-5 0,6-10-12 16,9-6-11 0,3 1-2-16,2 2 1 15,0 5-4-15,-2 5-1 16,-11 8-2-16,-4 10 1 16,-10 7 0-16,-8 10-1 15,-1 6 0-15,-7 7-3 0,-7 9-20 16,-6 8-48-16,-11 7-42 15,-9 4-79-15,-12 2-60 16,-2 16-175-16</inkml:trace>
  <inkml:trace contextRef="#ctx0" brushRef="#br0" timeOffset="2035.73">11953 5571 752 0,'0'0'35'0,"0"0"-31"15,0 0-1 1,0 0 41-16,0 0 82 16,0 0-68-16,0 0-40 15,3 0-18-15,3 0-8 0,6 18 8 16,3 12 29 0,1 10 29-16,-1 1-20 0,3 1 12 15,-1-9-10 1,6-7-23-16,6-8 2 0,2-6-5 15,5-9 6-15,8-3 5 16,6-11 12-16,8-20 6 16,9-19-2-16,11-13-20 15,7-14 2-15,7-15-4 16,7-7-9 0,7-6-1-16,7-1-6 0,-1 1 0 15,-6 5-3-15,-9 9-4 16,-12 15 4-16,-13 13-2 15,-13 18-1-15,-13 15 2 16,-13 12-13-16,-13 9-67 16,-9 9-31-16,-11 6-94 15,-3 17-13-15,-32 13-313 0</inkml:trace>
  <inkml:trace contextRef="#ctx0" brushRef="#br0" timeOffset="4007.64">12362 7390 977 0,'0'0'4'0,"0"0"-4"16,0 0 0-16,0 0 1 0,0 0 49 16,0 0 32-1,-12-44-42-15,12 42-38 16,0 2-2-16,0 0-2 15,4 0 0-15,13 10 2 0,2 6 14 16,5 6 3 0,1 7-6-16,4 4 6 0,0 5 19 15,3 1-16-15,1-1 9 16,1-4-9-16,0-9-5 16,4-6-5-16,5-10 6 15,2-9 4-15,11-2 7 16,18-34-1-16,18-25 1 15,24-22 17-15,26-28-9 16,18-20-10-16,13-8-13 16,10-1-9-16,0 6 6 15,-3 15 13-15,-6 11 3 16,-17 17 4-16,-17 12-16 16,-23 14-6-16,-16 10-7 15,-19 12 0-15,-10 6-1 16,-14 4 1-16,-12 7-25 0,-11 8-59 0,-12 7-49 15,-14 6-64 1,-9 5-73-16,-22 0-330 16</inkml:trace>
  <inkml:trace contextRef="#ctx0" brushRef="#br0" timeOffset="17821.52">6418 9059 932 0,'0'0'58'15,"0"0"-58"-15,0 0-3 0,0 0 3 16,0 0 0 0,-114-13 23-16,52 41 55 0,-8 8-4 15,1 3-12-15,5 6 11 16,16-1-36-16,14-6-16 15,19-5-17-15,15-10-4 16,6-2-1-16,28-6 1 16,20 0 1-16,15 1 4 0,10 0-4 15,0 4 0 1,-5 5 0-16,-11 10 0 0,-15 7 0 16,-14 6-1-1,-16 4 1-15,-15 1 2 0,-3 0 4 16,-28-2 23-1,-20 0 30-15,-15-2-16 16,-7-5-3-16,0-7-8 0,7-11-22 16,11-8-8-16,15-13 2 15,10-5-5-15,12-8-1 16,15-18-71-16,0-10-66 16,24-11-89-16,16-9 6 15,11-7-130-15</inkml:trace>
  <inkml:trace contextRef="#ctx0" brushRef="#br0" timeOffset="18213.66">6580 9550 1187 0,'0'0'0'0,"0"0"-11"0,86-28 11 15,-51 2 2-15,-5-3 1 16,0-6 10-16,-6-4 21 15,-2-3 2-15,-4 0-28 16,-9 4 5-16,-9 7-7 16,0 9 5-16,-6 8 10 15,-19 9 11-15,-8 5 23 16,-3 9-25-16,-2 21-20 16,2 14 12-16,6 6 10 0,12 3 4 15,9 0-5 1,9-6-1-16,0-7-18 15,19-7-1-15,10-4-5 0,5-6 5 16,12-8-6-16,2-7 2 16,6-6-1-16,-5-2-3 15,2 0-3-15,-4-10-4 16,-8-4-20-16,-3 0-65 0,-5-1-40 16,-4 1-14-1,3-4-46-15,-2-1-95 0,1-3-36 16</inkml:trace>
  <inkml:trace contextRef="#ctx0" brushRef="#br0" timeOffset="18881.41">7443 9159 548 0,'0'0'298'0,"0"0"-178"15,0 0 10-15,0 0 15 16,0 0-51-16,-91-38-36 15,55 68 18-15,-1 13-6 16,6 7-6-16,11-1-23 16,8-4-23-16,12-5-14 15,0-6-3-15,7-8 4 16,10-6-5-16,2-7 1 0,-2-8-1 16,7-5 0-1,-2 0-1-15,3-13-14 0,-2-18-9 16,1-8-9-16,-5-3 9 15,-7 4 15-15,-3 13 8 16,-3 11 1-16,-5 12-1 0,-1 2 1 16,2 24-14-1,-2 14 14-15,0 9 37 0,0 0-26 16,0-7-9 0,0-7-2-16,4-9 0 0,10-11 0 15,1-8-2 1,3-5-2-16,1-6-7 15,3-20-12-15,-2-13-28 16,2-4-14-16,-3-3 40 0,-5 10 19 16,-1 10 5-16,-7 14 1 15,-3 7 10-15,-3 5 6 16,5 0-11-16,2 3-4 16,5 8 21-16,6-5-15 15,1-1-2-15,5-5-3 16,2 0 2-16,4-5 1 0,-2-9-2 15,-1 0-2 1,-6 6-1-16,-6 5 0 16,1 3 0-16,-1 0-1 15,6 12 1-15,9 5 17 16,1 1 10-16,11-1-10 16,4-5-7-16,-1-5-2 0,4-4-8 15,-7-2 0 1,-6-1-2-16,-9 0-38 0,-11 7-126 15,-16 3-140-15,-13 6-251 16</inkml:trace>
  <inkml:trace contextRef="#ctx0" brushRef="#br0" timeOffset="19373.58">6515 10100 738 0,'0'0'393'0,"0"0"-393"0,0 0 1 0,0 0-1 15,134 25 6-15,-37-25 46 0,24-9 39 16,25-11-17-16,18-7-23 16,14-4-15-16,7-7-5 15,-3-5-11-15,-2-6-11 16,-11-5 5-16,-11-7 4 15,-13-4-9-15,-24-6 4 16,-24-4-3-16,-24-8-5 16,-24-13 0-16,-22-8 1 15,-21-9-2-15,-6-4 0 16,-24-3-4-16,-22-3 0 0,-27 0-1 16,-24 5-3-1,-35 7-4-15,-32 15-12 0,-25 19-3 16,-25 32-17-16,-20 34 25 15,-12 22 9-15,-21 46 6 16,-4 31 1-16,-3 29-1 16,3 18 1-16,17 19 18 15,29 13 33-15,43 4 5 0,61-2-19 16,57-11-4 0,61-15-22-16,36-23-12 0,64-20 7 15,40-17 0 1,32-17-7-16,24-13-10 15,6-9-118-15,4-3-29 0,-12-1-128 16,-17-1-357-16</inkml:trace>
  <inkml:trace contextRef="#ctx0" brushRef="#br0" timeOffset="20251.56">9764 12965 899 0,'0'0'27'15,"0"0"-23"-15,0 0 1 16,0 0 39-16,0 0 77 16,0 0-14-16,15-61-39 15,-15 61-44-15,0 0-21 16,0 4-3-16,8 15 0 16,-2 9 37-16,-3 11 22 0,0 10-22 15,-2 7 17 1,-1 7 19-16,0 5-13 0,0 2 15 15,0-4-21 1,0-4-7-16,0-10-26 0,10-7 0 16,1-11-13-16,7-9-5 15,1-7-2-15,-2-9 2 16,-2-5-2-16,-6-4 0 16,-1 0-1-16,0-1 0 15,0-20-12-15,-1-10-129 16,0-6-77-16,-7 1-24 15,0 7-87-15,-16 8-119 16</inkml:trace>
  <inkml:trace contextRef="#ctx0" brushRef="#br0" timeOffset="20539.68">9567 13449 962 0,'0'0'183'0,"0"0"-148"15,0 0-28 1,0 0 10-16,0 0 12 0,86-80 24 15,-17 41-25-15,8 0-16 0,2 2-9 16,-9 5-2 0,-12 5-1-16,-6 4 0 0,-10 6 0 15,-6 5 0 1,-9 5 0-16,-10 4 0 0,-11 3 0 16,-6 0-5-1,0 0 0-15,0 0 5 0,0 0-1 16,0 0-4-1,2 1-39-15,1 5-52 0,5 1-18 16,-1 1-50-16,3 5 1 16,-1 2 11-16,-1-1-83 15</inkml:trace>
  <inkml:trace contextRef="#ctx0" brushRef="#br0" timeOffset="20809.72">10300 13376 362 0,'0'0'238'16,"0"0"-134"-16,0 0-6 0,0 0 57 15,0 0-42 1,0 0-25-16,-27 29-21 16,27-27-38-16,0-1-19 15,0 0-6-15,0 1 6 0,9-2 15 16,8 0 1-1,5 0 4-15,2-13-18 0,-2-2-9 16,-4-2-3-16,-3 7 0 16,-6 3 0-16,-5 1-12 15,-1 2-36-15,-1-1-63 16,1 1-113-16,0 1-55 16,-3 3-14-16</inkml:trace>
  <inkml:trace contextRef="#ctx0" brushRef="#br0" timeOffset="21257.97">10297 13597 940 0,'0'0'115'0,"0"0"-115"15,0 0 0 1,0 0 14-16,0 0 53 16,0 0-18-16,88-35-42 15,-49 17-6-15,-1 1-1 16,-5 2-42-16,-1 3-80 15,-1-2-59-15,2-3-58 16</inkml:trace>
  <inkml:trace contextRef="#ctx0" brushRef="#br0" timeOffset="21603.06">10919 13133 945 0,'0'0'126'16,"0"0"-97"-16,0 0-28 16,0 0 28-16,0 0 37 0,-84 56-30 15,83-24-2 1,1 1-20-16,3 0-1 0,22-6-7 16,8-7 7-1,9-7-8-15,7-8 4 0,1-5 1 16,2-5-7-16,-6-15 1 15,-7-6-1-15,-8-7 1 16,-7-2 4-16,-14-4-1 16,-10-1 2-16,-1 2 33 15,-29 1 14-15,-12 5-34 16,-7 5-13-16,3 9-2 16,7 7-7-16,8 10-1 15,11 1-7-15,8 10-72 16,12 17-94-16,0 5-90 0,12 5-474 15</inkml:trace>
  <inkml:trace contextRef="#ctx0" brushRef="#br0" timeOffset="22117.84">15435 12902 942 0,'0'0'66'0,"0"0"-9"16,0 0 14-16,0 0 40 15,0 0-37-15,0 0-46 16,-15 63 57-16,11-8-9 16,-2 6-39-16,6 1 10 15,0-4-10-15,0-7-22 16,3-6-13-16,9-6-2 16,-2-6 0-16,-2-6-2 15,-1-7-63-15,-4-3-105 16,-3-7-84-16,0-7-192 15</inkml:trace>
  <inkml:trace contextRef="#ctx0" brushRef="#br0" timeOffset="22260.92">15214 13423 1095 0,'0'0'259'0,"0"0"-241"15,0 0-17-15,0 0-2 0,112-77 2 16,-48 46-2-16,13 1-62 15,9-1-158-15,-1 0-219 16</inkml:trace>
  <inkml:trace contextRef="#ctx0" brushRef="#br0" timeOffset="22483.54">15969 13246 1299 0,'0'0'3'0,"0"0"4"15,0 0-7-15,0 0 11 16,0 0-9-16,0 0-2 16,14-14-3-16,-11 14-17 15,0 15 11-15,3 3 9 16,1 0 1-16,2-6-1 16,6-6 0-16,12-6 0 15,9-4-28-15,7-21-141 16,2-6-136-16,-1-7-109 15</inkml:trace>
  <inkml:trace contextRef="#ctx0" brushRef="#br0" timeOffset="22641.45">16402 12953 1017 0,'0'0'221'0,"0"0"-112"16,0 0-73 0,0 0 19-16,0 0 144 0,3 95-128 15,-6-54-60 1,3 2-4-16,0-1-7 0,1 2 0 15,16-1-4-15,5 1-100 0,2 0-116 16,-3-4-163 0</inkml:trace>
  <inkml:trace contextRef="#ctx0" brushRef="#br0" timeOffset="23134.09">20888 12514 1186 0,'0'0'0'0,"0"0"-13"0,0 0 13 16,0 0 0-16,0 0 2 15,0 0 73-15,35 98 10 16,-28-44-1-16,-4 9 6 16,-3-1-42-16,0-4 2 15,0-1-25-15,0-6-15 16,0-5-7-16,0-6-3 0,-3-10-2 15,-1-7-54-15,-2-10-124 16,-6-12-85-16,-5-1-198 16</inkml:trace>
  <inkml:trace contextRef="#ctx0" brushRef="#br0" timeOffset="23280.91">20600 12993 982 0,'0'0'448'0,"0"0"-448"15,0 0-24 1,105-46 24-16,-38 21 0 0,6-3 0 16,5 0-128-1,-4 3-152-15,-7 3-271 0</inkml:trace>
  <inkml:trace contextRef="#ctx0" brushRef="#br0" timeOffset="23519.74">21213 12979 1261 0,'0'0'0'0,"0"0"-2"16,0 0 2-16,0 0 0 0,0 0 0 15,100-65-37 1,-79 59-15-16,-7 6 34 0,-3 0 9 16,-4 12 0-1,-4 5 9-15,-2-1 0 0,1 0 9 16,1-4 9-1,4-7-13-15,11-4-1 16,9-1-4-16,10-4-77 0,7-18-370 16</inkml:trace>
  <inkml:trace contextRef="#ctx0" brushRef="#br0" timeOffset="23733.56">21742 12751 1105 0,'0'0'69'0,"0"0"-62"0,0 0 9 16,0 0 97 0,0 0-46-16,0 0-2 0,71 63-20 15,-65-36-5 1,2-2-25-16,-1-2-4 0,5-4-3 16,7-6-7-1,8-3 0-15,14-8 4 0,9-2-5 16,11-3-27-16,5-13-166 0,-2-2-196 15</inkml:trace>
  <inkml:trace contextRef="#ctx0" brushRef="#br0" timeOffset="24122.55">25646 12391 1335 0,'0'0'276'0,"0"0"-273"15,36 84-3-15,-9-41 7 0,-4 0-4 16,-4 3 7 0,0-3-6-16,-4-3-2 0,-3-5-2 15,-6-8-1 1,-3-7-5-16,-3-3-93 0,0-6-74 15,-11-7-68-15,-10-4-152 16</inkml:trace>
  <inkml:trace contextRef="#ctx0" brushRef="#br0" timeOffset="24249.86">25559 12746 1126 0,'0'0'212'15,"0"0"-195"-15,0 0-17 16,60-74-2-16,-5 43 1 0,14 1 0 15,3 5-52 1,-3 3-147-16,-10 11-245 0</inkml:trace>
  <inkml:trace contextRef="#ctx0" brushRef="#br0" timeOffset="24509.76">26135 12702 1131 0,'0'0'0'0,"0"0"-64"16,0 0 64-16,0 0 39 16,0 0-2-16,0 0-35 0,90-52 9 15,-69 52-4 1,-2 10-4-16,-2 4-2 0,-3 2 10 16,-3-3-5-1,-3-5-4-15,-3-3-1 0,-2-2-1 16,0-3 1-16,2 0-1 15,1 0 0-15,0 0 0 16,0 0-24-16,-6 0-124 0,0 6-254 16</inkml:trace>
  <inkml:trace contextRef="#ctx0" brushRef="#br0" timeOffset="24649.89">26232 12828 872 0,'0'0'109'0,"0"0"-98"0,0 0-11 15,0 0 59 1,102-19-27-16,-56 1-32 0,-3-1-17 16,-4 3-233-1,-7-1-441-15</inkml:trace>
  <inkml:trace contextRef="#ctx0" brushRef="#br0" timeOffset="24873.46">26920 12561 503 0,'0'0'692'15,"0"0"-692"-15,0 0-2 0,81-8 1 16,-77 8 1 0,-4 15 4-16,0 10 35 0,-22 7-4 15,-14 7-20 1,-9 4-5-16,-9 2-10 0,-1-3-2 15,-1-2-113-15,-4-9-179 16,-7-6-481-16</inkml:trace>
  <inkml:trace contextRef="#ctx0" brushRef="#br0" timeOffset="25845.03">9266 14129 1105 0,'105'6'11'0,"33"8"-9"15,20 1-2-15,14-10-1 16,12-5 1-16,3-10 1 16,7-20-1-16,2-12 13 15,2-12 14-15,-8-11-5 16,-20-12 10-16,-12-8-4 16,-25-5 3-16,-23-6 2 15,-23-6-3-15,-23-8-13 16,-23-14 1-16,-22-10 4 0,-19-14-11 15,-27-13-11-15,-33-2 0 16,-25 4-1-16,-30 11-14 16,-22 13-7-16,-21 15 0 15,-16 22 13-15,-16 25 6 16,-4 26 3-16,-5 32 0 16,-4 19 1-16,3 48 5 15,-4 37-6-15,8 34 9 0,13 32-6 16,26 34 6-1,32 18 3-15,37 9 3 16,40-2-9-16,35-19 4 0,22-14-9 16,52-21 0-16,41-14 2 15,39-24-2-15,41-19-1 16,36-24-12-16,28-20-79 16,30-14-58-16,18-15-120 15,15-11-181-15</inkml:trace>
  <inkml:trace contextRef="#ctx0" brushRef="#br0" timeOffset="26352.96">14802 14485 781 0,'0'0'89'0,"0"0"-82"15,69 76 9-15,-36-42 12 16,7 0 38-16,11 1 7 0,10-2-4 16,17-3-17-1,20-10-17-15,19-11-6 16,26-9-13-16,20-19-10 16,23-29 4-16,17-19-10 15,6-21 0-15,-3-16 0 16,-5-18 2-16,-14-14 7 15,-20-21 24-15,-21-14 4 0,-28-12 0 16,-29-9-21 0,-28-3 5-16,-31 0-3 0,-30 2-15 15,-34 13-3-15,-56 20-5 16,-47 30-2-16,-49 36-3 16,-46 33-34-16,-44 39 25 15,-31 22 10-15,-20 44 9 16,2 37 24-16,18 35 40 0,35 31 15 15,40 16-21 1,39 8-46-16,45-7-8 16,41-18-4-16,38-19-1 15,36-23-6-15,28-23 5 16,10-20-12-16,31-25-24 16,11-17-17-16,6-19-50 0,-2-5-65 15,-9-30-65 1,-14-20-286-16</inkml:trace>
  <inkml:trace contextRef="#ctx0" brushRef="#br0" timeOffset="27200.69">10543 12021 995 0,'0'0'0'0,"0"0"-5"0,3-112 0 16,7 62 5-16,-5-8 7 16,-5-4 3-16,0-12 13 15,0-4-4-15,-6-9 32 16,-9-3-3-16,2-2-3 15,-4-5-33-15,4-6-2 16,0-6-6-16,4-1-3 0,4 4 3 16,5 6 33-1,0 8 7-15,0 6-1 0,5 4-35 16,1 9-8 0,-2 3 2-16,0 6-1 0,-1 3 1 15,-3 3-1 1,2 7 7-16,-2 8 53 0,0 9-23 15,0 14 27-15,0 10-39 16,0 6 34-16,0 4-29 16,0 0-31-16,0 0-5 15,0 0-9-15,0 0-5 16,0 9-36-16,0 8-39 16,0 4-81-16,-13 1-138 15,-3 1-292-15</inkml:trace>
  <inkml:trace contextRef="#ctx0" brushRef="#br0" timeOffset="27729.84">9485 10793 1281 0,'0'0'32'0,"0"0"-32"15,0 0 0-15,0 0-7 16,0 0 0-16,0 0 4 16,41-12 3-16,20 12 5 15,18 0 17-15,21 0 13 16,15 0-7-16,10 0-3 16,6 8 5-16,9-1-16 15,11 1-5-15,10 2-8 0,13 0 6 16,9 3 5-16,6 3-1 0,5 0-2 15,8-2-2 1,18-8 1-16,21-6 15 16,24 0 10-16,11-18-18 15,12-3-5-15,2-5-2 16,-4-2-5-16,-7 1-2 16,-13 1-1-16,-14 3 5 15,-19-1 1-15,-17 3-2 16,-16-3-2-16,-27 4-4 0,-24 1 4 15,-21-1 1-15,-22 3-1 16,-21 3 1-16,-17 4-2 16,-23 4 0-16,-17 4-1 15,-15 2 0 1,-8 0-2-16,-5 0-8 0,0 0-12 16,0 0-10-16,0 0-22 15,-4 0-4-15,-3 0-8 16,3 0-50-16,1 0-57 0,1 0-164 15</inkml:trace>
  <inkml:trace contextRef="#ctx0" brushRef="#br0" timeOffset="28200.02">15678 9743 1278 0,'0'0'17'0,"0"0"-17"0,0 0-26 0,0 0 22 16,0 0 2-16,0 0-17 15,-70-21 19-15,64 71 12 16,-1 16 48-16,4 16-20 15,3 16 26-15,0 14-8 16,0 20-7-16,0 15-7 16,6 16-14-16,4 8-5 0,-2-2 0 15,-1-5-2-15,-2-5-2 16,-4-2 0-16,2-5 13 16,-3-7 17-16,0-5-23 15,0-11-4-15,0-15-8 16,0-11 10-16,0-16-20 15,0-12-4-15,0-15-2 16,0-13 1-16,0-16-1 16,0-15 0-16,0-7-3 0,0-8-12 15,-4-1-12 1,-1 0-2-16,-2-12-43 0,-5-11-208 16,0-3 62-1,1-8 18-15,1-8-179 0</inkml:trace>
  <inkml:trace contextRef="#ctx0" brushRef="#br0" timeOffset="28847.77">15702 10349 414 0,'0'0'73'0,"-95"0"-68"0,55 0-4 16,12 0 38 0,6-6 43-16,8-3 26 0,7 4-37 15,4 1 62 1,3 3-65-16,0 1-43 0,26 0-25 15,20 0 0-15,25 4 3 16,19 8 10-16,22 2 7 16,24 6 8-16,22-4-4 0,25-3 22 15,21-9-31 1,28-4-9-16,28-3 9 16,24-20 21-16,18-4-13 15,13-2-8-15,4-2 3 0,-1-1 10 16,-5 1 9-16,-3-1-3 15,-16-3 0-15,-16 1-1 16,-20 3-32-16,-31 0 1 16,-29 7 1-1,-32 4 2-15,-35 8-4 0,-31 4-1 16,-30 7-15-16,-24 1-76 16,-19 0-59-16,-18 0-151 15,-9-6-415-15</inkml:trace>
  <inkml:trace contextRef="#ctx0" brushRef="#br0" timeOffset="29200.91">20709 8937 1480 0,'0'0'29'16,"0"0"-29"-16,0 0-26 0,81 42 21 15,-48 36 1 1,-8 27 3-16,-11 20 1 16,-4 18 2-16,-10 22-2 15,0 14 4-15,0 15 7 16,-12 13 7-16,1 4-2 16,4-3 13-16,4-8-18 15,3-18 18-15,0-9 7 16,15-13 4-16,4-7-20 0,-1-12-4 15,-1-11-10-15,-7-16-5 16,-4-15 3 0,-2-17-4-16,-4-20 1 0,0-19-3 15,2-19 2 1,-1-17-82-16,1-7-54 0,-2-42 40 16,0-31-205-16,0-33-448 15</inkml:trace>
  <inkml:trace contextRef="#ctx0" brushRef="#br0" timeOffset="29565.79">20515 10147 286 0,'0'0'912'0,"143"-47"-912"15,-32 47-3-15,26 0 0 0,14 19 1 16,11 6 1 0,13 6 2-16,8-3 0 15,24-5 1-15,27-11 11 16,32-8 27-16,27-4 11 16,24-8-12-16,17-13-5 15,7-5-6-15,7-4-23 16,-8-2 4-16,-13 0 0 0,-20 1-5 15,-29 1 0 1,-31 7-2-16,-38 1 1 0,-36 7 1 16,-32 5-4-16,-31 7-6 0,-25 3-62 15,-27 0-135 1,-19-2-160-16</inkml:trace>
  <inkml:trace contextRef="#ctx0" brushRef="#br0" timeOffset="30009.98">26058 8587 1091 0,'0'0'10'0,"0"0"-10"15,0 0-22-15,0 0 11 16,9 81 11-16,-2-9 3 0,-1 14 17 16,-1 14-5-1,-1 23 37-15,1 20 11 0,-2 19 7 16,-2 19-9 0,-1 12-19-16,0 4 2 15,4 12-6-15,2 4 4 16,4 1-9-16,6-4 3 0,2-13 8 15,4-15-5-15,3-10-18 16,1-7-3-16,-4-12 6 16,-2-8-3-16,-8-11-11 15,-8-14-7-15,-4-12 2 16,0-15-5-16,0-18-1 16,-7-17 0-16,-1-15-11 15,4-19-55-15,2-16-56 16,-1-8-24-16,2-29 59 15,-3-25-205-15,-3-26-453 16</inkml:trace>
  <inkml:trace contextRef="#ctx0" brushRef="#br0" timeOffset="30363.43">25652 10338 1174 0,'0'0'0'0,"113"-57"-8"0,-16 46-22 0,23 5 22 16,20 4 6-1,24 0 2-15,15-2 5 0,30-3 10 16,27-8 21-1,28-7 4-15,30-5 18 0,16-5-3 16,17-1-21-16,6 2 1 16,4 3 7-16,0 1-2 15,0 2 11-15,-10-1 4 16,-14 0-17-16,-18-1 6 16,-27-2 3-16,-28 2-31 15,-31 2-16-15,-44 4-1 16,-42 5-38-16,-55 1-176 15,-56-8-373-15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24:20.9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20233 2038 551 0,'0'0'342'0,"0"0"-336"16,0 0-6-1,-85-31 11-15,51 23 27 0,-5 3 27 16,-4 0 12-1,-3 1-11-15,-3 1-24 0,-7 2-19 16,-9 1 0-16,-7 0-4 16,-10 0-9-16,-9 0-9 15,-6 0 5-15,-3-4-4 16,-2 0 4-16,0-3 10 16,-4-1 7-16,-11 2-10 15,-11 0-1-15,-15 4 0 16,-5-2 4-16,-7 2-4 15,1-3-3-15,6 2 9 0,4 0-17 16,6 0 2-16,4 0-3 16,1-1-1-16,0-1 1 15,-2 0 1-15,-3 3 3 16,0 0-1-16,0 2 12 16,-2 0-2-16,0 0 0 15,-6 0-8-15,-5 5-1 16,5 6-1-16,13-3-1 15,14 1-1-15,14-1 4 16,13-4-1-16,8 4-3 16,11-1-1-16,3 1-4 15,3 4 3-15,-2 1 0 0,-4 4 0 16,-3 0 0 0,6 2 0-16,6-1 1 15,10-3 0-15,12-1 0 16,8-2 3-16,4 1-3 15,2 5 0-15,1 1-2 16,2 5 2-16,-1 2 0 0,3 4 0 16,0 3 0-16,-1 7 0 15,-1 3 0-15,-2 11 0 16,-1 9 2-16,-2 7 2 16,-1 5 1-16,-2-3 5 15,1 0 4-15,3 1 2 16,2-1 0-16,6-1-4 15,1-5-4-15,3-6 0 16,2-2-3-16,4-4 5 16,2-5-5-16,5-5 3 0,4-6-3 15,0-4-3-15,0-4 2 16,16-5-4-16,7 0 6 16,5-2-3-16,3 2-2 15,8 0 9-15,4 0-10 16,8 0 11-16,8 0-7 15,10-5 1-15,9-2 0 16,8-3 0-16,5-2-3 16,2-1 1-16,-1-1 0 15,4 3 0-15,-2-3-1 16,7-1-1-16,1 0 2 16,7 1 0-16,3-3-3 15,4-4 0-15,6-2 0 0,4-2 0 0,6 0-2 16,4-13 2-16,-5-3 5 15,-2 0-3 1,-1 2-2-16,-6 3 4 16,-1 6-4-16,-4 2-2 15,-7-3-1-15,6 2 3 0,2 0-2 16,2-4-1 0,-1-2 3-16,0-4 2 0,3-2-1 15,5 3-1 1,0-5 1-16,6 1-1 0,4-1-1 15,-1 0-4-15,-1 3 1 16,-3 1 3-16,-10 4-3 16,-6 0 1-16,-3 4 0 15,2-3-4 1,1-1 5-16,-2-1-5 16,2-2-1-16,-3 1 3 0,-5 0-7 15,-7 1 7-15,-14 4 4 16,-13-1-4-16,-13 3-6 0,-10 0 1 15,-8 0 10 1,-5 1 1-16,-7-2-1 16,-1-3 0-16,-2-3 1 15,0-1 3-15,-1-2-2 16,-3 1-2-16,-4-4 5 16,-4-1 3-16,-6-4-1 0,-2 0 3 15,-6-5 0 1,-2-4-6-16,0-5 2 0,0-9-6 15,-7-7 0-15,-5-8 4 16,-5-14-2-16,-6-7-2 16,-1-11-2-16,-4-7 2 15,-3-2-1-15,-5 2 1 16,-6 6 5-16,0 9-5 16,-2 14 2-16,2 10 2 15,-2 15-4-15,3 10 0 16,0 11-21-16,1 12-130 0,2 7-185 15,3 6-505 1</inkml:trace>
  <inkml:trace contextRef="#ctx0" brushRef="#br0" timeOffset="1127.81">21430 2905 911 0,'0'0'124'16,"0"0"-122"-16,0 0 5 15,0 0 91-15,0 0 58 16,0 0-52-16,-24-59-42 16,24 59-51-16,0 17-10 0,-2 14-1 15,-1 13 80-15,-1 6-16 16,-2 1 6-16,-3 0 9 16,5-6-40-16,-1-7-14 15,4-9-2-15,1-10-18 16,0-8-2-16,0-5-3 15,0-6 1-15,0 0-1 16,0 0 11-16,0-6 4 16,0-14 2-16,-3-12-17 15,-5-7-5-15,-2-4-2 16,-1-2-3-16,1-3-21 0,1-1-10 16,6 2 13-1,2 4 12-15,1 4 15 0,0 10 1 16,0 8 0-16,0 10 1 15,0 5-1-15,0 4 8 16,0-2-8-16,17-1-1 16,8-4 1-16,8 1 7 15,6-3-3-15,-1 3 0 0,-1-3-2 16,-4 3-2 0,-6 1 0-16,-5 1-2 15,-7 0-14-15,-3 1-117 16,-6 4-61-16,-5 1-40 15,-1 0-133-15</inkml:trace>
  <inkml:trace contextRef="#ctx0" brushRef="#br0" timeOffset="1302.58">21387 2945 745 0,'0'0'273'0,"0"0"-262"16,0 0-11-16,0 0 158 0,0 0-11 15,108-24-71 1,-69 8-51-16,-6 2-24 0,-9 7-2 16,-9 5-54-1,-11 2-152-15,-4 9-201 16</inkml:trace>
  <inkml:trace contextRef="#ctx0" brushRef="#br0" timeOffset="1445.24">21323 3281 1035 0,'0'0'22'16,"0"0"-14"-16,0 0 8 16,0 0 69-16,120-29-43 0,-74 1-42 15,-4 0-137 1,-7 1-201-16,-10-1-301 16</inkml:trace>
  <inkml:trace contextRef="#ctx0" brushRef="#br0" timeOffset="1812.87">21643 3031 922 0,'0'0'48'0,"0"0"-39"16,0 0 133-16,0 0 21 15,102-30-54-15,-76 31-64 16,-3 17-21-16,-7 3 2 16,-4-2-11-16,-6 0-2 15,-3-2-5-15,-3-5-5 16,0-4-2-16,0-4 2 15,0-3-2-15,0-1 4 16,0 0 11-16,0-14-4 16,0-9-12-16,0-4-6 15,3-7-2-15,15 2 2 16,5 5 3-16,0 9 3 16,0 8 0-16,-2 9 3 15,-2 1 3-15,0 6 3 16,-1 15 15-16,-1 5-12 0,-4 3-6 15,-1-1-1 1,1-2-5-16,2-3-3 0,2-3-2 16,1-3-32-16,-2-7-56 15,6-6-16-15,4-4-47 16,2 0-35-16,3-17-115 16,1-10-108-16</inkml:trace>
  <inkml:trace contextRef="#ctx0" brushRef="#br0" timeOffset="2609.54">22389 2795 861 0,'0'0'156'0,"0"0"46"16,0 0 3-1,0 0-112-15,-113 13-17 0,75 12 4 16,9-1-38-16,10-4-14 16,9-6-21-16,10-4-7 15,0 0-5-15,0-2 3 16,6-4-1-16,14-1-5 15,6-3 3-15,7 1-4 16,5 1-14-16,1 7 7 0,1 7 11 16,-5 13 0-1,-3 7 4-15,-7 2 0 0,-10 6 1 16,-6 3 0 0,-9 0-2-16,0-1 2 0,-10-3 0 15,-14-7-3-15,0-8 3 16,-2-9 0-16,3-9 1 15,3-8 4-15,5-2-5 16,5-10-1-16,3-18-8 16,7-9-33-16,0-6 21 15,19-8-3-15,8-7 8 16,4-4-8-16,2-5 6 16,0-4-1-16,1-5-1 15,0-4-13-15,1 1 8 0,-7 3 21 16,-4 4-1-16,-7 2-10 15,-6 10 4-15,-3 13 11 16,-4 9 1-16,-4 16-1 16,0 9 7-16,0 7 15 15,0 6 43 1,0 0-27-16,-7 6-38 0,-2 17 1 16,-3 15-1-16,4 14 6 15,4 12 5-15,4 4 15 16,0 3 16-16,0-4 3 15,9-5 8-15,4-7-29 16,5-12-4-16,4-10-12 16,2-13-4-16,0-10-4 15,2-10 0-15,1 0 8 16,2-23 5-16,0-9-9 0,-6-5-3 16,-5-2-1-1,-4 2-16-15,-5 7 9 0,-3 10-3 16,0 9 10-16,-3 10-2 15,0 1 1-15,3 7 2 16,1 14-1-16,5 6 44 16,-2 4-10-16,1-2-4 15,1 1-23-15,0-4-2 16,-3-7-4-16,-2-5-1 16,-4-8-4-16,-1-3-53 15,-2-3-106-15,0-1-46 16,0-22-62-16,-11-11-499 0</inkml:trace>
  <inkml:trace contextRef="#ctx0" brushRef="#br0" timeOffset="2706.38">22975 2535 730 0,'0'0'375'0,"0"0"-375"0,0 0-11 16,0 0-29-16,0 0-151 15,0 0-98-15</inkml:trace>
  <inkml:trace contextRef="#ctx0" brushRef="#br0" timeOffset="2957.69">23214 2571 1203 0,'0'0'139'0,"0"0"-133"0,0 0 8 15,0 0 88 1,-12 73-19-16,39-57-18 0,8 6-12 15,1 3-11-15,-3 1-22 16,-7 3-15-16,-7-3-4 16,-7 1-2-16,-6-2 1 0,-6-3-8 15,0-7-105 1,0-7-50-16,0-8-57 16,0 0-44-16,0-19-235 15</inkml:trace>
  <inkml:trace contextRef="#ctx0" brushRef="#br0" timeOffset="3124.87">23356 2620 989 0,'0'0'279'0,"0"0"-253"0,0 0 62 15,-97 67 93-15,60-27-33 16,2 4-78-16,5 0-33 16,5-3-27-16,8-3-10 15,4-5-1-15,6-6-5 16,7-8-17-16,0-8-108 15,0-10-87-15,16-1-81 16,8-29-75-16</inkml:trace>
  <inkml:trace contextRef="#ctx0" brushRef="#br0" timeOffset="3501.36">23478 2262 1147 0,'0'0'190'15,"0"0"-178"-15,11 82-12 16,-8-32 78-16,1 2 56 0,4 4-65 16,1-4-43-1,2-8-13-15,0-9-12 16,2-11 1-16,-4-10-2 16,3-8-2-16,2-6-12 15,-1-6-33-15,6-21 26 16,-2-7-32-16,2-7 18 0,-4 4 18 15,0 7 17 1,-4 13 0-16,-3 8 19 16,-2 9 33-16,2 1-24 0,-2 21 17 15,0 8 50-15,0 6-24 16,-5 2-30-16,1-1-12 16,1-2-17-16,1-3-6 15,4-3-6-15,3-7-3 16,3-3-48-16,1-5-105 15,5-4-94-15,3-10-75 16,4 0-326-16</inkml:trace>
  <inkml:trace contextRef="#ctx0" brushRef="#br0" timeOffset="3746.26">24242 2634 1197 0,'0'0'161'0,"0"0"-161"15,0 0 105-15,0 0 14 0,0 0-80 0,0 0-39 32,63-40 0-32,-63 60-25 15,0 12 25-15,0 11 1 16,-11 4 3-16,0 0 10 16,6-3 19-16,5-9-19 15,9-13-14-15,25-11-5 16,13-11-89-16,6-7-308 15</inkml:trace>
  <inkml:trace contextRef="#ctx0" brushRef="#br0" timeOffset="4259.5">26107 2688 1105 0,'0'0'66'0,"0"0"93"0,0 0 43 15,0 0-39 1,0 0-35-16,0 0-85 0,-38-42-43 16,45 70 4-16,8 11 22 15,1 4 10-15,-2 3-19 16,-5 0 4-16,-1-5-6 16,-2-3-12-16,-1-7-3 15,-2-7-8-15,-2-11-32 16,-1-7-90-16,0-6-117 15,-12-3-52-15,-11-24-263 16</inkml:trace>
  <inkml:trace contextRef="#ctx0" brushRef="#br0" timeOffset="4436.1">25783 2721 1180 0,'0'0'236'16,"0"0"-236"-16,0 0 0 15,0 0 83-15,112-61 8 0,-51 41-50 16,3 4-31-16,-7 8-10 16,-13 8-22-16,-16 0-141 15,-16 25-81-15,-12 15-40 16,-14 13-432-16</inkml:trace>
  <inkml:trace contextRef="#ctx0" brushRef="#br0" timeOffset="4563.72">25829 3139 1117 0,'0'0'163'0,"0"0"-146"0,0 0 46 16,0 0 58-16,0 0-10 16,150-51-97-16,-58 8-14 15,5-2-46-15,-3-3-215 16,-12 1-458-16</inkml:trace>
  <inkml:trace contextRef="#ctx0" brushRef="#br0" timeOffset="5217.58">27494 2845 1189 0,'0'0'0'0,"0"0"-22"16,22-95 22-16,-11 52 139 0,0-6-103 15,2-13-31-15,-1-8-5 0,-1-8-1 16,-1-7 1-16,-1 0-7 16,-1 1-34-1,-2 3 6-15,-2 8 26 0,-3 21 9 16,-1 21 6 0,0 20 77-16,0 11 76 15,-16 31-111-15,-8 21-28 16,-4 22 60-16,-2 12-10 15,7 3-13-15,9 2-7 0,9-7-11 16,5-9-9 0,5-9-9-16,20-16-11 0,6-17-4 15,8-9-1-15,6-15-5 16,1-9 1-16,8-7-2 16,-2-19-5-16,-4-10-40 15,-8-3 5-15,-16 2 9 16,-11 7 2-16,-13 9 15 15,0 13 15-15,0 6 10 16,-10 2 18-16,-7 17-14 16,3 13-3-16,0 1 10 15,10 0-8-15,4-6-3 16,1-2-8-16,20-7 6 16,3-5-7-16,4-8 7 15,5-3-3-15,-3-4-3 16,-3-13 2-16,-8-8 1 0,-11 0 3 15,-8-1-1-15,0 1 19 16,-23-2-3-16,-3 11-10 16,-4 2-5-16,3 4-8 15,0 6-1-15,8 1-18 16,6 3-89-16,6 0-89 16,7 0-196-16,0 0-134 15</inkml:trace>
  <inkml:trace contextRef="#ctx0" brushRef="#br0" timeOffset="5742.52">28078 2307 312 0,'0'0'1291'0,"0"0"-1277"0,0 0-6 16,0 0 159-16,0 0-70 15,0 0-73-15,13 37-20 16,1 2 37-16,1 2-13 15,4 0-16-15,1-4-5 16,3-1-2-16,0-10-4 16,-1-5-1-16,-4-10 0 15,-5-5-9-15,-2-6-18 16,-2-10 5-16,-1-19 8 16,2-11-30-16,-4-7 8 15,-2 3 15-15,-4 6 19 0,0 11 2 16,0 12 0-1,0 8 3-15,0 7 15 0,0 0-4 16,3 0-13-16,10 0 2 16,9 7 2-16,6-5 9 15,8-2-9-15,5 0 2 0,0-12-5 16,-1-6-2 0,-3-2 0-16,-13 2 2 15,-7 3-2-15,-11 6 6 16,-6 1 3-16,0 7 24 0,-11 1-5 15,-13 4-21-15,-3 19-2 16,2 8 6-16,7 4 3 16,8 1 3-1,10-1-10-15,0-3-7 0,14-5 0 16,15-4 0-16,8-6 0 16,5-7 0-16,7-4-23 15,2-4-86-15,0-2-117 16,1 0-129-16,-2 0-282 15</inkml:trace>
  <inkml:trace contextRef="#ctx0" brushRef="#br0" timeOffset="5982.6">29637 2211 1413 0,'0'0'123'0,"0"0"-117"0,0 0 138 15,0 0-18-15,0 0-69 16,0 0 27-16,39 65-35 16,-33-35-37-16,3-1-7 15,-2-1 3-15,3-3-8 16,0-5-2-16,-1-2-24 16,-2-9-93-16,-4-7-164 15,-3-2-121-15,-6-13-392 0</inkml:trace>
  <inkml:trace contextRef="#ctx0" brushRef="#br0" timeOffset="6125.26">29428 2233 1656 0,'0'0'17'0,"0"0"-13"16,0 0 63-16,0 0 29 15,0 0-72-15,121-67-24 16,-69 59-12-16,-6 7-130 15,-11 1-154-15,-20 6-161 16</inkml:trace>
  <inkml:trace contextRef="#ctx0" brushRef="#br0" timeOffset="6572.97">29518 2571 1323 0,'0'0'0'16,"0"0"-29"-16,0 0 29 0,101-105 38 15,-62 68-18-15,1 2-19 16,2 0 1-16,-2 5-2 16,-1 5 4-16,-1 7 54 15,-3 5 49-15,-9 7 3 0,-4 6-3 16,-6 0-29 0,-4 11-40-16,-6 11-9 15,-3 2-3-15,-1 1-9 0,-2-1-13 16,0-3-1-16,0-5-3 15,1-6 0-15,-1-6 0 16,3-4-7-16,4 0-6 16,4-20 1-16,5-5-14 15,4-6-2-15,1 2 25 16,-1 4 3-16,0 5 0 16,-2 9 3-16,-1 8 7 15,-1 3 13-15,3 2-12 16,2 16 4-16,3 4 10 15,1 5-13-15,-3 1-8 16,-2-2-4-16,-1-1-1 16,-2-4-8-16,1-5-65 15,-6-4-101-15,3-12-48 0,-3-2-127 16,-1-27-416 0</inkml:trace>
  <inkml:trace contextRef="#ctx0" brushRef="#br0" timeOffset="7069.69">30577 1820 1314 0,'0'0'206'0,"0"0"-205"0,0 0 2 16,0 0 38-16,0 0 21 16,0 0 48-16,55 104-67 15,-44-55-9-15,-2-1 7 16,1-2-12-16,-4-6-16 15,3-6-8-15,0-11-4 16,-2-5-1-16,-1-9 0 0,-4-5 0 16,-2-4 1-16,0 0 8 15,-2-7-9-15,-19-10-2 16,-4 4-15-16,-5 6 10 16,-1 5 2-16,3 2 4 15,-2 2 1-15,4 16 3 16,5 1 17-16,5 4-1 15,9-3-4-15,7-3-6 16,0-2-3-16,4-2 1 16,20-5-4-16,9-4 3 0,6-4-2 15,7 0-1 1,2-8-3-16,-1-3-15 16,-3-1-4-16,-4 4 2 15,-6 3 6-15,-9 3 10 16,-5 2 0-16,-4 0 1 0,-5 0 4 15,-5 2 6-15,1 2-9 16,-4 0-1-16,-3-3 0 0,0 3-16 16,0-4-72-1,0 0-134-15,-13 0-76 0,-4-4-227 16</inkml:trace>
  <inkml:trace contextRef="#ctx0" brushRef="#br0" timeOffset="7369.75">30831 1885 1512 0,'0'0'6'16,"0"0"-4"-16,0 0 74 0,0 0 49 15,0 0-106-15,0 0-14 16,39 29 6-16,-25 1 3 15,-3 3 9-15,-4 0 9 16,2 3-8-16,-1 0-13 16,-1 1 1-16,2-4-5 15,0-3 6-15,0-7 0 0,-1-4-5 16,-1-8-7 0,-4-5-2-16,-2-3 1 15,-1-3-2-15,0 0-22 16,0-3-32-16,-3-14-120 0,-9-6-12 15,3-8-50-15,3-10-99 16</inkml:trace>
  <inkml:trace contextRef="#ctx0" brushRef="#br0" timeOffset="7512.5">30851 1757 1275 0,'0'0'0'16,"0"0"-111"-1,0 0 105-15,0 0 3 0,0 0-3 16,6 95-245-16,10-56-252 16</inkml:trace>
  <inkml:trace contextRef="#ctx0" brushRef="#br0" timeOffset="7812.74">31387 1995 1064 0,'0'0'298'16,"0"0"-260"-16,0 0 147 0,0 0 21 15,-83-49-99 1,63 49-42-16,7 14-43 16,4 0-11-16,7 3-8 15,2-1-3-15,0 0-2 0,14 0 1 16,11 1 2-16,5 1-1 0,4 6 2 15,2 5-1 1,-3 8 2-16,-2 4 12 0,0 2 5 16,1-3-16-1,-4-4-3-15,-7-3-1 16,-8-2-138-16,-13-9-270 16,-10-9-597-16</inkml:trace>
  <inkml:trace contextRef="#ctx0" brushRef="#br0" timeOffset="10982.46">25920 3780 389 0,'0'0'540'0,"0"0"-528"0,0 0-8 16,0 0 64 0,0 0 79-16,0 0-40 0,0 0-78 15,-78-85 9-15,88 66-33 16,17 0-3-16,9 4 23 16,7 7-10-16,-1 6-4 15,-1 2 8-15,-8 10-10 16,-12 18-4-16,-9 7 3 15,-11 6 7-15,-1 4 1 16,-4-4-5-16,-12-7 1 0,5-10-11 16,5-11 1-1,4-6-1-15,2-7-1 0,0 0 2 16,0-10 7 0,14-24 2-16,8-12-11 0,5-12 0 15,-3 3-2 1,-4 5 2-16,-7 14 0 0,-4 17 1 15,-6 11 10-15,-3 8 35 16,1 0-43-16,1 27 0 16,-1 12 27-16,1 10 81 15,1-1-87-15,2-2-12 16,6-7 0-16,3-2-12 16,2-4 0-16,2-7-5 15,6-5-59-15,0-9-89 0,0-8-66 16,1-4-121-16,-6-16-194 15</inkml:trace>
  <inkml:trace contextRef="#ctx0" brushRef="#br0" timeOffset="11152.69">26478 3762 1298 0,'0'0'108'0,"0"0"-108"0,0 0 0 15,0 0 51-15,0 0 42 16,32 104-24-16,-23-68-54 15,2-1-15-15,2-1 0 0,2-1-1 16,6-2-56 0,2-5-104-16,4-9-143 0,0-14-306 15</inkml:trace>
  <inkml:trace contextRef="#ctx0" brushRef="#br0" timeOffset="11797.02">27908 3495 1005 0,'0'0'127'0,"0"0"-125"0,0 0-2 16,-27-75 20-16,27 46 41 15,18-1-9-15,7 3-37 16,8 3-3-16,4 8 3 16,5 6 15-16,1 10-3 15,-1 0-2-15,-3 14 16 16,-7 12-14-16,-9 4-10 16,-8 0-12-16,-11-5-1 0,-2-4 0 15,-2-7-2 1,0-7-2-16,0-6 2 0,0-1-4 15,2 0-1-15,-1-16 0 16,1-11-46-16,1-7 5 16,0 0 28-16,-3 7 12 15,0 7 4-15,0 8 8 16,0 6 25-16,0 6 50 16,-5 0-23-16,-3 22-43 15,1 14 42-15,0 3 31 16,7 4-36-16,0-3-38 0,3-5-13 15,15-3-3-15,2-1-2 16,3-3-44-16,4-8-155 16,0-9-111-16,-2-11-321 15</inkml:trace>
  <inkml:trace contextRef="#ctx0" brushRef="#br0" timeOffset="12095.53">28585 3407 1088 0,'0'0'14'0,"0"0"-4"0,0 0 73 16,35-75 73-16,-13 73-28 0,0 2-89 16,-1 16-10-1,-4 17 6-15,-13 2 13 0,-4 3 3 16,-1-1-32-16,-10-7 3 15,1-7-5-15,8-11-8 16,2-6-6-16,0-6 1 16,3 0 6-16,21-3-4 15,12-16 11-15,8-6-10 16,5-4-7-16,1-1-9 16,1 0-81-16,1 2-106 15,3-1-148-15,0-3-288 16</inkml:trace>
  <inkml:trace contextRef="#ctx0" brushRef="#br0" timeOffset="12673.7">30149 3132 954 0,'0'0'67'0,"0"0"-67"0,0 0 0 0,22-95 52 16,5 63 48-16,7 1-49 16,10 5-27-16,2 7 16 15,-1 6 16-15,-5 13-3 16,-3 0 0-16,-8 19-12 16,-7 10 3-16,-7 5 1 15,-12 1-26-15,-3-2-15 16,0-3 3-16,-9-6-1 0,-2-5-3 15,4-9-1-15,4-4-3 16,1-6 2-16,2 0-1 16,0-17 0-16,0-11-21 15,12-11-23-15,5-1 26 16,-1-1-12-16,2 4 12 16,-6 10 4-16,-4 10 14 15,-4 12 4-15,-4 5 40 16,0 0-1-16,0 12-34 15,0 16 11-15,0 5 28 0,0 3-33 16,0-4-14 0,6-1-1-16,9-5-2 0,6-1-38 15,1-6-104 1,-1-7-122-16,4-11-200 0</inkml:trace>
  <inkml:trace contextRef="#ctx0" brushRef="#br0" timeOffset="13136.45">30887 3023 660 0,'0'0'89'0,"0"0"-86"15,0 0 57-15,0 0 87 16,0 0-56-16,0 0-35 16,-53 6-9-16,48-6 24 0,4 0 7 15,1 0-7 1,0 0-21-16,10-8-18 16,15-5-31-16,13-1 0 15,6 3 4-15,4 4 2 16,0 5 9-16,-8 2 15 0,-13 10 18 15,-11 16 13 1,-16 5 5-16,0 2 15 0,-11 4-27 16,-6-3-15-1,4 0-22-15,8-1-10 0,5-4-7 16,0-4-1 0,0-2 0-16,0-2 0 0,-1-1 0 15,-34 4 2 1,-17 6-2-16,-19-1-11 0,-17 2-133 15,-5-7-171-15,-4-11-157 16</inkml:trace>
  <inkml:trace contextRef="#ctx0" brushRef="#br0" timeOffset="18832.43">21557 5013 398 0,'0'0'194'16,"0"0"-145"0,0 0-47-16,0 0 65 0,0 0 41 15,0 0 22-15,0 0-57 16,0 0 0-16,-81-62-20 15,77 59 26-15,1 1 2 16,1 0-20-16,1 0-18 16,1 2-19-16,0 0-13 15,0 0-10-15,0 0-1 16,0 0-8-16,13 11 8 16,11 3 0-16,6 4 15 15,4 2 4-15,5 0 1 16,3 3 12-16,1 5-4 0,3 2-10 15,-1 6-6 1,1 0-3-16,-4 0-4 0,-5-1-5 16,0-4-1-16,-8-2-3 15,-2-6 3-15,-6-2-18 16,-8-5-50-16,-3-5-32 16,-7-5-57-16,-3-6-82 15,0 0 9-15,-9-2-155 0</inkml:trace>
  <inkml:trace contextRef="#ctx0" brushRef="#br0" timeOffset="19142.66">21904 4903 765 0,'0'0'69'0,"0"0"-40"15,0 0 39-15,0 0 13 16,-82 33-4-16,54 8 12 0,-4 4-20 16,1 7 13-1,-4 5-25-15,-1 0-6 0,-5 3 10 16,-1-5-24 0,1-5-8-16,5-11-15 0,9-6-10 15,11-9-3 1,4-8-1-16,6-6-3 0,3-7-3 15,3-2-69-15,0-1-60 0,0 0-53 16,4-12-60 0,14-11-189-16</inkml:trace>
  <inkml:trace contextRef="#ctx0" brushRef="#br0" timeOffset="19522.64">22165 5042 803 0,'0'0'91'16,"0"0"-66"-16,0 0 46 0,0 0 39 15,0 0-27-15,0 0-6 16,-38-57-11-16,43 57-65 16,18 4 4-16,14 13 7 15,5 7 19-15,7 6 7 16,-3 5-5-16,-2 4 6 0,-1 0-30 16,-7 2-9-1,-5-3 1-15,-6-4-2 0,-6-3-4 16,-5-9-53-1,-5-6-26-15,-4-8-58 0,-2-8 22 16,-3 0-173-16,0-15-58 16</inkml:trace>
  <inkml:trace contextRef="#ctx0" brushRef="#br0" timeOffset="19705.91">22510 5003 1261 0,'0'0'86'0,"0"0"-85"0,-66 98 26 16,33-39 92 0,-1 8-4-16,-1 4-28 15,9 0-58-15,5-5-21 16,2-1-8-16,5-6-4 0,-2-4-105 16,-1-2-93-1,-3-9-102-15,-6-10-325 0</inkml:trace>
  <inkml:trace contextRef="#ctx0" brushRef="#br0" timeOffset="21246.29">21375 3638 853 0,'0'0'54'16,"0"0"-54"-16,0 0-13 0,0 0 13 15,0 0 47 1,116-42 55-16,-41 30-10 15,20-1-3-15,25-2-11 0,17-1-3 16,19-3 4 0,16 1-21-16,12-1-12 0,9-2-4 15,-2 2-11-15,-4 4-13 16,-15 2 11-16,-20 4-14 16,-23 4-11-16,-29 2-3 15,-25 3-1-15,-24 0-3 16,-22 0-13-16,-16 0-93 15,-13 0-70-15,-2 4-62 16,-32 2-84-16</inkml:trace>
  <inkml:trace contextRef="#ctx0" brushRef="#br0" timeOffset="22407.67">18952 6013 697 0,'0'0'59'15,"0"0"4"-15,0 0 44 0,0 0 7 16,0 0 1-16,0 0-40 0,-5-13-32 15,5 13-21 1,0 0-12-16,0 17-3 16,0 15 48-16,0 11 59 15,0 6-52-15,0 6 23 16,-1 3 4-16,-2 1-41 16,1-1 3-16,1-5-35 0,1-5 9 15,0-5-20-15,0-10-3 16,0-7-1-16,0-9-1 15,3-5 0-15,-2-6-11 16,1-4-78 0,-2-2-93-16,0 0-14 0,0-23-56 15,0-12-400-15</inkml:trace>
  <inkml:trace contextRef="#ctx0" brushRef="#br0" timeOffset="22932.65">18929 6178 469 0,'0'0'500'16,"0"0"-498"-16,0 0 21 16,0 0 109-16,0 0-20 15,-27-89-8-15,51 59-64 0,10-4-17 16,10 0 2-1,6 4 33-15,-3 11-8 0,-6 11-5 16,-9 8-18-16,-11 8-18 16,-8 24-9-16,-13 15 9 15,0 12 21-15,-18 4 1 16,-10 1 8-16,0-7-19 16,5-11-12-16,7-9-5 15,10-11-3-15,4-7 0 16,2-5 0-16,2-4-3 0,16-2 2 15,13-3 0 1,9 0 2-16,5-3-1 0,1 2 1 16,-5 6 0-16,-11 4-1 15,-15 6 0-15,-13 5-2 16,-2 2 2-16,-35 6 2 16,-13 2 6-16,-9-3 2 15,1-4-2-15,6-8 15 16,9-7 4-16,5-5-18 15,7-3-5-15,4-5-4 16,7 0-1-16,5 0-21 16,8-5-49-16,5-10-102 0,5-11-105 0,23-7-146 31</inkml:trace>
  <inkml:trace contextRef="#ctx0" brushRef="#br0" timeOffset="23232.52">19820 6211 980 0,'0'0'182'0,"0"0"-180"0,0 0 42 16,0 0 143-16,0 0-64 15,0 0-83-15,-9 0-28 16,21 0-11-16,11 0 1 16,12-9 25-16,5-8-7 0,4-3-19 15,-4 3-1-15,-7 3-1 16,-12 3-37-16,-6 7-118 16,-8 4-65-16,-7 0-13 15,0 15 1-15,-15 7-65 16</inkml:trace>
  <inkml:trace contextRef="#ctx0" brushRef="#br0" timeOffset="23395.52">19885 6486 761 0,'0'0'386'0,"0"0"-385"0,0 0 95 16,0 0 93-1,0 0-34-15,0 0-69 16,123-40-67-16,-75 11-16 0,-2 5-3 15,-4 4-28-15,-5 6-133 16,-7 1-163-16,-8 3-383 16</inkml:trace>
  <inkml:trace contextRef="#ctx0" brushRef="#br0" timeOffset="24478.63">24189 5174 693 0,'0'0'64'0,"0"0"30"16,0 0-2-16,0 0 33 16,0 0-31-16,0 0-50 15,-23-40 6-15,32 40-46 16,21 7 9-16,13 11 53 15,12 4-4-15,10 6-34 0,3 1 22 16,1 2-3 0,-7 0-36-16,-9 0-6 0,-7-1-4 15,-9-1-2 1,-7-3 1-16,-6-3-27 0,-11-1-54 16,-4-5-60-1,-9-4-47-15,0-8-138 16,-10-5-371-16</inkml:trace>
  <inkml:trace contextRef="#ctx0" brushRef="#br0" timeOffset="24722.59">24584 5098 1061 0,'0'0'128'0,"0"0"-123"16,0 0 0-16,0 0 74 15,-93 80 49-15,54-29-60 16,-4 6-30-16,-3 4-4 16,1-4 1-16,2-2 16 0,9-5-24 15,7-8-9 1,9-7-14-16,5-8-4 0,6-6 0 16,7-8-3-16,0-7-69 15,14-6-62-15,20-9-76 16,13-21-145-16</inkml:trace>
  <inkml:trace contextRef="#ctx0" brushRef="#br0" timeOffset="24994.7">24994 5067 1163 0,'0'0'4'16,"0"0"-4"-16,0 0 0 16,0 0 85-16,104 44-5 15,-59-14-15-15,8 3-35 16,0 2-11-16,-3 1-3 16,-4-1-16-16,-6-2 2 15,-4-3-2-15,-6-3-20 0,-8-5-61 16,-6-3-51-16,-11-6-42 15,-5-6-118-15,-5-7-249 16</inkml:trace>
  <inkml:trace contextRef="#ctx0" brushRef="#br0" timeOffset="25252.68">25374 5111 994 0,'0'0'211'16,"0"0"-211"-16,0 0 0 16,-107 74 39-16,68-36 89 0,-1 2-39 15,1 1-58 1,2-3-11-16,6-2 11 0,5-5-22 16,5-8-7-1,8-6-2-15,7-2 0 0,6-8-42 16,0-7-149-16,18 0-115 15,9-20-250 1</inkml:trace>
  <inkml:trace contextRef="#ctx0" brushRef="#br0" timeOffset="25472.51">25540 5053 1281 0,'0'0'0'16,"0"0"0"-16,100 23 63 0,-51 2 59 16,5 5-35-16,3 5-25 15,-5 2-53-15,-1-4-9 16,-8 0-2-16,-4-5-5 16,-10-4-55-16,-6-3-40 15,-8-4-52-15,-6-7-91 16,-8-7-66-16</inkml:trace>
  <inkml:trace contextRef="#ctx0" brushRef="#br0" timeOffset="25682.52">25973 5076 1190 0,'0'0'126'16,"0"0"-120"-16,0 0-6 15,-94 50 100-15,57-12 32 0,-4 5-62 0,1-1-40 16,7 0-21 0,6-5-7-16,9-5-2 0,12-3-3 15,6-9-50 1,11-7-130-16,22-12-118 0,11-1-297 16</inkml:trace>
  <inkml:trace contextRef="#ctx0" brushRef="#br0" timeOffset="25972.77">27202 4870 1326 0,'0'0'0'0,"0"0"-42"16,109 16 42-16,-58 5 47 15,7 6 18-15,-1 0-40 16,-1 3-12-16,-5 1-12 16,-14-3-1-16,-7 0-5 15,-13-3-72-15,-7-5-68 16,-9-4-93-16,-1-10-198 0</inkml:trace>
  <inkml:trace contextRef="#ctx0" brushRef="#br0" timeOffset="26213.66">27596 4804 1339 0,'0'0'7'16,"0"0"-4"-16,-94 75 20 15,45-34 115-15,-4 3-9 16,3 1-68-16,5-4-28 16,5-2 0-16,7-2-20 15,8-3-9-15,10-6-4 16,9-5-3-16,6-7-52 16,0-8-96-16,16-7-57 15,16-1-75-15,9-22-217 16</inkml:trace>
  <inkml:trace contextRef="#ctx0" brushRef="#br0" timeOffset="26422.45">27853 4818 1188 0,'0'0'132'0,"0"0"-124"0,0 0-8 16,98 27 70-16,-62 1 29 15,6 2-25-15,2 1-31 16,1 2-38-16,-4-3-5 16,-7-4-6-16,-4-1-48 15,-11-1-90-15,-7-7-122 16,-8-7-139-16</inkml:trace>
  <inkml:trace contextRef="#ctx0" brushRef="#br0" timeOffset="26656.64">28215 4845 940 0,'0'0'414'0,"0"0"-414"16,0 0 0-16,0 0 81 16,-114 71 55-16,70-30-16 15,4 3-74-15,1-3-25 16,9-4-13-16,8-1-8 15,7-3 0-15,7-7-2 16,8-3-12-16,0-9-125 16,17-8-65-16,14-6-20 15,5-12-237-15</inkml:trace>
  <inkml:trace contextRef="#ctx0" brushRef="#br0" timeOffset="26894.72">28443 4778 1273 0,'0'0'0'0,"0"0"0"16,90 17 12-16,-44 8 55 16,-1 9 23-16,3 3-18 0,-3 1-51 15,-5-4-20 1,-8-5-1-16,-6-4-7 0,-10-2-88 15,-1-6-118-15,-7-7-79 16,-5-10-311-16</inkml:trace>
  <inkml:trace contextRef="#ctx0" brushRef="#br0" timeOffset="27076.58">28858 4803 1206 0,'0'0'172'15,"0"0"-163"1,0 0-9-16,-104 96 113 0,64-55-9 16,2 1-41-1,10-2-56-15,8-3-7 16,9-2 0-16,9-3-48 16,2-5-134-16,12-12-145 0,15-13-514 15</inkml:trace>
  <inkml:trace contextRef="#ctx0" brushRef="#br0" timeOffset="27372.64">30075 4759 1242 0,'0'0'48'15,"0"0"-48"-15,84 8 0 16,-44 16 27 0,1 7 51-16,-1 1-31 0,6 2-22 15,-2-2-18-15,-4-4-7 16,-3-3 0-16,-6-6-9 15,-6-2-98-15,-9-7-125 16,-7-7-237-16</inkml:trace>
  <inkml:trace contextRef="#ctx0" brushRef="#br0" timeOffset="27605.6">30503 4704 1241 0,'0'0'44'0,"0"0"-40"0,0 0 44 16,0 0 105-16,-90 91-24 16,54-44-86-16,3 2-29 15,5-1-11-15,8-6-3 16,9-6-1-16,9-7-15 16,2-9-97-16,5-8-57 15,17-12-124-15,8 0-185 16</inkml:trace>
  <inkml:trace contextRef="#ctx0" brushRef="#br0" timeOffset="27828.34">30719 4666 1157 0,'0'0'0'0,"85"30"0"16,-32-3 41-16,4 7 84 15,1 6-3-15,2-2-57 16,-5 0-39-16,-3-7-16 16,-10-5-7-16,-9-6-3 15,-15-6-2-15,-9-5-114 16,-5-9-241-16,-4 0-360 16</inkml:trace>
  <inkml:trace contextRef="#ctx0" brushRef="#br0" timeOffset="28035.14">31248 4667 1225 0,'0'0'123'15,"0"0"-111"1,0 0-12-16,-82 90 144 16,48-43-26-16,-2 8-61 15,3-1-44-15,2-3-4 16,7-4-9-16,6-5 2 0,9-11-2 15,9-6-5 1,0-11-124-16,8-11-85 0,16-3-107 16,7-20-250-16</inkml:trace>
  <inkml:trace contextRef="#ctx0" brushRef="#br0" timeOffset="28244.56">31348 4623 962 0,'0'0'437'16,"0"0"-437"0,0 0 0-16,0 0 17 15,90 38 104-15,-45-7-15 16,7 3-60-16,-2-1-25 0,-8 3-13 16,-7-3-4-1,-12-1-4-15,-6-4-1 16,-4-5-13-16,-2-4-90 0,-2-3-70 15,-1-9-128 1,-3-7-139-16</inkml:trace>
  <inkml:trace contextRef="#ctx0" brushRef="#br0" timeOffset="28456.43">31717 4686 1121 0,'0'0'88'0,"0"0"-84"15,0 0 23-15,0 0 82 0,0 0 46 16,-103 115-67-16,61-62-55 16,-1 3-10-16,0-5-15 15,5-3-7-15,8-5-1 16,8-9-16-16,10-9-100 16,11-8-118-16,1-17-108 15,6-2-432-15</inkml:trace>
  <inkml:trace contextRef="#ctx0" brushRef="#br0" timeOffset="28673.59">31772 4594 1183 0,'0'0'4'16,"0"0"-3"-16,81 98 17 0,-47-56 41 15,-1 3 3-15,-2-4-43 16,-2-6-19-16,-10-9-2 16,-6-12-82-16,2-6-116 0,-1-8-92 15,5 0-138 1</inkml:trace>
  <inkml:trace contextRef="#ctx0" brushRef="#br0" timeOffset="28867.71">32242 4590 1046 0,'0'0'289'15,"0"0"-282"-15,-25 102 16 16,11-46 54-16,-4 10 82 16,-2 9-63-16,-6 7-92 0,-8 3-4 15,-10 1-38 1,-9-5-170-16,-10-18-301 15</inkml:trace>
  <inkml:trace contextRef="#ctx0" brushRef="#br0" timeOffset="30346.05">31599 2127 542 0,'0'0'0'0,"0"0"-186"15,0 0 46 1,0 0 140-16,54-75 239 0,-54 59-77 16,0-1-98-16,0 0-11 15,-18 0-31-15,-10-4 2 16,-13 1-10-16,-11-4 10 16,-15 0-8-16,-20-1-10 15,-20-4 2-15,-27 1 3 16,-26 3-2-16,-28 5-9 15,-27 3 7-15,-25 7-2 0,-21 3 3 16,-20 7 11 0,-16 0-1-16,-5 0 48 0,-3 16-40 15,13 2 16-15,16 5-1 16,19 5 3-16,18 3-36 16,15 6 4-16,11 1-10 15,13 5 2-15,15 3 1 16,21 3 5-16,14 2-10 15,17 0-2-15,18 2 2 16,21-1 1-16,22 3 2 16,21-1-2-16,22 4 0 15,12 6 0-15,16 9 1 16,1 6-3-16,27 3 2 16,16-3-1-16,15-3 1 15,11-3-1-15,8-4 0 16,11-4 2-16,8-6-2 0,11-6 2 15,18-8 0-15,23-6 3 16,30-12-5-16,26-8 1 16,23-9 1-16,29-10-2 15,26 0 1-15,29-16 5 16,21-9-6-16,18-8 0 0,9-8 3 16,-2-9-1-1,-8-12-2-15,-22-13-3 16,-26-9 2-16,-39-4-20 0,-44-5-4 15,-50 4 6-15,-55 3 14 16,-50 13 5-16,-50 9 13 16,-26 9 36-16,-59 5-14 15,-38 7-35-15,-40 10 0 16,-33 12-3-16,-36 14-5 16,-26 7-55-16,-25 15-102 15,-20 25-111-15,-15 10-96 16</inkml:trace>
  <inkml:trace contextRef="#ctx0" brushRef="#br0" timeOffset="31373.76">21193 6213 1031 0,'0'0'36'15,"0"0"-36"-15,0 0 0 0,0 0 8 16,0 0 49-16,0 0 6 16,-47 29-25-16,47-29-18 15,0 0-6-15,0 0 2 16,0 0 3-16,0 0-3 15,17 3-9-15,10 0 48 16,13-3 56-16,8 0-86 16,5 0 4-16,7-7 11 15,2-4 1-15,6 1-17 16,3-1-7-16,14-2 4 16,14-4 0-16,10-3-1 15,10-3 4-15,8 0-9 16,-6 0 2-16,-8 5-4 0,-9-1-4 15,-17 7-6-15,-15 2 2 16,-20 2 2-16,-15 5-4 16,-19 0 0-16,-10 3-2 15,-8 0-1-15,0 0 1 16,0 0 2-16,0 0 2 16,0 0 4-16,0 0 0 15,0 0-2-15,0 0-7 0,0 0 0 16,0 0-20-1,0 0-116-15,0 0-108 0,0 0-137 16</inkml:trace>
  <inkml:trace contextRef="#ctx0" brushRef="#br0" timeOffset="32182.67">24305 6209 918 0,'0'0'121'0,"0"0"-121"16,0 0 0-16,0 0 20 15,0 0 33-15,0 0 34 0,-22 0-43 16,22 0-44-16,22 0 4 15,21 0 5-15,20 0 53 16,19-5-23-16,19-3-13 0,14-3 3 16,18-3-5-1,13-2 5-15,15-1 16 0,9-2-11 16,12 3-5 0,3-1 2-16,3 4 5 0,-6 0-18 15,-19 2-14 1,-21 4 0-16,-31 1-4 0,-30 2 2 15,-27 0-2 1,-24 1-7-16,-17 0-37 0,-10-2-54 16,-3 1-24-16,0-3-72 15,0-7-248-15</inkml:trace>
  <inkml:trace contextRef="#ctx0" brushRef="#br0" timeOffset="32689.12">27703 5920 1071 0,'0'0'188'0,"0"0"-188"0,0 0-24 15,0 0 24-15,0 0 57 16,106-11 36-16,-18 3-42 16,33 2-25-16,24 1 7 15,25-1 40-15,12 0-18 16,-3 0-7-16,-10 1-12 15,-17 1-6-15,-21 0 5 16,-17 4-9-16,-22 0-5 16,-19 0-15-16,-19 0-6 15,-23 0-11-15,-15 11-102 16,-16 0-219-16,0-4-269 16</inkml:trace>
  <inkml:trace contextRef="#ctx0" brushRef="#br0" timeOffset="33185.68">30962 5922 1427 0,'0'0'82'0,"0"0"-82"0,0 0-3 15,96-41 3 1,-10 19 88-16,29-1 39 15,26-4-31-15,17 2-34 0,10 2-31 16,-7 4-19-16,-19 3-8 16,-22 5-4-16,-29 1-10 15,-20 2-47-15,-16-3-62 16,-12-2-161-16,-10-13-151 16</inkml:trace>
  <inkml:trace contextRef="#ctx0" brushRef="#br0" timeOffset="33705.76">32386 4270 249 0,'0'0'717'0,"0"0"-717"15,0 0-44-15,0 0 44 0,124-50 26 16,-76 31 12-16,0 2 20 15,-3 4 13-15,-6 5-14 16,-8 2 9-16,-9 3-12 16,-9 3-10-16,-5 0-24 15,-2 17-14-15,-1 15 2 16,-1 13 15-16,2 18-7 16,-2 17 0-16,4 19 6 15,6 14 10-15,5 19-7 0,6 14-2 16,5 9 2-16,-2 6 1 15,0-5 8-15,-6-7-6 16,-5-15 7-16,-12-17-7 16,-5-18-2-16,-19-15-7 15,-25-16-6-15,-17-13-11 16,-18-14-2-16,-11-14-22 16,-18-13-164-16,-18-14-303 15</inkml:trace>
  <inkml:trace contextRef="#ctx0" brushRef="#br0" timeOffset="34822.62">21804 4685 930 0,'0'0'7'0,"0"0"34"15,0 0-17-15,0 0-23 16,0 0 16-16,-104-22 80 15,68 39-42-15,-3 3-14 16,-1 3-15-16,1-1-5 16,-2-2 7-16,3-1 6 15,4-5-12-15,2-3-12 0,3-3-3 16,5-1-1 0,4 0-4-16,2 2 0 15,6-1-2-15,2 1 0 16,4 1 3-16,2 5-2 0,2 7-1 15,2 8 3-15,0 7 27 16,0 8-5-16,0 6 9 16,-1 4-6-16,-7 7-7 15,-5 5-10-15,-2 5 16 16,-6 7 4-16,-3 8-5 16,0 8 16-16,3 13 27 15,-1 15-24-15,4 7 13 16,5 7-35-16,2 1-4 0,5-8-5 15,6-12-10 1,0-12-1-16,17-20-2 0,14-17-1 16,11-14 1-16,11-16-1 15,7-7 0-15,7-9-6 16,9-9-88-16,-1-6-131 16,-6-8-156-16,-13-12-683 15</inkml:trace>
  <inkml:trace contextRef="#ctx0" brushRef="#br0" timeOffset="38614.53">16426 3632 332 0,'0'0'162'0,"0"0"-114"16,0 0-27-1,-36-87 58-15,30 65 17 16,0 2-22-16,3 1 33 16,1 2-56-16,2 4-11 0,0 7 38 15,0 6-17 1,0 0-41-16,0 6-17 0,0 13-3 16,5 4 41-16,4 6-17 15,3 2-10-15,1 1-6 16,4 3 1-16,2 4 2 15,7 0 3-15,0-2 10 16,4-5-14-16,3-6-10 0,4-11 3 16,8-6 3-1,6-8-1-15,4-1 1 16,6-1-4-16,-1-15 2 16,1 0-4-16,-1-1-2 15,-4-2 1-15,1-1 0 16,3-1-1-16,1-2 1 0,2 1 1 15,0-2 0 1,-1 5 0-16,3 1 2 0,0 1-2 16,-3 5 0-16,1 4 2 15,-5 8-2-15,-5 0-1 16,-3 6 1-16,-2 9 1 16,-5 7 0-16,-2 5 2 15,-7 1-3-15,-7 2 0 16,-9 1 0-16,-12-4 0 15,-6 3 0-15,0-1 5 16,-21-5 0-16,-2-2-3 0,4-8 4 16,5-5-5-1,7-6 0-15,4-3 4 0,2 0 5 16,-1-12-10-16,2-15 0 16,0-6-9-16,2-10 1 15,14-4-2-15,7 4 2 16,5 4-8-16,5 7 1 15,5 5 11-15,9 7 3 16,6 4-7-16,11 6 3 16,10 1 5-16,8 7 0 0,-1 2-1 15,0 0-1 1,-5 10 2-16,-7 7-2 16,-3 7 0-16,-4-1-1 15,-4 1 3-15,-1-5-1 16,-5-7 1-16,-5-7 2 15,-5-5-1-15,-1-5 1 0,-4-15 3 16,-1-9 1-16,-3 0 6 16,-6-1 7-16,-6 0 5 15,-12 1 16-15,-9 1 17 16,0 1-32-16,0-1-5 16,-11 6 0-16,-2 4-19 15,-2 5-1-15,-3 7-3 16,-2 6-76-16,-6 7-139 15,-9 14-92-15</inkml:trace>
  <inkml:trace contextRef="#ctx0" brushRef="#br0" timeOffset="40377.89">16527 5151 873 0,'0'0'95'0,"0"0"-73"0,0 0-21 16,0 0 12-16,0 0 61 15,0 0 44-15,-19-47-80 16,17 52-38-16,2 21 4 16,0 12 26-16,0 6 39 15,0 2-32 1,14-3 8-16,5-7-37 0,5-2 5 16,3-6-2-16,6-3-5 15,6-6 0-15,10-8-4 16,12-5 2-16,7-5 1 15,7-1-3-15,4 0-2 16,5-2 0-16,1-9-3 16,3-3 3-16,-3 3 0 0,-6 0 0 15,-6 5 1 1,-7 4-1-16,-7 2 0 0,1 0 0 16,-2 0 0-1,-5 7 1-15,-1 2-1 16,-5 2 0-16,-8 2 1 15,-4 2 0-15,-10 2-1 0,-8 2-1 16,-10 1 0-16,-7 1 1 0,0-1 1 16,-3-4 4-1,-9-5-3-15,0-6 1 0,2-5 4 16,-2 0 2 0,-1-7-7-16,0-14-2 15,1-8-1-15,6-9-6 16,6-1 5-16,0-3-31 15,6 1 6-15,18 3 16 0,9 3 10 16,9-2 0 0,13 5 1-16,8 5 0 0,2 6 4 15,1 13 1-15,0 8-1 16,-1 0-2-16,2 20 3 16,0 5 0-16,-1 0-1 15,1 0-1-15,-1-2-3 16,-2-6 4-16,-1-7-3 15,-2-10-1-15,-1 0 4 16,-4-9 0-16,-2-14 16 0,-8-8 17 16,-3-2 21-1,-10-3 23-15,-12 1-15 0,-7 4-11 16,-10 1 2 0,-4-1-18-16,0 2-7 0,0 3-17 15,-1 3-12-15,-7 10-3 16,-2 3-2-16,-4 7-44 15,-8 3-147 1,-11 0-163-16,-13 7-421 0</inkml:trace>
  <inkml:trace contextRef="#ctx0" brushRef="#br0" timeOffset="55078.82">19677 3057 387 0,'0'0'21'15,"0"0"56"-15,0 0-16 16,0 0-20-16,0 0 76 16,0 0-37-16,0 0-63 15,0-63-2-15,0 46 7 16,0-2 13-16,0-1 3 0,0-4-32 16,-5-1 8-1,-6 2-13-15,0-1 2 0,-7 1-3 16,0 3-3-1,-6 2 3-15,-1 7 3 0,-3 3-3 16,-1 4 4-16,-2 4-3 16,-2 0 0-16,-4 9 0 15,-5 9 0-15,-1 7 1 16,2 7 20-16,3 4 1 16,3 7-3-16,4 3 5 15,7 2 26-15,5 3-20 16,10-3-15-16,7 1-5 15,2-5-3-15,14-2 2 0,17 0-3 16,11-9-1 0,6-3-1-16,5-7-1 15,2-9-2-15,-4-9 2 16,-2-5 0-16,-7 0-2 0,-3-19 0 16,-5-10 6-1,-2-10-4-15,-4-9 11 0,-7-6-11 16,-5-2 4-16,-8-1 2 15,-8 1 1-15,0 8-4 16,-6 6 14-16,-9 13-21 16,-2 11 0-16,4 12-5 15,-2 6-51-15,0 26-135 16,-6 20-33-16,1 12-13 16</inkml:trace>
  <inkml:trace contextRef="#ctx0" brushRef="#br0" timeOffset="56036.56">19631 4417 468 0,'0'0'164'15,"0"0"-151"-15,0 0-8 16,-28-82 32-16,20 56 8 0,-3 2-13 16,-3 0 57-1,-2 5-15-15,-3 3-44 0,-4 5-12 16,-2 3 1-16,-6 8 9 15,-8 0-4-15,-1 10-6 16,-3 15-7-16,-2 9-1 16,6 6 19-16,2 5-7 15,2 5 13-15,7 0-18 16,1 6-8-16,3 1 9 16,6 5 7-16,4 4 6 0,9-1-19 15,5-4-1 1,5-5-1-16,17-6 2 0,5-11-6 15,4-3-1-15,3-9 2 16,4-7 3-16,4-10 4 16,8-10 1-16,7 0 2 15,4-20-3-15,2-15-7 16,-2-9 5-16,-4-10 1 16,-6-14 14-16,-7-8 9 15,-14-4-5-15,-15-2-20 16,-15 4 1-16,-8 6-9 0,-24 7 0 15,-12 9-3 1,-6 12 0-16,-4 15 0 0,-3 14-13 16,-4 15-114-1,-3 4-106-15,1 17-238 0</inkml:trace>
  <inkml:trace contextRef="#ctx0" brushRef="#br0" timeOffset="58662.31">1803 8041 343 0,'0'0'40'0,"0"0"-29"16,0 0 17-16,0 0 2 15,0 0 60-15,0 0-30 16,-65-65 0-16,59 55 2 0,3 1-18 16,-2 4-3-1,2 3-12-15,-1 2 54 0,2 0-43 16,-2 8-30 0,-2 15-10-16,0 7 43 0,0 5-4 15,0 3-5 1,6 2 2-16,0-4-4 15,0 0-23-15,3-8 1 16,9-3-4-16,4-5-1 0,4-7 0 16,7-5-1-16,7-6-1 15,6-2-1-15,8-13-1 16,6-15 5-16,2-6-3 16,4-7-1-16,6 1 0 15,1 5-1-15,-3 6-1 16,3 8 0-16,-4 12-1 15,-2 9 1-15,-1 0 0 16,-5 15 2-16,-3 13 3 0,-7 8 4 16,-5 7-8-1,-13 6 5-15,-8 0 3 16,-8-3 11-16,-4-3-8 16,-7-3-7-16,0-6 2 0,0-5-1 15,-13-8 0-15,-1-5 2 16,-2-7-1-16,-1-9-3 15,-2 0 4-15,0-9 0 16,1-19 0-16,0-5-8 16,6-9 0-16,3-3-2 15,7-2 1-15,2 2 0 16,0 10-3-16,17 3-1 0,4 11 1 16,4 7 2-1,8 8-1-15,4 4-3 0,10 2 6 16,9 0 0-16,7 0 0 15,7 6 1-15,-3-3-1 16,0-3 0-16,-7 0-2 16,-5-6 2-16,-4-12 0 15,-5-3 1-15,-7-3 0 16,-6-3 4-16,-8 2-2 16,-10-3 0-16,-5 3 3 15,-8 2 7-15,-2 2 5 16,0 0-8-16,-3 7-8 15,-7 3 1-15,1 3-3 0,1 2-4 16,2 3-78 0,3 0-112-16,-1-6-148 15</inkml:trace>
  <inkml:trace contextRef="#ctx0" brushRef="#br0" timeOffset="60062.31">3795 6875 330 0,'0'0'416'0,"0"0"-397"0,0 0-12 16,0 0 7-16,0 0 39 0,0 0 23 15,-15-36-12-15,9 32-18 16,-3 1-17-16,0-1-23 15,-3-1 9-15,-10 4 1 16,0-2-9-16,-13 3-2 16,-8 0-2-16,-8 0 8 0,-8 8-8 15,-7-1 17 1,-4-2-6-16,-6 1-8 0,-2-2-6 16,-2-3 1-1,-4-1 7-15,-1 0-7 0,0 3 2 16,-3-1-2-16,3 2-1 15,-3 0-1-15,3 2 1 16,-3-5-1-16,1-1 1 16,1 0 0-16,1 0 0 15,7 0 0-15,5 0 1 16,6-1 0-16,12-1 1 16,2 2 0-16,1 0 4 15,-1 12-3-15,-1 3-2 16,5 4-1-16,10-1-3 15,7 0 3-15,7 5 4 0,6 4-1 16,-1 8-2 0,-2 6 2-16,-5 6 3 15,0 2 12-15,-4 6 10 16,1 5-3-16,2 6-14 0,-2 3 6 16,9-2-3-1,3-5 1-15,6-2-2 0,5-7 1 16,7-6-6-16,0-3-3 15,0-5 3-15,0-1-8 16,3 3 3-16,7 0-1 16,2-1 1-16,3 0-3 15,0-5 1-15,7-5-1 0,-1-2 2 16,0-3-1 0,0-4 2-16,3-4-2 0,-3 0-1 15,4-5 2 1,5-2-1-16,3-1 1 0,11-2-1 15,6-1 4-15,8 1-4 16,9-2 0-16,6-1-1 16,8-1 0-16,10-3 0 15,10 0-2-15,4 0 2 16,6-8 0-16,-3-6 0 16,-1 4 1-16,-8-1 1 15,-5 3-1-15,-3 4 0 16,0-2 2-16,1 2-2 0,-2 0-1 15,-5 0 0 1,-6-1-1-16,-9 1-2 0,-7 1 2 16,-8 1 1-1,-13 1 0-15,-5-2 0 16,-10 1 1-16,-6-1 0 16,-5 2-1-16,1-3 0 0,-3-5 0 15,0-3 0 1,5-2 0-16,-2-7 1 0,4-1-1 15,-1-4 0-15,2-3 1 16,0-2-1-16,-3 2-1 16,1-6 1-16,-1-2 0 15,-1-2 0-15,-3-8 0 16,1-8 0-16,-2-4 0 16,-1-5 0-16,-4-7 0 15,-3 0 0-15,0-1 0 0,-6 0 1 16,0 1-1-1,-6 1-1-15,-16 2 1 16,-8 9 0-16,-6 8 1 0,-12 16-1 16,-9 18 0-16,-20 17-5 15,-29 25-84-15,-31 15-322 16</inkml:trace>
  <inkml:trace contextRef="#ctx0" brushRef="#br0" timeOffset="62592.7">11984 5279 648 0,'0'0'71'0,"0"0"-33"16,0-74-27-16,0 49 75 15,0-2-33 1,0 2 58-16,0 6-7 16,0 5-76-16,0 8 6 15,0 5-1-15,0 1-30 0,0 0-3 16,0 16-8-16,8 11 8 15,7 8 2-15,3 6 3 16,4 1 21-16,3-1-13 16,2-5 1-16,3-6 10 15,6-7-10-15,3-7-1 16,5-9 3-16,6-7 2 16,9-10 9-16,9-23 10 15,12-20-8-15,11-22-4 16,11-17-10-16,11-21-1 0,9-14 2 15,5-5-5-15,-3 1 2 16,-8 9-13-16,-16 12-1 16,-15 9-1-16,-18 17 2 15,-13 13 1-15,-15 16-1 16,-14 21 0-16,-11 13-1 16,-7 11-5-16,-6 10-81 15,-1 17-117-15,-1 17 5 16,-29 10-177-16</inkml:trace>
  <inkml:trace contextRef="#ctx0" brushRef="#br0" timeOffset="63702.55">11693 7324 761 0,'0'0'51'15,"0"0"-18"-15,0-80 43 0,0 56-59 16,2 3 12-1,4 4 26-15,1 7 14 16,1 6-54-16,4 4-15 16,3 0 1-16,1 17 3 15,1 15 8-15,0 12 4 0,-6 11 14 16,1 7-6 0,-6 2 19-16,1-5-8 0,2-7 14 15,4-13-34 1,6-9-1-16,4-13 0 0,9-7-1 15,15-10 20-15,17-18 19 0,24-27-3 16,20-19-29 0,16-19-7-16,11-14-6 0,4-16-5 15,3-3-2 1,6 6 0-16,-6 10-11 16,-11 20-79-16,-18 18-91 15,-34 12-195-15</inkml:trace>
  <inkml:trace contextRef="#ctx0" brushRef="#br0" timeOffset="65564.3">2236 5598 509 0,'0'0'23'16,"-12"-109"26"-16,12 48 18 0,0-4-30 15,2-4-12 1,8-2 13-16,-6 7-5 0,-4 14 43 16,0 19-16-1,-22 20-8-15,-20 14-26 0,-22 38-26 16,-18 26 0 0,-12 18 3-16,-6 12-3 0,-1 7 3 15,13 2 8 1,15 1 1-16,19 2 9 0,24-3 12 15,23-4 6 1,7-12-13-16,28-18-12 0,18-11 1 16,23-14-7-16,17-14 2 15,11-14 6-15,11-19-3 16,5-5-1-16,-5-29-2 16,-7-15-1-16,-13-14-4 15,-21-12-2-15,-14-12-2 16,-18-6 3-16,-21 5-1 15,-14 8-2-15,-18 15 2 16,-30 14-1-16,-12 14-2 0,-10 18-4 16,-6 16 2-1,3 6-3-15,3 29-50 16,7 17-48-16,14 15-60 16,13 12-73-16,17 8-96 0</inkml:trace>
  <inkml:trace contextRef="#ctx0" brushRef="#br0" timeOffset="66015.91">2336 6717 566 0,'0'0'6'0,"3"-106"10"0,-3 43-8 16,0-7 17-16,-6-4 46 15,-12 6 23-15,-10 11 27 0,-5 18-48 16,-9 21-35-16,-10 18-10 16,-11 18-17-16,-7 33-6 15,-3 22 4-15,3 13 8 16,9 12 4-16,7 8 26 16,20 3-1-16,22 1-11 15,12-5-14-15,28-16-6 16,26-15 0-16,16-16-2 15,12-22 1-15,6-21-6 16,9-15 3-16,-2-17-1 16,-4-37-2-16,-7-21-1 0,-11-16-4 15,-13-12 1 1,-17-4-1-16,-16-2-2 16,-18-1 1-16,-9 5-2 15,-33 15 2-15,-22 15-2 0,-17 25-1 16,-14 24-4-16,-8 22 1 15,-8 10-85-15,2 33-68 16,6 13-118-16,5 3-115 16</inkml:trace>
  <inkml:trace contextRef="#ctx0" brushRef="#br0" timeOffset="88608.48">25037 7557 806 0,'0'0'0'15,"-120"0"-2"-15,54 0 2 16,-3 0 0-16,-1 0 2 16,-5 0 2-16,-8 0 34 15,-14 0 10-15,-9 0-9 16,-16 0-2-16,-15 10-5 15,-14 5-29-15,-15 7-1 16,-8 2-2-16,-4 4 0 0,-1 2 0 16,5 0 1-1,1 1-1-15,7-3-1 0,3-3 1 0,8-1 0 32,10-2 0-32,11-5 0 0,13 1 4 15,12-2-4 1,14 0 2-16,14 1-2 0,7 3 3 15,6 2 7-15,3 5-4 16,-1 3-2-16,8 1 0 16,7 3-3-16,9 1 0 15,13 2-1-15,3 4 2 16,7 5 4-16,2 8 1 16,0 7 29-16,0 3-25 15,-2 3 1-15,0 5 17 0,-3 0-15 16,-1 3 0-16,-4 2 10 15,3 6-8-15,3 5 8 16,3 8 3-16,8 7-7 16,8 3 4-16,2 2-11 15,0 0 10-15,3-7-11 16,3-2-8-16,-3-6 2 16,2-8-3-16,-2-7 1 15,5-8-3-15,3-4 1 0,7-5 0 16,1-2 3-1,7-4 8-15,2 0-6 16,3-6-7-16,4-6 1 16,-3-7 0-16,3-5-1 0,-1-11 1 15,6-5 2 1,4-6-2-16,9-9 3 0,11 0 3 16,8-4-3-1,9-16 1-15,8-5-2 0,10-7-1 16,14-6 1-16,15-4-3 15,14 0-3-15,15 1 1 16,10 4 0-16,5 1 2 16,4 3 1-16,2 1 0 15,6-1 1-15,7 1-2 16,2 1-1-16,0 1-1 16,-3 4 2-16,-2-1 1 15,-2 7 2-15,-2-1-3 16,2 3 0-16,-8 2-4 15,-11 3 3-15,-13 6 1 16,-19 5 0-16,-17 2 0 0,-12 0 1 16,-12 0-1-16,-13 0 0 15,-11 0-2 1,-12 0 0-16,-7 0 2 0,-4 0 0 16,-5 0 0-16,-4-5 0 15,-8 2 0-15,-8 1-1 16,-3-4-1-16,-5 0 2 0,-3-2 0 15,-2-6 4 1,-4-4-4-16,-2-11 0 0,-3-6-7 16,0-12 7-1,-3-8 0-15,-9-6 1 16,-1-5 1-16,-1-5 0 16,-4-6-2-16,2-3 1 0,-5 0-1 15,0-1-1 1,2 3 1-16,-2 2 3 0,0 1-2 15,4 1-1-15,-2 3 0 16,3 1-1-16,-1-3 1 16,2 4 0-16,1 2 0 15,0 1 1-15,1 0-1 16,2 0 0-16,-1-5 0 16,0-4 0-16,2 0 0 15,2 4 1-15,0 4-1 16,0 5 0-16,0 6 1 0,-5 4-1 15,0 8 0-15,-8 5 0 16,-3 3 0-16,-5 7 1 16,-9 7 5-16,-7 5-4 15,-9 7-2-15,-7 9-3 16,-14 1 1-16,-17 9-3 16,-24 16 4-16,-29 11-3 15,-25 11-23-15,-30 12-91 16,-24 12-105-16,-21 3-172 15</inkml:trace>
  <inkml:trace contextRef="#ctx0" brushRef="#br0" timeOffset="90830.33">9587 11090 621 0,'0'0'18'0,"0"0"18"15,0 0-23-15,0 0-11 16,0 0 8-16,0 0 62 16,0 0 34-16,12-65-95 15,-11 62-8-15,-1 3 14 16,2 0-8-16,-1 0-9 15,5 0-2-15,6 2 1 16,6 11 1-16,6 4 22 0,1 3-2 16,2 1 12-16,2-2-12 15,-1-2 24-15,3-4-10 16,4-3-1-16,3-5-8 16,6-5 23-16,3-2-27 15,7-22 1-15,6-11-4 16,8-15-5-16,7-11-1 0,5-17 3 15,7-5-3 1,7-5 2-16,3-1-3 0,-6 9-11 16,-15 11 0-1,-16 16 0-15,-18 18-2 0,-16 17-23 16,-11 12-81 0,-12 6-51-16,-3 9-64 0,-3 20 118 15,-25 8-187-15</inkml:trace>
  <inkml:trace contextRef="#ctx0" brushRef="#br0" timeOffset="92408.58">10033 11694 511 0,'0'0'14'16,"0"0"6"-16,0 0 46 0,0 0 31 15,0 0 6-15,0 0-45 16,0 0-12-16,-2-7-5 16,2 7-13-16,0 0-9 15,0 0-14-15,0 0-5 16,5 12 1-16,7 12 21 16,6 4 37-16,-3 2-45 15,-2 1 15-15,2 0 11 16,1-2-14-16,1 2 19 0,2-5 3 15,0-4-41 1,1-4 5-16,4-9-4 0,6-9 8 16,12-3 10-1,19-35 10-15,24-23-2 0,23-30-2 16,22-26-19 0,18-17 3-16,9-8-10 0,2-1-1 15,-5 9 0-15,-12 8-1 0,-10 12-2 16,-15 18 0-1,-17 21-2-15,-21 22-2 0,-21 20-106 16,-18 21-142 0,-23 12-95-16,-17 0-342 0</inkml:trace>
  <inkml:trace contextRef="#ctx0" brushRef="#br0" timeOffset="93941.11">13237 12523 883 0,'0'0'20'0,"0"0"-7"16,0 0-10-16,0 0 13 16,0 0 66-16,0 0 24 15,0-22-59-15,0 22-43 16,0-1-4-16,0 1 0 16,0 0 3-16,2 0 2 15,6 0 1-15,5 0 30 16,0 11-29-16,5 5 27 15,-1 4 26-15,2 7-1 16,-1 0-17-16,3 5 12 16,1-1-16-16,-2 2-30 15,4 1 75-15,-4-6-55 0,0-6-13 16,1-9-6 0,1-10-3-16,12-3 23 0,15-25 18 15,16-31-5-15,17-23-21 16,19-24-7-16,11-16-7 15,11-9-2-15,7-7-5 16,0 4-13-16,0 8-41 16,-7 10-29-16,-20 23-24 0,-24 25-65 15,-33 25-80 1,-30 25-172-16</inkml:trace>
  <inkml:trace contextRef="#ctx0" brushRef="#br0" timeOffset="110824.16">25971 8709 973 0,'0'0'47'0,"0"0"-47"16,0 0 0-16,0 0 1 15,0 0 39-15,0 0 19 16,0 0-33-16,0 0-19 0,-6 0-3 15,36 0 16-15,6 0 11 16,6 0-9-16,4 0 2 16,3 0 2-16,5 0-16 15,7 0 12-15,9 0-4 16,9-2-1-16,9-6-7 16,8-3-1-16,10-2-1 15,3 0-1-15,6-2-4 16,-1 0-3-16,-3-3 0 0,-1 3-1 15,-2-2 1-15,2 2 0 16,3-1 0 0,4 1 0-16,11-1 1 0,9-1 4 15,6 1 3 1,-1-2 1-16,2 0-7 0,-15 4 4 16,-6-1 2-16,-13 5-4 15,-11 1 0-15,-13 2-3 16,-10-1 1-16,-8 6-1 15,-9-2-1-15,-7 1 2 16,-5-1 0-16,-3 0 0 16,-3-4-2-16,-5 2 1 15,-4-2 4-15,-2-2-5 16,-5-1-4-16,-2-4-12 16,-8 1-96-16,-5-3-76 15,-8-3-171-15</inkml:trace>
  <inkml:trace contextRef="#ctx0" brushRef="#br0" timeOffset="111245.56">29257 8074 996 0,'0'0'17'0,"0"0"24"0,0 0-6 15,0 0 52 1,0 0-7-16,97-69-47 16,-48 65-6-16,3 4-5 0,5 0 8 15,2 0 9 1,-2 2-28-16,1 11 4 0,-1 3 13 16,-5 6-16-16,-3 5-5 15,-8 5-2-15,-4 6 23 0,-10 7-2 16,-6-2 9-1,-8 5 21-15,-10 3-11 16,-3 3-12-16,-22 3 44 16,-26 1-39-16,-19 1-9 15,-12-1-9-15,-11-4-6 16,-5-2-8-16,-1-3-5 0,7-2-1 16,4-2-37-1,16-1-99-15,9-2-72 0,5-2-88 16,3-8-217-16</inkml:trace>
  <inkml:trace contextRef="#ctx0" brushRef="#br0" timeOffset="119733.39">27257 10125 933 0,'0'0'14'0,"0"0"-12"0,0 0-2 15,0 0 0-15,0 0 22 16,0 0-4-16,-88-1 8 16,48 14 5-1,-6 3-6-15,-5-1-7 0,-4-1 9 16,-3-1-5-16,0-3 13 16,2-3-23-16,10-3 9 15,10-2-2-15,9-2 11 0,8 0-5 16,4 0-3-16,2 0 2 15,2 0 4-15,2 1-13 16,5 6 10-16,-1 5-10 16,5 8-10-16,0 16-2 15,-3 14 10-15,-1 15 8 16,-7 16 33-16,-6 11-22 16,-7 10 6-16,-3 8-4 15,-2 5-14-15,-1 0 5 16,4-2 16-16,2-1 4 15,3-2-10-15,11-4-4 16,8-10-2-16,2-13-4 16,12-12-14-16,18-16-8 15,10-10 3-15,11-10-2 16,12-13-1-16,17-13-1 0,19-9-2 16,20-11 0-1,17-22-60-15,11-17-173 0,3-16-233 16</inkml:trace>
  <inkml:trace contextRef="#ctx0" brushRef="#br0" timeOffset="120469.8">32618 9521 935 0,'0'0'42'0,"0"0"-42"0,0 0 0 16,102-79 1-16,-67 59 40 16,-1 1 35-16,4 3-44 15,-4 0-5-15,-3 2 17 16,-5 6-10-16,-7-1-3 15,-4 6 3-15,-4 3-9 0,-1 0-8 16,-3 4-2-16,4 16-6 16,1 7 1-16,0 13 10 15,5 6-2-15,0 12-2 16,4 9 1-16,4 8 1 16,-1 13 11-16,6 9-12 15,2 9 1-15,-3 7 1 16,1 0 9-16,-1-3-9 15,-4 1 21-15,-6-10-11 16,-10-7-2-16,-6-13-4 16,-3-16 9-16,-10-8-7 0,-23-9-12 15,-21-5-6 1,-19-4-2-16,-24-7-5 0,-25-5-46 16,-25-11-181-1,-19-7-311-15</inkml:trace>
  <inkml:trace contextRef="#ctx0" brushRef="#br0" timeOffset="121399.53">27811 11881 282 0,'0'0'1054'0,"0"0"-1054"16,0 0-84-16,0 0 84 15,0 0 64-15,0 0 16 0,-60 66-49 16,60-7-3-16,16 3 41 15,17-3-40-15,12-3 0 0,16-5 9 16,20-8 23 0,17-11-35-16,19-13-14 0,16-14-1 15,13-5-6 1,7-27-5-16,13-15-2 16,5-12 2-16,6-6-1 15,3-8 1-15,-1-2-7 0,-1 3-27 16,-11 5-8-1,-10 8 11-15,-8 9 22 16,-12 8 8-16,-9 13 1 0,1 13 1 16,-4 11 0-16,2 10 1 15,-2 22-1-15,-7 9-1 16,-11 10 0 0,-14 9 0-16,-22 4 4 0,-26 5-4 15,-19-5 0-15,-25-3 1 16,-4-9 0-16,-33-6 1 15,-14-11 0-15,-10-12 1 16,-1-13-2-16,0-10 0 16,7-10 5-16,9-23-3 15,14-15 2-15,14-16-5 16,14-9-1-16,3-5-14 0,31 3 3 16,14 6-5-1,9 11 15-15,4 12 2 0,-4 9 8 16,-2 4 28-16,2 8 0 15,1 2 1-15,3-1 0 16,5 0-3 0,2-5-18-16,0-4 3 0,-7-1 0 15,-9 1 4-15,-13-3-1 16,-9-1 7-16,-11-6 5 16,-11-4 2-16,-5-2-18 15,-5-3-8-15,-23 1-10 16,-10 2 0-16,-14 3-7 15,-9 9-41-15,-12 10-124 0,-13 5-195 16,-8 6-446-16</inkml:trace>
  <inkml:trace contextRef="#ctx0" brushRef="#br0" timeOffset="122397.28">27262 10006 814 0,'0'0'12'0,"0"0"-10"15,0 0 4 1,0 0 56-16,0 0 12 0,-94-17 7 16,46 32-62-1,-13 5-16-15,-11 3 6 16,-8 1 10-16,-7 1 9 16,-1 3-12-16,3-5-6 15,4-2-1-15,6-2-1 16,9-5 3-16,9-2 1 15,15-1 10-15,11-4 15 16,12-2-33-16,10 2 3 0,4 3 12 16,4 5-15-16,1 7 1 15,0 7 14-15,0 9 15 16,0 11-33-16,-3 5 6 16,-6 5 13-16,-2 4-1 15,2 4-1-15,1 10 8 16,3 11 6-16,4 12-8 15,1 10 18-15,0 9 5 16,0 7 2-16,0 8-14 16,-5 2 24-16,-4-8-30 15,4-11 5-15,5-20-17 0,9-18 1 16,27-20-10 0,18-17-7-16,18-20 4 15,19-21 5-15,20-3-9 16,28-36 1-16,28-19-2 0,26-14-7 15,19-11-107-15,4-12-132 0,-3-13-134 16,-2-12-612 0</inkml:trace>
  <inkml:trace contextRef="#ctx0" brushRef="#br0" timeOffset="123377.44">32209 9442 1017 0,'0'0'14'0,"0"0"-14"0,0 0 0 15,86-60 0-15,-31 41 54 16,10-1-22-16,2-2-21 16,3 4-10-16,-3-2 7 15,1 4 7-15,-6 0 9 16,1 0-6-16,-6 2-5 0,-7 1-6 0,-5 2 4 31,-3 2-5-31,-5 0 1 16,-4 4 0-16,-8 0 1 15,-7 2-6-15,-6 3 3 16,-7 0-1-16,-4 0 3 16,-1 0 2-16,0 0-2 0,2 0 1 15,1 5-5 1,0 9 4-16,-2 7 23 0,2 3 14 15,3 3-14-15,0 9-2 16,4 5-4-16,5 10 0 16,5 8 7-16,-1 8-1 15,3 4-10-15,0 9 1 16,-2 7 1-16,4 5-2 16,-1 5-5-16,5 2-1 15,0 2 0-15,5-2-5 0,-1 1-2 16,-3 0-5-1,0-5-2-15,-4-1 1 0,-6-4-1 16,-5-12 0 0,-8-7 0-16,-6-11 2 0,0-10-1 15,-2-10 0 1,-13-9 3-16,-7-7 4 0,-12-4 13 16,-17-5 7-16,-24-5 1 15,-22-4-20-15,-21-6-3 16,-16 0-6-16,-17 0-40 15,-12-14-196-15,-9-9-343 16</inkml:trace>
  <inkml:trace contextRef="#ctx0" brushRef="#br0" timeOffset="133917.43">13391 15434 604 0,'0'0'26'15,"0"0"6"-15,0 0-28 16,0 0 40-16,0 0 26 16,0 0 13-1,0 0 8-15,-16-18-33 16,16 18-41-16,0 0-17 0,0 0 4 16,12 0 18-16,-2 5 13 15,4 4-4-15,-1 2 10 16,5 2 6-16,3-2-17 15,1 3-7-15,5-2 3 16,3 2-3-16,4-3-4 16,5 0 49-16,3-2-57 15,4-4-5-15,1 2 0 16,0-5 0-16,2 2 5 16,2-4-4-16,3 0 0 15,1 0-3-15,3 0 1 16,-2 0 1-16,2 0-1 0,0 0-3 15,3-4 1-15,-1 0-2 16,1-1-1-16,-3 1 0 16,-5 1-2-16,-1 2 2 15,0-2 0-15,1 2 0 16,2-1 0-16,1-2-1 16,2-1 0-16,2-2 1 15,-1 0 0-15,2 1 0 16,-2 1 1-16,-3 2 1 0,1 0-2 15,-2 3 1 1,-4 0-1-16,1 0-2 0,0 0 2 16,2 6 0-1,6 6 2-15,2 4 0 0,4 2-2 16,-1 4 1-16,-2 3-1 16,-3 2 1-16,-5 3 1 15,-1 3 6-15,-7 2 0 0,-6 3 5 16,-10 3 4-16,-7 0-10 15,-9-5 5 1,-9-4 4-16,-3-7-9 16,-3-8-4-16,0-4 0 15,0-8-1-15,0-3-1 16,0-2 8-16,0 0 5 16,-4-3 0-16,-5-14-14 0,-1-8-4 15,6-8-40-15,4-2 8 0,0-2 22 16,8 0-4-1,14 2 9-15,2 4 4 0,6 3 3 16,4 4 2 0,5 4 0-16,1 5 0 15,4 6 2-15,6 6 1 16,2 3 3-16,3 0 3 0,-1 16-8 16,1 5 4-1,4 6 7-15,3 2 7 16,7 3 7-16,1-1-14 0,-2-6 1 15,-3-4 1-15,-7-5 7 16,-7-10-14-16,-1-6 7 16,-2 0-2-16,-6-17-2 15,-3-11 1 1,-6-8 9-16,-8-8-5 0,-6-4-5 16,-10-1 7-16,-6 0 14 15,-3 3-3-15,0 0 8 16,-10 3 11-16,-5 3-31 15,1 5-16-15,4 6 0 16,0 5-1-16,4 5-28 16,3 8-26-16,3 8-86 15,0 3-68-15,0 0-156 16,0 7-318-16</inkml:trace>
  <inkml:trace contextRef="#ctx0" brushRef="#br0" timeOffset="135639.65">29274 13984 1413 0,'0'0'0'0,"0"0"-125"15,-80-38-106-15,31 28 175 16,-21-4 56-16,-27 3 4 16,-32 3 21-16,-26 6 18 15,-22 2-5-15,-19 0-14 0,-14 0-2 16,-13 11-10-1,-15 1-8-15,-7 5-2 16,-14 3-2-16,-6 8 5 16,-6 4-5-16,-11 6-3 15,-3 4 3-15,2 2 0 0,12-3 4 16,22-5-2-16,27-3 26 16,31-6 15-16,24-5-1 15,21 1-4-15,22-3-4 16,21-1-13-16,16 4 15 0,16 2-2 15,11 4-14 1,5 5-8-16,9 11 4 16,10 8-4-16,11 8-4 15,11 11 1-15,9 19 8 0,5 15-7 16,0 14 6 0,0 14 8-16,2 7 14 0,-2 7 16 15,0 8-25-15,0 3-4 16,0 7-5-16,0-2-14 15,0-1-3-15,14-11-1 0,8-20-1 16,11-18 0 0,9-19 1-16,10-17-1 0,7-16-1 15,7-15 5 1,10-15-3-16,9-13 0 0,16-13 0 16,15-6 0-1,18-13-2-15,19-23-9 0,19-11-13 16,16-8 12-1,15-6 10-15,6 4 1 0,-3 6 2 16,0 9-3-16,-11 7-6 16,-4 4 6-16,-6 3-2 15,1 2 1 1,2 2 1-16,5 3-1 0,8 1-7 16,5 3 1-16,3 5 4 15,0 1 3-15,-12 4 3 16,-15 2-3-16,-15-1-3 15,-24-2 3-15,-14 1 1 16,-15-1 1-16,-6-3-1 16,-10-4 4-16,-2-3-3 0,-4-5 0 15,-1-5 3 1,-4-8 8-16,-10-5-7 16,-11-4 0-16,-11-8-5 15,-7-5 6-15,-8-6 7 0,-4-5-5 16,-3-5 2-16,-6-10-8 0,-7-8-2 15,-4-13-1 1,-6-12 1-16,-10-15 0 16,0-13-2-16,-18-17 0 15,-19-4-17-15,-14-3 13 16,-9 6 2-16,-4 11-7 16,-3 16 4-16,-5 13 6 15,-4 16 0-15,-3 16-1 16,-4 17-39-16,-8 19-68 0,-8 24-56 15,-8 24-86-15,-5 7-87 16,-1 27-217 0</inkml:trace>
  <inkml:trace contextRef="#ctx0" brushRef="#br0" timeOffset="136347.97">25621 16854 840 0,'0'0'105'0,"0"0"-94"0,0 0 22 0,0 0 24 15,0 0 10-15,0 0 3 16,3-58-55-16,-2 57 11 16,1 1 15-16,2 0-28 15,9 11-12-15,4 17 39 0,8 17 62 16,4 14-13-16,-3 11-28 15,0 10-24-15,-4 8 7 16,-1-1-7-16,0-3-5 16,-3-8-10-16,3-9-17 15,-2-8-3-15,-1-6 0 0,0-7-2 16,-4-13-1 0,-1-8-21-16,-3-7-85 0,4-5-24 15,4-7-68-15,-1-6-127 16,0 0-517-16</inkml:trace>
  <inkml:trace contextRef="#ctx0" brushRef="#br0" timeOffset="137319.54">26813 17574 1337 0,'0'0'0'16,"0"0"-141"-16,-88 13 75 15,40-4 57-15,-9-6 9 16,-4-3 16-16,-1 0 20 16,-4 2-6-16,-1-1-7 15,-4 3-2-15,-4 2 9 0,-2 0-6 16,1 3-12-1,3 1 0-15,4 1-3 0,7-1 12 16,2 0 9-16,7 2 4 16,9-3 6-16,10 1-5 15,11 4 7-15,7 2-12 16,10 9-12-16,5 13 6 16,1 15 13-16,0 10 12 15,0 15-8-15,0 6-23 16,-2 5-1-16,-1 4-3 15,3-3-5-15,0-6-3 0,0-12-2 16,5-16-4 0,8-22 1-16,4-14-1 0,3-15 0 15,13-5 0 1,8-4-2-16,11-19 2 0,7-7-2 16,7 0 0-16,7 3 2 15,6 15 0-15,3 2 0 16,8 10-1-16,2 0 1 15,4 0 1-15,2 6 1 0,-4 3-1 16,-3 1 0 0,-6 0 1-16,-1-3-1 15,-2 0 1-15,-9-7-2 16,-7 0-3-16,-11 0 2 0,-12-3 1 16,-4-9 1-1,-12-5 0-15,-8-8 2 0,-9-7 0 16,-7-8 4-16,-3-12-4 15,-5-4-3-15,-15-6 2 16,-8-6 0-16,-5 1-2 0,-4-1 2 16,-6-1 0-1,-1 3-2-15,-3 12 6 16,-3 8 5-16,1 6 10 16,1 10 9-16,7 8-9 0,8 6-7 15,6 5-1 1,10 2-6-16,6 4-1 15,5 4 1-15,4 0-1 16,2 1-2-16,0 0-4 0,0 0-1 16,0 0 0-16,0 0-2 15,0 0 1-15,0 0-1 16,0 0 2-16,0 0 0 16,0 0 1-16,0 0 1 15,0 0-1-15,0 0 0 16,0 0-1-16,0 0-1 15,0 0 1-15,0 0-11 16,0 0-19-16,0 0-9 16,0 0-34-16,0 0-53 15,0 0-31-15,0 1-46 16,0 9-76-16,0-1-111 16</inkml:trace>
  <inkml:trace contextRef="#ctx0" brushRef="#br0" timeOffset="140016.51">32709 11922 686 0,'0'0'263'0,"0"0"-256"16,0 0-7-16,-36-73 3 16,-13 65 27-16,-21 6 16 15,-17 2 14-15,-13 2-34 16,-10 13 4-16,-4 3 5 15,-6 1 19-15,5 0-14 0,6 2 7 16,11-4-2-16,11 3-15 16,0-1-10-16,7 4-1 15,3-1 5-15,6 2-9 16,10 1 7-16,10 0-4 16,10 6-3-16,9 3-11 15,9 7 2-15,0 11 12 0,0 7-3 16,1 5 7-1,2 1 17-15,1 3-30 16,4 3-8-16,3-2-1 16,2-3 20-16,4-10-20 15,3-9 1-15,3-9 0 16,0-9-1-16,1-6 0 16,16-5 0-16,14-7 0 15,18-8 6-15,19-3-3 16,16 0-2-16,12-12-1 15,7-5 0-15,6-1 1 0,0-1 0 16,3 3 2-16,2 2-3 16,-4 4 1-16,-3 2 1 15,-9 4-2-15,-7 4-2 16,-4 0-3-16,-5 0 4 16,5 0 1-16,-1 0 0 15,-1-6 2-15,-6-7 1 16,-6-3 1-16,-9-9-1 0,-11-9 0 15,-13-5 2 1,-13-13 1-16,-23-7 5 0,-4-7-6 16,-37-7-3-1,-25-2-2-15,-21-2 0 0,-8-1-1 16,-3 3 1-16,11 0 2 16,14 11-1-16,14 12-1 15,18 17-1-15,8 20-33 16,-1 15-112-16,-4 19-102 15,-9 28-128-15,-6 14-323 16</inkml:trace>
  <inkml:trace contextRef="#ctx0" brushRef="#br0" timeOffset="140990.91">27040 17984 1010 0,'0'0'38'16,"0"0"-38"-16,0 0-4 15,0 0 4-15,131-69 21 0,-46 34 69 16,18-3-2-1,18-3-9-15,7-1-1 0,5 3-8 16,-5 6-34-16,-7 10-10 16,-12 10-21-16,-12 10-4 15,-14 3-1-15,-8 0 0 16,-11 0-3-16,-7 0 2 16,-6 2 1-16,-5-2 0 15,-10 0-4-15,-8 0-38 16,-10 0-36-16,-3-10-22 15,-5-4-94-15,-4-4-198 0</inkml:trace>
  <inkml:trace contextRef="#ctx0" brushRef="#br0" timeOffset="141855.89">29306 17156 193 0,'0'0'889'16,"0"0"-843"-16,0 0-43 0,0 0-3 16,0 0 62-1,0 0 74-15,-97-37-102 0,67 37-15 16,-7 0-5-16,-8 12-3 15,-10 3 0-15,-3 1-6 16,-5-1-3-16,2 0-1 16,0-8 3-16,1-1-2 15,3-3 0-15,6-3-1 0,4 0 2 16,6 1 6 0,8 1 17-16,10-1 2 0,9-1 13 15,5 3-2 1,8-1-16-16,1 4-17 0,0 6-4 15,0 11-1 1,0 7 16-16,0 15 18 0,0 6-8 16,0 7 2-1,0 5 7-15,0 3-5 0,0 3-9 16,0 4-6-16,5-2-6 16,2-1 2-16,0-7-7 15,1-8-3-15,2-6-2 16,5-8 1-16,-1-9 0 15,0-6-1-15,1-9 0 16,3-5 0-16,3-7-1 16,5-4 2-16,5-1-1 15,10 0 1-15,6-3-2 0,7-6 0 0,5 5 1 32,2 1-1-32,4 0-2 0,3 3 1 15,4 0-2-15,-1 0 3 0,0 0-5 16,1 0 5-1,0-3-10-15,0-7 10 0,-3-4-1 16,-11 2 2 0,-11-1-6-16,-12 2-1 0,-10-3-8 15,-10-5 3 1,-10-4 9-16,-5-14 3 16,-3-11-5-16,-19-13 0 15,-7-12-3-15,-7-5 5 16,-7-5 3-16,-1 4 0 15,-2 4 1-15,0 7 2 16,4 5-1-16,6 12 3 16,5 8 9-16,6 11 2 0,4 8-2 15,4 8-14-15,8 5 0 16,5 6-5-16,4 4-46 16,0 1-142-16,4 4-85 15,12 16 90-15,1 5-205 16</inkml:trace>
  <inkml:trace contextRef="#ctx0" brushRef="#br0" timeOffset="142478.51">29592 17604 827 0,'0'0'121'0,"0"0"-115"0,0 0-4 16,0 0-2-16,0 0 54 15,0 0 0-15,70-25-12 16,-29 14-10-16,8 1 2 16,8-6 9-16,5 3 19 15,7-6-10-15,7-1-16 16,2-1-2-16,4-3 11 16,4 2 37-16,-4-2-34 0,-1 2-4 15,-3 3-13-15,-4 2-1 16,-4 1-12-16,-7 3-12 15,-8 2-6 1,-10 3-1-16,-7 2-1 0,-6 0 0 16,-3 4-3-16,-4 0-22 0,-6-2-21 15,-3 3-19 1,-7 1-9-16,-1-2-13 0,-2 0-11 16,1 1-34-1,1-4-11-15,-2 1-90 0,3-6 3 16</inkml:trace>
  <inkml:trace contextRef="#ctx0" brushRef="#br0" timeOffset="143307.78">31524 16912 986 0,'0'0'126'0,"0"0"-103"0,0 0-21 0,0 0-2 15,-22-78 13-15,-5 71 45 16,-9 4-23-16,-13 3-30 16,-12 0-3-16,-8 12-2 15,-3 3 0-15,1-2 4 0,9-2 1 16,3 1 24-1,10-2 12-15,-2-1-11 0,0 3-21 16,-2-1 12-16,1 2-15 16,5-1 18-16,9 1 15 15,12-1-7-15,8-1-14 16,9 1 3-16,6 4-4 16,3 0 0-16,0 9 1 0,0 4 10 15,0 9-1 1,3 10-4-16,5 9 17 0,-1 10 0 15,1 2-14 1,0 1-2-16,2 2-6 0,2-7-1 16,4-2-14-16,5-7 5 15,1-7-8-15,4-8 0 16,0-9 1-16,1-7-2 16,0-6 0-16,1-6-2 15,2-6 0-15,3-6-2 16,4-1-12-16,10-1-3 0,5-16 5 15,6-3 8 1,5-3-5-16,4 1 0 0,0 5 9 16,3-1 3-1,-3 6 0-15,-3 4 0 0,-2 2 0 16,-1 3 0 0,-3-1 0-16,0-1 0 0,-1 0 0 15,-6-1 0-15,-4-3-8 0,-6-2-8 16,-9-2 10-1,-8 1-7-15,-10-2 8 0,-10-6 5 16,-4-6 3 0,-4-8 3-16,-16-6-1 0,-7-7 0 15,-4-6-2 1,1-8 4-16,-4-8 3 0,-1 2-6 16,0 7 11-1,1 8 14-15,-2 14 12 0,1 5-14 16,4 8-23-1,1 5 2-15,7 4-6 16,1 4-1-16,3 5-14 16,3 4-77-16,-4 3-95 15,-5 3-200-15,-8 14-648 16</inkml:trace>
  <inkml:trace contextRef="#ctx0" brushRef="#br0" timeOffset="146992.13">26848 18654 305 0,'0'0'777'0,"0"0"-740"0,0 0-37 16,0 0 0-16,0 0 26 16,0 0 65-16,-65-10-61 15,65 10-30-15,1 8 0 16,14 7 12-16,9 6 33 16,4 5 13-16,4 2-8 15,7 0 8-15,4 0-19 16,3 1 1-16,5-8-11 15,0-2-15-15,1-3-9 16,3-3-1-16,5-10-2 16,1-3 1-16,3 0 0 15,0-13-1-15,-3-6-2 16,-3-1 0-16,-2 0 0 0,-5-5 0 16,-1 3-1-1,-2 0-4-15,0-5-2 0,1-2 2 16,-3 0-5-16,0 1 3 15,-1 2 6-15,4 2 0 16,-1 9 1-16,1 5-1 16,1 9-1-16,-6 1-3 15,1 0 2-15,-3 14-1 16,-5 5 0-16,-2 7 3 16,-7 2-1-16,-4 3 1 0,-6 3 1 15,-5 3 0-15,-4-1 0 16,-4-3 0-1,-5-4 2-15,0-8-2 16,0-8 0-16,0-5 0 16,0-7 0-16,0-1 4 0,0 0 5 15,-2-12-9-15,-6-12-6 16,4-6-17-16,1-3 3 16,3-5 16-16,0 0 3 15,0 0-3-15,0 1-3 16,1 1 2-16,10 2 3 15,1 1 1-15,6 6-1 16,3 2 1-16,1 8-1 16,4 2 0-16,3 7 1 15,6 5 1-15,5 3 0 16,2 0 0-16,0 5 2 16,2 10-1-16,-2 1 3 15,0 1-3-15,-1-1 0 0,-3 0 3 0,-4-4-2 16,-2-4 0-1,-7-6 0-15,-3-2 0 0,-4 0 0 16,-5-2 5 0,-2-14 7-16,-5-7 8 15,-4-3-8-15,-2-4 17 16,0-1 8-16,-3-2 5 16,-6 1 0-16,-5 5-15 15,4 5-14-15,1 7-15 0,-6 5-23 16,-2 10-117-1,-14 0-173-15,-12 10-613 0</inkml:trace>
  <inkml:trace contextRef="#ctx0" brushRef="#br0" timeOffset="151219.81">31684 12707 1076 0,'0'0'13'15,"0"0"60"-15,0 0-68 0,0 0 79 16,0 0 49-1,0 0-81-15,0 0-52 16,34 16 0-16,-20 29 17 16,-4 12 17-16,-10 12-15 15,0 8 17-15,-15-1-14 16,-11-1-12-16,-3-3 12 0,-2-8-12 16,-3-3 6-1,-8-4-11-15,-9-5-4 0,-7-3 3 16,-11-4 1-16,-9-5-3 15,-8-5-1-15,-7-1 4 16,-5-4-4-16,-8-2 1 0,-6-3 2 16,-7-5-3-1,-2-6-1-15,-2-5-1 16,6-5-2-16,0-4 3 16,-2 0-1-16,-3 0 1 0,-2-8-3 0,-7-4-3 15,-12 1 1 1,-1 0-1-16,-8-2-11 15,6 3 7-15,14 0 3 16,12 1 6-16,11 4 1 16,4 2-2-16,4 3 2 15,-4 3 0-15,-1 14 1 16,1 5 0-16,-3 7 1 16,-2 6-2-16,1 2-4 15,6 0 1-15,11 5 3 16,12-5-1-16,14 3 1 0,7 4 0 15,4 3 2 1,6 6 0-16,5 1 13 0,5 5 0 16,6 0-2-1,2 0-6-15,1 2 1 0,0 3 5 16,5 0 0 0,1 3 5-16,8 0 1 0,0 4 8 15,0 10 8-15,0 0-12 16,-3 3-9-16,1-4 3 15,2-9 4-15,3-9-7 16,7-11-9-16,2-9-2 16,1-13-3-16,2-6 0 15,1-5 0-15,-2-4 0 16,2-4 0-16,-3-2-1 0,0-1-14 16,-1 2-105-1,-5-3-109-15,-12-4-139 0,-10-2-501 16</inkml:trace>
  <inkml:trace contextRef="#ctx0" brushRef="#br0" timeOffset="151532.6">26711 14939 703 0,'0'0'612'0,"0"0"-595"0,0 0-17 0,0 0 0 16,78 76 31 0,-39-14 62-16,5 13-23 15,1 14-23-15,-3 7-13 16,-3 0 1-16,-2-14-25 0,-4-21-5 16,-2-22 3-1,-3-19-2-15,-1-16 29 0,3-4 5 16,6-26 21-16,7-23-30 15,16-22-21-15,11-27-6 16,12-14-1-16,6-6-3 16,-2 0-1-16,-13 14-13 15,-19 20-205-15,-27 16-241 0</inkml:trace>
  <inkml:trace contextRef="#ctx0" brushRef="#br0" timeOffset="154063.39">26743 17568 443 0,'0'0'167'15,"0"0"-120"1,0 0 18-16,22-79 41 16,-17 70 67-16,-2 5-77 15,-3 3-25-15,0 1-13 16,0 0-24-16,0 0 10 0,-6 4 13 16,-13 10-3-16,-9 5-27 15,-5-1-21-15,-5 0-5 0,-3-4 1 16,-6-2-2-1,-9-2 2-15,-9-2-2 0,-13-1 2 16,-10-2-2 0,-7-3 0-16,-2-2 0 15,3 0 1-15,7 0-1 16,12-1 0-16,9-6 2 16,9-2 0-16,6 1-2 15,11 1 1-15,8 1 1 16,7 2-1-16,4 4 1 15,5 0 18-15,1 10-18 0,1 9 9 16,0 11-3 0,3 5 0-16,2 8 11 0,0 5-1 15,6 2 1-15,2 5 32 16,1 3 4-16,0 6 11 16,0 1-17-16,1 4-20 15,2 4 6-15,0 2-23 0,3 0-5 16,-2-6 0-1,4-7-2-15,3-9 0 0,2-12-3 16,-1-4 0 0,1-9 0-16,-1-6 0 15,-1-3-1-15,0-2-1 16,0-4 1-16,1-2 0 0,6-4-1 16,9-5 2-16,10-2 0 15,9 0-2-15,7-10 2 16,5-8-2-16,4-6-2 15,7-2 2-15,10-2-2 16,9-3 0-16,7 3 2 16,9 2-1-16,1 0 1 15,0 6 1-15,-5 5 1 16,-6 13-2-16,-6 2 1 16,-2 0 1-16,-2 1-2 15,-2 5-1-15,-4-3-3 0,-7-3-4 16,-3 0-4-16,-7 0 0 15,-3-3 1-15,-5-16 2 16,-5-7 0-16,-8-1 7 16,-10-1 0-16,-13-1-10 15,-12-3-2-15,-5-7-11 16,-16-8-4-16,-17-4 15 16,-9-8 1-16,-8-3 9 15,-5-2 2-15,-3-5 1 16,2 6 1-16,2 2 0 15,10 6 2-15,11 10-1 16,8 9-1-16,13 15 0 16,6 11 0-16,4 9-96 15,2 1-105-15,14 0-114 16,17 8 17-16,15 3-369 16</inkml:trace>
  <inkml:trace contextRef="#ctx0" brushRef="#br0" timeOffset="155033.47">29565 17293 651 0,'0'0'41'0,"0"0"-12"15,94-110-25-15,-67 72 26 0,-8 6 55 16,-8 11 11 0,-9 9-30-16,-2 5-8 0,0 1-2 15,-11 1 1 1,-7 2 39-16,-4 0 12 0,-11 3-33 16,-12 0-52-1,-11 8-12-15,-15 7 5 0,-6-2-4 16,-8-3-6-16,-9 1-3 15,-8-1-3-15,-8-8 0 16,-4-1 0-16,6-1 1 0,8 0 7 16,12 3 17-1,16 3 22-15,11 4-2 16,10 4-13-16,14 3-8 16,9 1 0-16,10 5-5 0,10 5-5 15,8 6-1-15,0 8 7 16,2 6-10-1,11 6 9-15,-1 3-7 16,-4 2-1-16,-4 1 7 0,-4-5-1 16,0-4-3-16,0-7-5 15,-4-4-4-15,2-6-3 16,2-7 1-16,0-3 1 16,0-4-2-16,6-2 0 15,12-1-1-15,6-1 0 16,5 1 1-16,13 1-2 15,10 2 0-15,7 1 0 0,6 3 0 16,7 1-1-16,1 1 1 16,3 1 1-1,2-1-1-15,-1 1 1 0,2-1-1 16,-4-2-1 0,-3-5 1-16,-2-6 0 15,-2-3 1-15,1-5 0 0,-3-5-1 16,-4 0 0-16,-8 0-1 15,-10-12 1-15,-9-4 0 16,-9-3 0-16,-6-8-3 16,-5-5 2-16,-7-8 0 15,-7-10-2-15,-1-9 3 16,-1-10-2-16,-15-8 2 16,-4-6 0-16,-1-7 4 15,-1 3-3-15,1 6 0 0,-2 11 0 16,3 13-1-16,0 12 0 15,1 11-1-15,3 13-3 16,2 4-28-16,-2 10-57 16,-2 7-136-16,-9 7-161 15,-11 17-367-15</inkml:trace>
  <inkml:trace contextRef="#ctx0" brushRef="#br0" timeOffset="158094.84">31750 16659 1173 0,'0'0'48'0,"0"0"-40"16,0 0 19-16,0 0 56 0,0 0 68 16,0 0-82-16,0 0-40 15,-68-61 4-15,65 61 6 16,-10 0-3-16,-12 0-9 15,-16 0-24-15,-14 10 0 16,-9 5-1-16,-6-1 2 16,-3 0 3-16,-6-2-6 15,-3 1 0-15,-6 1 1 16,-8 2-2-16,-11 0 0 16,-5 4 1-16,7-1 1 15,14-1 1-15,26-2 12 16,17 0 32-16,17 0-15 0,6 2-22 15,3 4-7-15,5 3 1 16,4 5 1-16,6 2-1 16,7 7 3-16,0 5-3 15,3 9 7-15,5 6-4 0,-1 3 11 16,-1 0-1 0,-1-1 0-1,0-2-8-15,0-3 9 0,1 1 0 16,-2-2-9-16,4-3-7 15,2-1 6-15,1-4-5 16,1-4-3-16,1-8 0 16,1-4 2-16,-1-5-1 15,0-8-1-15,4-2-2 16,-1-4 2-16,5-6 0 16,3-2-8-16,3-1 1 15,1-3 2-15,8 0-2 16,0 0 6-16,6-6 1 0,8-1-1 15,7-2 0-15,7-2-1 16,8-2-1-16,8-3 3 16,4-1 0-16,9 0-1 15,-1 0-2-15,-2 5 3 16,-4-2 1-16,-7 4 0 16,-10 5-1-16,-8 0 0 0,-9 1 0 15,-9 2-6-15,-5-1-2 16,-9 2 5-16,-6-1-1 15,-5 2 4-15,-6-1-1 16,-5 1 1-16,1 0-1 16,-4 0 0-1,3-4 1-15,-4-5 3 0,2-7 1 16,-4-9-1-16,-1-12-3 16,0-10 0-16,-7-10-1 15,-14-12 0-15,-3-7-2 16,-4-9 2-16,0-8 1 15,3 1-3-15,0-1 3 16,0 11 2-16,1 15-2 16,6 12-1-16,0 14-2 15,8 14 2-15,4 12-4 0,2 10-50 16,4 5-62 0,0 5-105-16,10 20 34 15,9 9 60-15,2 7-84 0,3 3-111 16</inkml:trace>
  <inkml:trace contextRef="#ctx0" brushRef="#br0" timeOffset="158401.95">31939 17341 681 0,'0'0'609'0,"0"0"-564"0,0 0-43 15,0 0 0 1,61-76 73-16,-28 59 60 0,8 0-55 16,6 0-43-16,11-3-12 15,5 2-2-15,7-2-10 16,4 1-7-16,4 1-3 16,0 3-2-16,-2 1-1 15,-4 3 2-15,-6 0-2 0,-3 3 0 16,-13 0 1-1,-9 2-1-15,-15 2-29 16,-8-1-97-16,-6 1-54 16,2-3-22-16,3-2-45 0,5-4-230 15</inkml:trace>
  <inkml:trace contextRef="#ctx0" brushRef="#br0" timeOffset="159072.1">33573 16412 1425 0,'0'0'67'16,"0"0"-67"-16,-139-3 0 15,58 15 0-15,-10 2 3 0,-1 3 4 16,9 2 6-16,11 2-12 15,9-5 3-15,8 0-4 16,8-3 0 0,9-2 1-16,11-3-1 0,6-1 4 15,5 1-1-15,4 0 11 16,4 6 18-16,4 4 5 16,1 7-8-16,3 7 24 15,0 9-14-15,3 12 3 16,6 9 8-16,-2 6-10 15,-1 2-23-15,-4-2-11 16,-2 4-2-16,0-7-2 16,0-1 0-16,0-7-1 15,0-8-1-15,0-10 2 16,3-9-2-16,6-7 0 16,4-7-2-16,5 0 2 0,5-2-1 15,3-4 1-15,7 1 0 0,4-3 1 16,4-2-1-1,1 0 0-15,10-4-1 0,7 0-8 16,8 0 0 0,11-2-5-16,-3 0-9 15,-4 0 8-15,-6-2-3 16,-7-6 12-16,-5-4-2 0,-8-2 6 16,-6-5 2-1,-8-8 0-15,-4-13 5 0,-6-15 3 16,-2-20-4-1,-7-16 17-15,-6-8 1 0,-6-2-1 16,-7 3-7-16,-21 10-4 16,-14 7 14-16,-10 10-24 15,-4 11-3-15,-11 13-96 16,-6 6-209-16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27:14.7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18937 8426 744 0,'0'0'8'0,"0"0"-5"16,0 0 21-16,0 0 69 15,0 0 25-15,0 0-21 16,0 0-35-16,0 0 4 15,-66-10-15-15,66 8-16 16,0 2 5-16,0 0-3 16,0 0-16-16,0 0-10 15,0 0-8-15,0 0-1 16,0 0-2-16,6 0 0 16,13 0 0-16,6 0 14 15,7 0-3-15,7 0 9 0,3 0 10 16,1 0-4-16,5-4 1 15,7-5-8-15,6-1-6 16,12-5-8-16,12-4 5 16,8-1-4-16,7-4 3 15,8 1 0-15,5 1 7 16,1-1 5-16,1 2-9 16,-6 0 6-16,0 0-12 15,-7 5-2-15,-2 0 0 0,1 4-2 16,-3 0 0-1,-5 3-2-15,-4-1-3 16,-6 4-1-16,-4 2 3 0,-6-3 1 16,-5 1 0-16,-11-2 0 15,-8 4 0-15,-7-2 0 16,-8 0 1-16,-10 2-1 16,-3-1 2-16,-9 4 0 15,-3 0-2-15,-6 1 1 16,-3 0 0-16,1-2-1 15,-1 2-1-15,0 0 0 16,2 0-2-16,-1 0-10 16,1 0-61-16,-2 0-51 15,0 0-79-15,0 0-111 16,0 0-249-16</inkml:trace>
  <inkml:trace contextRef="#ctx0" brushRef="#br0" timeOffset="1569.91">22377 7178 1065 0,'0'0'24'0,"0"0"-22"16,0 0 2-16,0 0 32 16,0 0 7-16,-97-34-1 15,54 34-32-15,-2 7 2 0,-7 8 1 16,-5 0 2-16,-7 4-2 15,-9 3-3-15,-6 0-6 16,3 3-2-16,0 0 5 16,3 2 3-16,-2-1 3 15,0 1-5-15,5-2 21 16,3-3-11-16,6-1 15 16,13-4-12-16,11-4-3 15,12-3 17-15,13-2-3 0,6 3-16 16,1 4-14-1,2 2 12-15,-1 9 15 0,1 1 1 16,3 4-20-16,0 5 21 16,0 3-13-16,0 7 2 15,0 8-2-15,0 4 0 16,0 5-1-16,1 5 8 16,1 7-21-16,1 7-1 15,3 4 3-15,3 2-6 16,3-3 3-16,0 1-2 0,2 0-1 15,-2 2 2 1,2-3 1-16,-4-5-2 16,-1-1 3-16,0-4-3 15,0 4-1-15,-3-5 1 0,-3 3 1 16,2-4-1 0,-4-8 1-16,4-9-2 0,0-12 1 15,0-10-1-15,2-11-1 0,-2-6 1 16,1-6 0-1,-1-5-2-15,2-4-1 16,3-2 3-16,6 0 0 16,12-5 0-16,10-14 2 15,10-5-2-15,10-2 1 0,7-2-1 16,9-4 1-16,5 0 1 16,11-3 1-1,4-1-3-15,3 3 0 16,7 3-4-16,-1 0 3 0,2 5-2 15,3 0 1 1,-2 2 2-16,-3 5 0 0,-1-1 0 16,-7 4 0-16,-1-2 1 15,-4 3 0-15,-2 1 1 16,-3 0-2-16,-9 1-1 16,-3 2 0-16,-12 0-1 15,-9 1-1-15,-7 1 2 16,-9 0-5-16,-6-1-7 15,-7-1 9-15,0-1 2 16,-2-3 1-16,-3-3 1 16,-5 3 0-16,-2-3 3 15,-4 1-3-15,-6-2 6 16,-1-2-2-16,0-3-1 0,0-2-2 16,-10-3-1-1,1-3 2-15,-1-6-1 16,2-5-1-16,1-6-1 0,-1-6 1 15,-2-2-1-15,-5-4 0 16,0-3 1-16,-7-2 2 16,-2-1-2-16,0 2 0 15,-2 3 0-15,4 4 0 0,1 1 1 16,3 0 1 0,2-2-1-16,1-3-1 0,-1 1 0 15,2 2 0-15,-2 3 0 16,1 3 0-16,0 1-1 15,-2-2 2-15,0 3-1 16,-3 2 0-16,2 2 1 16,1 5-1-16,1 1 0 15,2 2 1-15,3 0-1 16,-1 4 0-16,2 1-1 16,-2 7 2-16,-3 3-1 15,-2 5 0-15,-5 1 0 16,0 3 0-16,-6 2 0 15,-1 4-2-15,-5 0 0 16,-8 5-4-16,-9 0 4 16,-7 2 2-16,-6-2 0 15,-3 0-1-15,0 0 1 16,-4 0 0-16,-1 3 0 16,-6 0-1-16,-7 0 1 15,-3 5-10-15,3 13-66 0,4 7-40 16,8 5-10-1,8-3-98-15,6-4-198 0</inkml:trace>
  <inkml:trace contextRef="#ctx0" brushRef="#br0" timeOffset="2529.78">23034 4468 1162 0,'0'0'79'0,"0"0"-74"15,0 0 20-15,0 0 86 16,0 0-29-16,0 0-65 15,0 0 3-15,-3 93 44 16,7-41-8-16,-1-6-16 16,2-2-4-16,-2-8-5 15,1-8-20-15,3-6-5 16,-4-9-4-16,0-8-1 16,-1-3 0-16,-1-2 4 15,-1-6 6-15,0-20 10 0,-1-15-21 0,-10-6-8 16,1-4 7-1,-2-1-9-15,-3-2-10 0,3 0-5 16,2 5 9 0,3 2 13-16,5 13 1 0,2 5 0 15,0 9 2 1,2 3 0-16,9 2 0 0,6 0 1 16,7-3 1-1,7 0 3-15,5-2 4 0,7 0 2 16,-1-2-8-16,-3 4-2 15,-5 2-1-15,-7 3 0 16,-6 4-1-16,-6 3-1 16,-4 2 1-16,-5 4-34 15,-1 0-103-15,-2 0-68 16,-3 4-99-16,0 11-152 16</inkml:trace>
  <inkml:trace contextRef="#ctx0" brushRef="#br0" timeOffset="2751.24">23128 4452 1037 0,'0'0'81'0,"0"0"-68"0,0 0 131 16,0 0 34-1,0 0-106-15,0 0-47 16,101-91-19-16,-72 71-6 0,-6 2 0 15,-2 6-3-15,-7 4-66 16,-5 8-81-16,-9 0-94 16,0 18-53-16,-15 18 5 15</inkml:trace>
  <inkml:trace contextRef="#ctx0" brushRef="#br0" timeOffset="2889.69">23151 4628 553 0,'0'0'212'0,"0"0"-83"16,0 0 3-16,0 0-56 15,0 0 24-15,0 0 7 16,104 15-72-16,-66-35-30 0,-1 1-5 16,-4-1-26-1,-3 3-103-15,-3 1-44 0,0-3-64 16,-3 2-33-16,-5 0-71 16</inkml:trace>
  <inkml:trace contextRef="#ctx0" brushRef="#br0" timeOffset="3739.99">23518 4459 154 0,'0'0'282'16,"0"0"-95"-16,0 0-33 15,0 0 31-15,26-75-120 16,-10 54-25-16,8 0 20 16,4 4-9-16,5 5 31 15,-1 8 13-15,-4 4-44 16,-5 0-32-16,-6 16-8 16,-6 4 13-16,-2 1-10 15,-6-2-7-15,0-5-2 0,-2-2 3 16,-1-6-5-16,2-4-2 15,-2-2-1-15,1 0 2 16,1-4 12-16,1-13-4 16,3-5-10-16,1-2-3 0,2 3-1 15,0 3 0 1,-1 8 2-16,-1 5 0 0,-1 5 0 16,1 0-4-1,2 3-1-15,3 11 6 16,-1 2 1-16,-1-1 0 15,2-2-1-15,-1-4 2 0,0-4-2 16,-2-2 2-16,-1-3-1 16,1 0 1-16,1-5 4 15,4-15-2 1,5-10-1-16,1-5-2 0,5-5 0 16,0-3 0-16,3-6 0 15,1-3 1-15,-4 1-1 16,-5 3-1-16,-4 8 1 15,-7 9 0-15,-4 12 1 16,-5 9-1-16,0 9 7 16,0 1 12-16,0 0 19 15,-6 16-25-15,-10 15-13 16,0 12 9-16,1 3 10 16,6-5 5-16,9-3 7 15,0-5-12-15,0-6-6 16,14-6 4-16,2-8-4 0,6-5-10 15,5-8-1 1,5 0 1-16,0-9-1 0,4-12 2 16,-3-5-3-16,-4-1-1 15,-9 1-12-15,-9 5 2 16,-7 7 4-16,-4 9 6 16,0 2 1-16,0 3 1 15,0 0-2-15,0 4-9 16,0 16-4-16,0-1 13 15,6-1-5-15,11-5 5 16,5-4 0-16,5-5 0 16,-2-4 0-16,4 0 3 15,-4-12-2-15,-3-4 1 0,-5-3 2 16,-5 0 4-16,-12-2 1 16,0 2 4-16,-12 3 2 15,-15 2 0-15,-7 8-8 16,1 3-1-16,2 3-5 15,11 0-2-15,7 0-3 16,8 0-24-16,5 0-98 16,0-5-79-16,16-4-42 15,11-11-95-15,3-12-479 0</inkml:trace>
  <inkml:trace contextRef="#ctx0" brushRef="#br0" timeOffset="4341.79">24779 3335 1016 0,'0'0'182'0,"0"0"-149"0,0 0-7 0,0 0 23 15,0 0 25 1,0 0 74-16,70 109-62 0,-52-60-44 16,2 4 2-1,-3 2 2-15,2-2-13 0,-2 0-16 16,-3-7-9-16,1-9-5 15,-3-10 3-15,-3-12-5 16,-2-8-1-16,-4-4 0 16,-3-3 3-16,0-3 9 15,0-15-6-15,-6-3-6 16,-12 3-6-16,-1 5 3 16,1 10-1-16,0 3 0 15,4 10 4-15,3 14-3 16,5 3 3-16,6-3 0 15,0-4 1-15,9-3-1 0,13-9 0 16,8-4 1 0,1-4-1-16,4 0 0 0,-1-16 0 15,-4-5-13 1,-5 1-38-16,-7 3 30 16,-8 5 9-16,-5 5 12 15,-5 6 6-15,0 1 3 0,0 0-2 16,0 0-7-16,0 11-1 0,0 7 1 15,6 0 1 1,10-5-1-16,6-3 6 0,7-1-3 16,5-5 1-1,3-1-1-15,1 3 4 0,-1-2 21 16,0-4-4 0,-1 0-16-16,5-4-5 0,3-10 0 15,3-3-3 1,-7 3-17-16,-9 4-137 0,-13 8-168 15,-18 2-380-15</inkml:trace>
  <inkml:trace contextRef="#ctx0" brushRef="#br0" timeOffset="5349.84">22646 9250 870 0,'0'0'40'16,"0"0"-38"-16,0 0 84 15,0 0 83-15,0 0-9 0,0 0-64 16,-39-26-68-16,39 33-24 15,0 17-4 1,0 10 99-16,3 9-23 16,3 3-37-16,0 0 2 0,0-1 7 15,-2 4 0-15,2 3-23 16,0 6 12-16,4 7-18 16,-2 4 14-16,0 6 10 15,-2-2-29-15,-2-1-1 16,0-1 8-16,1-5-7 0,1-4-2 15,0-5-2 1,2 0-10-16,-3-5 0 0,0-2 0 16,-1-4 0-1,1-1 0-15,-1-5 0 0,2-6 0 16,1-4 0 0,-2-10 0-16,0-1 0 0,-1-5 0 15,-1-6 0-15,2 0 0 0,-4-4 0 31,-1-2 0-31,0-1-11 0,0-1-60 0,0 0-58 16,-9-17-121 0,-12-15-232-16</inkml:trace>
  <inkml:trace contextRef="#ctx0" brushRef="#br0" timeOffset="7022.06">18762 7063 848 0,'0'0'61'0,"0"0"-23"16,0 0 85-16,0 0-8 15,-10-75-7-15,8 72-28 0,2 3-17 16,0 0-19 0,0 0-14-16,0 0-16 0,0 3-8 15,0 18-6 1,2 8 31-16,5 11 36 0,2 6-35 15,3 5 22-15,-3 4-5 16,0 6-16-16,3 4-11 16,-3 3 8-16,2-2-13 15,-1 0-9-15,-1-6 1 16,0-8 8-16,-1-10-5 16,-1-8-4-16,-1-9-6 15,-3-5 1-15,-2-6-2 16,1-4 0-16,-2-4 0 15,0-5 0-15,1-1-1 16,-1 0 0-16,0 0 4 16,0 0 2-16,0-2 1 15,0-16-5-15,0-3-2 16,0-4 0-16,0-1-3 16,0-3 1-16,0-1-2 15,5 0 4-15,2 1-8 0,2 4 1 16,3 0 1-16,4 6 2 15,2 0 2-15,3 4 2 16,1 4 0-16,-3 3 0 16,0 6-2-16,-3 2 1 15,-1 0 0-15,1 14 1 16,-4 5 2-16,-1 5 0 16,-1 5 1-16,-5 2 4 15,-1 1 2-15,-1 1-4 0,-3-4 10 16,2-1-10-1,-1-3-4-15,-1-4 0 0,0-3 0 16,3-4-1 0,-3-6-3-16,2-1 0 15,-1-6-28-15,1-1-60 0,-2 0-99 16,0 0-31-16,0 0-55 16,0-8-160-16</inkml:trace>
  <inkml:trace contextRef="#ctx0" brushRef="#br0" timeOffset="7347.33">19305 7619 1041 0,'0'0'109'0,"0"0"-91"16,0 0 136-16,0 0-25 0,0 0-73 15,0 0-38-15,8 17-13 16,-1 4 128-16,3 5-73 16,-2 2-7-16,0 4 0 15,1-1-11-15,-2 1-20 16,-1 0-7-16,3-3-3 16,-3-3-3-16,3-6-5 15,-3-5-4-15,-2-7-2 16,-2-2-7-16,-2-5-33 15,0-1-70-15,0 0-79 16,0-5-39-16,-11-15-273 0</inkml:trace>
  <inkml:trace contextRef="#ctx0" brushRef="#br0" timeOffset="8411.56">19578 7447 575 0,'0'0'296'0,"0"0"-287"15,0 0 41-15,0 0 99 16,0 0-76-16,0 0-27 16,-3 5-11-16,3-5 11 15,0 0 16-15,0 0 2 0,0 0-16 16,9 0 2-16,13-13 23 15,7-2 30-15,1-2-54 16,-3 1-32-16,-3 3-14 16,-4 1-3-16,1 2 0 15,-3 1 0-15,-5 3-5 16,-2 3-99-16,-6 3-133 0,-5 0-162 16,0 0-423-1</inkml:trace>
  <inkml:trace contextRef="#ctx0" brushRef="#br0" timeOffset="8587.33">19720 7617 948 0,'0'0'273'15,"0"0"-261"-15,0 0-5 16,0 0 194-16,0 0-82 16,0 0-86-16,63-35-25 15,-26 9-8-15,-3 1 0 16,-6 2-49-16,-2 5-141 15,-5 2-104-15,-5-2-230 16</inkml:trace>
  <inkml:trace contextRef="#ctx0" brushRef="#br0" timeOffset="8987">20057 7216 754 0,'0'0'378'16,"0"0"-362"-16,0 0 127 0,0 0 7 16,0 0-81-1,0 0-51-15,-28 34-7 16,27 1 24-16,1 4 18 16,0-2 1-16,0 2-17 0,13-3 2 15,3 0-23-15,5-7 0 16,-2-6-7-16,3-8-4 15,0-5 0-15,0-10 1 16,2 0 3 0,5-21 0-16,-1-11-5 0,-3-8 5 15,-4-1-5-15,-11 0 1 16,-10 0 0-16,0 2 2 16,-13 1-5-16,-17 1 1 15,-10 6-1-15,-3 6-2 16,-1 4 0-16,3 10-1 15,6 8 1-15,6 3 0 16,3 0-6-16,5 0-50 16,3 8-77-16,2 5-96 15,-2-1-168-15</inkml:trace>
  <inkml:trace contextRef="#ctx0" brushRef="#br0" timeOffset="10063.87">20054 6578 1096 0,'0'0'10'0,"0"0"-2"0,0 0 11 16,0 0 132-16,0 0-84 16,0 0-54-16,-45-15-12 15,12 24-1-15,-6 3 2 16,-5-1 7-16,-8 3 6 16,-12-1 0-16,-9 4 8 15,-6 3-5-15,-4 1 4 0,1 0 4 16,4-1 11-1,1-3-27-15,7-2-4 16,5 1-6-16,8-1 3 16,-2-1 0-16,1 4 11 15,-1 0-8-15,-1 3 0 16,3-1 2-16,4-1 6 16,6 3-8-16,3-2-3 15,5 5 7-15,5-1-8 0,4 0-2 16,8 2 5-16,8 2 4 15,8 6 5-15,6 7 2 16,0 6 2-16,18 12 34 16,6 5-31-16,-2 10 8 15,-4 11 9-15,-5 7-20 16,-7 4-6-16,-1-1 1 16,0-7 0-16,3-7 1 15,3-7-4-15,-1-7-8 16,5-5 7-16,0-4-3 15,3-7-4-15,0-8-1 0,6-10-1 16,4-9 0-16,5-10-1 0,7-8 0 16,8-6 1-1,9 0 3-15,2-13-1 16,4-8-1-16,9-6-1 16,10-4 0-16,12-4 2 15,7-5-2-15,3 3 0 16,-2 1-1-16,-5 6-1 15,-5 3-2-15,-2 2 3 16,-5 1 0-16,-6 0-1 16,-1 1 1-16,-5 0 1 15,-6-3-3-15,-1-1 2 16,-1-2-1-16,1 0 2 16,-4 2 0-16,-5-1 0 0,-11 4 0 15,-10 3-5-15,-7 3 3 0,-9 0 2 16,-7 1 0-1,-2-1 0-15,-6-3 1 16,-2 0 2-16,-2-4-2 16,-1-1-1-16,0-5 1 0,-3-2 2 15,-7-6-3 1,-2-1 1-16,-2-2-2 0,0 0 3 16,-2-3 0-1,-3-7-2-15,3-5-1 0,-2-5 1 16,-1-1-1-1,4 0 0-15,-5-6 1 16,1-4 0-16,-2 0-1 0,-6 1 1 16,-3 12-1-16,-4 13 0 15,-5 11 0-15,-2 14-1 16,-7 12 2-16,-11 10 0 16,-15 5-3-16,-21 28-5 15,-31 21-68-15,-35 11-270 16</inkml:trace>
  <inkml:trace contextRef="#ctx0" brushRef="#br0" timeOffset="15532.97">22687 11318 818 0,'0'0'0'15,"0"0"12"-15,0 0 50 0,0 0 72 16,0 0-90-1,0 0-30-15,0 0 5 0,0 0 14 16,-3 0 1 0,3 0 6-16,0 0 5 15,0 0 2-15,0 0 1 16,0 0-5-16,0 0-4 16,-1 0 3-16,1 0-7 15,0 0-10-15,0 0-8 0,0 0-5 16,0 0 4-1,0 0 0-15,0 0-1 0,0-6-6 16,0-6-6 0,1-2-3-16,10-3-2 0,3-2 2 15,3 0 0-15,2 2 1 16,1 1 0-16,2 0 4 16,2 3-3-16,-1-2 3 15,1 4 0-15,-1 2-4 16,-2 6-1-16,-1 3 0 15,-1 0 0-15,2 0 0 16,-4 6-2-16,-7 11 2 16,-1 9-5-16,-9 9 5 15,0 7 0-15,-16 4 5 16,-6-2-3-16,2-7 1 16,2-6 2-16,4-7-2 15,5-10 3-15,4-6-1 0,3-5 0 16,2-3-1-16,0 0 6 15,0-3 0-15,0-14-4 16,0-6-6-16,0-5-6 16,7 1 4-16,-2-2-1 15,-1 0-1-15,2-1 1 0,-1 2-13 16,2 1 6 0,2 1-4-16,0 1 4 0,0 3 6 15,0 3 1-15,-3 3 1 16,-3 4 1-16,-3 3 1 15,0 5 0-15,0 1 0 16,0 3 1-16,0 0 5 16,0 0-3-16,0 0 1 15,0 3-4-15,0 14-4 16,0 8 4-16,1 5 14 16,6 1-10-16,-1-1 18 15,4 2 1-15,-1-5 5 16,1-2-7-16,7-6-4 15,-1-4-11-15,3-7-2 16,1-2-3-16,1-6 0 0,1 0-2 16,-1 0-21-1,-1 0-98-15,-4-6-51 16,-4-4-92-16,0-1-142 0</inkml:trace>
  <inkml:trace contextRef="#ctx0" brushRef="#br0" timeOffset="15956.88">23366 10947 1144 0,'0'0'94'0,"0"0"-72"15,0 0-19-15,0 0 77 0,0 0-61 16,0 0-19-16,36 10 36 16,-24 5 13-16,1 2-26 15,-2 3 12-15,0 4 13 16,-3 3-8-16,0 2 36 16,-4 0-20-16,-2 2-35 15,-1-2 27-15,1 0 6 16,-1-4-33-16,4-4-12 15,2-2 3-15,2-4 8 16,3-2-13-16,3-5-2 16,2-1 2-16,5-4-4 15,2-2 1-15,1-1-3 16,-1 0 1-16,-3-5-2 16,0-9-22-16,-5-4-28 15,-4-4-48-15,-6-3-66 0,-6-1-14 16,0 3-100-16,-22-1-229 15</inkml:trace>
  <inkml:trace contextRef="#ctx0" brushRef="#br0" timeOffset="16115.74">23419 11190 952 0,'0'0'285'0,"0"0"-282"0,0 0-3 16,121-92 85-16,-68 52-56 15,2 3-29-15,-7 5-26 16,-9 11-128-16,-18 10-240 16</inkml:trace>
  <inkml:trace contextRef="#ctx0" brushRef="#br0" timeOffset="16984.31">23566 10671 1044 0,'0'0'55'0,"0"0"-39"0,0 0-16 15,0 0 119 1,0 0-49-16,0 0-57 0,-85-39-5 16,63 36-4-1,-8 3 21-15,-4 0-16 16,-8 0 12-16,-6 5-7 15,-4 6 5-15,-8 3 3 16,-8 3 5-16,-1 4-13 16,-4 6 7-16,4 2-5 0,4 5 5 15,2 3 14-15,3-3 19 16,7 1 2-16,8-6-14 16,10-4-17-16,9-1 0 15,9-1-9-15,7 4 6 16,5 5-6-16,2 13-6 15,2 8 4 1,-1 8 6-16,-2 7 3 0,-2 3-11 16,-5 2-2-16,-5 2 10 15,1 1-5-15,-1-5-7 16,5-9-4-16,7-10-1 0,4-11-3 16,0-8 3-1,7-7-3-15,14-8 0 0,7-3 0 16,11-5 0-16,8-6 1 0,6-3 0 15,9-1 0 1,3 0 0-16,8-5 2 16,5-8-2-16,11-5 0 15,8-4 3-15,8-5-4 0,4-5 0 16,1-1-7 0,-1 1 7-16,-3 1-2 0,-9 4-6 15,-12 2 0-15,-14 1 1 16,-9 2-7-1,-9 3 2-15,-11-1 4 0,-9-1 1 16,-8-2 7 0,-8-8 0-16,-5-1 0 15,-11-11 1-15,-1-6 2 0,-9-7-1 16,-24-8-1-16,-11-7 1 16,-11-3-2-16,-5 1 0 15,-3 1 0-15,2 12 0 16,5 14-1-16,3 15 1 15,-1 18-9-15,2 13-91 16,-3 8-210-16,-2 17-201 16</inkml:trace>
  <inkml:trace contextRef="#ctx0" brushRef="#br0" timeOffset="23389.95">13079 5514 596 0,'0'0'29'16,"0"0"21"-16,0 0 8 15,0 0 39-15,-19-90 10 16,18 68-19-16,1 0-32 16,0 1-4-16,-2-2-24 15,-1 3 2-15,-3-5-15 16,-3-2-13-16,-1 2 2 15,-4 0 6-15,-5-1 3 0,-3 4-5 16,-5 1-5 0,-6 2 1-16,0 4 8 15,-4 2-1-15,-1 6-9 16,-5 4 7-16,0 3 5 0,-5 0-5 16,-1 1-1-1,1 15-1-15,3 1 10 16,2 7 17-16,6 3-1 0,1 5-7 0,3 4-4 15,6-1-5 1,4 2 0-16,3-2 4 0,5-1-6 16,3 2 4-1,-1 5 10-15,5 2-5 0,4 2-2 16,2 1-6 0,2 0-8-16,0 0 10 0,17-2-11 15,1 1 4 1,4 0-2-16,0 4 2 0,1 0-2 15,4 0 0 1,0-1-6-16,2-5 5 0,1-4 2 16,0-6-5-1,1-3-3-15,2-5 1 0,5-6-1 16,2-4 3-16,0-2 1 16,5-6-1-16,1-7-1 15,0 0 1-15,5-3 0 16,4-14 6-16,3-3-4 15,3-5-1-15,1-7 0 16,-3-6-6-16,-2-10 1 16,-3-4-1-16,-4-4 1 15,-6 0 0-15,-10 6 3 16,-7-2 0-16,-11-1 0 16,-11-2 3-16,-5-4-4 0,-8-3 0 15,-22 0 2-15,-11 3-4 0,-9 4 1 16,-8 3-2-1,-4 9 2-15,0 10-2 0,1 12 0 16,5 15-3 0,4 6-71-16,1 32-173 15,-3 11-190-15,-9 1-485 16</inkml:trace>
  <inkml:trace contextRef="#ctx0" brushRef="#br0" timeOffset="25190.02">23657 7991 607 0,'0'0'41'16,"0"0"-40"-16,0 0-1 15,0 0 0-15,0 0 67 16,0 0 59-16,0 0-76 15,-70-42-4-15,66 40 46 0,-3 2-19 16,-1 0-47-16,-1 0-16 16,-3 0 18-16,0 3-8 15,1 5-4 1,2-2-7-16,2-2 5 0,4 0 3 16,2-2 0-16,1-2 3 15,0 0 5-15,0 0 6 0,0 0-8 16,0 0-10-1,0 0 0-15,6 0-6 0,13 0 7 16,9 0 27 0,13-2 12-16,6-13-28 15,11-4-7-15,7-4 15 16,2 1 6-16,-3-2-28 16,-4 8-7-16,-8 6-2 15,-7 3-2-15,-5 2 0 0,-1 4 0 16,-4-1 1-16,3-2-1 0,4-1 3 15,4-4-2 1,2-2-1-16,5-2 2 0,1-2-1 16,-2-1-1-1,-4 1 0-15,-2 3 1 0,-9 2-1 16,-2 5-2 0,-5 0 1-16,-2 3 0 0,0-1 2 15,1 0-2 1,-3-3 2-16,-4 3 1 0,-3-3 4 15,-7 2 3 1,-8 2 1-16,-1 2-2 0,-3 0 11 16,0 0 20-16,0 0 0 15,0 0-18-15,-10 0-20 16,-2 0-1-16,0 0-3 16,2 0-4-16,-1 0-56 15,-1 0-53-15,0 0-42 16,-6 0-55-16,0 0-162 15,-4 0-325-15</inkml:trace>
  <inkml:trace contextRef="#ctx0" brushRef="#br0" timeOffset="25485.91">24687 7590 949 0,'0'0'58'0,"0"0"-58"0,116-43 78 15,-59 32 107 1,0 10-30-16,-1 1-57 0,-8 14-40 16,-8 15 12-16,-16 7-42 15,-17 7 44-15,-7 7-30 16,-19 0-32-16,-18-3 7 16,-9-1-12-16,-4-8-3 15,1-4-1-15,0-6-1 16,3-6-39-16,5-5-66 15,10-7-28-15,9-4-42 16,11-6-56-16,8-6-93 16</inkml:trace>
  <inkml:trace contextRef="#ctx0" brushRef="#br0" timeOffset="26771.34">23708 6797 410 0,'0'0'4'16,"0"0"-4"-16,0 0-5 15,0 0 5-15,0 0 11 16,0 0 34-16,0 0 26 15,-57-40 35-15,51 21-38 0,-1-2 22 16,0-1-16 0,2 3 85-16,2 0-66 0,1 6-24 15,1 4 16 1,1 3-22-16,0 5 52 16,0 1-73-16,0 0-30 15,0 0-12-15,0 19 3 0,14 10 10 16,3 12 45-16,1 11-23 15,-3 4-14-15,-3 7 8 16,1 6 20-16,-5-1-24 0,1-1-11 16,-2-9-8-1,-2-11-4-15,-2-14-1 0,0-10-1 16,-2-9 0 0,1-9 0-16,-2-2 0 15,1-3 0-15,-1-3 13 16,3-15-13-16,0-11-8 0,0-8-18 15,3-4 19 1,-1-2-1-16,1 6-4 16,4 4 8-16,2 5 2 15,0 8 2-15,-1 11 0 16,2 6 1-16,-1 3 2 16,6 4 11-16,-2 15 25 0,3 4-8 15,-1 6-5-15,-6 3-9 16,-1-2-12-16,-3 3-2 15,0-2 0-15,0-3-1 16,-1-5-3-16,3 0 1 0,-2-4-68 16,-4-2-60-1,0-5-36-15,-1-6-47 0,-2-6-46 16,-1-2-103 0</inkml:trace>
  <inkml:trace contextRef="#ctx0" brushRef="#br0" timeOffset="26949.78">24124 6942 1188 0,'0'0'84'0,"0"0"-83"16,0 0 109-16,29 75 107 16,-18-37-80-16,3 6-44 15,1-1-69-15,0 3-19 16,1-1-5-16,-1 0-9 0,-4 3-225 15,-10-2-228-15</inkml:trace>
  <inkml:trace contextRef="#ctx0" brushRef="#br0" timeOffset="29170.1">23568 11159 907 0,'0'0'108'0,"0"0"-108"16,0 0-1-16,0 0 1 16,0-75 64-1,0 65 10-15,0 4-28 0,0 2 0 16,0 4-16-16,0 0 1 15,0 0 6-15,0 0-5 0,1 0-10 16,4 1-7 0,4 16-2-16,0 8 105 15,1 7-68-15,2 3-9 16,-1 3 22-16,2-1-25 16,-4-4-25-16,1-3 10 0,-2-7-8 15,-1-7-14-15,-2-8-1 16,-2-3 0-16,-2-4 0 0,1-1 0 15,-2 0 3 1,0 0 11-16,0-20 1 0,-12-11-15 16,-8-11-4-1,0-4 4-15,-2-6-3 16,-3-3 0-16,0 0-14 16,1 5 12-16,2 7 5 0,5 14 0 15,7 11 1-15,2 10-1 16,7 8 5-1,1 0-5-15,0 23-7 0,12 17 7 16,6 14 37-16,2 8-8 16,3 7 4-16,-4-5-14 15,1-3-7-15,-4-7 0 16,4-11-7-16,-4-11-4 16,-4-13 0-16,-3-9-1 15,-5-7 0 1,-1-3 0-16,-3 0 6 0,0-22 8 15,-7-17-14-15,-10-16-4 16,-8-10-2-16,-3-1-1 16,-2 3-4-16,2 10 1 15,4 14 6-15,9 16 4 0,7 12 4 16,5 11-3 0,3 3-1-16,0 23-4 15,0 16 4-15,6 10 24 0,6 1-24 16,4 0 4-16,3-6-4 15,0-3 1-15,-3-5-2 16,-1-4 0-16,-6-10 0 16,-1-8-11-16,-7-8-34 0,-1-4-24 0,0-5-25 31,-12 0 17-31,-15-14-69 0,-5-22-155 16,-7-19-365-1</inkml:trace>
  <inkml:trace contextRef="#ctx0" brushRef="#br0" timeOffset="30989.79">26913 6407 742 0,'0'0'69'0,"0"0"17"16,0 0-41-16,0 0 58 0,0 0 33 16,0 0-23-16,-45-46-71 0,18 46-22 31,-10 0-5-31,-7 6 15 0,-6 5-8 0,-13 4-5 15,-12 2-6 1,-12 2-4-16,-15 0-2 0,-8-1-4 16,-7-3 1-1,5-1 4-15,8-3 9 0,12 0 12 16,12 0 1 0,4 0-14-16,6 3 0 15,1 5-4-15,5 3 9 0,5 5-7 16,5 0 4-16,12 1-3 15,5-4 3-15,10-2-11 16,9-2-4 0,6-1 5-16,3 6-6 0,5 5 7 15,2 9-5-15,1 12 39 16,1 10 9-16,0 8-26 16,0 9-10-16,0 7-6 15,4 4 5-15,8 9 17 16,0 7-4-16,3 0-11 0,6-5-5 15,1-2 1 1,-2-4 22-16,-1-4-22 16,-1 2-4-16,-4-5 4 15,0-3-4-15,-3-7 12 0,-2-10-16 16,1-13-3 0,-1-6 1-16,0-11-1 15,0-11 0-15,0-9 0 0,2-9-3 16,3-5 3-16,6-3-2 15,10-3 2 1,14-19-7-16,10-7-16 0,16-8 7 16,5-1 5-16,8-1 2 0,8 0 0 15,9 3 4 1,8 1 2-16,11 3-2 16,5 3 4-16,6 3 1 0,6 1 0 15,8 9 2 1,4 2 2-16,8 3-4 15,-2 6-1-15,-10 2-4 16,-16 3 3-16,-21 0-14 16,-20 0-9-16,-22 3-3 0,-15-2 5 15,-13-1 21-15,-13 0-6 16,-5-18 3-16,-4-12 5 16,-5-7 0-16,-3-8 4 15,-7-5-2-15,0-3 1 16,-13-6-2-16,-7-6 1 15,-6-10-2-15,0-12 0 16,-3-13-1-16,-2-11-2 16,0-14 3-16,-4-4-1 15,-5 4 0-15,-8 4 1 16,-7 12 0-16,-12 12 1 16,-6 7 1-16,-5 11-1 15,4 13 12-15,6 14-7 0,16 16 2 16,13 15 5-1,11 12-13-15,7 9 0 0,6 3-20 16,-1 28-82-16,4 17-103 16,3 22-9-16,-3 16-145 15,3 13-182-15</inkml:trace>
  <inkml:trace contextRef="#ctx0" brushRef="#br0" timeOffset="31679.9">26622 8200 1168 0,'0'0'152'0,"0"0"-152"0,0 0-1 16,0 0 1-16,0 0 4 16,0 0 125-1,-17 117-36-15,23-60-52 16,8 7 81-16,-2 6-28 0,-3 5-25 16,-3 4-1-16,2-3-29 15,0-5 6-15,4 0-21 16,4-4-24-16,7-1 0 15,-2 0 0-15,1-1 0 16,-4-3 0-16,-8 0 0 16,-4-4 0-16,-4-5 0 15,-1-12 0-15,-1-15 0 16,0-15 0-16,2-8 0 16,-2-3 0-16,0 0 0 15,0 0-26-15,0-18-94 0,-6-8-266 16,-5-3-122-16</inkml:trace>
  <inkml:trace contextRef="#ctx0" brushRef="#br0" timeOffset="32626.48">26411 10529 980 0,'0'0'185'0,"0"0"-181"16,0 0 13-16,0 0 138 16,0 0-75-16,0 0-19 15,-44-92-25-15,67 67-18 16,15-1-1-16,8-2 55 15,8 7-22-15,3 6 8 16,-7 11-4-16,-11 4-24 16,-12 13-28-16,-9 14 1 15,-12 11 7-15,-6 3 11 16,0 4-10-16,-10-8-7 0,-4-5 0 16,2-11 0-1,3-11-2-15,6-6-1 0,2-3 0 16,1-1 2-16,0 0 5 15,0-22 5-15,0-18-13 16,0-11-34-16,0 1 27 0,0 7 6 16,0 11-2-1,0 12 3-15,0 8 1 16,0 6 0-16,0 6 5 16,0 0-2-16,0 11 0 15,0 17 19-15,4 10 26 16,3 6-14-16,2 4-5 15,2-3-16-15,5-4-8 16,2-6-6-16,6-7 0 16,3-6-4-16,4-5-72 0,5-9-99 15,5-8-193-15,0-5-236 16</inkml:trace>
  <inkml:trace contextRef="#ctx0" brushRef="#br0" timeOffset="32969.91">27085 10437 1230 0,'0'0'13'0,"0"0"-12"0,0 0 92 16,0 0 71-16,-17-74-98 15,32 65-7-15,9 9-13 0,3 0-14 16,-1 17 18-16,-2 19 6 15,-9 16-23-15,-10 8 12 16,-5 3 5-16,-2-6-19 16,-10-14-10-16,6-17 1 15,3-10-8-15,3-14-4 16,0-2-5-16,11-2 1 0,23-25-6 16,21-17 0-1,15-16 0-15,8-9 0 0,1 1 0 16,-2 5 0-1,-5 10-38-15,-12 12-44 0,-18 7-77 16,-21 13-198 0,-21 8-310-16</inkml:trace>
  <inkml:trace contextRef="#ctx0" brushRef="#br0" timeOffset="39523.24">28023 7356 549 0,'0'0'408'0,"0"0"-408"16,0 0 0-16,0 0 21 0,0 0 82 15,0 0 8 1,0 0-25-16,-51 2-45 0,50-2-20 16,1 0-1-1,0 0 5-15,0 0 1 0,0 2-8 16,0-2-2-16,0 0-3 15,0 0 10-15,0 0-6 16,0 0 4-16,6 0-11 16,11 0 13-16,6 0-1 15,3 0 19-15,6-7-9 0,1 0-9 16,1-1 1 0,2-1 2-16,1 1-3 0,-1-2-11 15,4-2-6-15,-1-1 2 16,4-1-4-16,11 0 4 15,7-2 12-15,6-1-3 16,9-3-4-16,4-1-2 16,3-2-7-16,3 3 1 15,-5 3 1-15,-3 0-4 16,-14 7 1-16,-9 2-2 16,-10 3-1-16,-8 2 1 15,-1 1 0-15,-5 0-1 16,0-3 1-16,2 0 0 15,-1 1 2-15,-6-2 0 16,-7 0-3-16,-8 4-2 16,-6-2 2-16,-5 3-1 15,1 1-24-15,-1-2-100 0,0 1-70 16,-16 0-48 0,-12-1-262-16</inkml:trace>
  <inkml:trace contextRef="#ctx0" brushRef="#br0" timeOffset="39801.1">29161 6916 1087 0,'0'0'93'0,"0"0"-92"0,0 0 3 0,86-57 103 16,-31 41 16-1,11 7-19-15,11 3-7 0,-2 6 11 16,-4 1-26-1,-16 20-36-15,-21 9-33 0,-19 6 0 16,-15 7 23-16,-9 8 1 16,-27 4-21-16,-14 2-7 15,-10-5-8-15,-7-4-1 16,0-7-20-16,4-10-40 16,6-8-42-16,8-8-91 15,4-9-31-15,-4-6-111 0,-2-14-253 16</inkml:trace>
  <inkml:trace contextRef="#ctx0" brushRef="#br0" timeOffset="40366.87">28192 5872 742 0,'0'0'256'0,"0"0"-216"15,-10-73 38-15,10 63 133 16,0 7-132-16,0 3-1 16,3 0-33-16,14 13-4 15,5 22 28-15,5 13 39 16,-2 17-45-16,-1 5-20 0,-3-1-29 15,-3 4 11 1,0-12 13-16,-5-4-21 0,2-8-13 16,-4-9-3-16,-4-14 1 15,-1-9-2-15,-3-12 0 16,-2-5 0-16,-1 0 1 16,3-7 7-16,2-19-8 15,4-13-5-15,0-6-11 16,3-1 9-16,-3 2-9 15,2 3-4-15,3 3 8 16,7 6 12-16,3 8-1 16,8 7-1-16,3 12 2 15,1 5 5-15,-3 13 11 16,-5 16 0-16,-7 6-2 16,-2 3-1-16,-5-1 8 15,-1-3-11-15,-2 2-8 0,-1-4-1 16,-1-2-1-16,-3-4 0 15,0-5-7-15,-3-3-65 0,0-1-62 16,3-5-175 0,-5-12-83-16,2 0-357 0</inkml:trace>
  <inkml:trace contextRef="#ctx0" brushRef="#br0" timeOffset="40689.68">28951 6178 902 0,'0'0'197'16,"0"0"-197"-16,12-92 34 0,10 62 98 15,5 8 30-15,3 9-30 16,-2 13-51-16,-3 4-18 16,-10 30-37-16,-8 11 3 15,-7 10-8-15,0 3 32 16,-11-2-30-16,-1-9-6 15,2-10-3-15,4-13 1 16,6-12 0-16,0-5 4 16,0-7-14-16,11 0 3 15,14-12 11-15,13-19-2 16,8-9-3-16,10-5-11 0,3-2-3 16,4 3 0-1,-2 4-4-15,-9 5-55 0,-13 11-66 16,-15 9-109-16,-17 13-196 15,-7 2-651-15</inkml:trace>
  <inkml:trace contextRef="#ctx0" brushRef="#br0" timeOffset="41749.94">25381 13311 854 0,'0'0'126'15,"0"0"-74"-15,-38-99 41 16,32 70 37-16,2 1 26 15,-1 9-39-15,4 8-51 16,-1 5 11-16,1 5 2 16,1 1-42-16,0 7-26 0,10 22-9 15,11 16 59 1,6 14-2-16,3 6-22 0,-2 6-23 16,0 5 5-1,-1 5-2-15,-1 2 2 0,-5-1-8 16,-2-3-4-16,-4-8-4 15,-2-9-3-15,-2-15 0 16,-2-15 0-16,-6-16 0 0,1-6 0 16,-2-7 0-1,-1-2 0-15,1-1 0 16,-2 0 0-16,0 0 0 16,0-18 0-16,0-10 0 15,0-10 0-15,0-7 0 16,0-5-4-16,0 1-4 15,7 4 0-15,9 3-1 16,1 10 8-16,4 4 0 0,1 6-1 16,-2 3-1-1,2 6 2-15,2 5-2 0,4 8 1 16,2 0 2-16,4 8 0 16,2 17 10-16,-5 6-2 15,-2 4 16-15,-7 3-24 16,-7 2 0-16,-3 3 0 15,-2 1 0-15,-5-2 0 16,-2-2 0-16,0-8 0 16,0-8-3-16,2-5-91 15,5-11-167-15,0-8-185 0,3-11-288 16</inkml:trace>
  <inkml:trace contextRef="#ctx0" brushRef="#br0" timeOffset="42124.75">26238 13734 1232 0,'0'0'23'0,"0"0"-15"0,-7-77 109 16,14 47 17-16,16 5-68 16,5 6-4-16,2 9-2 15,0 10-30-15,-8 4 0 0,-3 27 0 16,-12 12-9-16,-7 8-2 15,0 8 11-15,-17 2-14 16,-2-8 6-16,2-7 9 16,7-21-15-16,5-13 4 15,5-9 1-15,0-3-1 16,0-1-13-16,26-23-5 16,14-11 0-16,15-11 2 15,8 0-1-15,-2 2-2 0,-6 6-1 16,-5 5 0-1,-13 7-30-15,-9 5-58 16,-10 4-72-16,-12-2-78 16,-6-1-116-16,0-5-439 15</inkml:trace>
  <inkml:trace contextRef="#ctx0" brushRef="#br0" timeOffset="42469.79">27080 13203 1509 0,'0'0'32'0,"0"0"-24"0,0 0 61 15,0 0 46-15,0 0-104 0,0 0-11 16,97-70-3 0,-69 59-10-16,-12 9-57 0,-9 2-62 15,-7 20 17-15,0 17 108 16,-16 9-3-16,-4 6 7 16,-1-2 3-16,4-9 15 15,7-9 28-15,7-15 3 16,3-9-7-16,3-8-28 15,21 0-1-15,12-16-10 16,10-11-12-16,3-10-225 0,-4-3-320 0</inkml:trace>
  <inkml:trace contextRef="#ctx0" brushRef="#br0" timeOffset="42783.23">27744 12544 1385 0,'0'0'79'0,"0"0"-71"15,0 0 118-15,-87 8 8 16,62 24-46-16,8 12-35 16,9 18-15-16,8 13 12 15,7 9-14-15,21 10 7 16,9-3-36-16,5 0-7 15,7-4 0-15,-2-5 0 16,-1-7 0-16,-6-9 0 16,-5-10 0-16,-7-8 0 0,-12-14-23 15,-11-5-130 1,-5-10-154-16,-32-9-121 0,-18-7-401 16</inkml:trace>
  <inkml:trace contextRef="#ctx0" brushRef="#br0" timeOffset="42909.74">27593 13521 1376 0,'0'0'115'0,"0"0"-115"16,0 0 15-16,93-94 102 15,-28 57-49-15,11-4-63 16,6-3-5-16,2-3-31 0,-6 3-134 16,-10-1-201-1,-19 6-768-15</inkml:trace>
  <inkml:trace contextRef="#ctx0" brushRef="#br0" timeOffset="43237.92">28672 12346 1263 0,'0'0'147'0,"0"0"-128"0,0 0 42 15,-88-21 132-15,53 46-84 16,-4 21-66-16,4 20 12 16,8 18-4-16,12 16-10 15,14 7-9-15,1 8-4 16,19-2-23-16,17-8-5 16,9-7 0-16,8-11 0 15,4-14 0-15,3-14 0 16,-1-12 0-16,-2-14 0 15,-6-14 0-15,-4-13 0 16,-3-6-61-16,-4-12-86 16,-9-20-125-16,-10-13-84 15,-11-10-395-15</inkml:trace>
  <inkml:trace contextRef="#ctx0" brushRef="#br0" timeOffset="45291.61">29016 12295 1047 0,'0'0'250'0,"0"0"-247"15,0 0 11-15,3-85 84 16,-3 75 41-16,0 7-39 16,0 2-45-16,2 1-43 15,4 0-12-15,6 10 0 0,7 15 8 16,5 12 30-1,3 10-10-15,0 9 0 0,-4 9 17 16,0 4-30 0,-4 0 12-16,-1 0-3 0,-1-6-22 15,-3-4 3-15,-1-9 4 16,-4-7-4-16,-2-11 5 16,-4-6-3-16,-3-5 1 15,0-11-8-15,0-4 9 16,0-4-5-16,0-2 1 15,0-4 2-15,-6-16-3 16,-1-15-4-16,4-8-2 16,3-7-2-16,0-4-5 15,0 7 6-15,8 4 3 16,7 7-2-16,8 7 1 16,2 6-1-16,6 8 2 0,2 9-1 15,-2 6 0-15,2 0-4 16,-4 18 5-16,-3 7 9 15,-3 4 0-15,-5 5-2 16,-3 1-1-16,-3 2 1 0,-2-1-6 16,-1-4-1-1,0-4-2-15,-3-1-2 16,2-6-55-16,-1-4-77 16,2-6-149-16,0-7-93 0,-2-4-300 15</inkml:trace>
  <inkml:trace contextRef="#ctx0" brushRef="#br0" timeOffset="45688.52">29873 12637 996 0,'0'0'220'0,"0"0"-212"15,0 0 49-15,0 0 59 16,0 0-44-16,0 0 92 15,53 77-113-15,-36-38-6 16,-1 2 11-16,-2 2-29 0,-4-7-16 16,-1-3 1-1,-3-9 6-15,-3-10-14 0,-1-7-1 16,-2-7-3 0,0 0 2-16,0-6 12 15,0-17-5-15,-11-8-7 0,-2-7 0 16,-1-7-1-16,-2-4-1 15,-1-1 0-15,1 5 0 16,3 10 0-16,0 7 0 16,3 7 1-16,4 7-2 15,3 4 1-15,3 4-2 16,0 3-17-16,0 3-44 16,0 0-103-16,5 0-98 0,11 7 13 15,2 5-143 1</inkml:trace>
  <inkml:trace contextRef="#ctx0" brushRef="#br0" timeOffset="46049.84">30431 12531 958 0,'0'0'20'0,"0"0"-8"0,0 0 134 16,0 0 4-16,0 0-60 15,0 0-32-15,9-12 13 16,-9 12-6-16,0 13-2 0,0 13 70 15,0 7-7 1,0 5-73-16,0 5-9 0,-5 6 5 16,1 2-40-1,1-1-9-15,3-4 0 0,0-6 0 16,0-7 0 0,0-3 0-16,0-8-63 0,-2-3-99 15,-7-9-213 1,-7-5-106-16</inkml:trace>
  <inkml:trace contextRef="#ctx0" brushRef="#br0" timeOffset="47976.8">30747 12261 956 0,'0'0'74'0,"0"0"-71"16,0 0 65-16,0 0 88 16,-84 0-70-16,67-8-50 15,3-5 1-15,1-1 12 0,4-6-32 16,6-2 1-1,3-3-3-15,0-3-6 0,0 1 1 16,18 1-1-16,4 4-5 16,6 5 2-1,7 4 19-15,1 6-12 0,7 6 4 16,0 1 5 0,2 8-5-16,-6 19 10 0,-8 7 6 15,-10 7-23-15,-12 3-1 16,-9 0 7-16,0-1 0 15,-8-6-9-15,-13-5-1 16,1-8-3-16,4-8-1 16,5-6-1-16,6-7 1 15,4-3 0-15,1 0 5 16,0-12 4-16,0-16-11 16,0-11-35-16,9-6 17 15,6-6 2-15,1 3-6 0,0 2-4 16,-5 6 22-16,1 7 3 15,-8 6 1-15,-1 9 1 16,-3 10 2-16,0 4 17 16,0 4 16-16,0 0-4 15,0 2-32-15,0 26 8 16,-3 9-1-16,0 11 41 16,3 0-20-16,0-2 0 15,14-1 17-15,8-6-28 0,3-5-3 16,2-4-14-16,1-5 0 15,-2-2-4-15,1-5-40 16,1-4-96-16,-4-5-131 16,-5-9-204-16</inkml:trace>
  <inkml:trace contextRef="#ctx0" brushRef="#br0" timeOffset="48389.93">31365 12289 685 0,'0'0'424'0,"0"0"-420"0,0 0 35 0,0 0 66 16,-9-75-5-1,9 51-21-15,3 2-61 16,11 1 13-16,3 8-6 0,2 4 9 15,-3 9 16-15,-2 0 0 16,-5 22-8-16,-7 13 0 0,-2 7 0 16,-3 5 18-1,-14-3-20-15,1-9-18 0,4-7 0 16,3-10-7 0,6-9-2-16,3-5-4 15,0-4-1-15,0 0-5 16,12 0 1-16,14-13 1 0,12-8 7 15,7-4-5 1,-1-3-7-16,-3 6 1 0,-10 1-1 16,-7 4-15-16,-9 1-72 15,-7-2-63-15,-8 2-93 16,0-3-133-16,-15-2-744 16</inkml:trace>
  <inkml:trace contextRef="#ctx0" brushRef="#br0" timeOffset="48673.44">31563 11541 1085 0,'0'0'140'0,"105"-4"-126"0,-34 35 207 16,7 26 4-16,-1 17-62 15,-10 17-47-15,-16 10-53 16,-15 4-43-16,-24 2-20 16,-12 2 0-16,-14-5 0 15,-27 2 0-15,-17-9 0 16,-13-8-9-16,-5-6-121 16,-7-15-238-16,-4-18-422 15</inkml:trace>
  <inkml:trace contextRef="#ctx0" brushRef="#br0" timeOffset="51827.24">30406 6503 758 0,'0'0'386'15,"-44"-125"-366"-15,31 81-9 16,2 8 13-16,4 11 55 16,-2 11 26-16,2 6 4 15,2 7-50-15,2 1-32 16,1 17-27-16,1 26 0 16,1 19 9-16,0 18 11 15,3 10-2-15,13 11 14 0,2 9 53 16,2 3-41-16,-5 9-33 15,-2 3 15-15,-6-8-9 16,-1-9-7-16,-2-19-9 16,-1-20 0-16,-2-22-1 15,3-18 3-15,-4-16-2 16,2-10 0-16,-2-3 5 16,0-18 11-16,0-20-8 15,0-20-8-15,0-16-2 16,0-15 0-16,-3-17-4 15,-4-5-6-15,-1-8-32 0,-4 0-10 16,-4 4-5 0,-1-3 22-16,-2 4-15 0,1 2 29 15,0 4 17-15,2 1 3 16,4-2 0-16,-2 4-3 16,7 7 0-16,4 10 4 15,3 16 0-15,0 13-2 16,1 12 3-16,11 14 3 15,-3 9-2-15,2 8-1 16,2 7 0-16,3-2-2 16,11 2-2-16,8-2 3 15,12-2 2-15,11-1-1 16,17 1 0-16,15 0 2 16,8 0-1-16,11 4-1 15,3 2 0-15,3 1 0 0,3 0 1 16,-2-1 3-16,-4 1 3 15,0-6-1-15,-2-1 0 16,1-1 1-16,-5 3 1 16,-10 3 1-16,-21 3-7 0,-20 5-4 15,-20 0-1 1,-19 0 2-16,-4 10-7 16,-9 0 2-16,-2 2 3 15,-1 5 3-15,0 5 1 0,0 4-1 16,-3 7 2-16,-10 5-1 15,3 4 4-15,1 5 6 16,4 4-1-16,3 5-5 16,2 6 12-16,0 10-6 15,10 12-5-15,10 5 1 16,9 13 1-16,6 4-5 16,7 1 2-16,4 6-3 15,2-1-1-15,0 0 0 16,-8 1 4-16,-7-5-1 15,-12 1-2-15,-13-8 1 16,-8-5 0-16,-2-6 1 16,-22-13 0-16,-7-10-1 15,-8-8 2-15,-8-13 1 16,-6-7-2-16,-8-13 5 16,-15-7-4-16,-15-5 0 0,-14-4-2 0,-12-4 4 15,-15-2-7-15,-5-1 0 16,-5-2-1-1,-10-1-1 1,0 0 2-16,0 0 1 0,3 2 4 0,7 0-2 16,14 3 0-1,11-1-3-15,17 0-1 16,19 2 0-16,13-4 0 16,17 2 0-16,18-4 1 0,14 0-6 15,18 0-65-15,1 4-80 16,34 0-153-16,16 2-25 15,12-2-282-15</inkml:trace>
  <inkml:trace contextRef="#ctx0" brushRef="#br0" timeOffset="52222.66">31047 7699 1140 0,'0'0'54'0,"0"0"-54"0,0 0-9 0,0 0 9 16,8-77 66-16,-7 73 57 16,5 4-34-16,4 9-76 15,7 21 16-15,5 16 44 0,0 14 28 16,-1 15-15-16,-6 12-31 15,0 9-13-15,-4 12 12 16,1 4-24-16,1 0-2 16,2 0-9-16,4-6-7 15,1-8 1-15,1-7-11 16,-4-13-1-16,-3-11 0 16,-5-10-2-16,-3-13 1 15,-3-13-2-15,-3-11-34 16,0-11-58-16,0-7-74 0,0-2-78 15,0-12-68 1,-9-12-415-16</inkml:trace>
  <inkml:trace contextRef="#ctx0" brushRef="#br0" timeOffset="52798.2">30807 9540 1247 0,'0'0'0'0,"0"0"-83"0,-8-84-28 16,34 41 111-16,5 4 62 16,8 9 9-16,7 10-10 15,6 8-2-15,7 6 39 0,3 6-4 16,-1 0-32 0,-6 23 37-16,-13 8-64 0,-13 10-17 15,-15 5-8-15,-11 0 3 16,-3-6-8-16,-3-5 1 15,-14-12-2-15,-3-7 1 16,2-8 0-16,3-8 1 16,2 0 3-16,4-22-1 15,1-14-8-15,7-10-7 16,1-9-11-16,0-2-4 16,6 1 10-16,7 9-16 15,1 12 8-15,-4 11 17 16,-4 11 3-16,-3 9 8 15,-1 4 32-15,-1 0-12 16,4 21-13-16,2 13 57 16,2 11 10-16,2 7-44 15,3 1-22-15,3-4-12 0,2-4-3 16,5-8-1 0,1-8-11-16,3-9-58 15,1-8-116-15,5-12-121 0,-1 0-110 16</inkml:trace>
  <inkml:trace contextRef="#ctx0" brushRef="#br0" timeOffset="53163.78">31654 9515 1263 0,'0'0'0'0,"0"0"3"0,0 0 20 15,0 0 122 1,0 0-63-16,0 0-51 0,3-21-24 16,12 21 4-16,3 0 31 15,3 7 2-15,0 10 10 16,7 3 3-16,8 6-5 16,9 4-24-16,1 1-9 15,0 3-7-15,-7 3-8 16,-15 2 17-16,-21 2-4 15,-6 1 6-15,-39 1 30 16,-18-7-22-16,-7-5-16 16,10-9-12-16,10-11-3 15,15-9-1-15,13-2-21 16,7 0-40-16,6 0-26 0,3-6-62 16,3-2-82-1,0 0-127-15,0 4-157 0</inkml:trace>
  <inkml:trace contextRef="#ctx0" brushRef="#br0" timeOffset="57001.25">22104 7761 747 0,'0'0'69'16,"0"0"-16"-16,0-75 69 15,0 55-27-15,-10 7 57 16,2 4-63-16,2 6 30 16,3 3-18-16,2 0-56 15,-4 3-39-15,-2 27-2 16,-2 18 0-16,1 19 110 16,2 10-63-16,3-1 1 15,3-2-15-15,0-5 11 16,11-4-31-16,7-8-12 15,1-4-2-15,2-9-1 16,-4-9-2-16,-4-6-4 16,-7-6-50-16,-6-4-130 15,0-4-71-15,-28-5-112 0,-13-10-272 16</inkml:trace>
  <inkml:trace contextRef="#ctx0" brushRef="#br0" timeOffset="57142.86">21876 8282 1273 0,'0'0'257'16,"122"-79"-255"-16,-19 30-2 16,22-12 0-16,16-8 3 15,8 6 0-15,-3 9-3 16,-14 14-4-16,-12 9-227 16,-9 1-388-16</inkml:trace>
  <inkml:trace contextRef="#ctx0" brushRef="#br0" timeOffset="57707.3">26016 7025 951 0,'0'0'218'0,"0"0"-210"0,0 0-5 0,0 0 78 15,0 0 24-15,0 0-62 16,-73-64-36-16,69 88-5 15,4 13 3-15,0 12 8 0,0 11 62 16,6 8 20-16,4 8 0 16,-3 3-6-16,-1 0-42 15,5-2 31-15,1-8-62 16,7-9-6-16,-1-6-4 16,0-7-6-16,-6-9-1 15,-6-7 0-15,-6-9-23 16,0-7-129-16,-15-7-103 15,-15-8-53-15,-6 0-199 16</inkml:trace>
  <inkml:trace contextRef="#ctx0" brushRef="#br0" timeOffset="57819.78">25816 7711 1328 0,'0'0'103'0,"0"0"-102"0,143-108-1 15,-53 58 0-15,14-6-7 0,10 2-43 16,-1 1-154-1,-7 4-277-15</inkml:trace>
  <inkml:trace contextRef="#ctx0" brushRef="#br0" timeOffset="58475.72">31286 6113 1099 0,'0'0'4'0,"0"0"2"0,0 0 55 16,0 0 109-16,0 0-74 15,0 0-42-15,-82 22-1 16,76 41 95-16,3 12-53 16,3 3-38-16,3 0-22 15,17-4 4-15,3-3-16 0,1-4-15 16,-3-7-8-16,-6-5-7 0,-5-7-36 15,-10-9-110 1,0-6-100-16,-21-12-110 16,-16-11-186-16</inkml:trace>
  <inkml:trace contextRef="#ctx0" brushRef="#br0" timeOffset="58609.85">30942 6804 1412 0,'0'0'83'16,"0"0"-82"-16,127-97 2 15,-47 60 8-15,8 1-11 16,4 1-4-16,2 3-91 16,-8 3-173-16,-18 0-555 15</inkml:trace>
  <inkml:trace contextRef="#ctx0" brushRef="#br0" timeOffset="59938.62">1314 7700 198 0,'0'0'0'0,"0"0"-170"0</inkml:trace>
  <inkml:trace contextRef="#ctx0" brushRef="#br0" timeOffset="60849.71">1314 7700 16 0,'100'55'271'16,"-100"-55"-219"0,0 0-26-16,0 0-14 0,0-5-2 15,-12-1 48-15,-4 2 22 16,2 2 36-16,1 2-8 15,1 2-28-15,0 15-30 16,3 11-4-16,3 5 8 16,3 3-2-16,3 3-8 15,6-3-12-15,18-4-1 16,10 0-8-16,8-3 10 16,12-1 11-16,7 0-11 15,12-2-15-15,15-5-8 16,12-7 0-16,9-6-4 15,7-8-5-15,3 0 0 16,0-6 5-16,-2-9-6 16,-8 0 2-16,-6 1-2 15,-7-2-2-15,-4-1 2 0,1-1-1 16,2-2 5 0,5-3-4-16,3-4 2 15,3 0-3-15,1-2 1 0,1 2 0 0,5 2-1 16,-1 3 1-1,-3 0 0-15,1 4 2 0,-2 4-2 16,8 4 0 0,2 5 1-16,3 5-1 0,6 0-4 15,-2 20 2 1,-3 12 2-16,-7 10-1 0,-13 11 1 16,-19 4 3-1,-17 4-2-15,-21 1 1 0,-17 2 5 16,-16-1 11-16,-12-4-1 15,0-6 7-15,-21-15-15 16,5-11 2-16,1-10-7 16,0-11 0-16,6-6 1 15,-5-1 7-15,-2-26-9 16,7-14-3-16,3-17-9 16,6-13-8-16,0-8 0 15,15 1 8-15,18 7-9 16,7 9-4-16,3 8 8 15,9 11 7-15,4 8 0 16,9 16 2-16,10 9 5 16,10 10 0-16,3 7 0 0,3 18-3 15,4 12 2 1,4 5-1-16,9 1 2 0,3-3 1 16,-3-5-1-1,4-10 1-15,-2-8 1 16,1-10-2-16,0-7 3 15,-3 0 2-15,-7-22-3 0,-7-7-1 16,-16-8 0 0,-7-7 0-16,-10-7 7 0,-8-4-1 15,-6-4 6-15,-9 0 22 16,-8 2-1-16,-5 2-2 16,-8 8 7-16,-6 6-10 15,-6 11-15-15,-5 6-14 16,0 9-1-16,0 5-6 15,0 6-74-15,0 0-72 16,0 0-59-16,0-5-203 0</inkml:trace>
  <inkml:trace contextRef="#ctx0" brushRef="#br0" timeOffset="62283.66">7962 6267 894 0,'0'0'96'0,"0"0"-80"0,0 0-16 0,0 0 6 15,0 0 44 1,-95-45 50-16,59 40-38 0,-6 1-15 16,-12 4-35-16,-16 0-12 15,-16 0 0 1,-16 4 0-16,-16 7 1 0,-10-3-1 15,-9 3 2-15,-11-3-3 16,-4 1 2-16,-12-1-2 16,1-1 1-16,-4-2-3 15,-11-4 2 1,-2-1 2-16,-5 0-1 0,-3 0 0 16,1 0-1-16,-1 0-7 15,-4 0 7-15,1 0 1 0,-1 0 0 16,4 8 0-1,15 2 2-15,10-2-2 16,20-1-3-16,13-3 3 16,6-3 0-16,0 0 0 15,-1 3 3-15,4 2-3 16,-4 0 1-16,7 1 3 0,12 2-3 16,9 1-1-1,12-3-1-15,6 4 1 0,9-3-1 16,1 0 3-16,5 2-1 0,1 0 7 15,-1 4-3 1,-3-1-4 0,0 0 0-16,1-1-2 0,2-6 0 15,3-2 1-15,4-2 0 16,5-1 4-16,7 2-4 16,6 1 0-16,2 2 1 15,7 5-1-15,2 2 0 16,-2 9-1-16,5 13 1 15,-5 15-1-15,-3 13 1 0,3 17 7 16,-6 14-7-16,-2 18 1 16,-4 7 0-1,-3 3 2-15,-7-3 0 0,-3-10-3 16,-5-11 1-16,2-8 1 16,0-12-2-16,4-8 1 15,3-9 3-15,2-5-2 16,4-4 1-16,6-3 0 0,8-3 4 15,10 1-4 1,14 0 0-16,7-2-1 0,13 1-2 16,33-3 0-1,17-6 3-15,21-4-2 16,17-6 3-16,13-7 1 16,12-12-3-16,13-8 6 0,21-4-5 15,19-23 3-15,25-5-2 16,17-6-3-16,6-5 10 15,16 0 3-15,12 4 2 0,14 6-2 16,8 7-14 0,-7 12-1-16,-3 7 1 15,-3 3 3-15,-3 4-3 16,-7 0-4-16,-21 0 4 0,-5 4 0 16,-16 2 3-16,-9-5-3 15,0-1-3 1,-11 0 3-16,-11-8 0 0,-10-5 0 15,-13-3 4-15,-14 2-4 16,-12 2 0-16,-15 5-2 16,-14 0-4-16,-14 2 6 15,-16 4-4-15,-16-2 2 16,-9-1 1-16,-13 0-2 16,-9-2 3-16,-2 2 0 15,0-5-1-15,1-3 2 16,5 0 1-16,1-2-2 15,-3 0-2-15,1 2 0 16,-8-2 2-16,0 1 1 16,-2-1-1-16,-7-1 1 15,2-4 2-15,0-6-1 16,0-10-1-16,1-5 0 16,0-7-1-16,-2-6 3 15,-1-10-3-15,-3-6 2 0,-2-10-1 16,1-9-1-1,-5-6 1-15,-2-9 2 0,2-3-3 16,-3-3 2-16,0 5 5 16,0 6-5-16,-1 12-3 15,-17 10 2-15,-15 11-2 16,-15 15-1-16,-20 14-13 16,-35 10-180-16,-33-4-775 15</inkml:trace>
  <inkml:trace contextRef="#ctx0" brushRef="#br0" timeOffset="73184.63">32339 6522 954 0,'0'0'58'0,"0"0"-57"16,0 0 95-16,0 0 2 16,0 0-10-16,0 0 4 0,0 0-14 15,-18-13-39 1,17 13-8-16,1 0 2 16,-2 0-4-16,1 0-8 0,1 0-7 15,-2 0-2-15,2 0-2 16,-1 0-6-16,1 0 0 15,0 0 2-15,0 0-3 16,0 0 3-16,0 0-5 0,0 0 7 16,0 0-3-1,0 0 4-15,0 0 4 0,0 0 2 16,0 0 0 0,0 0-2-16,0 0 2 0,11 0-1 15,8 0 15-15,4 0 4 0,9 0-12 31,3 0-2-31,3 0-5 0,3-3-3 16,1 0-1-16,4-2-3 16,-1 0 0-16,3 3-1 15,-3-1 0-15,-2 1-1 16,0 2-1-16,-2-1 1 16,-4 1 0-16,-4 0 1 15,-3 0-4-15,0 0 1 16,-1 0 0-16,3 0 1 15,2 0 2-15,1-1-3 16,3 1-2-16,-2 0 0 0,-2-2 1 16,-3 2 0-1,-7 0-2-15,-5 0-1 0,-5 0 1 16,-2 0 2 0,0-1 2-16,2-1-2 0,0 0 0 15,1 0-2-15,3 0 0 16,-4 1 0-1,0-2 2-15,0 1 1 0,-3 2-3 0,0-1 0 16,-3 1 0 0,-4 0 2-16,1 0-1 15,-2-2 0-15,2 2 0 16,3-1-1-16,1 1 0 16,4-2 0-16,-2 2 0 15,-3-1-1-15,-1 1 2 16,-1 0-1-16,-3-1 0 0,0 1 0 15,-2 0 1-15,-1-2 0 16,2 2-1-16,-2 0 0 16,0 0 0-16,0 0-1 15,1 0 0-15,1 0 1 16,-2 0 0-16,1 0 0 16,-1 0 0-16,2 0 3 15,-2 0-3-15,0 0 0 16,0 0 0-16,0 0 0 15,0 0-1-15,0 0 1 16,0 0 2-16,0 0 1 16,1 0-6-16,1 0 2 15,-2-1 1-15,0 1 2 16,0-2-2-16,0 2-6 0,0-2-5 16,0-4-9-1,-9-4-75-15,-20 3-225 0,-6-2-215 16</inkml:trace>
  <inkml:trace contextRef="#ctx0" brushRef="#br0" timeOffset="73795.82">33397 6182 925 0,'0'0'89'0,"0"0"-63"16,0 0 108-16,0 0-5 15,0 0-31-15,0 0-24 16,1 2-48-16,23-2-12 16,4 0 17-16,7 2 13 0,6 3-7 15,-2 0-4-15,-1-1 2 16,-1 2-10-16,-1 1-6 15,-1 0-3-15,-3 1-5 16,-7 0 2-16,-4 1-1 16,-5 3-5-16,-4-2 3 15,-4 8 10-15,-3 3-5 16,-5 7 0-16,0 4 12 16,-5 5-8-16,-19 2-1 15,-10 5 14-15,-5-2-9 0,-6-2-11 16,2-3-2-16,6-3-8 15,1-6 1-15,7-7-3 16,3-5 0-16,2-7 0 16,4-1 0-16,-1-7-14 15,1-1-35-15,-5 0-26 0,-1-9-91 16,-4-7-85 0,2-9-66-16,2-9-296 15</inkml:trace>
  <inkml:trace contextRef="#ctx0" brushRef="#br0" timeOffset="74741.58">32880 4888 794 0,'0'0'65'0,"0"0"68"0,0 0-4 15,0 0-4-15,0 0 13 16,0 0-30-16,-8-57-26 16,8 57-1-16,-2 0-26 15,2 0-22-15,0 0-19 16,0 9-8-16,0 14-4 15,0 7 27-15,7 11 0 16,4 4 4-16,-2 5-13 16,-3 6-1-16,3 7 1 15,-2 2 10-15,1 2 1 16,-1 0-18-16,2-5-3 16,-3-5 6-16,-3-5-9 15,2-3-2-15,-2-5-3 0,-2-4 2 16,1-2-1-16,-1-2-2 0,-1-8 2 15,0-6-2 1,0-9 0-16,0-6-1 16,0-5 0-16,0-2 1 0,0 0 3 15,0 0-4 1,0-6 0-16,0-10 0 0,0-5 0 16,0-5 0-1,0-3 0-15,3 1 0 0,4-1 0 16,2 1 0-16,2 0-6 15,2 3 3-15,5 4 0 16,0 4-2-16,3 3 4 16,-1 3 0-16,-1 6 1 15,1 1 0-15,-3 4-1 16,4 0-1-16,4 0 2 16,-1 0-2-16,8 6 0 15,-4 8 2-15,0 5-1 16,-4 1 0-16,-9 3 2 15,-3 1 1-15,-9 3-1 16,-3-1-1-16,0 1 4 16,-2-2 2-16,-5 0-4 15,-5-3 2-15,6-2 0 16,-1-3 0-16,2-3-4 0,0-3 0 16,0-1 0-16,2-1 0 15,0-3 0-15,1-1 0 16,2-2 0-16,0 0-13 15,0-1-26-15,0-2-77 16,0 1-74-16,0-1-82 16,3 0-105-16,10-2-446 15</inkml:trace>
  <inkml:trace contextRef="#ctx0" brushRef="#br0" timeOffset="75131.34">33736 5610 711 0,'0'0'438'0,"0"0"-412"16,0 0 104-16,0 0 20 15,0 0-34-15,0 0-19 16,4-10-50-16,-4 10-33 0,0 9-3 16,0 10 8-1,0 7 65-15,3 4-42 0,3-1-9 16,0 4 4 0,0-5-7-16,1-3-20 15,-1-3-3-15,0-5-3 16,-3-5 0-16,-1-3-4 0,1-2 0 15,-3-3-2-15,0-2 2 16,0-2-37-16,0 0-22 16,-8 0-17-16,-11-5-122 15,-1-14-89-15,1-8-56 16,4-10-559-16</inkml:trace>
  <inkml:trace contextRef="#ctx0" brushRef="#br0" timeOffset="75508.14">33506 5611 875 0,'0'0'232'0,"0"0"-208"16,0 0 157-16,0 0-34 15,0 0-46-15,0 0-27 0,70-46-32 16,-39 34-2-1,7-3-10-15,2 2-9 0,-3 2-2 16,-3 1-7 0,-2 2 7-16,-9 1-7 0,-6 2-3 15,-7 2 6 1,-7 1-6-16,-1 2 2 0,-2 0 2 16,0 0-5-16,0 0 6 15,-8 2-9-15,-17 9 16 16,-13 3 14-16,-11 0-4 0,-3-2-12 15,7-2-5 1,10-4-14-16,11-1 0 0,5-3 0 16,3 2-37-1,-1-4-179-15,3 0-383 0</inkml:trace>
  <inkml:trace contextRef="#ctx0" brushRef="#br0" timeOffset="84659.81">13363 13669 370 0,'0'0'505'16,"0"0"-500"-16,0 0-4 0,0 0 72 15,0 0-3-15,0 0-20 16,0 0 4-16,0 0-13 15,-11-22-24 1,11 22-14-16,0 12 3 16,15 6 34-16,6 2 51 15,4 2-65-15,4 0-5 0,5 3-9 16,5 2 6-16,1 0-7 16,3 0 9-16,2-3-5 15,0-4-4-15,3-5 1 16,4-3-2-16,-1-7-5 15,4-2 0-15,5-3-3 16,1 0 2-16,5-14 0 16,2-7-1-16,10-1-1 15,4-1 1-15,1-3-1 16,2 2-2-16,-3 3-2 16,1 1-1-16,2 1 3 0,1 2 1 15,0 0-1-15,-1 1 0 0,-2 1-1 16,0 1 2-1,-1 1 0-15,-1 3 0 16,2 3 0-16,4 0 0 16,1 2-1-16,0 4 0 0,-3-2-1 15,-1 3 1 1,-4 0-3-16,-1 0 2 0,0 0 0 16,-4 9 1-1,-6 5-1-15,-4 3 1 0,-5 1 0 16,-3 4 1-1,-4 3-1-15,-4 2 0 0,-4 2 0 16,-7 4 1 0,-4 1-1-16,-9-4 2 0,-2 2-2 15,-7-7 1-15,-3-3 0 16,-4-4 0-16,-2-4-1 16,-2-4 1-16,-2-6-1 15,-1-3 0-15,-2-1 0 16,0 0 7-16,0 0 7 15,0-17-6-15,0-8-8 16,0-7-1-16,0-8 0 16,1-2-1-16,8-1-1 15,2 0-2-15,4 10 2 16,0 6 0-16,2 6-2 16,4 7 1-16,-1 3 4 0,5 7-1 0,3 1-1 15,7 3 0 1,2 0-2-16,5 0 4 0,1 5-4 15,6 8 4 1,4 1-1-16,6 3 0 0,1 0 1 16,0-1-1-1,-2 5 2-15,-3-5-1 0,-2-3 0 16,-3-2 2 0,-3-8-1-16,-2-3 3 0,-2 0-1 15,-2-7 1 1,-2-10 2-16,-5-1 1 15,-2-4 2-15,-6 3 11 16,-3-2 10-16,-4 0 9 16,-6 1 10-16,-3 1 4 15,-4 1 20-15,-2 3-37 0,-4 2-16 16,0 5-11-16,0 5-9 16,-24 3-2-16,-33 6-235 15,-35 10-371-15</inkml:trace>
  <inkml:trace contextRef="#ctx0" brushRef="#br0" timeOffset="89617.17">33865 4951 494 0,'0'0'162'16,"0"0"-115"-16,0 0-6 15,0-80 12-15,0 53 22 16,0-4 7-16,0-3-5 15,0-1-34-15,0-2-2 0,0 2-13 16,0 1-17-16,0 3 3 16,0 3-7-16,0 3 2 15,-18 6-8-15,-19 1 2 16,-20 8 3-16,-16 1-2 16,-10 5 4-16,-8 4 6 15,-11 0-3-15,-5 0 2 16,2 13 4-16,1 3 5 15,12 2-15-15,8 2-3 0,8 5 1 16,9 7 2 0,7 5 6-16,5 6-6 0,4 7 3 15,2 0-3 1,1 5 1-16,6-5 5 0,6 6-5 16,4-2 3-1,5 5 3-15,0 1-11 0,3-1 5 16,3-1-1-16,0 0 2 0,8-2-8 15,4 1 0 1,6 1 3-16,3 2-2 16,0 4 0-16,6 5-2 15,10 5 0-15,6 4 6 0,4 0 0 16,0-3-4 0,-1-4 3-16,0-11-4 0,-1 0 3 15,3-2-3-15,4 2 4 16,8-5-2-16,7-4 2 15,6-6 0-15,7-8 0 16,-1-4 4-16,6-4 6 16,0-7-2-16,-1-4-5 15,1-8-3-15,-1-6-1 16,4-4 2-16,7 0-2 16,1-15-2-16,7-7-2 15,-3-8 1-15,-4-6-1 16,-4-4 0-16,-3-11 2 15,-6-8 3-15,-1-8 6 16,-15-8 5-16,-16-5-12 0,-13-9-4 16,-10-4 0-1,-7-3 1-15,0-4-1 0,0 6 0 16,0-3 0 0,0 0 0-16,0 0-4 0,0-1 3 15,0 2 0-15,0 2-1 16,0 4 0-16,0 2-1 15,-37 5 1-15,-50 9-1 16,-59 15-4-16,-61 19-42 16,-32 15-113-16,-25 5-281 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29:15.2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14737 11326 784 0,'0'0'12'0,"0"0"-5"16,0 0 27-16,0 0 82 15,0 0-28-15,-49-76-1 16,37 63-60-16,-2-3 39 0,1 1-24 15,-5-1-17-15,-1 2 41 16,-4-2-38-16,-4 2-13 16,-4 2 30-16,-5 3-29 15,-8 2-3-15,-4 1 24 16,-6 3-27-16,2 3 17 16,-3 0-8-16,1 0-8 15,2 5-4-15,1 6 15 16,8 1 16-16,4 2 7 15,2 4-23-15,1 0 10 0,5 2-9 16,-1-1-3 0,4 0 1-16,7 1-9 0,0 1 0 15,-1 2-5-15,2 7-3 16,-2 2 8-16,0 0 1 16,2 2 1-16,4 1-4 15,2 3-3-15,4 3 7 16,1 1-3-16,3-2 0 15,1-4-3-15,4-4-1 16,1 1-3-16,0 0 0 16,6-3-1-16,9 4 8 15,3-5-8-15,1 4 1 16,5-4-2-16,0 2 0 16,1-2-1-16,2-3 3 0,-3 0-3 15,3-4 1-15,1 0-1 16,1-3 0-1,2-1 2-15,2-3-1 0,1-4-1 16,3 0 0-16,0-1 0 16,1-3 0-16,1 1 1 15,-3-3-1-15,1 0 1 0,-2-5-1 16,7 0-1 0,7 0 0-16,4 0 2 0,5-6-2 15,-1-7 0 1,-5 0-4-16,-6-1 3 0,0 0 1 15,-5-1 0 1,0-3 0-16,-3 0 2 0,-1-5-2 16,0-4 2-1,-1-3-1-15,1-6-1 0,-4-6 2 16,-3-5-2-16,-9-6 2 16,-3-9-1-16,-14-9 1 0,-4-9-2 15,-9-1 1 1,-19 4-1-16,-6 8 0 0,-5 13 0 15,-3 12 1 1,-10 9 0-16,-12 13-1 16,-15 19-22-16,-27 3-143 15,-25 22-503-15</inkml:trace>
  <inkml:trace contextRef="#ctx0" brushRef="#br0" timeOffset="7222.43">14198 12118 559 0,'0'0'55'0,"0"0"-54"15,0 0 57-15,0 0 29 16,0 0-31-16,0 0 43 15,0 0-66-15,0 0 23 16,-10-10-12-16,10 10-13 16,0 0 1-16,0-4 4 0,0 2 1 15,0-3-23 1,0 2 9-16,0 2 1 0,0 1-6 16,0 0 5-16,0 0 23 15,0 0 0-15,0 0-7 16,0 0-6-16,0 0-11 15,0 0-9-15,0 0-8 16,0 0-4-16,0 0-1 16,0 0-5-16,0 7 5 15,0 7 5-15,0 5 4 16,0 1-4-16,0 5 22 16,0 0 6-16,0 2-23 0,0 0 10 15,-2 1-2 1,-1 2 8-16,1-1-19 0,2-1 4 15,0 1 4-15,0-2-6 16,0-3 3-16,2 1-4 16,4 0-1-16,2 1 3 15,-4 2 24-15,1-1-12 16,-2-1-11-16,-1 2-3 16,-2 1-2-16,0 1 1 15,0-1 0-15,0-1-6 16,0 0 1-16,0-1-1 15,0 0 2-15,0-1-2 16,0-1 0-16,0-1-1 16,0 0 1-16,0 0 2 15,4 1-2-15,0-2-1 0,2 3 1 16,-1-1-1 0,1 1 1-16,-2-3-1 0,-1-1 0 15,1 0 1-15,-2-3-1 0,1 1 1 16,0-4-1-1,0 2 0-15,0-2 0 16,-3-1 0-16,0 1 0 16,0-1 1-16,0 0-1 15,0 0 1-15,0-1 0 16,0 1-1-16,-3 0 0 16,0 2 0-16,0-2 0 0,3-1 0 0,-2 2 0 31,2-2-1-31,0 0 1 0,0 1 0 15,0-2 0-15,0 1 0 16,0-1 0-16,0-2 0 16,0-1 0-16,0 1 0 15,0-2 0-15,2 1 0 16,-1 0 0-16,1 1-1 16,-2 2 1-16,5 0 1 15,-4 0-1-15,4 2 0 0,-4-4 0 16,1 0 0-1,1-1 0-15,-2-1 0 0,2-1-1 16,-2-1 1 0,1 0 0-16,-1-1 0 0,1-1-1 15,-1 1 1 1,1 0 0-16,-1 2 0 0,1-1 0 16,-1-1 0-1,-1-2 0-15,0 1 0 0,0-4 0 16,0 0 0-16,0 0 0 15,0-1-1-15,0 0 1 16,0 0 1-16,0 0-1 16,0 0 0-16,0 0 0 15,0 0-1-15,0 3 0 0,0-3 1 16,0 3-1 0,0 0 0-16,0-2 1 0,0 2 1 15,0-1-1 1,0-1 1-16,0 2-1 15,0-2 0-15,-4 3 2 0,-4 1 1 16,-2 0-2-16,1-3-1 16,3-1 0-16,1 2 1 15,1-3 1-15,3 0-1 16,-1 0-1-16,-1 0 3 16,-3 1-3-16,-4 0 0 15,-4 3 0-15,-2 0-2 16,-3 0 2-16,0-1-1 0,0 1 2 15,0 0-2 1,2-3 1-16,-5 0 0 0,3-1 0 16,1 0 1-1,0 0-2-15,4 0 2 0,-2 0-2 16,-1 0 2 0,0 0-2-16,-1 0 2 0,-3 0-2 15,0 0 1-15,1 0 0 16,1 3 0-16,0-3 0 15,1 3 0-15,0-3-1 0,3 0 1 16,-1 0 0 0,2 2 0-16,-1-2 0 15,0 2-2-15,-1 0-2 16,-4 2 2-16,1 0-1 16,-2-1 2-16,0 2 0 15,-4-2 1-15,0-2-1 16,-1-1 4-16,1 0-3 15,5 0 0-15,0 0 0 0,-1 0 1 16,3 0-1-16,-4 0-1 16,-1 0 0-16,1 0 2 15,-5 0-1-15,-3 0 0 16,-4 0-2-16,-2 0 2 16,0 0 4-16,2 0-4 15,1 0 1-15,0 0-1 16,2 0-3-16,-2 0 3 15,2 0 0-15,1 0-1 16,0 0-1-16,0 0 2 16,0 0 0-16,2 0-1 0,-2-2 2 15,2 0-1 1,-3-2 0-16,1 0 1 0,0-2-1 16,6-2 1-16,-2 2 0 15,4 0 0-15,-2 1 0 16,-4 3-1-16,-5 2 0 15,-1 0 0-15,-2 0 0 16,0 0 0-16,2 3 0 16,1 3 0-16,0-2 0 15,2 0 0-15,-2-2 1 0,5 2 0 16,-1-2 1 0,1 0-1-16,-2-2 0 0,-1 3-1 15,-2-3 0 1,2 1-1-16,4 1 1 0,0-2 0 15,6 0 1-15,2 0 1 16,-2 0-2-16,-1 0 0 16,-2 0 0-16,4-2 0 15,-1 0 5-15,1-2-5 16,-2 2-2-16,0 2 1 16,0 0-1-16,-1 0 2 0,-1 0-1 15,1 0 0 1,-1 0 0-16,0 0 0 0,3 0 2 15,-1 0-1 1,-2 0 0-16,1 0 0 0,-2 0 1 16,-2 0 0-1,-3 0-1-15,-1 0-1 0,0 0 1 16,-1 0 0 0,4-2 0-16,0 0 1 0,-2 2-1 15,0 0 0-15,0 0 0 0,-1 0 1 16,1 0 0-1,2 0-1-15,1 0 2 0,0 0-2 16,3 0 2 0,-1 0-1-16,-1 0 0 15,1 0-1-15,-2 0 0 16,-1 0 1-16,4 0 2 16,-3 0-3-16,-1 0 0 0,-1 0 0 15,-2 0 0-15,1 0-1 16,-1 0 2-1,-2 0-1-15,2 0 1 0,1 2-1 16,0 0 0-16,0-2 0 16,0 0 2-16,-1 0-2 15,1 0-2-15,0 0 0 16,2 0 2-16,1 0-1 16,-1 0 0-16,1 0 1 15,1 0-1-15,-3 0 1 16,-1-2-1-16,0 2 1 15,-1 0-1-15,-2 0 1 16,-3 0 1-16,2 0-1 16,3 0 0-16,1 0 0 15,0 0 0-15,0 0 0 16,2 0 1-16,-5 0-2 0,3 0 1 16,3 0 0-16,-1 0 0 15,-1 0 0-15,1 0 1 16,0-2 0-16,-4 2-1 15,-1-2 3-15,-1 2-3 16,0 0 0-16,-3 0 0 0,1 0 0 16,-3 0 0-1,3 0 0-15,-5 0 0 0,2 0 1 16,-3 0 3 0,0 0-4-16,2 0 0 15,1 0-2-15,3 0-1 16,0 0 2-16,-1 0-1 15,3-4 2-15,-5 3 0 16,3-2 0-16,-3-1-1 0,-2-1 1 16,-1 4-1-16,0-4 1 15,0 3 0-15,2-2 0 16,1 2 0-16,2 2 0 16,0-3 0-16,-2 2 0 15,1-1 0-15,0 2 0 16,1 0 1-16,-1 0-1 0,-1 0 1 15,-1 0 0 1,0 0 1-16,1 0-2 0,0 0 0 16,-1 0 0-1,0 0 1-15,1 2-1 0,-1-1 0 16,1-1 1 0,-3 3-1-16,2-2 0 0,-2 0-1 15,6 3-1-15,-1-3 1 0,1 3 1 16,-1 1-1-1,-2-2 1-15,6-1-1 16,-1 0 1-16,1-2 0 16,3 0 0-16,0 0 0 0,-1 0-1 15,3 0 1 1,-4 3 0-16,1-2 0 16,-3 3 0-16,1 0 0 0,0-1 0 15,0 0 0 1,2-3 0-16,-1 2 2 0,1-1-2 15,1-1 0-15,0 3 0 16,-1-3 0-16,1 1 3 16,2-1-3-16,1 0 0 15,5 0 0-15,-2 0 0 16,3 0 0-16,-1 0-1 16,-1 0 1-16,0 0 1 15,-2 0 1-15,-1 3-3 0,-3 0 3 16,-2 0-1-16,-2-2-1 15,0 1-3 1,0 1 3-16,2-1-1 16,4-2-1-16,-1 1 2 0,6-1-1 15,-2 0 0 1,3 0 1-16,-3 0-1 16,3 0 1-16,0 0 0 0,-1 0 0 15,-2 0 0-15,-1 0-1 16,1 0 1-16,0 4 0 15,0-2 0-15,5-1 0 16,-1-1 0-16,4 0 0 16,-1 0 0-16,-2 0 1 15,3 0-2-15,1 0 2 0,-3-1-2 16,1 1 1 0,0-2 0-16,-2 2 1 0,0-1-1 15,-3 1 0-15,5 0 0 16,-2 0 0-16,5 0 0 15,-2 0 0-15,1 0 0 16,0 0 1-16,3 0 1 16,-1 0-4-16,1 0 2 15,-2 0 0-15,0 0 2 16,0 0-2-16,-1 0 1 16,3 0-1-16,-1 0 0 15,1 0 0-15,0 0 0 16,0 0 0-16,3 0 0 15,0 0 0-15,2 0 0 16,1 0 0-16,-2 1 0 0,1 2 0 16,0-1-1-1,-1 0 1-15,-1 0 1 0,4 1-1 16,-3 1 0 0,0 0-1-16,1 0 1 0,1-2 0 15,1 2 0-15,-2-2 0 0,1 1 0 16,1-1-3-1,2 1 6-15,2-1-3 16,-1 0 0-16,-1 0-1 16,2 1 1-16,-1 3-1 0,1 2-1 15,-1 3-1 1,1 0 3-16,-2 5 1 0,3-2-1 16,0 3 0-1,0 1 3-15,0 0-2 16,0 2 0-16,0-1 1 0,0 5 4 15,0-2-5-15,0 1 2 16,0-2-1-16,0 1 0 16,0-2-2-16,0 1 0 15,0-1 8-15,3-3-5 16,3-1-2-16,-2-1 0 16,1 0-1-16,-2-2 1 15,0 2-1-15,0 0 0 0,0 1 1 16,-3 2 1-1,4-1-1-15,-1 1-1 0,0-4 1 16,2 1 0 0,-2 1-1-16,0-2-2 0,0 0 2 15,1-1 0 1,-1 2 3-16,1-3-3 0,-1 2 0 16,0 2-2-1,-1-4 2-15,1 2 0 0,0-1 1 16,0-1 1-16,0-2-1 15,-3-1-1-15,3 0-1 16,0-2 1-16,-1 0 1 16,2 1-1-16,-3-1-3 15,1 2 3-15,-2 0 4 16,1-1-4-16,1 3 0 16,-1-1-3-16,1 0 3 0,-1 0 3 15,1-1-3-15,-1 0-2 16,-1-1 2-16,2 0 2 15,-2-2-2-15,0 2 1 16,0 1 2-16,0-5-3 16,0 4 1-16,0-1 0 15,0 0-1-15,0 0 1 16,0-2-1-16,0-2 3 16,0 1-3-16,0-1 0 0,0 1-1 15,0-1 2 1,0 2-2-16,0 0 3 0,1 0-2 15,-1 0 2 1,0 1 1-16,0 0 2 16,0-2 2-16,0 2 2 15,0-4-2-15,0 1-2 0,0-1-2 16,0 2-3 0,0 1 1-16,0 2 2 0,0 2 2 15,0 0-1-15,0-3 1 16,0 2 0-16,0-4-4 15,0 0 0-15,0 1 1 16,0-1-2-16,0 0 1 16,0 2 2-16,-1-2-2 15,-2 3 0-15,1-4 0 16,1-1-1-16,1-2-2 0,0 0 2 16,0 0-4-1,0 0-36-15,0 0-29 0,-5 0-69 16,-3 0-83-16,-6 0-99 15,-2 3 45-15,-2-2-95 16</inkml:trace>
  <inkml:trace contextRef="#ctx0" brushRef="#br0" timeOffset="7575.56">5624 14935 761 0,'0'0'11'0,"0"0"-8"16,0 0 64-16,0 0 97 16,0 0-49-16,0 0-7 15,-30-26-43-15,30 25-31 16,6 1-5-16,8 0 24 0,7 0-14 16,2 0 10-16,0 5 0 15,1 9-18-15,1 0-5 16,-1 7-12-16,-2 0 10 15,-2-2 3-15,-2-2 2 16,-3-2-7-16,-1-8-2 16,-3-1-6-16,-2-6 2 15,1 0 10-15,2-14 4 16,3-17-5-16,3-12-13 16,6-12-1-16,7-12 3 0,2-4-14 15,0-4 0 1,-3 2-2-16,-6 8-40 0,-11 9-256 15,-7 12-435-15</inkml:trace>
  <inkml:trace contextRef="#ctx0" brushRef="#br0" timeOffset="10349.33">8647 14384 712 0,'0'0'37'0,"0"0"6"0,0 0 29 15,0 0 56 1,0 0 1-16,0 0-46 0,-27-45-24 15,24 45 28-15,3 0-7 16,0 0-10-16,-2 2-50 16,1 19-15-16,-4 11 19 15,1 10 54-15,0-1-21 16,1-2-30-16,3-7-9 16,0-5 1-16,0-3-9 0,0-7 6 15,0-4-15 1,0-6-1-16,0-3 0 0,0-4 0 15,0 0 4 1,0 0 4-16,0-7 8 0,-5-15-7 16,-5-12-9-1,-5-7-12-15,4-6 6 0,1-2-21 16,4-2-24 0,6 1 15-16,0 2 11 0,7 8 17 15,14 4-1-15,8 7 7 16,4 5-2-16,1 5 4 15,-1 9 1-15,-3 7-1 16,-7 3-3-16,-3 13 1 16,-7 16 1-16,-8 10 2 15,-5 8 5-15,-8 5 4 16,-22 2-2-16,-7-4-6 0,0-7 4 16,2-10-3-1,7-9-1-15,6-11 1 0,4-7-1 16,9-5-1-16,4-1 3 15,4 0 8-15,1 0-5 16,0-4-3-16,9-6-4 16,12-1 0-16,7 2 6 15,3 2 6-15,2 3 0 16,-3 4 7-16,0 0-10 16,-5 0 1-16,-7 0-10 15,-2 8-5-15,-3 5 0 0,-2 1 2 16,-2-1-34-1,-1-1-77-15,-2-2-15 0,0-4-72 16,4-6-56 0,-5 0-218-16</inkml:trace>
  <inkml:trace contextRef="#ctx0" brushRef="#br0" timeOffset="10899.48">9002 14315 1212 0,'0'0'57'0,"0"0"-45"16,0 0-12-16,0 0 135 0,0 0-38 16,2 87-19-1,-7-55-15-15,-1-4-20 16,3-5-30-16,3-6-6 16,0-5-4-16,0-6-2 0,0-4-1 15,3-2-2-15,2 0-2 16,-1-6 4-16,1-17-19 15,0-8-44-15,-2-3 24 16,-3 0 26-16,0 2-4 16,0 5 8-16,0 4 5 15,3 8 3-15,2 5 1 16,-1 7 3-16,1 3 8 16,8 0-10-16,1 7 18 15,5 10 11-15,1-1-3 16,0 1-11-16,1-1-2 0,-3-2-11 15,0-5 4 1,1-2-3-16,-5-3 5 0,-2-2-9 16,-3-2 3-1,-5 0 2-15,-4 0 10 0,0-19 22 16,0-6-12 0,-1-6-15-16,-16-3 23 0,1-1-10 15,-5 4-21-15,3 3 10 0,5 8 8 16,-1 8-6-1,7 3-12-15,1 5-2 16,3 2-1-16,1 0-13 16,2 2-106-16,0 2-136 15,6 14-100-15,14 3-6 16</inkml:trace>
  <inkml:trace contextRef="#ctx0" brushRef="#br0" timeOffset="11300.37">9466 14355 844 0,'0'0'210'0,"0"0"-204"0,0 0 45 0,0 0 105 15,0 0-6-15,0 0-99 16,-26 31-14-16,18-31-19 16,-1-6-16-16,0-9-2 15,-3-7-4-15,1 0-15 0,1-3-15 16,-2 0 15-1,6 1 9-15,0 6 4 16,6 7 6-16,0 4 4 16,0 5 14-16,0 2-1 0,18 0-15 15,7 0 27 1,7 0 24-16,4 0-19 0,-5 0-14 16,6-4 20-1,-7-5 2-15,-2-4 10 0,-1 0 2 16,-6-1-19-16,-9-1 2 15,-6 1 6-15,-6-5 1 16,0-3-20-16,-10-3-3 0,-9 3-18 16,2 1-2-1,-3 5-1-15,2 5-8 16,4 7-58-16,0 4-89 16,2 0-145-16,-1 16-118 15</inkml:trace>
  <inkml:trace contextRef="#ctx0" brushRef="#br0" timeOffset="12446.98">8635 10172 549 0,'0'0'17'15,"0"0"-3"1,0 0 83-16,0 0 9 0,0 0-3 16,0 0 14-1,-9 2-25-15,9-2 0 0,0 0 12 16,0 0 5-16,0 0-13 15,0 0-39-15,0 0-6 16,0 1-38-16,0 15-13 0,0 12 0 16,0 9 38-1,0 8 32-15,0-4-53 0,0-5-1 16,0-3-5 0,0-7-4-16,0-7-1 0,0-1-6 15,0-10 1 1,0-3 0-16,0-5-1 0,-3 0 5 15,0-13 12-15,-3-18-7 16,-3-16-10-16,2-6-36 16,-2 1 32-16,3-1-4 15,1 3-36-15,1-2 13 16,4 5 19-16,0 7 8 16,13 7-3-16,9 7 7 15,1 10-3-15,4 9 3 16,0 7 0-16,-4 0 1 15,-4 17 0-15,-8 17 0 16,-6 5 3-16,-5 7 4 0,-5 5-6 16,-17-4 3-1,0-4-1-15,-1-9-1 0,5-11-2 16,5-5 0 0,3-8 0-16,5-5-1 0,2-5 3 15,3 0-2-15,0 0 4 16,0 0 1-16,12 0-6 15,12 0 12-15,9 0 21 16,4-2 1-16,2-1-20 16,-5 3-4-16,-4 0 0 15,-9 0-8-15,1 0-2 16,-3 5-4-16,-6 4-8 16,-2 1-95-16,0-1-58 0,-2-8-48 15,-3-1-119-15,7-12-296 16</inkml:trace>
  <inkml:trace contextRef="#ctx0" brushRef="#br0" timeOffset="12887.36">9092 10251 413 0,'0'0'1078'0,"0"0"-1078"0,0 0-6 0,0 0 6 15,1 87 32-15,-7-72 32 16,0-5-35-16,4-5-15 15,1-2-11-15,-1 0-3 0,2-3 1 16,-1 0 0 0,-5-11-1-16,2-12-6 0,-4-4-105 15,2-4 87 1,2 2 24-16,2 2-2 0,2 6 0 16,0 9 2-16,0 8 18 15,0 4 15-15,14 0-33 16,8 10 51-16,11 0-13 0,3 2-17 0,1-2 13 31,5-5-6-31,-2-3 6 16,2-2-6-16,-2 0-5 15,-6-2-8-15,-7-10-6 16,-10-3-5-16,-8-1 9 16,-9-1 9-16,0-3 16 15,-12-4-13-15,-15-1-3 16,-6 3-13-16,-3 4 0 0,2 7-3 15,2 5-2-15,10 3-4 16,3 3 0-16,7 0-7 16,4 0-44-16,5 0-70 15,3 10-130-15,9 0 4 16,18-5-107-16</inkml:trace>
  <inkml:trace contextRef="#ctx0" brushRef="#br0" timeOffset="13291.54">9627 10137 1138 0,'0'0'190'0,"0"0"-189"15,0 0 4-15,0 0 94 16,-6 84 5-16,-6-73-21 16,2-3-26-16,1-5-37 0,6-2-10 15,-2-1-6-15,1 0 5 16,-2-13-9-16,-2-13-24 15,1-5-25-15,3-1 4 16,-1 0 12-16,5 7 25 16,0 8 8-16,0 8 2 0,0 6 9 15,0 3 14 1,6 0-19-16,15 5-5 0,10 6 58 16,7-4-23-1,2-3 2-15,1-2 2 0,-3-2 3 16,-4 0-6-16,-7-9-2 15,-3 0-16-15,-14-1-1 16,-5-1 8-16,-5-3-3 16,0-2-5-16,-6-3-10 15,-13-2-8-15,-6 2-5 16,-6 2-5-16,-7 9-77 16,-7 8-104-16,-7 8-256 15,-8 17-481-15</inkml:trace>
  <inkml:trace contextRef="#ctx0" brushRef="#br0" timeOffset="13778.67">8759 10732 1227 0,'0'0'20'0,"0"0"-14"0,129-67-6 15,-64 43 24 1,3 1 59-16,9 4-2 16,8 1-4-16,12-2-40 15,7-3-5-15,0-3-10 0,2-7-13 16,-9-3-6 0,-4-1 9-16,-11-5-3 0,-14 2 2 15,-17-8 4-15,-13-6 0 16,-16-11-7-16,-16-13 1 15,-6-11-8-15,-17-9-2 16,-27-9 1-16,-22 1-17 16,-23 3-21-16,-24 14 19 15,-27 17-8-15,-24 25-3 16,-24 30 25-16,-19 17-2 16,-11 38 3-16,2 24 3 0,5 22 1 15,17 21 5 1,29 23 36-16,47 11 31 15,43 8-7-15,53-5-24 16,24-7-5-16,53-23-16 16,39-20 0-16,30-23-7 15,31-24-8-15,19-16-5 0,7-13-5 16,-1-7-48 0,-11-6-201-16,-20-3-198 0</inkml:trace>
  <inkml:trace contextRef="#ctx0" brushRef="#br0" timeOffset="15262.56">11966 9471 935 0,'0'0'39'15,"0"0"-38"-15,-49-82 4 16,22 61 100 0,-5 6-15-16,-7 9 15 0,-6 6-32 15,-3 9-45-15,-2 23 13 16,-4 9 19-16,9 5-12 16,8 3-21-16,10-2-10 15,11 3 1-15,13-3-11 16,3-3-4-16,10-1-3 15,17-8 5-15,16-6-4 0,5-3 1 16,6-3-1 0,1-3 3-16,-3 4-3 0,-9-2-1 15,-10 1 1 1,-12 7-1-16,-15 1-1 16,-6 0 1-16,-6-4 7 0,-18 0-7 0,-7-5 6 15,-2-5-2 1,-2-3 2-1,4-6-2-15,3-5 4 0,1-3-7 16,6 0 3-16,3-2 0 16,3-10-3-16,6-3-1 15,5-1 1-15,4-6-1 16,0 0-4-16,0-2-10 16,10 0-5-16,4 4-2 0,-2 4 11 15,-3 6 6 1,-5 8-3-16,-1 1 6 0,-3 1 1 15,0 0 0 1,0 0 0-16,0 0-1 0,4-2 1 16,2-1-2-16,-1-1 2 15,6-1 1-15,-3 0-1 16,0 0 1-16,-2 3-1 16,-2-2 0-16,1 4 0 15,-2-1 0-15,-3 0 0 16,0-1 2-16,0 2-1 15,0 0 4-15,0 0 1 16,0 0-6-16,0 0-2 16,0 0-50-16,0-3-97 15,0-3-98-15,6-4-240 16</inkml:trace>
  <inkml:trace contextRef="#ctx0" brushRef="#br0" timeOffset="15655.42">11992 9875 1242 0,'0'0'30'0,"0"0"-30"0,0 0 0 0,0 0 92 16,0 0-3-16,0 0-28 15,80-60-28-15,-54 35 2 16,-1-6-19-16,-1-4-10 15,1-3 0-15,-4-1-5 16,-9 7 2-16,-7 7-2 16,-5 9 5-16,0 6 21 15,-11 9-14-15,-11 1 9 16,-5 19-13-16,-10 23-6 16,1 13 18-16,6 6 28 15,13-2-13-15,14-9-8 16,3-7 1-16,11-10-14 15,14-4-9-15,2-8-3 0,7-6 1 16,5-6-4 0,3-7-1-16,6-2-8 15,-5 0-102-15,0-2-60 16,-4-10-51-16,-1-3-37 16,-4-3-89-16,-1-4-154 0</inkml:trace>
  <inkml:trace contextRef="#ctx0" brushRef="#br0" timeOffset="16585.41">12706 9591 781 0,'0'0'31'0,"0"0"73"16,0 0 96-16,-4-80-83 15,-11 73 47-15,-7 4-77 0,-8 3 7 16,-4 15-34-1,-4 15-18-15,5 5 32 16,8-1-38-16,11-6-28 0,9-2 2 16,5-4-10-16,0-2 3 15,8-3-2-15,8-5 0 16,1-5 0-16,3-4-1 16,5-3 0-16,2-1-1 15,0-17-9-15,0-6-22 16,-4-4-6-16,-6 0 16 15,-4 8 8-15,-8 6 11 16,-5 8 3-16,0 6 13 16,0 0 0-16,0 2-13 15,0 22 2-15,0 13 13 0,-2 6 21 16,-1-1-15 0,3-4-16-16,0-6-2 15,2-4-1-15,11-7-2 0,2-6 3 16,0-8-3-16,4-4 0 15,-2-3-1-15,4-6 1 0,0-22-1 16,-2-12-29 0,0-7-33-16,-2-2 11 15,-4 0 26-15,-5 2 23 16,-4 11-1-16,-2 10 2 0,-1 13 2 16,-1 9 32-16,0 4 34 15,0 2-63-15,0 18 4 16,0 7 3-16,0 1 25 15,5-3-29 1,5-4-6-16,2-6 1 16,4-4 2-16,4-6 0 15,7-5-3-15,4 0 2 0,1-12-2 16,-3-9-24-16,-2-4-9 16,-9 0 23-16,-9 1-4 15,-4 6 12-15,-5 5 2 16,0 7 3-16,0 6 19 15,0 0 15-15,0 0-21 16,0 3-14-16,-2 11 0 16,-1 5 11-16,3-2-10 15,0-6-2-15,2-3 0 16,10-4 0-16,5-4-2 16,4 0 1-16,2-2-2 15,4-11-5-15,-1-1-9 0,-2 0-17 16,-3 7 31-16,-6 4 2 15,-4 0 2-15,-1 3-2 16,-3 0 9-16,4 0 6 16,4 0-2-16,1 0-2 15,13 0 0-15,5-8-2 16,9-1-4-16,0 6-4 16,2 3 1-16,-3 6 3 0,-6 21-1 15,-6 19 10 1,-10 13-12-16,-12 10-2 0,-8 7-61 15,0-6-311-15,-18-2-673 16</inkml:trace>
  <inkml:trace contextRef="#ctx0" brushRef="#br0" timeOffset="17665.21">14266 17270 844 0,'0'0'81'0,"0"0"-79"16,-11-78-2-16,-2 62 71 16,-2 7 121-16,-6 8-116 15,-2 1-48-15,-5 8 19 16,-5 22 15-16,-4 7-3 15,4 6 4-15,11 2 12 16,5-7-29-16,16-1-15 16,1-7-14-16,7-5-6 15,20-3-4-15,9-1 2 16,9-5 3-16,6 2 2 16,1-3 8-16,-2 2-10 15,-9 2-7-15,-16 5-1 16,-16 1-2-16,-9 3-2 0,-21 5 20 15,-21 0 10-15,-11-2-8 16,-1-3 5-16,0-8-6 16,8-10-13-16,7-6-8 15,9-4 0-15,10-8-1 16,9-16-57-16,11-8-123 16,11-7-150-16,24 0 0 15,9 2-42-15</inkml:trace>
  <inkml:trace contextRef="#ctx0" brushRef="#br0" timeOffset="18005.52">14576 17524 1140 0,'0'0'119'16,"0"0"-113"-16,0 0-6 16,0 0 76-16,0 0 43 15,0 0-48-15,47-51-59 16,-28 18-8-16,-3-3-3 15,-10 5-1-15,-6 6 3 16,0 7-3-16,-5 6 2 16,-12 12 0-16,-6 0-1 0,-1 19 13 15,-1 11 29 1,6 9 20-16,10 3 2 16,7-3-12-16,2-2-11 0,9-3-10 15,15-7-2-15,7-7-15 16,12-8-4-16,4-9-5 15,6-3-6-15,2-2-3 16,-4-14-46-16,-3-2-114 0,-6-1-99 0,-8-1-68 31,-5 5-183-31</inkml:trace>
  <inkml:trace contextRef="#ctx0" brushRef="#br0" timeOffset="18562.59">15207 17190 996 0,'0'0'147'0,"0"0"25"16,0 0 6-16,0 0-43 15,-61 94-14-15,32-33-36 16,7 0-34-16,11-11-27 16,11-10-23-16,0-7-1 15,13-10-1-15,7-7-1 16,6-9-8-16,2-7-31 15,3 0-64-15,2-21-21 16,-2-4 16-16,-4-5-23 0,-4 6 81 16,-8 10 41-1,-8 8 11-15,-5 5 24 0,-2 1 27 16,0 0 26 0,3 11 0-16,3 3-1 0,1-4-50 15,2-3-16-15,3-4 1 16,4-3-5-16,3-4-1 15,4-18-5-15,1-8-11 16,-2-1-38-16,-5 2 9 16,-7 7 10-16,-4 12 16 0,-6 6 14 15,0 4 10-15,3 0 8 16,5 16 1-16,2 7 107 16,7 3-46-1,3-1-57-15,0-7-2 0,7-6-9 16,4-6-9-1,2-6-2-15,3-3 2 16,2-18-3-16,1-5-3 0,2-4-8 16,0 2 5-16,-4 6 5 15,-2 12 1-15,-7 8 4 16,-1 2 9-16,-4 0-3 16,-1 12-10-16,-7 6-3 15,-15-5-198-15,-27 6-1212 16</inkml:trace>
  <inkml:trace contextRef="#ctx0" brushRef="#br0" timeOffset="24666.46">6042 11394 82 0,'0'0'491'16,"0"0"-456"-16,0 0-35 15,0 0 107-15,0 0 30 0,0 0-15 16,0 0-38 0,3-8-21-16,-3 5-10 0,0 1-7 15,0-3-16-15,-6 1 6 16,-9-2-34-16,-4 1 5 15,-2 1-3-15,-3 2-4 16,-5 2 3-16,-6 0-3 16,2 1 1-16,-3 11 3 0,3 1 8 15,2 0 24 1,4 7-6-16,-1 0 0 0,-2 4-9 16,2 5 1-16,2 4 3 15,4 0 6-15,3 1-1 16,5-2-20-16,5 0 13 15,3 0 2-15,5-1-12 16,1-3 9-16,0 0-18 16,4 2 7-16,8-2 3 15,3 0 8-15,1 2-18 16,-2-4 6-16,4-1 0 16,-3 0-5-16,1-5 0 15,1-2 1-15,-1-4-6 16,3 0 6-16,-1-3-6 15,1 1 1-15,1-1-1 16,-1-1 4-16,-1 0-3 16,0-1 0-16,0-2 1 15,3-2 0-15,0-2-1 0,4-3 3 16,2 0 1-16,1 0-1 16,2-3 0-16,1-9-1 15,-2 2-1-15,-5-3-2 16,1 3 0-16,-7 3 0 15,-4-3 0-15,-1 3 0 16,0-3 1-16,-1-5 0 16,3-1 2-16,1-8-3 15,1 0 2-15,1-3-1 16,-3-1-1-16,-2 2 0 16,-2-5 1-16,-5-1-1 0,-3-2 1 15,-3-5 2-15,0 0 0 16,-6-4-2-1,-15-3 1-15,0 4 0 0,-8 2 0 16,0 5-2-16,-1 2 0 16,-2 7 2-16,1 6 1 15,-3 5-2-15,-6 8-1 16,-4 7-4-16,-8 2-6 16,-6 29-71-16,-9 13-156 0,-14 11-311 15</inkml:trace>
  <inkml:trace contextRef="#ctx0" brushRef="#br0" timeOffset="27385.41">6096 15752 722 0,'0'0'9'15,"0"0"-9"-15,0 0 38 16,0 0 77-16,0 0-80 16,0 0-3-16,0 0-13 15,0 0 14-15,0 0 10 16,0 0 2-16,0 0-7 16,0 0-10-16,0 0 10 15,0-1-2-15,0-2-10 16,0-2-9-16,0 1-10 15,0-1 0-15,0 0-5 0,0-3 7 16,1 2-8-16,1 2 3 16,-2-3 6-16,0 1 19 15,0-4-11-15,0-1-8 16,0-1-3-16,-5-1 15 16,-4 0-15-16,-3-3-5 15,-1 2 5-15,-5-2 10 16,-2 3-12-16,-3-1 1 15,-3 2 9-15,-2-1-14 16,-3 1 4-16,-7 1-1 16,1 2-2-16,-3 4 5 15,4 2 5-15,2 1 14 16,1 2-7-16,-3 0-3 0,3 0-7 16,2 5 0-16,-2 3 0 15,3 3 8-15,0 2-11 16,5 0 5-16,3 0 2 15,1 4 7-15,6-3-6 16,3 5 2-16,-3-2 0 0,6 0 1 16,3-1-4-1,-3 5-3-15,2 0 2 0,1 2 1 16,1-1-3 0,2 0-3-16,3 0 4 0,0 0-6 15,0 0 1 1,0 2-4-16,0-1 3 0,14-1 1 15,2 1 0 1,-1-3 2-16,4-1-3 0,1-2 0 16,4 0 0-1,1-2 1-15,2-2-3 0,1 0 1 16,0-2 0-16,1-1-2 16,-2 1 1-16,0-1 0 15,-2 0-3-15,3-1 0 16,1-2-2-16,-1-2 5 15,3-3-5-15,1-2 5 16,-1 0-3-16,3 0 1 16,-1 0 0-16,2-6 4 15,-1-4-4-15,1-6 0 16,3-6 0-16,-1-4 3 16,-1-7-3-16,0-9 1 0,0-3 0 15,-8-4 1-15,-7 1 2 16,-15 1-3-16,-6 4 2 15,-8 2 0-15,-23 0-3 0,-11 4 1 16,-10 6-1 0,0 6-1-16,-3 9-1 15,2 15 0-15,-5 1-47 16,-8 15-313-16</inkml:trace>
  <inkml:trace contextRef="#ctx0" brushRef="#br0" timeOffset="43905.13">6315 17160 542 0,'0'0'285'16,"0"0"-284"0,0 0 11-16,0 0 53 0,0 0 17 15,0 0-16-15,0 0-37 16,0 0-9-16,-18-8 12 16,18 8 7-16,0 0 0 15,0 0-4-15,0 0-2 0,-3-3 6 16,0 2-19-1,-1-2-10-15,-2 1 6 0,-2 1-3 16,-5-5 18 0,2 3-10-16,-3 1-17 0,0 0 2 15,0-1 7 1,1 0-1-16,-2 3-1 16,-1-6 3-16,-1 1-6 0,-5 2 1 15,3-1 0-15,-5 1 3 16,1-1-2-16,-2-2-4 0,-3 1-1 0,-1-1-2 31,-2 1 2-31,-3 2 6 16,-1-2 3-16,1 3-10 15,1 0 1-15,6 0 7 16,5 2 6-16,3-2-10 16,4 1-3-16,-3-2-1 15,6 3-3-15,0-2-2 16,-3 2 1-16,0 0-1 0,-4 0 1 15,-5 0-1-15,-3 0-1 16,-3 0 2-16,-1 0-5 16,3 5 5-16,3 0 0 15,2-1-1-15,2 1 2 16,3-2-2-16,-3 1 2 16,0 0-1-16,0-1 1 15,2 2 0-15,-5 0-1 16,-1 0 1-16,-2 2 7 15,1 1-3-15,1-2-3 16,0 4 4-16,4 3-1 0,0 1-3 16,0 6 5-1,2 2 1-15,-4 5-3 16,4 2 3-16,0-4 0 16,2 0-1-16,2 1 4 15,3-2 2-15,0-3-1 0,5 0-5 16,2-1-1-16,2 2 3 15,2-3-4-15,1 1 0 16,0 1-1-16,0 0-3 16,1 0-1-16,7 3 5 0,5-5-3 15,-2-1 0 1,1 0 0-16,1-1-1 0,6-1 7 16,1 2-1-1,2-3-2-15,2 2 0 16,-1 0 2-16,2-1-2 15,0-1-3-15,-1 2 1 0,3-1 0 16,-6 1-1-16,4-2 0 16,-4 1 0-16,3-2-2 15,0-4 5-15,1-1-4 16,2-1 0-16,6-1 1 16,0-1 2-16,4 2-3 15,0 0 0-15,-1-2 0 16,4 2 0-16,-1-2-1 15,1 0-3-15,-1-2 3 16,0-4 0-16,1 0-2 16,5 0 2-16,0 0 1 15,7 0-1-15,-1-6 1 16,-3-2-2-16,-1 2 2 16,-3-3-1-16,-3 1 0 0,-2-1 0 0,-5 1 0 15,-2 0 1 1,-4-3-1-16,2 1 0 15,-3-3 2-15,1-3-2 16,0-2 0-16,-5 2 1 0,4-3 0 16,-8 0 1-1,2 1-1-15,-6-1 0 0,-3 2-1 16,-5-1 2 0,2 0 0-16,-6-1-1 0,3-1-1 15,-1 0 2-15,0-1 0 16,1 1-2-16,-1 1 0 15,-2-1 0-15,0 3 0 16,-3 1 1-16,0 0 1 16,0 1 1-16,0 0-2 15,0 1 1-15,-6-5 1 16,-9 2-3-16,-1-3 2 16,-4-5-2-16,1 1 0 15,-2-2 0-15,0-2 1 16,-4 1 0-16,5 2-1 15,-5 5 1-15,3-2 2 16,-1 5 3-16,-1 3 5 16,-1-2 1-16,1 2 3 0,2 1-9 15,2 1 1-15,-2 1-1 16,3 2-1 0,-1 1-3-16,1 0-1 0,2 3 1 15,1-1-2-15,5 2 1 16,0 1 0-16,0 0-1 15,-1 1 0-15,2 1 1 16,1 1-1-16,0 0-2 16,-3 0 1-16,0 0-1 15,-2 0 0-15,-2 0-27 16,-3 9-54-16,-4 8-78 0,-5 4-159 16,-5 6-205-16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31:30.1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14737 11431 943 0,'0'0'21'0,"0"0"11"16,0 0 171-16,0 0-8 16,0 0-39-16,0 0-44 15,0 0-38-15,-60 16-18 16,60-16-11-16,0 0-16 0,11-12-14 16,17-13-2-16,15-10-5 15,16-14 2-15,9-2-6 16,8-3-1-16,8-3 1 15,6-4 10-15,8-3 1 16,0 3-6-16,-4 5-3 16,-6 6-1-16,-12 10-3 15,-10 7-1-15,-9 6-1 16,-10 4-4-16,-11 0 3 0,-9 7-2 16,-9 2-24-1,-8 2-20-15,-7 2-49 0,-3-2-130 16,0-3-131-1,-4 2-361-15</inkml:trace>
  <inkml:trace contextRef="#ctx0" brushRef="#br0" timeOffset="292.04">15646 10551 1395 0,'0'0'27'0,"0"0"-1"15,106-86 72-15,-48 58 54 16,6 4-56-16,3 7-37 16,-5 9-33-16,-11 8-16 0,-8 5 4 15,-13 23 18 1,-13 13 13-16,-12 16 5 16,-5 14-33-16,-32 6-17 0,-10 0 0 15,-4-9 0-15,9-12 0 16,10-12 0-16,13-10 0 0,10-9 0 15,4-7-83 1,0-10-332-16,0-8-438 0</inkml:trace>
  <inkml:trace contextRef="#ctx0" brushRef="#br0" timeOffset="990.21">16815 9249 1231 0,'0'0'20'0,"0"0"-7"0,-91-17 176 16,69 17-35-16,10 11-42 15,6 21-54 1,6 14-12-16,0 15 17 15,3 10-7-15,14 2-9 16,2 0-7-16,1-6-22 16,3-4-18-16,2-5 0 0,-2-6 0 15,-3-8 0 1,-6-12 0-16,-6-9 0 0,-7-10 0 16,-1-7-20-16,-3-6-110 15,-22 0-71-15,-11 0-112 16,-4-6 14-16,-1-4 78 15,8-5 106-15,6 1 115 16,11-1 50-16,10 0 153 16,6-2-32-16,2-3-46 15,26-3-60-15,12-3 35 16,13-2-27-16,5-2-27 16,0 3-24-16,-6 0-22 0,-9 2-11 15,-5 1-164-15,-10-1-197 16,-9 3-550-16</inkml:trace>
  <inkml:trace contextRef="#ctx0" brushRef="#br0" timeOffset="1191.4">17064 9464 1247 0,'0'0'63'16,"0"0"-27"-16,0 0 130 15,0 0-60-15,0 0 54 0,0 0-80 16,63 89-12-16,-39-55-22 15,-3-3-12-15,0-2-25 16,-3-2-9 0,-6-5 0-16,-1-5-1 0,-5-5-50 15,-4-8-100-15,-2-4-146 16,-2-7-119-16</inkml:trace>
  <inkml:trace contextRef="#ctx0" brushRef="#br0" timeOffset="1317.72">16983 9369 1094 0,'0'0'0'0,"0"0"-264"15,0 0 155-15,0 0-199 16</inkml:trace>
  <inkml:trace contextRef="#ctx0" brushRef="#br0" timeOffset="1963.86">17248 9387 1125 0,'0'0'110'0,"0"0"-108"15,82-51 237-15,-51 51-94 16,-3 0-75-16,-5 13-43 16,-4 10 0-16,-6 6-10 0,-5 2-8 15,-3-5-1 1,-2-8-8-16,-2-6 4 15,-1-7-4-15,0-5 1 0,0 0 2 16,3-15 12 0,2-17-11-16,2-13-4 0,3-3-13 15,1-2-33-15,-5 8 6 16,1 7-12-16,-4 12 33 16,-3 8 14-16,2 8 5 15,-2 5 13-15,0 2 39 16,0 0-19-16,0 3-22 15,1 14-10-15,7 8 41 0,4 0-22 16,6 0-4 0,5 0-3-16,4-3 0 0,3-3-4 15,1-6 0 1,2-9-7-16,2-4 0 0,-1-3 2 16,-3-15-2-16,-1-9-1 15,-6-3 0-15,-6 0-1 16,-6-1-1-16,-9 1-8 0,-3 4 3 15,0 2-5 1,-3 4 8-16,-6 8 3 0,0 5 0 16,3 4 2-1,1 1 4-15,2 2 7 16,2 0-6-16,-2 13-6 16,2 6 4-16,1 6 8 0,0-4-7 15,4-1 11-15,10 1-11 16,3 0 15-16,3-1-8 15,4-3-4-15,3-5-2 16,-1-2-4 0,-3-7-1-16,-2-3-2 0,0 0-12 15,1-9-107-15,-1-15-165 16,0-5-106-16,-9-5-263 16</inkml:trace>
  <inkml:trace contextRef="#ctx0" brushRef="#br0" timeOffset="2357.36">18237 8426 1305 0,'0'0'199'0,"0"0"-182"0,0 0 45 0,0 0 79 16,0 0-125-16,-1 82 59 15,29-19-19-15,6 4-8 16,1 1 2-16,-1-2-19 0,-4-7-15 16,-2-9-11-16,-1-9-4 15,-5-12 1 1,-5-11-2-16,-5-8 0 0,-6-9 0 16,-6-1 0-1,0-4 0-15,-11-13-2 0,-14-3-12 16,-10 6 10-1,-3 6-1-15,0 8 5 0,4 0 4 16,6 14 4 0,7 6 8-16,6 3 0 0,10-3-12 15,5-1-4-15,0-3 0 16,17-2 0-16,10-8 0 16,6-6 0-16,7 0-118 15,2-18-237-15,-3-7-217 16</inkml:trace>
  <inkml:trace contextRef="#ctx0" brushRef="#br0" timeOffset="3123.41">18737 8866 980 0,'0'0'186'0,"0"0"-181"0,0 0 97 16,12-82 60-16,-8 44-103 0,4-9-11 15,-4-12-34 1,-1-9-6-16,-3-10-6 0,0-10-2 15,-13-10-1 1,-9 3-2-16,3 11 3 16,2 25 1-16,6 27-1 15,5 16 13-15,0 16 137 16,5 0-64-16,-1 32-77 16,2 24-4-16,0 16 35 15,2 14 7-15,20-3-9 16,6-4 10-16,8-12-25 0,3-10-7 15,4-12-7-15,-1-12-9 16,1-9 0-16,-5-13 0 16,-6-11 0-16,0-4 0 15,-6-27 0-15,-4-8 0 16,-8-4-6 0,-9 1-4-16,-5 10 0 0,0 11 9 0,-5 9 1 15,-2 6 2 1,4 6 13-16,0 0-5 15,3 0-10-15,0 12 0 16,0 2 0-16,0 4 0 16,13-8 0-16,6-4 0 15,1-6 0-15,4 0 0 16,1-21-4-16,1-4-17 0,-4-4 4 16,-2 0 5-16,-7 2 6 15,-3 10 2-15,-5 3 2 16,-4 8 2-16,-1 6 1 15,0 0 4-15,2 0-5 16,4 6-2-16,6 8-3 16,4 6 5-16,11 4 2 15,6 1-2-15,7 1 2 16,5 4 3-16,0 0-5 0,-1 2 1 16,-6 0 0-16,-5 0-2 15,-10 0 1-15,-11-4 0 16,-9-5 1-16,-3-5 0 15,-3-8 1-15,-12-10-2 16,-2 0 4-16,1-15 4 16,3-18-5-16,7-6-3 15,5-7-1-15,1-1-2 16,0 3-5-16,0 0-23 16,3 0-51-16,-3 6-188 15,0 8-148-15,0 7-292 16</inkml:trace>
  <inkml:trace contextRef="#ctx0" brushRef="#br0" timeOffset="3339.7">19554 7878 1581 0,'0'0'0'0,"0"0"18"0,0 0 90 0,94 58 22 16,-61-19-95-16,-3 2-26 15,-8 1-9-15,-10 0 0 16,-12-3-44-16,0 2-149 16,-26-3-146-16,-7-3-180 0</inkml:trace>
  <inkml:trace contextRef="#ctx0" brushRef="#br0" timeOffset="3477.64">19592 8260 1162 0,'0'0'77'0,"73"-76"-68"16,-22 33 74-16,4-3-31 15,-2 2-41-15,-6 2-11 16,-11 1-27-16,-14 2-132 16,-13 3-141-16,-9 3-478 15</inkml:trace>
  <inkml:trace contextRef="#ctx0" brushRef="#br0" timeOffset="3899.68">20381 7267 1458 0,'0'0'19'0,"0"0"-15"15,0 0 143 1,-81 76 10-16,62-24-77 0,6 7-32 16,11 5-4-16,2 0-14 15,15-7-13-15,11-3-10 16,6-7-2-16,7-9-4 16,0-10 0-16,1-12-1 15,3-10-7-15,-1-6-93 0,0-4-79 16,1-21-109-1,-3-6-100-15,-8-9-267 16</inkml:trace>
  <inkml:trace contextRef="#ctx0" brushRef="#br0" timeOffset="4779.8">20660 7147 1337 0,'0'0'19'16,"0"0"-17"-16,0 0 111 16,0 0 52-16,118 83-94 15,-76-38-35-15,0 4 2 0,-2 1-4 16,-5-3-13-16,-2-2-17 16,-4-5-1-16,-6-11-2 15,-4-7-1-15,-6-10 0 16,-7-6 1-1,-3-6 0-15,-2-1 1 0,1-24 24 16,-1-16-8-16,-1-10-17 16,0-5 0-16,0-3 1 15,0-2-1-15,-6 0 0 16,-1 10-1 0,0 13 0-16,2 14 0 0,4 16 0 15,1 8 0-15,0 0-8 16,0 21-16-16,14 8 23 15,7-1 1-15,2-5 0 16,-1-6 0-16,2-8-1 16,-5-6 1-16,-1-3-1 15,-6-1-1-15,-3-17-1 0,-3-3 3 0,-6 1 1 16,0 8 1-16,-6 6 3 16,-10 6 6-1,-2 8 1-15,0 15-8 0,3 10 7 16,7 2 6-1,7 1-1-15,1-1-13 16,5-7-3-16,15-5-1 16,5-9 1-16,4-8-2 15,4-6-2-15,-2 0-33 16,-1-14 7-16,0-11-6 16,-8-4-16-16,-1-7 9 15,-9 2 4-15,-2-1 31 0,-5 2 8 16,-5 8 1-16,0 8 14 15,0 9 30-15,0 8 27 16,0 0-33 0,0 15-32-16,0 5-6 15,4 6 13-15,4-6-9 16,2-2-3-16,4-6-2 0,-2-5 0 16,0-7 0-16,0 0 0 15,1-8 3-15,2-21 0 16,-2-7-2-16,-1-11-1 15,-4-6-5-15,-5 0-17 16,-2-3 1-16,1 2 12 16,-2 5-12-16,0 9 16 0,0 17 5 15,0 13 1 1,0 10 13-16,5 8-5 16,8 23-4-16,2 10 31 0,4 5 4 15,2-5-26-15,-2-2-8 16,2-6-3-16,0-5-2 15,-3-9-1-15,-2-8-33 16,-8-7-103-16,-8-4-175 16,0 0-210-16</inkml:trace>
  <inkml:trace contextRef="#ctx0" brushRef="#br0" timeOffset="5147.47">21603 7040 677 0,'0'0'466'0,"0"0"-466"16,0 0 0-1,0 0 49-15,106-92-27 0,-70 69-21 16,-3 5-1-16,-7 3 0 16,-5 7 1-16,-10 2 0 15,-5 4 38-15,-5 2 31 16,-1 0-9-16,2 0 5 16,1 9-7-16,4-4-43 0,5-3-9 15,7-2-6 1,5 0-1-16,5-10-4 15,-4-9-63-15,-4-1-5 16,-8 0 30-16,-7 0-2 16,-6-1 28-16,0-2 16 15,-15-1-3-15,-8 2 3 0,3 0 6 16,2 7-5-16,9 6-1 16,6 6 22-16,3 3 40 15,0 0-62 1,3-1 0-16,14-2-3 0,5-5-3 15,-3-6-164-15,-2-5-194 0,-7-3-356 16</inkml:trace>
  <inkml:trace contextRef="#ctx0" brushRef="#br0" timeOffset="5330.17">21983 6430 1127 0,'0'0'150'0,"0"0"-144"16,-7-100 57-16,8 73 76 15,19 3-44-15,10 10-51 16,7 8-18-1,11 6 69-15,7 32 28 16,4 23-47-16,9 25-1 0,0 19-47 16,-5 8-28-16,-17 0 0 15,-29-4 0-15,-28-4 0 16,-68 0 0-16,-48-5 0 16,-53-11-595-16</inkml:trace>
  <inkml:trace contextRef="#ctx0" brushRef="#br0" timeOffset="14959.98">5511 14818 756 0,'0'0'127'16,"0"0"-127"-1,0 0 64-15,0 0 59 0,0 0-30 16,0 0 8 0,0 0-19-16,0-19-1 0,0 19-15 15,0 0-19-15,0 0-10 16,0 0-7-16,0 0-11 16,0 0-5-16,0 0-5 15,0 0-5-15,10 0-4 16,8 0 0-16,7 6 24 15,2 4-4-15,-1 2-2 16,1 4-6-16,-5 0 2 16,5 4 2-16,-5-2-4 15,2 0-5-15,0 2-6 16,0 0 5-16,-2-3-4 0,-1 1 0 16,0 1 1-16,-6-3-1 15,0 0 0-15,-6-2 1 16,-3-6-2-1,-2-3-1-15,-1 0 0 0,0-1 1 16,-3-4-1-16,5 2 0 16,-4 1 2-16,2-2-2 15,2 0 1-15,-2 1-2 0,4-2 2 16,0 0 3 0,1 0-2-16,4-12 10 0,4-13-3 15,2-12-5 1,2-7 3-16,2-9-1 15,0 0 1-15,1-8-1 0,7-1-1 16,-2-2-4-16,-3 3 1 16,-2 2-2-16,-10 6 1 15,-3 8 0-15,-5 8-1 16,-5 13-24-16,0 17-76 16,-21 7-192-16,-24 14-596 0</inkml:trace>
  <inkml:trace contextRef="#ctx0" brushRef="#br0" timeOffset="20589.75">4707 11094 734 0,'0'0'16'0,"0"0"-13"16,0 0-3-1,0 0 25-15,0 0 90 0,-88-75-19 16,64 74-19-16,-1 1-38 16,0 0 12-16,-3 4-11 15,1 11 27-15,-1 6-5 16,1 8-27-16,0 12-10 16,2 7 12-16,8 9 11 0,6 6-19 15,11 0-2 1,0-4-6-16,10-4-5 0,15-6-8 15,5-4 5-15,9-12-6 16,6-5 4-16,7-13-3 16,3-12 0-1,3-3 2-15,2-18-5 0,-6-15 3 16,-2-12-7 0,-3-11 6-16,-4-3 1 0,-8-5-7 0,-10-3-1 15,-12 6 4 1,-15 2-1-16,-6 9 1 0,-21 9 1 15,-10 8-4 1,-3 10 3-16,1 8-4 16,1 10-2-16,3 5-13 15,14 0-66-15,6 7-74 0,15 13-99 16,0 4-102 0,31-1-202-16</inkml:trace>
  <inkml:trace contextRef="#ctx0" brushRef="#br0" timeOffset="22062.67">7109 11089 723 0,'0'0'0'0,"0"0"1"15,0 0 7-15,-82-42 54 16,58 39 49-16,4 3-26 0,-5 0-30 16,1 7-21-1,-6 16-2-15,-1 10 3 0,-5 6 19 16,3 8-1-16,5 6 9 16,9 2-17-16,10 0-13 15,9-1-11-15,0-3 14 16,22-4-3-16,15-4-12 15,14-5-1-15,7-11 6 16,6-9-18-16,2-12 1 16,1-6-3-1,-1-7-1-15,-2-25-2 0,-3-10 3 16,-6-14-4-16,-8-4 3 16,-9-7 0-16,-15 3 0 15,-11-1 4-15,-12 7-3 16,-5 6 22-16,-23 9 1 15,-7 7-23-15,-6 11-5 16,2 7-2-16,5 10-21 16,4 6-68-16,9 2-51 15,9 14-111-15,7 9-265 16</inkml:trace>
  <inkml:trace contextRef="#ctx0" brushRef="#br0" timeOffset="22968.07">9800 10958 599 0,'0'0'33'0,"0"0"-31"0,-107-7-2 16,65 14 75-16,0 13 21 0,-1 9-13 15,1 7-23 1,5 10 10-16,7 5 12 0,9 9 1 15,14 8-10 1,7 3-25-16,0 4 12 16,13 0-17-16,11-7 6 15,9-11-8-15,10-15-19 16,2-17 12-16,7-13 6 16,0-12-5-16,-5-4-3 0,-3-28-6 15,-5-11-3-15,-8-13-4 16,-5-5-8-16,-13 1 11 15,-10 6 1-15,-3 3-1 0,-18 6-9 16,-15 5-9 0,-7 8-4-16,-2 9-1 15,2 7-9-15,0 10-111 16,4 6-123-16,-4 0-206 16</inkml:trace>
  <inkml:trace contextRef="#ctx0" brushRef="#br0" timeOffset="25333.73">4771 15058 796 0,'0'0'44'0,"0"0"-44"0,0 0 0 16,0 0 10 0,-49-90 42-16,37 69 13 15,-3 3-23-15,4 1-3 16,-4 3 3-16,-4 3 10 0,-3 1-6 16,-1 5-6-16,-5 3-9 15,-4 2-12-15,-3 0-11 16,-1 6 16-16,-1 8 12 15,1 5 5-15,0 5-15 16,0 8-3-16,1 5-2 0,0 4 1 16,7 4 2-1,8 4-10-15,7-3-4 16,7 4 6-16,6 0-2 16,0-1-1-16,18-2 3 0,10-3 2 15,14-7 4-15,7-7-6 16,5-8-8-16,4-7 7 15,-1-8-9-15,-2-5-1 16,3-2-1-16,0-9 2 16,-5-14-2-16,-4-6-1 15,-6-5-2-15,-11-6 2 16,-10-3-2-16,-13-5 4 16,-9-1 0-16,0 0 0 0,-20-4-2 15,-11 0 0 1,-9 4 3-16,-2 4-5 0,0 7 0 15,2 10-1 1,6 9-1-16,7 4-3 16,10 10-27-16,7 0-73 15,7 5-51-15,3 3-160 0,0 15-156 16</inkml:trace>
  <inkml:trace contextRef="#ctx0" brushRef="#br0" timeOffset="26285.15">7115 14972 827 0,'0'0'0'15,"0"0"-48"-15,0 0 48 16,0 0 95-16,-96-36-42 16,66 36-21-16,-4 3-8 15,-2 12 20-15,-1 2 1 16,-2 3-1-16,3 3 18 15,2 2-11-15,6 4-17 16,5 7-10-16,5 1 4 16,7 5 6-16,3 4 16 15,8 2-4-15,0 2-1 0,0 2-10 16,11-2-7-16,6-6-15 16,7-6 2-16,4-8-10 15,10-5 6-15,2-8-2 16,5-7 7-16,-2-7-5 15,-1-3-5-15,1-9 1 16,-1-18-6-16,-3-6 3 16,1-13 2-16,-6-6-4 15,-7-3 0-15,-12-1-1 16,-12 4 6-16,-3 6-2 16,-16 3-2-16,-17 7 1 0,-6 5-2 15,0 7-2-15,-1 6-9 16,9 12-28-16,4 5-47 15,6 1-5-15,9 11-68 16,12 11-132-16,0 6-309 16</inkml:trace>
  <inkml:trace contextRef="#ctx0" brushRef="#br0" timeOffset="27219.96">9846 14908 857 0,'0'0'0'0,"0"0"-17"16,0 0 17-16,-83-54 59 15,59 43 29-15,0 1-24 16,2 4 0-16,-4-2-32 0,3 5 19 0,-1 3-13 16,-2 0 18-1,-1 0 6-15,-3 11-37 16,-8 16-2-16,5 6 20 15,-3 16 4-15,5 11-1 16,7 5-5-16,9 1-5 16,15-2-7-16,0-1 21 15,24-7-16-15,10-7-1 16,8-6-9-16,6-11-5 16,4-8-5-16,6-14 1 15,5-10-4-15,7-4-2 0,-3-28 0 16,-4-15-3-1,-7-9 0-15,-11-7-1 16,-12 1 0-16,-14 1 9 16,-14 2 6-16,-5 6 4 15,-21 5-9-15,-13 11-15 16,-10 10 0-16,-8 10-4 0,-1 17-25 16,-3 0-49-16,-1 25-152 15,-4 9-287-15</inkml:trace>
  <inkml:trace contextRef="#ctx0" brushRef="#br0" timeOffset="41833.01">4116 10054 875 0,'0'0'116'0,"0"0"-106"0,0 0 7 16,0 0 77-16,0 0 34 15,0 0-32-15,0 0-39 16,0-17-35-16,0 17-22 16,0 0 1-16,0 0 1 15,0 0 5-15,0 0-1 16,0 0-2-16,-9 9 7 0,-6 7 18 16,-6 4 2-16,-4 3-19 15,4-2 7-15,-3 3-10 16,5-3-4-16,2 1 5 15,4 1 8-15,7 1 0 16,1 0-6-16,5 2 6 16,0 2 2-16,0 4 24 15,6 8-19-15,6 3 22 16,2 3-3-16,-4 0-20 16,0-2 7-16,1-5-10 0,0-2-5 15,2-4 1 1,2-5-6-16,3-2-6 0,-2-1-3 15,2 0 0 1,1-4 1-16,-4-4-3 0,0-3 0 16,-3-4 0-16,-3-1-19 15,3-4-44-15,-3-5-49 16,8 0-82-16,2-16-15 0,0-23-153 16</inkml:trace>
  <inkml:trace contextRef="#ctx0" brushRef="#br0" timeOffset="42235.11">4420 10109 1042 0,'0'0'11'0,"0"0"-6"0,0 0-5 16,0 0 49-16,-88 35 32 15,88-8-27-15,0 3 25 16,0 5-24-16,21-1-19 16,3-5 2-16,3-3-10 15,3-5-15-15,1-7-1 16,0-6-3-16,1-6 2 0,-4-2-2 16,-1-4 0-1,-5-16-5-15,-5-5 4 16,-7-5 1-16,-10 1-2 15,0-1-1-15,-9 4 1 0,-16 5-1 16,-2 5 6 0,0 5 11-16,0 6-13 0,6 2 8 15,1 3-18-15,6 0-12 16,6 0-72-16,7 3-82 16,1 6-72-16,12-6-34 15,12-3-94-15</inkml:trace>
  <inkml:trace contextRef="#ctx0" brushRef="#br0" timeOffset="42439.78">4783 9984 1216 0,'0'0'65'16,"0"0"-53"-16,0 0 67 15,0 0-20-15,0 0-23 16,0 0 11-16,-12 98-15 15,12-56-27-15,0-7-4 16,0 1-1-16,15-7-1 16,4-7-30-16,3-6-75 15,5-8-87-15,3-8-71 16,0-19-322-16</inkml:trace>
  <inkml:trace contextRef="#ctx0" brushRef="#br0" timeOffset="42776.95">5032 9831 1264 0,'0'0'23'15,"0"0"-23"-15,0 0-4 16,-1 77 4-16,1-50 23 0,16 0 38 16,9 0-20-1,11-2-12-15,3-7-5 16,1-3 9-16,0-8-15 15,-5-7-9-15,-9 0-3 0,-4-4-1 16,-8-15 5 0,-9 0-6-16,-5-6 7 15,-6 5 6-15,-21-2-6 16,-6 7 14-16,-1 3 9 0,-1 4-19 16,7 4 2-1,7 1-17-15,6 3-6 0,5 0-27 16,7 0-72-16,3 0-61 15,3-6-191-15,18-5-287 16</inkml:trace>
  <inkml:trace contextRef="#ctx0" brushRef="#br0" timeOffset="43111.85">5202 9479 941 0,'0'0'0'0,"63"-79"-38"0,-20 36 38 16,6 0 23-16,3 10 29 15,1 9 0-15,-3 14-21 16,-2 10-7-16,-6 0 0 15,-6 24 24-15,-5 14 21 16,-6 11 22-16,-4 12-42 16,-4 5 19-16,-4 5 9 15,-4-1-47-15,-3 0-16 0,0-1-11 16,-6-3-2 0,0 2-2-16,-12 5-3 0,-27 9-96 15,-29 6-137-15,-29 1-291 16</inkml:trace>
  <inkml:trace contextRef="#ctx0" brushRef="#br0" timeOffset="45969.72">2267 14911 685 0,'0'0'356'0,"0"0"-355"16,0 0 5-16,0 0 13 0,0 0 43 15,0 0 4 1,0 0-9-16,0 0-4 0,-88 55 4 16,66-37-2-16,3 0 5 15,-1 2-16-15,-1-1-2 16,2-1-13-16,7 0 2 15,0-7 3-15,5 1-18 16,2-4 5-16,4 0-8 16,1 1-9-16,0 9 2 15,0 7 12-15,6 7 6 16,10 8 11-16,2 6-5 16,3 9 7-16,3 6-14 15,-2 3 10-15,5 0-9 0,-3-4-6 16,7-10-13-1,-1-6 0-15,-3-10-4 0,1-7 1 16,-4-7 1 0,0-8-6-16,-6-5 3 0,6-7-34 15,-2 0-49 1,2-26-71-16,0-20-66 0,-2-17-140 16,-4-10-86-16</inkml:trace>
  <inkml:trace contextRef="#ctx0" brushRef="#br0" timeOffset="46279.67">2515 15147 478 0,'0'0'686'15,"0"0"-664"-15,0 0 6 0,0 0 93 16,0 0-12 0,0 0-12-16,-24 105-39 0,35-68-24 15,11-4-19 1,8-7-2-16,1-10-4 0,-1-9-1 15,3-7-3-15,-3 0-1 16,-5-16 3-16,-5-12-3 16,-7-4 6-16,-10-4-8 15,-3 3-2-15,-9 3-2 16,-18 6-3-16,-6 9 2 16,-1 5 1-16,1 10 1 15,6 0-2-15,8 0-4 16,8 11-8-16,8-1-42 15,3 1-87-15,9-4-44 16,21-6-6-16,3-1-122 0,7-10-321 16</inkml:trace>
  <inkml:trace contextRef="#ctx0" brushRef="#br0" timeOffset="46491.49">2915 14982 1148 0,'0'0'95'16,"0"0"-92"-1,0 0 94-15,0 0 21 0,0 76 26 16,0-28-44 0,0-3-53-16,0-3-13 0,0-6-28 15,12-7-6 1,7-4 0-16,5-8-4 16,3-7-30-16,3-8-67 0,1-2-35 15,-1-16-74-15,-2-19-26 16,-4-10-250-16</inkml:trace>
  <inkml:trace contextRef="#ctx0" brushRef="#br0" timeOffset="46779.83">3146 14870 1151 0,'0'0'54'16,"0"0"-49"-16,0 0 88 15,0 0 42-15,-6 92-44 0,27-71-46 16,3-5-18-1,3-6-10-15,3-5 24 16,-5-5-23-16,-3 0 2 16,-5-3-9-16,-7-9 1 0,-7-1 2 15,-3-2 23 1,0-4-9-16,-16 3-3 0,-2 3-6 16,-6 6-3-16,-3 3-11 15,0 3-2-15,5 1-3 16,7 0-4-16,6 0-15 15,6 0-82-15,3 0-62 16,0-9-102-16,0-7-130 16</inkml:trace>
  <inkml:trace contextRef="#ctx0" brushRef="#br0" timeOffset="47139.89">3210 14528 586 0,'0'0'445'0,"0"0"-443"15,35-104-2-15,-7 63 73 16,5 5 45-16,-2 7-26 16,-4 9-39-16,-5 11-19 15,-4 9-22-15,-4 0 2 16,-1 13-10-16,2 19 11 0,0 11 14 15,3 8 10 1,4 7-11-16,6 8 3 0,8 4 7 16,6 5 3-1,6 0 3-15,1-3-3 16,2-3-9-16,-6-5-14 16,-4-7 1-16,-14-8-12 0,-9-12-5 15,-13-8-1-15,-5-1 4 0,-27-1-5 0,-18 5-15 31,-18 0-167-31,-14-4-162 16,-13-1-269-16</inkml:trace>
  <inkml:trace contextRef="#ctx0" brushRef="#br0" timeOffset="47677.33">2248 16152 836 0,'0'0'286'0,"0"0"-285"0,146-57-1 16,-65 29 42-16,20-9 74 15,10-8 14-15,14-7-43 0,12-9-48 16,-1-6-28 0,1-7-5-16,-7-3-5 15,-11-11 2-15,-13-7 29 16,-12-5 2-16,-13-8-13 0,-17-8-8 16,-19-4 2-16,-15-5-11 15,-22-3-1-15,-9 4 0 16,-44 4-3-16,-28 4-1 0,-34 12-11 15,-29 18-18 1,-31 27-2-16,-33 35 19 0,-18 24 9 16,-16 53 2-1,-9 33-6-15,8 30 4 0,6 29 4 16,30 26 3 0,38 25 13-16,51 18 42 0,58 8 23 15,49-6-14-15,25-25-34 16,57-31-14-16,30-34-10 15,28-36-4-15,32-30-2 16,16-30-3-16,9-28-15 16,4-12-115-16,-4-37-132 15,-21-17-280-15</inkml:trace>
  <inkml:trace contextRef="#ctx0" brushRef="#br0" timeOffset="53960.02">5384 16895 978 0,'0'0'26'0,"0"0"-22"16,0 0 19-16,0 0 47 16,0 0 34-16,0 0-51 15,0 0 2-15,0 0-35 0,-39-22-17 16,24 23 1-16,-1 10 9 15,-5 3-9-15,-4 2 5 16,-2-1 1-16,-3 3 3 16,-1-4 12-16,1 1 2 15,3-2-1-15,0-4 0 16,8-2 1-16,1-1 11 16,4-1 2-16,3-2-17 0,3 0-4 15,2-2-7-15,3 4-3 16,0 5-7-16,-7 7 1 15,-2 15 1-15,-2 9 12 16,-1 10 12-16,3 4 0 16,1 4-5-16,0 3-1 15,5-1 5-15,0 1-6 16,3 1-2-16,3-3 6 16,0-4-9-16,6-3 0 15,6-8 19-15,7-8-14 16,-2-4-3-16,4-5-7 15,1-8-7-15,1-5-3 16,2-3 0-16,2-7 3 16,-2-5-4-16,6 0 0 0,2-9-5 15,6-16-41 1,7-12-56-16,2-9-125 0,1-6-101 16,-4-1-125-16</inkml:trace>
  <inkml:trace contextRef="#ctx0" brushRef="#br0" timeOffset="54894.17">6058 16993 843 0,'0'0'94'0,"0"0"-91"0,0 0 23 0,0 0 93 16,0 0-11-16,0 0-53 15,-4-13-30-15,17 3-14 16,8-4-2-16,6 2 21 0,-1-1-2 15,2 0-2 1,3-1-2-16,1-1 0 0,-4 1 2 16,-4 4-12-16,-8 3-10 15,-7 4-3-15,-6 2-1 16,-3 1 0-16,0 0-1 16,0 0 1-16,0 0-2 15,0 0 0-15,3 0 2 16,0 11 5-16,3 3 20 15,1 0-18-15,1 4 3 16,2 1-2-16,2 5 2 16,5 1 13-16,2 4-7 15,-1 2-4-15,1 2 1 16,2 0 11-16,-3 1-1 0,3 3-4 16,-3-1-4-16,3 3-2 15,0-3-1-15,-3-2-5 16,1 0 2-16,-1-3-7 15,-3-1 0-15,-3-1 7 16,3 1 1-16,-9 0 3 16,-5-2 1-16,-1 0 4 15,-4 0 13-15,-22 3-3 0,-11 3 1 16,-15-4-10 0,-8-5-16-16,-7-4-1 0,-2-5-1 15,-1-8-1 1,6-6-25-16,1-2-76 0,5 0-151 15,9-10-219-15</inkml:trace>
  <inkml:trace contextRef="#ctx0" brushRef="#br0" timeOffset="57713.79">6176 17180 730 0,'0'0'31'0,"0"0"-31"16,0 0 11-16,0 0 135 16,0 0-36-16,0 0-74 15,0 0-18-15,9-8 18 16,-9 8 22-16,0-2 12 15,0 2-4-15,0-3-7 0,0-2-9 16,-6-1-24-16,-7-4-26 16,-4-3 0-16,-5-3 0 15,-2-2 0-15,-6-1 0 16,-4 1-1-16,-5-1 1 16,-5 0-1-16,-1 6 1 15,-3 1 0-15,2 6 0 16,-2 4 1-16,-3 2 0 15,-4 0 3-15,-3 15 6 16,-3 3 5-16,4 6-8 16,2 0-2-16,10 1 3 15,3 3 6-15,7 1 5 0,2 1-2 16,6 3 9-16,4 4 0 16,4 1-6-16,4 3-4 15,0-1-1-15,3 3-5 16,2-3 22-16,10-3-19 15,0-1-4-15,0-6 13 16,21 2-2-16,4-3-1 16,6-1 0-16,2-1 4 15,3 2-5-15,-2-7-1 16,2 1-3-16,1-2-6 16,1-2-4-16,2-2 2 0,6-4-1 15,2-2 1 1,9-2-3-16,4-8-1 0,3 1-1 15,5-2 1-15,2 0-2 0,1-13 0 16,-5-7 1 0,-4-2 2-16,-8-9-2 15,-6-2 2-15,-7-11 0 16,-5-6 0-16,-7-5 0 16,-8-5-1-16,-11 0 1 15,-11 0-1-15,-6 3 0 16,-27 3-2-16,-13 5 1 15,-5 5-1-15,-10 12 0 0,-5 9-2 16,-4 11-3 0,3 7-8-16,3 5-19 0,4 15-46 0,5 20-77 31,7 14-111-31,8 2-88 0,8-2-334 16</inkml:trace>
  <inkml:trace contextRef="#ctx0" brushRef="#br0" timeOffset="72172.81">14185 12161 544 0,'0'0'201'0,"0"0"-200"31,0 0 6-31,0 0 101 0,0 0-9 16,0 0-58-16,0 0 18 0,0 0-10 15,0 0-9 1,-2 0 13-16,0 0 0 0,0 0-5 15,1 0-19 1,1 0-17-16,0 0-12 0,0 0-4 16,0 0-5-1,0 10-6-15,0 6 5 16,0 6 10-16,0 6 9 16,0 3-9-16,0 1 0 15,7 5 5-15,-3 1 3 16,2 3-6-16,-1 1 4 15,-1 5 2-15,3 4 4 0,0 4 0 16,-1 3 6-16,1 6-6 16,-1-3 2-16,3-2 0 15,-3-4-7-15,2-2-3 16,1-5 5-16,-1 1-1 16,0-1 4-16,-2-2 0 15,1-1-3-15,1-6 7 16,-4-4-4-16,1-1-2 0,-4-3-1 15,1-1-1 1,-2 1-3-16,0-6 2 16,0-1-6-16,1-4-1 15,2-2 1-15,0 0-2 0,0-2 1 16,-1 1 0-16,-1-1 0 0,2-1 0 16,-3-1-1-1,3-1 1-15,-3 2 1 16,0-5-1-16,1 3 0 15,-1-3-1-15,2 0 1 16,-2 0 0-16,0 0 0 16,0-1 0-16,0 2 0 15,0 0 0-15,0 1 0 16,0-4 0-16,0 1-1 0,-2 1 1 16,-3-4-1-1,3 2-2-15,1-2-2 0,-2-1 2 16,0 0-8-1,0-4-4-15,0 2-1 0,0 0 4 16,-5 2 8-16,-4 1 3 16,0-2-1-16,-5 0 1 15,0 1 1-15,-2-1-2 16,-2-1-2-16,3-2 4 16,-3 1-1-16,3-2 1 15,0 2-1-15,-3-2 1 16,2 0 0-16,-5 1 1 15,0 0-1-15,-3-1 0 16,-1 3 0-16,-5-2-1 16,-4 1 1-16,-2-2 0 0,-4 0 0 15,3 0 0 1,-1 0 1-16,0 0-1 0,3 0 0 16,1-2 2-16,1-2-1 15,-7 4 3-15,-7 0-1 16,-6 0-3-16,-7 14-1 15,-1 2-1-15,3-3 2 16,-2 3 3-16,2-2-3 16,3-4 0-16,1-1 0 15,5 1-2-15,6-2 0 0,-3-2 2 16,4-1-2-16,-3-1 2 16,3-1-1-16,1 0 1 15,0 2 0-15,2-3 0 16,-2 2 1-16,2-4-1 15,0 2 0-15,5-2 1 16,1 0-1-16,0 0 1 16,2 0 1-16,-2 0-1 15,2-5-1-15,-3-2 4 16,-2 0-3-16,0 2-1 16,-3-3 0-16,2 2 0 0,-1-1 0 15,0-2 3 1,-2 2 0-16,-2-1 1 0,-4 2-3 15,-2-1-1 1,0 1-2-16,-1 2 2 16,-2 1-1-16,-2 3 0 15,-3 0 0-15,-6 0 1 0,1 0-1 16,-2 0 1-16,-1 4 0 0,-2 1-1 16,0-2 1-1,-4 1 0-15,2 0 1 0,-4 2 0 16,-4 2 0-1,-4 5 2-15,-7-1-3 0,-2 3 2 16,-2 0-4 0,0 2 1-16,-5 1-1 15,2-2 1-15,-3-2 0 16,-1-1 1-16,1-2 0 16,0-2 0-16,-3 0 3 0,4 1-1 15,-2 0-2-15,1-1 0 16,3-1 0-16,2-1 0 15,8-1-1-15,3-1 0 16,2 1 0-16,3-3 0 16,0-1 0-16,4-2 0 15,3 0 1-15,0 0 0 16,2 0 0-16,0 0 1 0,4-4-1 16,0 3 2-1,2-2-2-15,-6 0 3 0,4-1-2 16,2-1-1-1,1-3-4-15,7 2 3 16,1 2 1-16,1 2 0 16,-1 2-2-16,4 0 0 15,-1 0 2-15,1 3-2 16,2 4 1-16,-2-1 1 0,-1 2-2 16,3-1 2-16,-2-2-1 15,0-1 1-15,-1-1 0 16,3 0 1-16,1 1-1 15,-1-1 0-15,2 0 0 16,-2 1 0-16,0-2-2 16,3-2-8-16,2 0-4 15,3 0 8-15,5-6 4 0,5-4 1 16,1-2-10-16,3 2-1 16,3 1 4-16,3 5 3 15,-1 0 5-15,0 3-2 16,2 1 0-16,-4 0 0 15,-1 0-4-15,1 0 6 16,3-2-1-16,2 1 0 16,1 0 1-16,4-2-1 15,2 3 1-15,-1-2-1 16,2 2 1-16,-2-1-1 16,0 1 1-16,-2 0 0 0,-2 0 0 15,-2 0 0 1,-2 0 0-16,-3 0 0 0,0-3 0 15,1-1 0 1,3-2 1-16,-1-3 0 0,2 0-1 16,2 0 1-1,-2-1-1-15,5 1 4 0,-2 1-4 16,-2 3 0-16,5-3-2 16,-4 2 4-16,-2 0-3 15,1-1 2-15,2 1-2 16,1-1 2-16,1 0-2 15,1 1 2-15,-2 2-1 16,6 2 1-16,-3-2-1 16,2 4 0-16,-1-1 0 15,-2 0 0-15,5-2-1 16,1 0 1-16,-2-3 2 0,3 0-2 16,-3 0 0-16,1-2 2 15,-2-3-2-15,1 2 0 16,-1-1 0-16,-2 4 2 15,4-1-2-15,-1 2 0 16,0 1-1-16,2 1 1 16,4 1 1-16,0 0 1 15,3 2 1-15,0 0 5 16,0 0-4-16,0 0-2 16,0 0-2-16,0 0-4 15,0 0-2-15,0 0 1 16,0 16-2-16,0 12 7 15,-3 6 3-15,0 5 4 0,0 3-1 16,1 2-4 0,-1-3 11-16,3 3 4 0,-1 2-4 15,1-2 0 1,0 0 0-16,0 0-1 0,6-1 9 16,0-5-10-16,5-3 7 0,-1-1-12 15,-1-3-4 1,-2-1 24-16,-2-1-13 0,5 1 5 15,-2-3-5 1,-2-1 8-16,0 0-3 16,-3-3 4-16,1 2 1 15,-1-4 9-15,0-2-13 16,-3-7-10-16,3-2-6 16,0-3 3-16,-3-1-3 15,3-2 2-15,0 3-4 16,-3-2 0-16,5 2 1 0,-4-1-4 15,1-1 2-15,-2 1-3 16,0-2-59-16,0 0-70 16,0 5-50-16,-5-1-153 15,-12-4-270-15</inkml:trace>
  <inkml:trace contextRef="#ctx0" brushRef="#br0" timeOffset="72571.63">5624 14882 795 0,'0'0'192'0,"0"0"-192"15,0 0-44-15,0 0 44 0,0 0 37 16,0 0 12-1,48 1 5-15,-27 15-4 0,-3 4-19 16,3 7 1 0,1 6 28-16,0 2-17 15,1 3 22-15,5-2-18 16,-1-3-21-16,3-7-5 0,-3-5-11 16,-4-10-2-16,-3-7-2 15,-1-4-2-15,-1-4 15 16,2-23 21-16,2-14-3 15,0-18 0-15,1-13-17 16,2-11-11-16,2-6-8 16,-2 2-1-16,-8 2-4 15,-13 8-68-15,-11 9-239 16</inkml:trace>
  <inkml:trace contextRef="#ctx0" brushRef="#br0" timeOffset="80779.71">27523 7140 1076 0,'0'0'74'16,"0"0"-73"-16,0 0 62 0,-107-34 64 15,68 34-50 1,-7 8-4-16,1 14-11 15,4 9-14-15,4 1-1 16,12 1-3-16,4 1-16 0,6-1-13 16,9 0 11-1,6-1-22-15,0-5 0 0,12-1 1 16,18-1-5-16,7-3 0 0,11 0 0 16,7 0 3-1,2-1-1-15,-2 0-1 0,-10 1-1 16,-11-2 0-1,-12-1 0-15,-11-2-1 0,-7-1 0 16,-4-1 2 0,-9 2-1-16,-22 3 19 0,-15 2 3 15,-9-4-9 1,-2-3 11-16,3-6 3 0,8-6-5 16,10-3-5-16,8 0-3 15,5 0-9-15,7-2-3 16,1-8-2-16,9-6-15 15,6-3-50-15,3-6-74 16,24-5-133-16,10 0-58 16,9-1-231-16</inkml:trace>
  <inkml:trace contextRef="#ctx0" brushRef="#br0" timeOffset="81065.53">27914 7382 754 0,'0'0'686'0,"0"0"-685"0,0 0 9 0,0 0 114 16,0 0 1-16,0 0-45 15,15 0-45-15,4-4-18 16,10-6 3-16,2 2-11 15,6 1-6-15,-1 0-1 16,1-1-2-16,-4 3 0 16,-5 0-55-16,-8 5-153 15,-16 0-102-15,-4 13-121 16,-18 16-427-16</inkml:trace>
  <inkml:trace contextRef="#ctx0" brushRef="#br0" timeOffset="81217.03">28048 7647 1144 0,'0'0'112'15,"0"0"16"-15,124-4 48 16,-68-20-54-16,-2-3-79 16,-4 0-43-16,-12 1 0 15,-9 4-58-15,-12 5-126 16,-10 5-200-16,-7 3-576 16</inkml:trace>
  <inkml:trace contextRef="#ctx0" brushRef="#br0" timeOffset="83673.42">28987 6522 1008 0,'0'0'67'0,"0"0"-64"0,-38-82 81 16,29 53 69-16,2 4-63 15,1 6 4-15,4 3 16 16,-1 7 7-16,2 5-59 15,-1 2-20-15,2 2-6 16,0 0-28-16,0 20-4 0,0 10 0 16,2 14 5-1,9 10 13-15,0 8-17 0,-2 7 8 16,-1 6-6-16,-1 7 8 16,-6 2-6-16,-1 8-4 15,0 1 1-15,-5-4-2 16,-4-8 2-16,0-13 0 15,4-14-2-15,2-9 0 16,3-12 0-16,0-12 0 16,0-6-1-16,0-9 1 15,0-5-1-15,0-1 1 16,-1 0 7-16,-3-10 4 16,0-12-11-16,1-9-7 15,3-4-3-15,0-8 1 16,2-1-5-16,14 3-5 15,4-1 2-15,4 10 13 16,-2 9 2-16,-1 8 2 0,0 8 0 16,1 7 0-1,2 0 0-15,1 8 4 0,-1 15 8 16,-1 5 11-16,-4 4 1 0,-4 0-6 16,-3-3-6-16,-6 2-8 15,-2-4-3 1,-2 0-2-16,-2-5 0 15,1-5-16-15,1-2-50 0,1-5-39 16,1-3-64 0,6-7-61-16,4 0-71 0,4-7-124 15</inkml:trace>
  <inkml:trace contextRef="#ctx0" brushRef="#br0" timeOffset="83913.01">29480 7219 1076 0,'0'0'166'0,"0"0"-164"0,0 0 93 16,0 0 34-16,0 0 15 15,0 0 4-15,51 59-62 16,-39-31-35-16,-2 1-11 16,-4 0-14-16,0 1-16 15,-1 0-8-15,-4-1 3 0,1-3-5 16,-2-5 0-1,0-8-12-15,0-4-55 0,0-3-100 16,-2-6-87 0,-14 0-73-16,-14-9-466 0</inkml:trace>
  <inkml:trace contextRef="#ctx0" brushRef="#br0" timeOffset="84111.03">29288 7288 1215 0,'0'0'201'16,"0"0"-197"-16,0 0 53 16,0 0 56-16,85-96-47 15,-27 67-49-15,6 0-17 0,-1-1-2 16,-7 4-47-16,-9 1-78 16,-13 2-174-1,-10-1-219-15</inkml:trace>
  <inkml:trace contextRef="#ctx0" brushRef="#br0" timeOffset="85324.73">29636 5929 853 0,'0'0'131'0,"0"0"-126"15,0 0 65-15,0 0 33 16,0 0-24-16,-100-32-41 15,44 32-4-15,-8 6 8 0,-4 5-10 0,-6 0-12 32,-6 0-11-32,-10 0-3 0,-13 1-4 15,-11-1-1 1,-10 0 5-16,-5 4-3 16,1 0 25-16,-3 6 38 15,0 2-37-15,1 4-15 0,-7 1-11 16,-1 0 8-16,4 0-8 15,3 0 2-15,10 0-3 16,15-2 1-16,15-1-2 16,6 2 0-16,12 1 2 15,2-2-3-15,2 2 2 16,0 3 8-16,2 4 7 0,1 8 3 16,-1 4 7-1,0 6 11-15,0 4-11 0,3 6-17 16,5 0 0-1,10 5-1-15,6 1 4 16,15 8 25-16,11 9-17 16,9 7-3-16,4 9 0 0,3 9 1 15,1 3 3 1,0 2-13-16,0-1 2 0,8-6-8 16,12-3 5-16,7-4-7 0,4-5 4 15,1-4-3 1,0-8 0-16,0-9-1 15,2-8 0-15,6-9 7 16,2-7-4-16,7-6 3 16,5-10-4-16,6-8 1 15,8-9 1-15,11-11-1 16,9-8 3-16,8-2-7 16,14-22-6-16,9-5 3 0,14-9 1 15,16-2 2-15,8 1 0 16,12-1 2-16,10 0 1 15,4 1 2-15,2-1-5 16,-3-1-9-16,-6 3 7 16,-8 2 0-16,-6 4 0 15,1 5-1-15,-10 1 3 16,-2 4 0-16,-8 2-8 16,-6 1 0-16,-7 2-1 15,-6 1 2-15,-12 4 0 16,-14 0-3-16,-17 3 3 15,-12 4-4-15,-18 0 10 16,-11-4-5-16,-13 3 5 0,-6-7-1 16,-7-6 1-1,-8-7 1-15,-3-6-1 0,-3-7-3 16,0-2-4-16,0-4 1 0,-4 1-2 16,-3-3-5-1,-1-1 9-15,-1-7 1 16,-3-5 1-16,-3-6 0 15,2-4-3-15,-2-7 3 0,3-3-11 16,-1-7-4 0,4-4 17-16,-2-2-1 15,1 2-1-15,-1-2 3 16,2 1 2-16,-1-3-1 0,4-1-1 16,3 0 2-16,1 0-2 15,2 3 0-15,0 3 0 16,0 9 0-1,-4 11 2-15,-9 13-1 0,-13 17 6 16,-25 12 5-16,-30 17-12 16,-40 11 0-16,-42 3-2 15,-43 33-5-15,-36 14-79 16,-35 18-224-16,-26 8-438 0</inkml:trace>
  <inkml:trace contextRef="#ctx0" brushRef="#br0" timeOffset="88051.6">4411 15143 245 0,'0'0'168'0,"0"0"-82"15,-45-86 22-15,23 63-57 16,-5 3 53-16,-4 0-36 15,4-2 19-15,2 8 6 16,7 1-25-16,9 9 0 16,5 4 31-16,4 14-75 15,4 25-18-15,17 18 25 16,13 13 69-16,5 8-23 16,4 0-40-16,6-6-21 15,4-6-6-15,3-11 2 0,4-12-8 16,1-7-4-16,-1-8 0 15,-5-9 0-15,-3-7-2 16,-13-8-57-16,-8-4-64 16,-11-10-53-16,-7-24-9 15,-11-18-201-15</inkml:trace>
  <inkml:trace contextRef="#ctx0" brushRef="#br0" timeOffset="88194.77">4735 15052 1071 0,'0'0'188'0,"-107"91"-128"0,19 21-2 16,-26 30 48-16,-13 15-26 16,-2 5-59-16,15-1-21 15,26-15-4 1,27-31-246-16,25-35-602 0</inkml:trace>
  <inkml:trace contextRef="#ctx0" brushRef="#br0" timeOffset="89581.59">4435 15073 709 0,'0'0'87'16,"0"0"-62"-16,0 0-3 15,0 0-4-15,14-76 75 16,-6 45-60-16,-3-2-8 0,1 2 4 15,-3 1-4 1,0 5-3-16,-3 3 32 0,0 4-48 16,0 4 14-1,-3 8-3-15,-9 2-6 16,-6 4-11-16,-7 1 3 16,-5 26-3-16,-13 22 1 0,-2 24 7 15,-1 15 13 1,7 12 2-16,12 6 6 0,19-1 7 15,8-7 14-15,3-12 0 16,24-16-15-16,11-20-14 16,14-18-13-16,9-17 16 15,12-15 7-15,12-18 3 16,6-29-5-16,0-21-2 16,-4-16-8-16,-10-14-9 15,-20-7-3-15,-15 0 2 16,-23 4 12-16,-19 12 5 0,-22 23 12 15,-41 22-18-15,-28 26-16 16,-22 18-4-16,-14 37-2 16,-3 27 0-16,8 17-123 15,19 5-166-15,24-11-257 16</inkml:trace>
  <inkml:trace contextRef="#ctx0" brushRef="#br0" timeOffset="93351.46">14186 12182 716 0,'0'0'79'15,"0"0"-74"-15,0 0-2 16,0 0 45-16,0 0 64 15,0 0-59-15,-7-17-26 16,7 17-14-16,0 0-13 16,0 6-2-16,0 10 2 15,7 7 67-15,2 3-56 16,-1 2-8-16,-2 3 5 16,0 4 4-16,-6 1-3 15,0 6 11-15,0-3 2 16,0 3 9-16,0-3-11 15,0 4-3-15,0 1 12 16,0 3-10-16,4-2-7 16,4-1 7-16,-1-2-3 15,-1-6-10-15,0 4 1 16,-3-3 4-16,0 0-5 16,-2-1 5-16,-1-1-5 15,2 3-1-15,-2-4-2 0,0 0 0 16,0 1 2-16,3-3-4 15,-1-1 1-15,-1-2-1 16,-1-1-1-16,0-2 1 16,0-2 0-16,2-5-1 15,-1 1 0-15,1-3 0 16,-2 0 0-16,1-3 0 16,-1 1 0-16,0-3 0 0,2-4 0 15,-1 3 0-15,1-1 0 16,-2 2-1-16,1-1 1 15,2 0 0 1,-2-1 0-16,2 0 0 0,-1-1 0 16,-1-1 0-16,1-3 0 15,1 0 0-15,-3 2 0 16,1-1 0-16,-1 1 0 16,2 1 0-16,-2 1 0 15,1-1 0-15,1 2 0 16,-1-4 0-16,2 0 0 15,-1-1 0-15,-2-1 0 0,0 2 0 16,3-2 0-16,0 4-1 16,-3-1 1-1,0 0 0-15,0 0 0 16,0 1 0-16,0-3 0 16,-3 2 2-16,-6 0 0 0,0-2 0 15,-3-1 0-15,-1-1 0 16,-4 2-1-16,2-2-1 15,-4 2 0-15,-1 0 0 16,-2 1-1-16,-3-2 1 16,1-1 0-16,1 2 0 15,-2-3 0-15,4 0 1 16,-1-1 0-16,-1-1 1 0,-2 2-2 16,-2-2 0-16,0 1 0 15,1-1 1-15,-1 0-1 16,3 0 0-1,-3 0 0-15,-2 0 0 0,0 0 1 16,-4 0-1 0,0 0 2-16,0 0-2 0,-4 0 1 15,6 0-1-15,-2 0 2 16,7 0-1-16,-1 0-1 16,4-1 1-16,-1-1-1 15,2 2 4-15,-1 0-4 16,-2 0 0-16,-2 0 0 15,0 0 0-15,-1 0 0 16,1 0 0-16,-3 0 0 16,-1 0 4-16,1 0-4 15,-4 0 0-15,-1 0 3 16,1 0-3-16,-4-1-1 0,3-1 1 16,-4 2-1-16,2 0 0 15,-4 0 1-15,-3 0 1 16,-3 7-1-16,-2 2 1 15,0-2 0-15,-3-2 2 16,0-1-2-16,-1 1 1 16,-4 0 1-16,-1 1-2 15,-3-4 0-15,-3 3 0 0,1-1 0 16,-1-2 0 0,1 1 1-16,-1-2-2 0,-4 2 0 15,-2-2 1 1,-2 3 3-16,1-2-4 0,5-2-3 15,2 3 2 1,3 0 0-16,-1-3 1 0,1 0-1 16,0 0 1-16,0 0-1 15,4 0 1-15,0 0 0 16,-1-2 1-16,0-3 0 16,1-1 2-16,-2 5 11 15,-1-2 18-15,-3 3-20 0,-4 0-12 16,-3 0 1-16,-7 0 4 15,-5 0-4 1,2 0 3-16,-3 4-2 16,-2 3 4-16,3 3 0 15,-6 0-3-15,-2 0 1 16,1-2-3-16,-1-4 1 0,4 0-1 16,2-4 1-16,2 0 3 15,0 0-3-15,1 0 0 16,-5 0-1-16,-2 0-2 15,0 0 1-15,0 0-1 16,0 2 0-16,3-1 0 16,-3-1-1-16,0 0 2 15,-2 0 0-15,2 0 0 16,-3 0 1-16,2 0 2 16,3 0-2-16,-2 0 0 15,-1 0-1-15,1 0 4 0,3 0-4 16,4-3-3-16,4-2 2 15,-1-3 0-15,2 2 0 16,1-1 1-16,3 1 0 16,-2 0 1-16,1 2-1 15,0 0 0-15,0 3 1 16,0-2 2-16,3-1-3 16,1-2 0-16,2 0 0 15,0 1 3-15,-3 0-2 0,9 2-1 16,3-1-1-1,7 2 0-15,3 0 1 16,0 2-1-16,2 0 1 16,1 0-2-16,1 0 1 0,2 0 1 15,3 0 1 1,2 0-1-16,4 0 0 0,7 0 0 16,-1 0 1-16,2 0-1 0,3 0 0 15,-2 0 0 1,3 0 0-16,-1 2 1 0,1 0-3 15,4 2 4 1,-2-2-2-16,0 3 0 16,-1 1 0-16,-1 1-2 15,3 0 0-15,-1-1 2 16,7 0 0-16,-1 0 1 0,-1-1-1 16,4-1 1-1,-2 0-1-15,1-1 0 16,1 0 0-16,1-2 2 0,0 0-2 15,-1 2 1-15,1 0-1 16,-5 0 0-16,4 3 0 16,-1-2-1-16,1 2 0 15,0 1 0-15,-1 1 0 16,3 0-2-16,0 6 1 16,2-1 2-16,1 3 0 15,1 2-1-15,2-1 1 16,1 5 1-16,-1-3 2 15,2 2 1-15,0 1 0 16,0-1 1-16,6 1 8 16,5 3 6-16,0 0-7 15,0 1 6-15,0 1-10 16,2 1 4-16,-3 0-4 16,2-2 0-16,-1 5-5 0,-1-2 9 15,0 4-5 1,-2-2 11-16,4 1 2 0,-3-2-7 15,1 0-6-15,-1 1 6 16,-1-3-4-16,-1 1-1 16,-4-2 0-16,0-1-3 15,0 0 5-15,-1-3 1 16,2 2-6-16,1-4-3 0,-1-2-1 16,5 2 1-16,-3-4 1 15,0-2 1-15,0-1-3 16,-1-2 0-16,-1 0 0 15,0-3-1-15,-1-1 0 16,0 0 0 0,0 1 0-16,0-1 0 0,-3-2 1 15,2 1-2-15,-2-3-8 16,0-1-46-16,0-3-89 16,0 0-62-16,-9-12-154 15</inkml:trace>
  <inkml:trace contextRef="#ctx0" brushRef="#br0" timeOffset="93753.4">5563 14856 748 0,'0'0'38'0,"0"0"-38"15,0 0 0-15,0 0 84 16,0 0-17-16,0 0 96 16,70 12-70-16,-28 7-3 15,1 6-25-15,-4 6-17 0,-2 9-4 16,-4 1 9 0,-3 3-16-16,-5-2-13 0,-1-9-4 15,-7-7-7 1,-4-11-9-16,-7-8 1 0,-3-5-4 15,0-2 13 1,2-13 21-16,3-24 50 0,3-26-85 16,4-15-5-16,9-8 5 15,4 0 0-15,8 3-4 16,5 7-3-16,1 6-38 16,-3 10-57-16,-6 15-119 15,-8 10-149-15,-10 11-441 16</inkml:trace>
  <inkml:trace contextRef="#ctx0" brushRef="#br0" timeOffset="94702.79">6636 14604 107 0,'0'0'0'0</inkml:trace>
  <inkml:trace contextRef="#ctx0" brushRef="#br0" timeOffset="102393.11">5933 16752 874 0,'0'0'42'0,"0"0"-42"0,0 0 14 15,0 0 30-15,0 0 33 16,0 0-34-16,0 0-31 16,-6-16 11-16,6 16 23 15,0 0 10-15,0 0-4 16,-1 0-7-16,1-2-10 15,-3-3-13-15,0-2 5 16,-5-9-27-16,-4 2 1 16,0-5 1-16,-4 1-2 15,-5-1 1-15,-6 0 3 16,-4 0 6-16,-8 7 19 0,-4 0-20 16,-5 9 33-16,-7 3-14 15,-2 0 8-15,1 6-5 16,3 10 19-16,7 5 4 15,10 5-14-15,5 3-15 16,4 6 6-16,6 3-14 16,11 1-4-16,5 6 6 0,5 2-2 15,8 0-2 1,17 1 3-16,9-1-4 0,5-8-2 16,12-5 0-1,4-5 2-15,9-9-4 16,5-8-5-16,1-12-1 0,0-3 0 15,-4-25-2-15,-5-11 1 16,-3-13-1-16,-7-4 0 16,-13-6 0-16,-16 1-1 15,-19 2 1-15,-6 8-1 16,-33 6 4-16,-14 7-2 16,-11 10-3-16,-4 7 0 15,-1 11 0-15,5 10-1 16,7 0-7-16,11 14-90 15,18 13-153-15,11 9-153 0,14 1-307 16</inkml:trace>
  <inkml:trace contextRef="#ctx0" brushRef="#br0" timeOffset="104553.96">3931 16808 767 0,'0'0'304'0,"0"0"-304"0,0 0 8 15,0 0 97 1,0 0 4-16,0 0-34 0,-54-10-36 16,54-3-26-16,0-3-13 0,8-1 0 15,6-1 2 1,3 0 0-16,1 0-2 15,-2 1 3-15,-4 5 11 16,-1 5 0-16,-7 6-4 16,-1 1 1-16,-1 0 5 15,1 10 1-15,2 12 55 0,0 8 5 16,-2 2-25-16,3-2-9 16,0-3-13-16,4-3-2 15,2-5-12 1,2-6-11-16,4-4 7 15,-3-5-8-15,1-4-1 0,-1 0 0 16,0 0-2 0,-6 0 0-16,-3-6 0 0,-2-7 0 15,-1-1 0-15,0-8 4 16,0 0-5-16,-3-1 1 16,0 1 0-16,0 3-1 15,0 3-2-15,0 4 2 16,0 6 0-16,0 0 2 15,0 5 5-15,0 1-7 16,0 0 0-16,0 0-1 0,0 1-3 16,0 15 1-1,8 4 3-15,1 3 2 0,2 4-2 16,0 2 5-16,4 1 5 0,-5 2-3 16,1 2-1-1,-5-2 5-15,1 2 8 16,-7-3-6-16,3-2-1 15,-3-2-1-15,0-5 6 16,0-3-4-16,-10-1-1 16,1-6-5-16,-3-1 2 0,-6-2 2 15,3-2-3 1,-1-7-5-16,-1 0 3 16,1 0-6-16,1 0 0 15,0-7 0-15,3-2 0 0,2-1 0 16,2 0 0-16,4 1 0 15,-1-3 0 1,4 4-28-16,1 1-60 0,0 0-82 16,15-2-155-16,10-3-83 15,6-2-465-15</inkml:trace>
  <inkml:trace contextRef="#ctx0" brushRef="#br0" timeOffset="104832.97">4496 16842 1265 0,'0'0'44'0,"0"0"-7"16,0 0 136-16,0 0-35 0,0 0-48 15,0 0-13-15,-31 95-30 16,45-68-11-16,-1-1-12 15,-1-3-17-15,-2 1-7 16,2-5 0-16,-4-1-2 16,-1-4-40-16,-1-3-76 15,-3-4-122-15,-3-7-79 16,0 0-232-16</inkml:trace>
  <inkml:trace contextRef="#ctx0" brushRef="#br0" timeOffset="105279.58">4241 16484 1073 0,'0'0'49'15,"-86"-49"-39"-15,35 31 62 16,3 5 72-16,-7 7-29 15,-2 6-40-15,-4 0-12 16,-3 21-6-16,-5 12-15 0,-5 13 3 0,2 12 5 31,5 12-2-31,15 10-7 0,13 6-5 16,20 13-9-16,19 3-15 0,8 10 6 16,33-3 3-1,17-11-5-15,15-12-9 16,17-25 8-16,10-18-4 15,10-16-11-15,6-23 0 0,1-4 0 16,1-28 0 0,-8-21 0-16,-10-18 0 15,-9-18 0-15,-14-14 0 16,-18-9 0-16,-16-2 0 16,-26 7 0-16,-19 5 0 15,-52 14 0-15,-37 12 0 16,-37 16 0-16,-23 22 0 0,-14 25 0 15,-9 15-8-15,3 44-128 16,8 22-235-16,11 16-1060 16</inkml:trace>
  <inkml:trace contextRef="#ctx0" brushRef="#br0" timeOffset="111937.46">8689 16818 744 0,'0'0'100'16,"0"0"-96"-16,0 0 16 15,0 0 73-15,0 0-48 16,0 0-24-16,0 0 35 0,0-25-28 16,0 25-17-16,0-1 6 15,0 1 7-15,0 0-4 16,0 0-3-16,0 0 7 16,0 0-1-16,0 0-1 15,0 0 6-15,0 0 4 16,-2 0 4-16,-1-3 4 15,-3-3-15-15,-4-1-24 16,4-1 6-16,-3 1 2 16,0 1-2-16,-3 0 4 0,-3 3 1 15,0-1 3 1,-4-1-15-16,-2 1 3 0,-3 1-2 16,-1 0-1-16,-1 2 8 15,1-1-1-15,-2 0-1 16,2 2 11-16,-2 0-9 15,-1 0 2-15,-2 0 4 16,-3 0-9-16,-3 1 0 16,0 7 3-16,-3 1 6 15,1-1-2-15,2-4-3 16,0 0 1-16,5-2 0 16,2-1 2-16,3 1-7 15,0 0 15-15,4 2-13 16,-1 2-5-16,3 0 1 15,0 1 3-15,1 0 1 0,-2 4 3 16,6-3-1-16,-3 3 5 16,3-1-3-16,3 0 1 15,5-1-6 1,2 1 5-16,2 2-1 0,2-1-2 16,1 5-1-16,0 1-1 15,0 7 1-15,0 1 8 16,0 5 2-16,0-1-11 15,7 4 4-15,2 0 6 16,3 6-2-16,3 0 0 16,1 5 1-16,-2 1-11 15,-1-3 9-15,-1 0 0 16,-1-6-8-16,-1-3-1 0,-4-9 3 16,3-6-6-16,-3-7-1 15,0-7 0-15,-3-3-1 16,1-1 1-16,4 0 0 15,5 0 5-15,10-12-2 16,5-4 4-16,5-3-5 16,5 0-1-16,1 2-1 0,5 0 0 15,6 3-1 1,4 0 0-16,3-1-3 0,3-1 4 16,4-1-2-16,1 3-1 15,1-1 0 1,-2 2 2-16,-4-2 0 0,-8 7 1 15,-9-3 0 1,-13 4 1-16,-13 4-1 0,-6 0 0 16,-8 2 0-16,-3-5 1 15,0-9 3-15,0-10 0 16,0-10-4 0,0-5 0-16,0-6 1 0,-7-4 0 15,-6-1-1-15,-3-6 0 16,-4 4 0-16,-4 3 0 15,-3 8 0-15,-1 8 0 16,2 9-1-16,1 6 0 16,1 9-5-16,2 7-21 0,-8 3-71 15,-9 18-249 1,-15 11-856-16</inkml:trace>
  <inkml:trace contextRef="#ctx0" brushRef="#br0" timeOffset="114107.37">6607 15812 637 0,'0'0'11'0,"0"0"8"15,0 0 35-15,0 0 30 16,0 0 29-16,0 0-52 15,0 0-11-15,-41-31-10 16,38 27 14-16,1 3 8 16,1 1 46-16,1 0-26 15,-2 0-27-15,2 0-20 0,0 0-12 16,0 0 0 0,0 0 3-16,0 0-2 0,0 0-5 15,0 0-1 1,0 0 4-16,0 0 7 0,0 0 1 15,0 0-6-15,0 0-7 16,0 0-10-16,15 0-2 16,6-4 35-16,4 0 5 15,2-1-19-15,0 0-11 16,1-1-1-16,-2 2-3 16,11-1 3-16,0-2-3 15,2 0-3-15,2-3-6 16,2 0 1-16,-3 3-2 0,3-1 0 15,-7 2-1 1,0 4-4-16,-3-1 4 0,-2 0 0 16,3 0-1-1,-1 2 1-15,0-2 0 0,-2 2 0 16,-1 1 0-16,-3 0 0 16,0-2 0-16,-5 2 1 15,2 0-1-15,-3-2 0 16,4 2 0-16,-1-3 2 15,0 0-2-15,2 0 0 16,-3 0 2-16,0 2-2 16,-4 0 0-16,-1-1-1 0,-4 2-1 15,-3 0 2 1,0 0 0-16,-5 0 0 0,1 0 3 16,-4 0-3-16,0-2-4 15,0 2 3-15,-1 0 2 16,-1 0-1-16,1 0 0 15,-1 0 0-15,-1 0 0 16,0 0-1-16,0 0 3 16,0 0-5-16,0 0 0 15,0 0-18-15,0 0-17 16,0 0-43-16,0 0-70 0,-15 0-114 16,-7 6-177-1</inkml:trace>
  <inkml:trace contextRef="#ctx0" brushRef="#br0" timeOffset="114529.49">7477 15549 813 0,'0'0'34'0,"0"0"34"0,0 0 33 16,0 0 55-16,0 0-53 16,0 0-57-16,-6-8-20 0,11 7-1 15,11-2 21-15,8-1 29 16,3 0-33-16,1-1-7 15,2 4 15-15,0-3 2 16,-2 4-18-16,-1 0-9 16,-7 0-4-16,-3 4 5 15,-6 9-14-15,-7 5 12 16,-4 5 22-16,0 8-10 16,-16 9 28-16,-24 5-30 0,-13 5-10 15,-11 5-21 1,-3-1-3-16,0 0-7 0,1-2-114 15,-4-11-304 1</inkml:trace>
  <inkml:trace contextRef="#ctx0" brushRef="#br0" timeOffset="122577.01">11428 7635 602 0,'0'0'108'0,"0"0"-107"0,0 0 10 16,0 0 42-16,0 0 107 15,0 0-51 1,0 0-46-16,0 0 12 15,0-28 8-15,0 25-2 0,0 2-18 16,0 1 11-16,0 0-40 16,0 0-9-16,0 0-7 15,0 0-7-15,-11 0-3 16,-5 4-8-16,-4 11-4 16,-5 1 3-16,4 2 1 15,2 1 2-15,4-1 0 16,0 2-1-16,2 1 1 0,1-1 6 15,3-2-7 1,9-2 0-16,0-5 0 16,0 0-2-16,0-1 0 15,15-1 1-15,0-4 0 0,7 1 0 0,5-3 1 16,1-2 2-16,0 1 3 31,-4-1-6-31,-6 1 0 0,-3 0 0 0,-4 3-1 16,-4-1-1-1,-2 2 2-15,-1 2 0 0,-1 0 2 16,-3 5-1 0,0-1 7-16,0 5 8 15,-12-1-6-15,-4 1 24 16,-5 0 0-16,-4-2-7 0,-1-3 2 16,5-2-4-16,0-3-6 15,8-4-9-15,3-3 1 16,2 0-2-1,3 0-3-15,2 0-6 0,2 0-4 16,1-3-26 0,0-6-82-16,0-3-49 0,14-6-156 15,5-1-88-15</inkml:trace>
  <inkml:trace contextRef="#ctx0" brushRef="#br0" timeOffset="123092.69">11738 7936 916 0,'0'0'34'0,"0"0"-31"0,0 0 34 15,0 0 116-15,-82-21-33 16,76 6-40-16,3 1-56 15,2 0-18-15,1 3 30 16,0 3 13-16,1-1-35 16,12 3-9-16,6 4 0 15,4 2 4-15,1 0-4 16,0 5 14-16,-6 14-7 0,-3 6 5 16,-11 6-6-1,-4 3-4-15,-1 2 8 0,-23 2 3 16,2-6-8-16,-2-6 0 15,7-7 5-15,4-5 1 16,6-8-9-16,2-3 3 16,5-3 3-1,0 0 2-15,0 0 9 0,0 0-11 16,0 0 13-16,0 0-12 16,0 0-14-16,18 0 4 15,6-11-4-15,14-1 17 16,6-1-10-16,2 0-3 15,-3 4-1-15,-4 0-2 16,-9 2-2-16,-9 4 1 16,-9 2-2-16,-6 1 1 15,-3 0-6-15,-3 0 4 16,1 0-41-16,-1-2-59 16,2 0-54-16,1-8-77 0,0 0-201 15</inkml:trace>
  <inkml:trace contextRef="#ctx0" brushRef="#br0" timeOffset="123403.83">12166 7946 1111 0,'0'0'127'0,"0"0"-123"0,0 0 91 16,0 0 67-1,0 0-51-15,0 0-62 0,68-47-37 16,-55 41-12-16,-7 2-1 16,-2 4-22-16,-4 0-76 15,0 6-63-15,0 14 40 16,-1 9 86-16,-14 6-6 16,0 2 27-16,4-6 15 15,8-10 1-15,3-7 14 0,2-8 9 16,16-6-1-1,9 0-12-15,6-13-11 16,4-8-73-16,2-4-199 16,-10-3-284-16</inkml:trace>
  <inkml:trace contextRef="#ctx0" brushRef="#br0" timeOffset="124945.41">13071 7857 856 0,'0'0'222'0,"0"0"-222"16,0 0 0-16,0 0 4 0,0-76 114 16,-5 52-72-16,-7 1-15 15,-3 2-14-15,-3 4 36 16,-3 4-10-16,-2 8 25 15,-3 5-18-15,-4 1-6 16,0 20-6-16,3 7 9 16,7-2 10-16,11-3-26 15,6-7-6-15,3-2-21 16,0-2-1-16,6-5-2 16,9-3 3-16,7-4 0 15,3 0 5-15,4-2-2 16,-3-12-4-16,-1-1 0 0,-3 1 0 15,-4 1-2 1,-6 1 1-16,-5 2 1 16,0 1-3-16,-4 4 5 15,-3 4-1-15,0 1 3 16,0 0-2-16,0 0-3 16,0 0-2-16,0 0-10 15,5 6-8-15,1 14 17 16,2 8 1-16,0 7 4 0,-2-2 0 15,0 7 8-15,3-2-7 16,3-1-1-16,0 2-3 16,0 1 0-16,0-1 0 15,-3 2-1-15,0 4-1 16,0 1 1-16,-3 1 3 16,-5-3-3-16,-1-6-1 15,0-4 1-15,0-3-1 0,0-4 2 16,0-5 2-1,-9-2-1-15,-5-4-1 0,-3 1-1 16,-10 1 2 0,-4-5 1-16,-4-2 0 0,3-5-2 15,2-6 2-15,3 0-1 16,3-3 5-16,2-13-6 0,5-7 0 16,6-8-2-1,5-5 0-15,6-8-5 16,0-6-2-16,19 0 1 15,9 3-2-15,5 3 8 16,3 6-3-16,1 7 4 16,1 6-4-16,0 7-22 15,-7 5-99-15,-6 4-71 16,-9 3-139-16,-7 2-389 0</inkml:trace>
  <inkml:trace contextRef="#ctx0" brushRef="#br0" timeOffset="125236.2">13667 7594 1466 0,'0'0'27'0,"0"0"-26"0,0 0 35 15,0 0 74-15,-118 124 16 16,84-51-61-16,7 10-28 16,8 0-17-1,14 1-5-15,5-7-5 0,12-9-5 16,21-7-1-16,7-12-4 16,9-12 0-16,4-11-43 15,2-13-105-15,2-13-144 16,-8-3-221-16</inkml:trace>
  <inkml:trace contextRef="#ctx0" brushRef="#br0" timeOffset="126124.65">14344 7657 1091 0,'0'0'73'16,"0"0"-71"-1,0 0 5-15,0 0 99 0,0 0-14 16,-95-40-12-16,65 40-36 0,-1 21-15 31,1 4 15-31,5 5 29 16,7-1-20-16,7-1-35 15,5-3-3-15,3 0-8 0,3-1 2 16,0-4-8-16,9-1 0 16,15-3-1-16,6 0-1 15,6-1 0-15,6 0 2 16,4-2 3-16,-4 3-1 16,-3-1-3-16,-10 2 0 15,-6 0 0-15,-10 1 1 16,-9-1 3-16,-4 2 14 0,-13 4 10 15,-21 1 20 1,-14 0-19-16,-7-3-6 16,3-6-4-16,7-5 2 15,9-8-12-15,11-2-5 16,2 0-1-16,4-4-3 16,5-10-6-16,4 0-39 0,6-2-19 15,4-5-60-15,0-2-188 0,0-4-55 16,1-1-253-1</inkml:trace>
  <inkml:trace contextRef="#ctx0" brushRef="#br0" timeOffset="128002.99">14756 7981 1021 0,'0'0'162'0,"0"0"-160"16,0 0 57-16,0 0 113 15,0 0 31-15,0 0-77 16,-13-63-62-16,13 63-31 16,0 0-7-16,0 8-6 15,0 19-11-15,0 11 64 16,3 6-29-16,-2 2-28 15,1-2 1-15,-2 1-17 16,0 1 0-16,0-6 0 16,0-3 0-16,0-8 0 15,0-10 0-15,0-9 0 16,0-4 0-16,0-4-40 0,1-2-67 16,2 0-58-16,5-3-79 15,4-18-145-15,1-13-571 16</inkml:trace>
  <inkml:trace contextRef="#ctx0" brushRef="#br0" timeOffset="128240.95">15125 7953 921 0,'0'0'499'16,"0"0"-485"-16,0 0 42 0,0 0 76 15,0 0 25 1,0 0-58-16,-25 76-56 0,9-41-10 16,2 2-7-16,2-3-23 15,4-1-3-15,-2 0-2 16,2-3 1-16,-1-6-51 16,-1-4-34-16,3-7-145 15,-1-9-54-15,-3-4-276 16</inkml:trace>
  <inkml:trace contextRef="#ctx0" brushRef="#br0" timeOffset="130209.75">15408 7754 653 0,'0'0'259'0,"0"0"-259"16,2-82 0-1,11 55 77-15,2 4 18 0,1 4-1 16,3 2-40-16,0 5-22 0,-4 1 21 16,-6 7 13-1,-5 4-3-15,1 0-37 16,1 21-12-16,1 13 102 15,0 8-45-15,-2 4-15 0,1-1 0 16,2-7-32 0,6-9-16-16,5-5 14 0,0-8-22 15,1-7 1 1,-3-4-1-16,2-5 3 16,1 0-2-16,-1-19 6 15,2-6-2-15,-4-5-5 16,-6 3-2-16,-3 1 2 15,-4 7 3-15,-1 5-3 0,-1 9 4 16,-2 4-1-16,1 1 1 16,3 0-4-16,4 6-13 15,4 16 13-15,4 9 14 16,1 5-2-16,-2 3-2 0,-6 2-1 16,-5-2-5-1,-4 1 4-15,-3-3-6 16,-20-2 3-16,-9-3 2 15,-2-6 6-15,0-5 3 16,5-9-7-16,9-3-5 16,7-6-3-16,9-3-1 15,2 0-12-15,2-3-56 16,0-14-147-16,15-6-111 16,9-4-8-16,3 1-342 0</inkml:trace>
  <inkml:trace contextRef="#ctx0" brushRef="#br0" timeOffset="130419.4">16019 7820 1002 0,'0'0'291'0,"0"0"-288"0,0 0 111 16,0 0 77-16,0 0-38 16,0 0-74-16,6 61 0 15,-6-26-44-15,1 2-23 16,2-5-11-16,3-2-1 15,0-4-4-15,0-7-45 16,-2-7-76-16,-1-4-171 16,-3-8-100-16,0-8-328 15</inkml:trace>
  <inkml:trace contextRef="#ctx0" brushRef="#br0" timeOffset="130689.36">16185 7361 1230 0,'0'0'25'0,"113"80"16"0,-52-25 171 16,-5 8-11-16,-12 9-52 15,-14 5-52-15,-20 6-41 16,-10 1-20-16,-32 1-36 15,-30-1 0-15,-23 4 0 16,-17-1-8-16,-9-5-125 16,-6-12-268-16,-5-23-708 15</inkml:trace>
  <inkml:trace contextRef="#ctx0" brushRef="#br0" timeOffset="132413.24">5909 16836 921 0,'0'0'0'0,"0"0"-256"16,0 0-191 0</inkml:trace>
  <inkml:trace contextRef="#ctx0" brushRef="#br0" timeOffset="134174.51">5863 16855 747 0,'0'0'109'15,"0"0"-59"-15,0 0 7 16,0 0 39-16,0 0 3 16,0 0 11-16,0 0-59 15,-9-24-28-15,12 20-3 16,18-2 23-16,4-3 19 16,3 2-29-16,5-2-8 15,3 2 0-15,0-1-1 0,3 2-5 16,1 0 1-1,-3 2-7-15,-1 1-5 0,0 2-2 16,0 1-6-16,5 0 2 16,0 0 0-16,2 0 0 15,2 0-2 1,-2 4 0-16,-1 4 2 0,-2-2-1 16,-1 4 0-16,0 0-1 15,-1 0 2-15,3-1 0 16,-2 0 4-16,4 0-3 15,-3-2 3-15,-4-2 0 16,-2-2 0-16,-5 1-5 16,-4 2-1-16,-4-2 0 15,-5 4-2-15,-1-2 2 16,-1 0 1-16,-4 2-1 0,2 0 0 16,-3-1 0-16,2-2 0 15,-1 0 1-15,-3-1-1 16,2 0 0-16,0 0 0 15,2 0 0-15,-2 0-1 16,-2 1 2-16,0-2-1 16,-2-1 0-16,-2 0 0 15,-3-1 0-15,3-1 0 0,-3 0 0 16,0 0 1-16,0 0 2 16,0 0 5-16,0 0 6 15,0 0-1-15,3-7 3 16,3-10-16-1,3-4 0-15,0 0 0 0,0-2 0 16,1 3 0-16,1-6 0 16,1-1 0-16,1 1-1 15,-1 1 1-15,0 3 0 16,1 2 0-16,1-3 0 16,2-2 0-16,5 3 0 15,0-4-1-15,0 3 1 16,1 0 0-16,1 0 0 15,-1 2-1-15,2 1 1 16,-2 2 0-16,-1 2 0 16,-3 1 1-16,4 0 0 15,-2 0 0-15,2-2 4 16,0 3 0-16,-2 0-2 0,1 3-1 16,-6 2-2-16,-2 2 1 15,-5 1 1-15,-4 3-2 16,-4 3-2-16,0 0 1 15,0 0 0-15,0 0-5 16,0 0-53-16,0 0-81 16,0 0-60-16,-6 3-76 15,-13 7-151-15</inkml:trace>
  <inkml:trace contextRef="#ctx0" brushRef="#br0" timeOffset="134419.47">7434 16346 756 0,'0'0'283'0,"0"0"-272"0,97-96 42 16,-48 61 124-16,2 10-3 16,-6 10-46-16,-8 15-45 15,-10 9-26-15,-11 31 6 16,-16 23 20-16,-16 27-54 15,-29 26-12-15,-19 21-17 0,-21 12-110 0,-27 1-498 32</inkml:trace>
  <inkml:trace contextRef="#ctx0" brushRef="#br0" timeOffset="150342.65">8725 16748 585 0,'0'0'95'15,"0"0"-95"-15,0 0 0 16,0 0 5-16,0 0 44 16,0 0 12-16,0 0-36 15,3 1-7-15,-2-1 6 16,-1 0 5-16,0 0-5 0,0 0-4 16,0 0 4-16,0 0 18 15,0 0 15-15,0 0 11 16,0 0 18-16,0 0-3 15,-9-2-5-15,-6-7-52 16,-9-2-26-16,-4 0 1 0,-8 1-1 16,-3-3-1-1,-7 3 1-15,-3 0-3 0,1 2 3 16,-1 4 1 0,4-1 1-16,2 3 4 0,4 2-1 15,-3 0 14 1,-1 1-11-16,1 12 5 0,-3 0-2 15,2 6-1-15,1 1 1 16,3 0 2-16,4 2 3 16,5-3-6-16,6 1 4 15,2-3-2-15,1-4 1 16,7-1 2-16,0 0-1 16,0 1 3-16,2 0-2 15,0 1 4-15,2-1-2 16,-2 2-3-16,3-1 2 15,0 3-5-15,1 0-2 16,3-1-3-16,3 5 2 0,2 0 0 16,0-1 9-1,0 3-6-15,0-3-2 0,9 5 0 16,0 3-4-16,3 1 3 0,3 1-1 31,3 3-5-31,4 0 3 0,6 1-2 0,5-4 6 16,6-1-4-1,4-8 11-15,4-1-4 0,8-6-3 16,4-5-1 0,4-6-3-16,7-3 5 15,0 0-5-15,5-14 2 0,-2-9-2 16,-3-5 1 0,-4-8-3-16,-5-13 1 0,-5-6-2 15,-6-10-1 1,-7-8 2-16,-15-1 1 0,-19 3-1 15,-9 3 2-15,-34 9-1 16,-24 7 1-16,-24 11-3 16,-18 15-2-16,-21 26-1 15,-15 20-17-15,-26 45-161 16,-25 28-489-16</inkml:trace>
  <inkml:trace contextRef="#ctx0" brushRef="#br0" timeOffset="155712.57">10652 14863 911 0,'0'0'52'0,"0"0"-47"15,0 0 4-15,0 0 83 16,0 0 37-16,0 0-57 16,0 0-40-16,0 0 0 0,-9-29-9 15,-12 28-7 1,-7-2-8-16,-10 3-7 0,-9 0 0 16,-4 3-2-16,-1 5 2 15,-3 5-1-15,4-4 3 16,5 2 2-16,2-1 4 15,6-1 2-15,6 0 9 16,7 0 11-16,7-2 3 16,3 2-11-16,3-1-5 15,2 2-4-15,-4 4-4 0,2 4 0 16,1 7 8 0,3 2-5-16,2 3 3 0,0 7 6 15,4 4-4-15,1 5 37 16,-1 4-32-16,1 0 7 15,-1 4-7-15,2 2-6 16,-2 3 1-16,2 1 4 16,0 1-11-16,0 1-8 15,4 1 2-15,2 1 7 16,0 1 5-16,2-5-6 16,-2 1-1-16,2-3 0 0,-2 3-2 15,-1-1-1 1,-2 0 0-16,-3-4-2 0,0-6-4 15,0-8 2 1,0-4-1-16,0-5-2 0,0-2 4 16,-5-2-4-1,1-5 2-15,1-6-1 0,3-5-1 16,0-3-2-16,0-4 2 16,0-3-1-16,0-1 0 15,1-1-4-15,11 1 5 0,9-2 2 16,4 0 2-1,8 0-2-15,3-4-2 0,5-6 1 16,8-3 3 0,4-1-4-16,8-4 4 0,5 0-2 15,4 2-1 1,1 1 0-16,-2 7 0 0,-10 0-2 16,-4 4-3-16,-6 2 0 15,-7 2-1-15,-3 0 0 16,1 0-2-16,-4 0-3 15,-2 0 0-15,-4 0 5 16,-3 0-3-16,-9-1 3 16,0-1-1-16,-9 1 5 15,-2-1-1-15,-4 1-2 16,-2 1 4-16,1-2 1 16,-1-2 1-16,1-5 3 15,-2-10-5-15,3-5-3 16,0-5 0-16,-1-6 3 15,-1-2-4-15,-1-6 2 0,0-1-10 16,0 0 8 0,0 1 2-16,0 2 2 15,0 3-2-15,0 4 1 16,-3-1 1-16,3 0 0 0,-3-2 1 16,3-2-1-16,0 2-1 15,0-1 1-15,0 2 0 16,0 5-1-16,0 0 1 15,0 4 0-15,0-2 0 16,0 1 1-16,-5-2-1 16,-1-2 0-16,-2-3 0 15,-1-5 0-15,1-3 0 16,-2-4 0-16,4-2 0 16,0-2-1-16,0-1 1 0,0 3 0 15,-4 1 0-15,-4 2 0 16,-1 6 0-16,-7 4 0 15,-10 2-1-15,-9 5 1 16,-10 8 0-16,-15 7-5 16,-11 10 0-16,-10 4-29 15,-2 21-89-15,1 21-133 16,7 12-177-16,11 9-441 16</inkml:trace>
  <inkml:trace contextRef="#ctx0" brushRef="#br0" timeOffset="156355.59">10539 16466 487 0,'0'0'317'0,"0"0"-287"16,0 0-21-16,0 0 158 0,0 0 47 16,0 0-66-16,1-61-102 15,-1 61 54-15,0 0-21 16,0 0-23-16,0 3-13 15,0 20-13-15,3 12 73 16,4 9-1-16,-2 2-62 16,-2 2-23-16,6-6-11 15,-1-3-6-15,3-1 0 0,0-5-1 16,-2 2-45-16,3-3-113 16,-5-4-180-16,-7-11-163 15</inkml:trace>
  <inkml:trace contextRef="#ctx0" brushRef="#br0" timeOffset="156905.26">10845 16848 1024 0,'0'0'0'0,"0"0"19"0,0 0-12 16,0 0 156-16,0 0-30 16,0 0-56-16,-5-69-33 15,5 69-19-15,6 16-7 16,9 7 112-16,0 1-52 15,4-2-24-15,-1-2-27 16,0-3-4-16,3-7-10 16,-6-4-2-16,1-6-7 0,-4 0 1 15,2 0 2-15,-1-18 2 16,-1-4-2-16,-2-4-5 16,-4 2-2-16,-6 5 0 15,0 2 2-15,0 7 1 16,0 4 0-16,0 4 7 15,0 2 12-15,0 0-22 16,0 0-1-16,6 16 1 16,3 7 3-16,2 10 25 15,-5 3-24-15,-6 5 5 16,0 1 6-16,-3 0-5 16,-12 0 7-16,0-11-6 15,2-8-8-15,5-7-2 16,2-9-1-16,3-3-3 15,3-4-26-15,-3 0-55 0,-2-6-70 16,0-15-278 0,5-9-413-16</inkml:trace>
  <inkml:trace contextRef="#ctx0" brushRef="#br0" timeOffset="157249.34">11158 16924 966 0,'0'0'436'0,"0"0"-436"0,0 0 0 15,0 0 82-15,0 0 29 0,0 0-57 16,55-18-31 0,-50 18 4-16,-4 0-7 0,1 0 2 15,2 5 3-15,3 6 9 16,5 3-20-16,5 4-7 15,5 2 0-15,5 3 0 16,1 4 9-16,-2 3 18 16,-6 3-10-16,-7-1-11 15,-9 3-1-15,-4-3-1 16,0-6-4-16,-17-3-5 16,-3-6 1-16,-6-7-3 15,-5-5-15-15,-3-5-62 16,-7 0-163-16,-2-9-89 0,1-7-255 15</inkml:trace>
  <inkml:trace contextRef="#ctx0" brushRef="#br0" timeOffset="157684.37">10915 17420 1368 0,'0'0'56'0,"0"0"-36"16,0 0-20-1,0 0 114-15,0 0 17 0,121 67-70 16,-66-59-43 0,4-8-2-16,4 0-2 0,-2-5 1 15,-1-17-4-15,-2-6-5 16,-1-8-2 0,-11-5-2-16,-10-5 1 0,-9-6 2 15,-14-8-2-15,-13-3-2 16,0-9 5-1,-27-5-6-15,-19-3-1 0,-12-2-4 16,-14 9-9-16,-7 13 0 16,-9 18 11-16,-3 27 3 15,-3 15 8-15,0 28 25 16,3 26-14-16,11 21 2 0,12 14 17 16,18 14 26-1,23 2-17-15,21 2-47 0,6-5 0 16,33-17 0-1,17-13 0-15,13-17 0 0,9-13 0 16,11-11 0 0,7-14 0-16,2-17-209 0,-5-5-376 15</inkml:trace>
  <inkml:trace contextRef="#ctx0" brushRef="#br0" timeOffset="160641.79">9896 14833 273 0,'0'0'416'0,"0"0"-390"16,0 0-14-16,0 0 117 16,0 0 12-16,0 0-71 0,0 0-33 15,0-6 11-15,0 6-1 16,0 0-3-16,-12 0-12 16,-9 2-12-16,-9 9-4 15,-4 3 9-15,-7-4 14 16,-2 5-21-16,0-3 2 15,-1 2 11-15,3-3-1 16,5 2-4-16,3-7-3 16,5 0 2-16,4-2-5 15,6-3 4-15,5 0 2 0,4 1 9 16,4-2 9-16,4 0-17 16,1 0 2-16,0 0-10 15,0 0-11-15,0 0-5 16,-2 9-3-1,2 7-3-15,-1 15 3 0,-1 13 32 16,-1 7 7-16,-4 0-13 16,4 2 3-16,-3-2-5 15,0 2-6-15,0-3 1 16,4-4-9-16,1-4-6 16,1-4 7-16,0-3-2 15,0-8-8-15,0-7 3 16,0-5-1-16,0-6-1 15,3-6-2-15,-2-3 0 16,1 0 0-16,1 0 1 16,3 0 0-16,3 0 2 15,7 0 0-15,6-7-2 16,3-5-1-16,3 0 3 0,5 2-6 0,0-2 3 16,4 2 0-1,0-1-1-15,5 0 1 0,2 0 0 16,0-2-1-1,-4 3 1-15,-4 0 0 16,-9 1-1-16,1 4 0 16,-7 1-1-16,-3 1 2 0,-6 1 1 15,-5 1-1 1,-2 1 3-16,-5-2-5 0,0 2 3 16,0-1-1-16,0-2 2 15,4-5 0-15,1-5-1 16,-2-5 0-16,0-3 0 15,-3-1-1-15,0-3 0 16,0-3 0-16,-6-3 0 16,-9-5-3-16,0-7 3 15,-6-5 0-15,2-6-1 16,2 0 0-16,1 3 1 16,2 5 1-16,1 8-1 15,1 8-1-15,-2 6 1 16,-2 9-1-16,-9 11-4 15,-17 6-48-15,-24 35-134 16,-38 21-296-16</inkml:trace>
  <inkml:trace contextRef="#ctx0" brushRef="#br0" timeOffset="162556.87">9779 15275 657 0,'0'0'269'16,"0"0"-267"-16,0 0 8 16,0 0 95-16,0 0-37 15,0 0-32-15,0 0-10 16,-38-27-2-16,24 19 17 15,8-3-8-15,0 0 21 16,6-1-21-16,0-4-16 0,0-1-14 16,7-1-3-1,10-2 0-15,4 5-1 0,-2 1-2 16,1 6 3-16,-3 4 0 16,-1 4 2-16,-2 0-2 15,-2 16 22-15,-4 11 22 0,-5 9 16 16,-3 5 12-1,0 3-5-15,-14-4 0 16,-2-5-19-16,1-6-16 16,6-7-17-16,-1-7 1 0,5-6-3 15,2-5-3 1,2-3-6-16,1-1 1 0,0 0 1 16,0 0 0-16,0 0 4 15,7-5 1-15,17-16-9 16,12-5 0-16,11-6-2 15,3-1-2-15,-4 6-3 16,-7 7-72-16,-5 8-121 16,-10 4-144-16,-12 3-313 15</inkml:trace>
  <inkml:trace contextRef="#ctx0" brushRef="#br0" timeOffset="163669.39">7138 15341 777 0,'0'0'48'0,"0"0"29"0,0 0 79 16,0 0-44-1,0 0-45-15,0 0 0 16,-17-35-23-16,17 25 6 16,0-1 7-16,0-1-9 0,0 0-15 15,0-1 25-15,0 1 10 16,0 0-47-16,0 4-9 16,1 4 4-16,-1 4 1 15,0 0 15-15,2 0-20 16,2 21-10-16,2 9 24 15,0 12 53-15,-6 1-51 16,3-4-14-16,0-3 14 16,3-5-2-16,0-10-19 15,1-9-7-15,-2-6 0 0,-4-6 1 16,1 0 3 0,-1 0 3-16,-1-20 7 0,0-13-6 15,0-9-7 1,0-1-1-16,-9 6 0 15,-13 6-7-15,1 10-25 0,0 9-76 16,2 10-185-16,1 2-205 16</inkml:trace>
  <inkml:trace contextRef="#ctx0" brushRef="#br0" timeOffset="164810.54">4844 15312 382 0,'0'0'232'0,"0"0"-224"16,0 0 47-16,0 0 20 15,0 0-43-15,0 0-29 16,27-49 2-16,-26 44-1 15,1 2 59-15,-2 0 25 16,0 0-39-16,0 2 14 0,0 0-3 16,0 0 6-1,-2-2-30-15,-5 0-31 0,-2 1 1 16,-1-2-5-16,-4 3 7 16,3-2 13-16,0 2 26 15,-3 1-21-15,1 0 10 16,2 0 9-16,-1 1 7 15,-1 12-14-15,1 9 7 0,-3 6 10 16,6 6 36 0,3-2-27-16,6 0-29 0,0-5 14 15,18-8-39 1,9-2-2-16,3-13 7 0,4-4-4 16,2-4 0-16,1-21-2 15,-1-11 5-15,-5 1-7 16,-17-3-2-16,-11 5 0 15,-3 5-3-15,-18 7 6 16,-20 6-8-16,-12 15-25 16,-11 3-97-16,-14 28-306 15</inkml:trace>
  <inkml:trace contextRef="#ctx0" brushRef="#br0" timeOffset="172107.59">8665 16661 966 0,'0'0'145'16,"0"0"-145"-16,0 0-22 15,0 0 22-15,0 0 67 16,0 0-31-16,0 0-36 16,0 0-1-16,0-12-2 15,0 12 3-15,0 0 2 0,0 0-1 16,0 0 6-1,0 0 22-15,-3-2 17 0,-6-4 20 16,-7-1-50 0,-6-1-9-16,-3-2 0 15,-5 2-2-15,-6 4 1 16,-5 4-1-16,-7 0 8 0,-4 0-8 16,-2 10 9-16,0 7 8 0,-2 3 16 15,-1 2-26 1,3 1-1-16,3-3-5 0,4 1-1 15,5-2-3 1,2 0-4-16,9-5 3 16,5-4-2-16,5-4 2 15,5-3 3-15,7-3 3 0,1 0 2 16,2 0 5 0,1 0 0-16,2-2-4 0,1 1 14 15,1 0 4-15,1 1-10 16,-2 0 2-16,2 0-6 15,0 0-1-15,0 0-13 16,0 0-8-16,0 17-4 16,0 13 12-16,0 12 24 15,0 9 3-15,0 3-10 16,0 2 6-16,12 2 4 16,4 0 0-16,5 3 9 0,3-5-20 15,2-6-6 1,0-10-1-16,-2-5-8 0,0-10 2 15,-4-4 0 1,-3-6-1-16,-3-9-1 0,-2-2-2 16,-3-2 2-1,5-2 0-15,3 0-1 0,5-10 8 16,5-7-8-16,0-3 0 16,3-1 0-16,6-3 1 15,1-2-1-15,3-4-1 16,6-1-2-16,4-1 0 15,7 1-3-15,1 6 1 0,-2 5 4 16,-1 2-1 0,-5 5-4-16,-1 5 4 0,0 1 0 15,-4 0 1 1,-3-2 0-16,-1-2 1 0,-5-1 0 16,-1-2 2-16,-7 2-2 15,-1-1 1-15,-9 1 1 16,-3 6-2-16,-9 0 0 15,-6-2 3-15,0-5 3 16,-11-7-6-16,-16-5 0 16,-10-8-2-16,-11-3 1 15,-8-6-3-15,-5-4-9 16,-2-2-9-16,-1 3-16 0,-2 13-63 16,0 16-86-1,-8 16-249-15</inkml:trace>
  <inkml:trace contextRef="#ctx0" brushRef="#br0" timeOffset="175075.09">11309 16643 503 0,'0'0'204'16,"0"0"-200"-16,0 0 41 15,0 0 116-15,13-78-10 0,-13 67-53 0,0 0-31 16,0 5-16 0,0 4 23-1,-2-2 4-15,-14 4-32 0,-11 0-37 16,-12 14 9-1,-14 13-14-15,-16 7 9 0,-4 3 6 16,-8 1-3 0,1-2-1-16,8-6 13 0,5-8 16 15,13-5-7 1,9-7 3-16,7-4-22 0,15-4 6 16,7-2-7-16,7 0-13 0,7 0 4 0,2 0 0 31,0 0-5-31,0 1-3 0,0 3-9 15,0 10-2 1,0 14 10-16,5 13 1 16,3 15 20-16,-5 5-9 15,0 4 10-15,-2 3 14 16,-1 1-6-16,2-1-8 16,-2-4 0-16,0-3-12 0,0-13-4 15,0-7 0-15,0-11-4 16,0-11-1-16,0-9 3 15,0-4-3-15,0-6-2 16,0 0-3-16,0 0-4 16,4 0-6-16,9 0-9 15,10 0 20-15,11-6 3 16,6 2 2-16,6-5-1 16,7 1 1-16,11 1-1 15,7-3 0-15,6 2 0 16,3-3 0-16,2-3 0 0,-6 2-1 15,-4 2 1 1,-8 0 2-16,-9 3-1 16,-6 1-1-16,-8-4 1 15,-7-2-1-15,-4 2 0 0,-8-8 1 16,-2-5 1-16,-8-7 0 16,-3-9 1-16,-6-4-3 15,-3-6 3-15,0-1-1 16,-17-10-1-16,-8-1 1 15,-11-3 0-15,-3-6-2 16,-10 2-14-16,-2 1 12 16,0 7 2-16,1 5 0 15,1 6 0-15,7 12 0 0,3 6 2 16,8 9-2-16,7 8 3 0,9 6-2 16,6 3 0-1,6 4-1-15,3 0-1 16,0 1 1-16,0 0-9 15,0 0-34-15,0 0-62 16,0 0-53-16,0 9 46 16,0 4 44-16,3-2-82 15,-1 1-6-15,-2-1-6 16,0-3-79-16,0-2-300 0</inkml:trace>
  <inkml:trace contextRef="#ctx0" brushRef="#br0" timeOffset="176842.5">12698 16879 754 0,'0'0'198'0,"0"0"-198"0,0 0 0 16,0 0 72 0,0 0 3-16,0 0-27 15,-3-50-25-15,-8 27-15 16,-2-2 50-16,-5-4-28 0,-6 0 31 16,-6 2-21-16,-3 0-2 15,-4 6-5-15,-6 4-13 16,-1 6 29-16,-3 7-22 15,-3 4 27-15,0 0-24 16,-1 8-9-16,2 9-8 16,5 4 8-16,4 2 19 15,10 1-8-15,9 4-26 16,4 2 6-16,7 4 0 16,6 1 6-16,4 4-13 15,0 3 10-15,17 1 17 0,6 1-4 16,4-5-5-1,4-3-9-15,5-6-3 16,6-3 6-16,9-4-7 16,4-2-3-16,3-3 0 0,3-7 0 15,0-5-1 1,-1-4 0-16,-3-2 4 0,-2-2-2 16,-6-14-1-16,-5-7-1 15,-3-11-1-15,-3-11-1 16,-7-9 1-16,-7-8-1 15,-12-1 0-15,-12-1-1 16,0 5-2-16,-33 4-1 0,-10 4 1 16,-11 10-4-1,-9 9 2-15,-5 12-1 16,-2 12-2-16,-5 8-24 0,-2 12-75 16,5 17-159-16,8-2-247 15</inkml:trace>
  <inkml:trace contextRef="#ctx0" brushRef="#br0" timeOffset="193873.36">23234 12753 740 0,'0'0'195'16,"0"0"-195"-16,0 0 0 15,0 0 33-15,0 0 24 16,0 0 21-16,0 0-29 16,0 0-29-16,35-57-15 0,-24 57 2 15,4 7 42 1,4 9 32-16,3 6-31 0,5 3-21 15,3-2-7 1,4-3-7-16,8-2 1 0,4-6-6 16,5-2-1-1,3-4 1-15,0-3-4 0,-3-3 0 16,1 0-4-16,-5 0-2 16,-3 0 0-16,1 0 0 15,2 0-2-15,5 0 2 16,8-7 1-16,4-5 0 15,5-3-1-15,3-1 2 0,5-5-2 16,1 2 3 0,2-2-3-16,-5 3-7 0,-1 4 7 15,-5 5-3 1,-6 5 3-16,-7 4-2 16,-8 0-2-16,-3 10 1 15,-2 7 1-15,3 6 1 0,1 1 2 16,2 2-1-16,-3 0 1 15,-1 1-1-15,-6 1 1 16,-11-3-1-16,-6-3 0 16,-11-5 1-16,-5-3-2 15,-6-4 2-15,0-6-1 16,0-1 0-16,0-3 3 0,0 0 9 16,-3 0-1-1,-11-16-11-15,-2-6 2 0,4-8-5 16,6-2 2-1,6-2-11-15,0-2 3 0,15 0 5 16,13 5-2 0,8-1 4-16,9 9 1 0,3 7-1 15,5 10 1 1,5 6 1-16,2 0 2 0,3 16-2 16,-1 4 0-16,0 1 2 15,-3-1-2-15,-1-2 1 16,2-6 1-16,3-7 1 15,-4-5 3-15,0 0 8 16,-4-11 1-16,-1-13 9 16,-5-2 4-16,-6-7 19 15,-8 0 4-15,-10 0-6 0,-15 3 14 16,-10 0-19-16,0 2-21 16,-9 0-7-16,-8 0-5 15,-6 2-7-15,-5 5-36 16,-12 4-182-16,-10 4-187 15</inkml:trace>
  <inkml:trace contextRef="#ctx0" brushRef="#br0" timeOffset="196613.52">14886 3582 351 0,'0'0'122'15,"0"0"-26"1,0 0 31-16,0 0-76 15,0 0 59-15,-36-73-35 16,18 60 40-16,-10 1-89 16,-8 1 16-16,-7 2-4 15,-14 6-11-15,-11 3 2 16,-13 0-9-16,-16 7-18 16,-6 7-2-16,-5 3 0 15,-2 0-4-15,2 1 3 16,0-6 1-16,6 1 2 0,1-5-1 0,1-1-1 31,0-2 0-31,-7 4 1 0,-2-1-1 16,-3 1 1-1,0 2-2-15,11-1 2 0,8 3-2 16,11 0 1-16,3 5 0 16,2 0-2-16,0-1 2 15,0 3 0-15,1 0 0 16,4-1 0-16,5 1 0 15,15-3 0-15,6-1 0 16,10 5 0-16,6 1 2 16,3 4-2-16,0 2 0 15,5 1 4-15,-4 4 6 0,1 0 1 16,0-1 3-16,1 2-1 16,4 0 2-16,1 3 4 15,7 2 6-15,-3 6 8 16,6 4-9-16,2 8 5 15,-2 2 1-15,1 6 10 16,4 4-23-16,-1-1 1 16,4-2-9-16,1-5 2 15,0-7 0-15,0-9 1 16,0-5-8-16,9-4-2 16,3-3 4-16,0-5-4 15,4-3 0-15,10-1 1 0,5-4-3 16,13-3 5-1,13-3-3-15,9-2-1 16,15-6-1-16,13-5 0 16,14-1 1-16,15 0-1 15,7 0 0-15,7 0 0 0,3 0 3 0,8 3-3 16,2 1 4 0,7-2-4-16,1-2-5 0,-6 0 5 15,-4 0-1 1,-14 0 1-16,-11 0 2 15,-12 9-1-15,-3 0 0 16,-2 2 0-16,-5 0-1 16,1-1-2-16,-2-3-5 15,-2-4-4-15,-2 0-6 16,-8-3 9-16,-9 0 3 0,-9 0-8 16,-8-5 10-16,-3-7 2 15,-4-5 1-15,-3-1 0 16,-10-3 1-16,-6-5-1 15,-8-3 1-15,-7-3 0 16,-5-5 4-16,-5-6-3 16,-8-4 1-16,-3-10-2 15,0-8-1-15,0-7 1 16,-9-1-1-16,-3-4 0 16,0 2 1-16,-4-2-1 0,2 0-1 15,-3-4 1 1,-5-1 0-16,-3-8 2 0,-6 3-2 15,-5 2 0 1,-4 5 0-16,-4 4 0 16,-5 4 1-16,-6 5-1 15,-9 9-1-15,-12 9 0 16,-8 12-1-16,-5 9 0 0,-7 11 1 16,-8 8-2-16,-10 9-20 15,-1 0-101-15,-10 21-51 16,-3-3-163-16</inkml:trace>
  <inkml:trace contextRef="#ctx0" brushRef="#br0" timeOffset="197632.76">12767 4177 368 0,'0'0'353'0,"0"0"-319"0,0 0-11 16,0 0-23-16,0 0 0 15,0 0 57-15,-26-79 10 16,6 70 22-16,-5 2-74 16,-6 6-9-16,-4 1 11 15,-5 0 11-15,-3 3 4 16,4 11-8-16,-1 1-6 15,5 2-3-15,5-1 3 16,7 5 3-16,5 1 9 0,6 4-3 16,1 5 18-1,1 1-7-15,6 1-5 16,1 2-1-16,3-2-27 0,0 2 6 16,0-2 7-16,6 0 13 15,8 1-27-15,1 1 11 16,5 2 6-16,2 5-3 15,-1-1-7-15,4-3-7 16,2-3-2-16,0-4 6 16,0-6-7-16,1-7 3 15,2-4 1-15,3-8 0 16,3-2 1-16,4-4 0 0,5 0 2 16,1-12-1-16,3-10 0 15,-2-6 0 1,-1-8 2-16,-4-4 3 0,-4-3 5 15,-3-3-2-15,-11 2-7 0,-10 0 2 16,-8-1 2 0,-6-3-4-16,-7-2-3 15,-22 2-2-15,-12-1 2 16,-7 6-3-16,-6 6-2 16,-5 9 0-16,-2 10 0 15,-5 12-2-15,-3 6-11 0,-7 14-185 16,-5 4-306-1</inkml:trace>
  <inkml:trace contextRef="#ctx0" brushRef="#br0" timeOffset="202779.22">14440 4134 631 0,'0'0'12'0,"0"0"-5"16,0 0 10-16,0 0 32 15,0 0 44-15,0 0-76 0,-24-86 73 16,14 72-85-16,-5 0 44 16,-6 3-16-16,-8 0-27 15,-5 2-5-15,-4 2 1 16,-1 6-2-16,3 1 0 15,0 0 7-15,-2 4-7 16,-1 9-1-16,-3 6 1 16,-4 2 1-16,2 2 7 0,4 3 8 15,1-3 5 1,3 4 14-16,4 0-19 0,-1 1 1 16,3 0 6-16,6 0-5 15,7 1 4 1,4-3-6-16,7 3-12 0,5 2-2 15,1 1 13-15,0 4-5 16,0-1 5-16,10 2-3 16,8 2 5-16,3 3-5 15,4 2-6-15,4 4 1 16,6-4-3-16,4-3 3 16,5-4 3-16,5-7 1 15,1-4 2-15,0-2 0 0,5-9 0 16,3-5-2-1,8-10-3-15,10 0 2 0,4-6-3 16,5-20-1 0,-2-10-5-16,-1-14 0 0,-1-15 2 15,-9-7 4-15,-12-7 1 16,-20-4 16-16,-19 2-16 16,-21-3 2-16,-6-1-9 15,-34 3 3-15,-22 9-1 16,-16 12-2-16,-18 17 1 0,-20 27-2 15,-19 17 0 1,-27 48-8-16,-35 22-230 0,-37-3-642 16</inkml:trace>
  <inkml:trace contextRef="#ctx0" brushRef="#br0" timeOffset="208079.49">8076 13805 242 0,'0'0'103'0,"0"0"-93"16,0 0 12-16,0 0 24 16,0 0 32-16,0 0-5 15,29-78 28-15,-27 67-36 16,-1 6 9-16,-1 4 65 16,0 0-60-16,0 1-21 15,0 0-39-15,0 0-14 0,0 7-4 16,0 14-1-1,0 10 55-15,0 9-20 16,0 6-3-16,0 2 29 16,5 3-17-16,4-1 4 0,0 5-13 15,1 1-18 1,2 2 11-16,-3-1-2 0,3-2-6 16,0-2 3-16,-3-7-19 0,-3-3 21 15,1-4-2 1,-1-7-10-16,-3-3-1 15,0-6-8-15,0-4-3 16,2-4 1-16,-1-2-2 16,3-5-4-16,-2-3-41 15,-2-3-52-15,-3-2-63 0,0 0-41 16,0-2-23-16,-10-14-302 16</inkml:trace>
  <inkml:trace contextRef="#ctx0" brushRef="#br0" timeOffset="208379.06">7971 14390 1100 0,'0'0'49'0,"0"0"-49"16,0 0-22-16,0 0 22 16,0 0 41-16,89 110 16 15,-44-64 21-15,6 1-32 16,-6 0-14-16,1-6-2 0,-3-8-16 15,-5-11 3 1,-1-10 17-16,-9-6 3 0,-1-6-8 16,-1-2 7-1,-1-23-1-15,5-9 8 0,-2-13-19 16,3-10-17-16,-1-5-5 16,-3-3-2-16,3-1-2 15,0 4-9-15,-1 10-93 0,0 11-57 16,-5 15-74-1,-3 16-144-15</inkml:trace>
  <inkml:trace contextRef="#ctx0" brushRef="#br0" timeOffset="209159.41">11807 13683 859 0,'0'0'0'0,"0"0"3"0,0 0 33 16,0 0 68-16,0 0 40 15,0 0-56-15,-5-61-75 16,5 72-7-16,0 17-5 15,14 13 109-15,-1 10-47 16,-2 11-17-16,0 2-15 0,-4 7 11 16,-4 1 1-1,-2 0 18-15,-1 0-29 0,0 3-14 16,2-4-14-16,2-4 6 16,2-9-9-16,0-9 0 15,1-9 1-15,1-8-2 16,-2-9-40-16,3-7-59 15,-5-4-40-15,1-3-36 16,-5-5-57-16,0 0-68 16,-14-4-188-16</inkml:trace>
  <inkml:trace contextRef="#ctx0" brushRef="#br0" timeOffset="209473.42">11585 14486 1139 0,'0'0'11'15,"0"0"-11"-15,0 0-18 16,0 0 18-16,0 0 64 0,44 95 0 16,-20-54 10-1,3 1-36-15,1-1 0 0,2-6-19 16,-1-9-6-1,-1-8 1-15,0-11-6 0,-1-7 5 16,1 0 11 0,2-15 9-16,3-21-11 0,3-11-14 15,1-7-8 1,-1-6 0-16,0-3-1 0,2-1-16 16,1 2-57-16,0 2-108 0,-3 6-175 15</inkml:trace>
  <inkml:trace contextRef="#ctx0" brushRef="#br0" timeOffset="-205589.94">6591 15059 678 0,'0'0'97'0,"0"0"-77"15,0 0 13-15,0 0 11 16,0 0 54-16,0 0-23 16,0 0-66-16,-33-26 11 15,21 22 23-15,0-3-39 16,-4 1 8-16,-8 2 19 16,-1 1-13-16,-8 2 4 15,-3-2-6-15,-3 2 27 0,-1-1-15 16,-3-3-9-16,-2 1-8 15,0-5 1-15,-1 2-1 16,0-2-7-16,0-1 8 16,-1-2-4-16,1-1-2 15,3 2-2-15,-2 1-2 16,-3 2 7-16,-2 0-3 16,-3 2-4-16,-2 0-1 0,1 2 1 15,-2 0 4 1,3-2-6-16,4 2 1 0,2-2-2 15,0 2 1 1,1 2 0-16,1-2 0 16,0 1-1-16,-2 2 2 15,-1 1-1-15,0-2 0 0,-1 1 0 16,4-2 0-16,2-1 2 16,7 1 4-16,5-1 6 15,6 0 16-15,5 1-11 0,7 0-1 16,1 0-2-1,4 2 1-15,2 0 4 0,2 1-6 16,-1 0-7 0,2 0 1-16,-1 0-1 0,-1 0-2 15,-1 2-4 1,-2 15 0-16,0 2 0 0,-1 5-1 16,0 2 3-16,3 1 1 15,2-1 5-15,1-1 8 16,3-1 3-16,0 1 0 15,0 0-8-15,0 3 4 16,0 4 13-16,0 1-23 16,6 7 27-16,1 3-5 15,0 2-12-15,1 2 4 16,-2-1-7-16,4-1-5 16,1 0 3-16,-1-1-4 15,2 0 5-15,0 0-4 16,2 1 0-16,-1 3 6 15,2-2-7-15,1 4 6 0,-2-2-1 16,1-1-5 0,-2 2 1-16,2-4-3 0,-3 2 6 15,3-1-3 1,-5-1-1-16,1 1 0 0,2-3-4 16,-1 1 6-16,-1-2-7 15,-1 0 5-15,-1-3-6 16,4 0 1-16,-2-1 1 15,-2-1-1-15,0 1 2 16,-2-3-1-16,1 0 0 16,-2-1-1-16,-2-5-1 15,-1-5 0-15,3-6 1 0,-2-3-1 16,1-3 0-16,1-5 1 16,3 0-1-16,0 0 3 15,0-1-3-15,3-1 1 0,1-1 0 31,1 2-1-31,2-2 2 0,2-1-1 16,3 0 0-16,1-2-1 16,6-1 1-16,4 0 1 15,5 0 0-15,5 0-1 16,12-8 0-16,2-2 1 16,2 2 1-16,-5 2-3 15,-4 5-3-15,-10 1 3 16,-3 0-4-16,-2 0 3 15,0 0 1-15,2 0 0 16,6 0-1-16,4 0 1 16,2 0-1-16,4-2 1 15,0-3 0-15,2-1 0 0,-3 0 0 16,-6 1 0-16,-4 3 1 16,-8-2-1-16,0 4 0 15,-3 0 1-15,-4-4-1 16,0 0 1-16,-2-1-1 15,0-2 0-15,-2 0 0 16,5-1 1-16,-6-4 0 16,6 2-1-16,-8 1 1 15,0 0-1-15,-4 1 0 16,-4 1-3-16,2-1 3 16,-1 1 0-16,-3 0 0 0,0 0 0 15,-3-3 3 1,0 0-6-16,0-6 4 0,-3-6-1 15,3-5 2-15,-2-7-2 0,1-1-1 16,-2-2 1 0,-2-3 0-16,-1 3 0 15,0-2 0-15,0-2 0 16,0 0 0-16,0-2 0 16,-7 1 0-16,-1 0 0 15,1-2 0-15,-2-2 0 0,3 6 0 16,0-1 0-1,-1 3-2-15,-2 1 2 16,1 3 0-16,-1 4 0 16,2 0 0-16,2 4 1 0,-1 0-1 15,2 1 0 1,-2 0-1-16,-1-5 1 0,-1 2 0 0,-1-2 1 16,4 0-1-1,1-4 0-15,-3-2-1 16,2-1 1-16,-1-1 0 0,2 2 0 15,1-1 0 1,-2 5 1-16,2-2-1 0,-1 3 0 16,1-2 0-1,-2 0 0-15,-4 1 0 0,-1 2 0 16,-5 5 0-16,-4 4 0 16,-7 3 0-16,-7 5 0 15,-10 6-2-15,-10 7 0 16,-16 7 0-16,-19 31-3 15,-21 29 0-15,-31 26-140 16,-45 14-267-16</inkml:trace>
  <inkml:trace contextRef="#ctx0" brushRef="#br0" timeOffset="-201697.29">8029 13861 724 0,'0'0'71'0,"0"0"-15"16,-25-76 33-16,25 62-7 15,0 4-4-15,0 6 11 16,0 4-34-16,0 0-55 16,9 16 1-16,10 21 32 15,8 19 70-15,1 18-44 16,2 15 61-16,3 9-2 16,-2 2-69-16,-1-5 21 0,1-7-44 15,-1-13-7 1,-4-8-9-16,1-13-8 15,-2-10-2-15,0-9 1 16,-4-11-2-16,-4-6-2 16,-8-11-105-16,-7-2-85 15,-2-5-77-15,-16 0-65 0</inkml:trace>
  <inkml:trace contextRef="#ctx0" brushRef="#br0" timeOffset="-201382.68">7968 14549 1354 0,'0'0'88'0,"0"0"-84"15,94 67-4-15,-39-29 2 16,-5 7 1-16,-6 2 36 16,-8-2-36-16,0-3 7 15,-3-11 1-15,-2-7 5 16,-4-7-7-16,-3-10-2 0,-8-6 5 15,-1-1-2-15,-3-11 13 16,6-25 27-16,0-18-24 16,3-17-23-16,2-10-2 15,3-7-1-15,-2 1 0 16,7 4 0-16,4 9-46 16,8 14-77-16,6 20-53 15,3 21-90-15,0 19-295 16</inkml:trace>
  <inkml:trace contextRef="#ctx0" brushRef="#br0" timeOffset="-200627.57">11741 13768 929 0,'0'0'19'0,"0"0"27"15,0 0 17-15,0 0 66 16,0 0-35-16,0 0-64 16,0 0-18-16,-31 37-11 15,59 29 145-15,10 21-21 16,5 4-52-16,-1 5 13 15,-8-2-30-15,-6-3-31 16,-9-7 4 0,-5-9-14-16,-4-9-11 0,-5-9 1 15,-5-8-5-15,0-9-1 16,-2-9-28-16,-17-7-112 16,-6-10-45-16,-10-8-29 15,-8-6-104 1,-8-8-369-16</inkml:trace>
  <inkml:trace contextRef="#ctx0" brushRef="#br0" timeOffset="-200381.36">11492 14428 1181 0,'0'0'61'0,"0"0"-60"16,0 0-1-16,66 72 21 15,-33-29 71-15,-2 10 24 16,6 3-50-16,-3 4-1 15,2-6-18-15,-3-6-23 16,0-13-5-16,-6-14 15 16,-4-7 1-16,-3-11-21 15,1-3 3-15,6-21 11 16,2-23 16-16,9-24-32 16,1-21-12-16,1-19-3 15,-1-9-6-15,-8-5-56 0,-17 3-186 16,-14 16-704-16</inkml:trace>
  <inkml:trace contextRef="#ctx0" brushRef="#br0" timeOffset="-191557.56">6251 13906 610 0,'0'0'142'0,"0"0"-142"16,0 0 0-16,0 0 42 15,0 0 56-15,0 0-54 16,0 0-26-16,-8-20-12 16,4 19 20-16,0 1-14 15,-1 0-1-15,2 0 8 16,0 0-10-16,0 0-3 16,0 0 3-16,-3 0-6 15,-7 0 1-15,-4 6-4 16,-7 2 0-16,-1 2 1 15,-3 2 0-15,-2-3 9 16,0 0-1-16,-3-4 5 16,0-1-7-16,2 0-6 15,0-4 2-15,4 0 6 0,6 0 6 16,0 0-7-16,5-9 5 16,2 0-3-16,2-1 15 15,-1 2-4-15,1 0-18 16,0 1-2-16,0 0 19 15,3-1-9-15,-1 3 5 16,2 1 6-16,1-1-12 16,-5-1-1-16,3 2-7 15,-2-1-2-15,0-3 3 0,0 3-1 16,2-2-1 0,1 0-1-16,1 3 1 0,3 0 19 15,1 1 12-15,3 3 15 16,0 0-12-16,0 0-16 15,0 0-4-15,-2 0-8 16,2 0-3-16,0 0-4 16,0 1 0-16,0 20-1 15,0 10 1-15,0 13 44 16,0 2-12-16,2 4 10 16,5 2 0-16,2-2 0 15,0 1-7-15,0-1-2 16,4 0-19-16,-2-3 4 15,1-1-3-15,-2-4-5 16,1 1 3-16,-4-3-8 0,-2-1 8 16,-4-3-2-1,2-3-3-15,-3-6-7 16,1-4 0-16,1-4 0 0,1-4-1 16,0-3 0-16,3-2 0 15,-3 2 0-15,2 0 0 16,-2-1 0-16,1 0-4 15,-1-2-36-15,0-1-32 16,0 0-81-16,-2 1-29 16,-1-2-43-16,0-2-156 15</inkml:trace>
  <inkml:trace contextRef="#ctx0" brushRef="#br0" timeOffset="-191110.62">5547 14693 883 0,'0'0'57'0,"0"0"-57"0,0 0 1 16,0 0 21-1,0 0 59-15,0 0-31 16,17-4-29-16,12 22 61 15,-2 4-35-15,3 5-33 16,-5 4 31-16,0 4-15 16,-7 7-1-16,0 6 2 15,-2 6-4-15,-5-1-11 0,4-4 5 16,-2-6-6-16,2-9-5 16,-1-8 0-16,1-8-3 15,1-8-1-15,-4-3 0 16,3-5-3-16,-5-2 1 0,5 0 5 15,0-15 1 1,6-15 11-16,4-17-8 16,2-14-3-16,0-8-5 15,3-5-4-15,3-2-1 0,2 6 0 0,0 5 0 16,-4 7-2 0,-6 14 2-16,-11 14-5 15,-5 14-34-15,-6 10-71 16,-3 6-77-16,0 0-174 15</inkml:trace>
  <inkml:trace contextRef="#ctx0" brushRef="#br0" timeOffset="-189472.29">6628 15045 631 0,'0'0'126'0,"0"0"-120"0,0 0 25 16,0 0 124-16,0 0-10 15,32-79-65-15,-32 71 6 16,0-1-19-16,-6 1-5 16,-12 0-37-16,-8 6-14 15,-7 2-4-15,-8 0-4 16,-6 0-2-16,-5 4 0 16,-1 0 0-16,0-2 2 15,1-2 4-15,-3 0-1 0,-2 0-4 16,-5-2 2-1,-7 1-4-15,2 1 0 0,1 0 3 16,5 0 11 0,4 0-3-16,2 0-3 15,0-3 2-15,-6-3-5 0,1-1-2 16,-1 0-2 0,0 1 1-16,-2 4 1 0,-4 2-3 15,-2 0-1-15,-1 0 0 16,2 0 1-16,9 1 1 15,9 0 8-15,8 1-7 16,6-2 0-16,8 0 3 16,10 0 2-16,3 0 21 15,3-2-16-15,4-2-3 0,2 3-2 16,2-1-1-16,1 2 3 16,2 0-4-16,-1 0 0 15,2 0-1-15,-1 0 8 16,1 0-11-16,0 0 0 15,-2 9-2-15,1 16 2 16,1 15 6-16,0 6 5 16,0 9 4-16,-2 1-4 15,-4 2 10-15,-7 5-7 0,-1 3-7 16,1 1 5 0,-2 4-4-16,7-2 4 15,4-3-2-15,4 0-8 16,0 0-3-16,0 3 1 15,6-1 0-15,3 0 2 16,6 2-3-16,-5 1 0 16,1 1-2-16,2 0 2 15,-4-3 0-15,-3-5 4 0,0-1-8 16,3-3 8-16,0-7-4 16,5-3 0-16,-1-7 0 15,2-5-4-15,0-6 5 16,-2-3-1-16,2-9 0 15,-6-4 3-15,3-3-3 0,-3-5 0 16,-3-2 0 0,3-4 0-16,1 0-1 0,2-2 1 15,3 0 0-15,3 0 1 16,6 0-1-16,1 0 1 16,2 0-1-1,7-4 1-15,4-4-1 0,2-2 1 16,2 0 0-16,7-3 0 15,-3 1-1-15,5-4 1 16,10 2 1-16,2-3-1 16,8 1 0-16,-2 0-2 15,0 2 1-15,-8 1-4 16,-6 3 4-16,0 4-1 16,-1-4 1-16,0 3 0 15,-2 1 0-15,-6-1-2 16,-1 4 0-16,-6-1-5 15,-5-1-2-15,0 4 5 16,1-6 1-16,-2 1 2 16,-5 0 1-16,3 1-3 15,-4-1 2-15,-2 0 1 0,-1-1-7 0,-3 0-6 32,0-2-3-32,-2 3-5 0,-4-2 7 0,0 3-6 15,-7 1 11 1,-2-1 2-16,-3-1 4 0,0-3 3 15,2-4 2 1,-2-4-1-16,0 0 2 16,-1-2-2-16,-2-2-1 15,0-3 3-15,0-1 0 0,0-7-1 16,3 1 1 0,-3-5-3-16,0-3 0 0,0-2 3 15,0-4-2-15,0 2-1 16,-3-1 2-16,-2 3 4 15,1-1-6-15,-2-3 1 16,0 2 2-16,0 0 3 16,0-1 6-16,-4-1-5 15,4 2 8-15,-2-2-14 16,-2 0 4-16,-5-2-3 16,3-2 4-16,-6-2-6 0,0 1 0 15,-4 3 0 1,-5 6 0-16,-4 11-1 15,-11 12-5-15,-18 15-33 16,-23 9-108-16,-37 34-289 0</inkml:trace>
  <inkml:trace contextRef="#ctx0" brushRef="#br0" timeOffset="-179807.12">6767 15702 785 0,'0'0'41'16,"0"0"-37"-16,0 0 3 0,0 0 112 15,0 0-25-15,0 0-48 16,0 0 8-16,0 0 2 16,-70 13-7-16,70-13 5 15,0 0-1-15,0 0-11 16,0 0-9-16,0 0-6 15,0 0-10-15,12 0-7 16,10 0 0-16,17-1 33 16,9-5 1-16,9 2-7 15,7 2-1-15,0-2-5 16,7 0 10-16,1-2-19 16,3 1-4-16,-1-2 0 0,-4 1-12 15,-7 1-3-15,-9 0 0 16,-14 4-3-1,-13 1-1-15,-14 0 0 0,-7 0-34 16,-6 0-71-16,0 0-52 16,-6 0-62-16,-18 1-203 15</inkml:trace>
  <inkml:trace contextRef="#ctx0" brushRef="#br0" timeOffset="-179502.35">7161 15558 1263 0,'0'0'80'0,"0"0"-71"0,0 0 20 0,0 0 70 16,0 0-26-16,58-84-51 15,9 68-9-15,8 4 3 0,1 10 5 16,-3 2 10-1,-4 10-4-15,-13 13 5 0,-12 9 7 16,-17 9-16 0,-20 5 5-16,-7 1-6 15,-26 1-4-15,-15-3-7 0,-1-7-8 16,-4-6-3-16,1-5-38 16,-1-6-125-16,4-10-110 15,0-11-98-15,2-3-630 16</inkml:trace>
  <inkml:trace contextRef="#ctx0" brushRef="#br0" timeOffset="-178935.61">6985 15152 740 0,'0'0'4'0,"-16"-81"4"0,0 37 25 0,-7 4 60 16,-6 11 9-16,-5 12 4 16,-5 12-10-16,-5 5 42 15,-1 13-84-15,0 25 48 16,11 16-24-16,7 15 25 16,16 8-21-16,11 5-1 15,0-3-28-15,27-4-11 0,12-11-9 16,18-11-11-16,8-13-5 15,13-15-6-15,-2-12-8 16,4-13-2-16,-5-2 2 16,-9-26-3-16,-8-10 2 15,-12-11 0-15,-18-6-2 16,-17-4 1-16,-11 2-1 16,-12 2 2-16,-30 6-1 0,-14 7 0 15,-10 10-1 1,-4 11 3-16,1 8 3 0,3 7-5 15,8 5-1 1,11 1 0-16,14 0 0 16,12 0-45-16,15 9-79 15,6 14-140-15,6 6-100 16,21-1-344-16</inkml:trace>
  <inkml:trace contextRef="#ctx0" brushRef="#br0" timeOffset="-177998.14">9062 15849 724 0,'0'0'487'15,"0"0"-484"-15,0 0-3 0,0 0 3 16,0 0 19-16,0 0 71 16,53-90-26-16,-2 70-36 15,12 2 11-15,13 3 27 0,9 5-3 16,4 2 7-1,5 3-16-15,2 1-19 16,-1 1-13-16,-2 0-10 16,-10 3-11-16,-8 0-1 0,-12 0-3 15,-13 0 3-15,-15 0-3 16,-12 0-24 0,-15 4-98-16,-8 3-85 0,-3 0-95 15,-27-2-141 1</inkml:trace>
  <inkml:trace contextRef="#ctx0" brushRef="#br0" timeOffset="-177777.85">9918 15533 1275 0,'0'0'12'0,"0"0"-1"15,100-9-5-15,-55 14 163 16,-8 18-14-16,-6 8-76 15,-17 9-36-15,-14 5-5 16,-5 3 4-16,-27 4-24 16,-6-2-14-16,1-6-4 0,4-8-12 15,8-10-106 1,10-9-103-16,10-10-124 0,5-7-256 16</inkml:trace>
  <inkml:trace contextRef="#ctx0" brushRef="#br0" timeOffset="-166336.33">22941 16372 731 0,'0'0'46'0,"0"0"-44"16,0 0 140-16,0 0-8 15,0 0-61-15,0 0-5 16,0 0-8-16,0 0-6 16,0-7 9-16,0 7 11 15,0 0-13-15,0 0-25 0,0 0-13 16,0 0-5-16,0 0-11 16,0 0-7-1,6 0 1-15,10 0 4 16,4 0 5-16,4 0-3 0,1 5 2 15,3-1 18-15,2 2-13 16,0 0-4-16,3 1 6 16,-2-1 11-16,-1 1-6 15,0-1-13-15,0 0-1 16,4-1-2-16,3-5-2 16,7 0 0-16,8 0 0 15,3 0-2-15,2-6-2 0,-2 1 1 16,-4 2 0-1,-5 2 1-15,-6 1-1 16,-2-2 0-16,-5 1 0 16,-1 0 0-16,1-4 1 15,-1 0 0-15,1-2 0 0,0-3 1 16,0 0-2-16,3 2 2 16,-2-1-1-16,2 1-1 15,-1 1 0-15,-4 1 0 16,2 2 0-16,0 0 0 15,2 0 0-15,1 0 1 16,5 0-1-16,3-1 1 16,4-2 1-16,3 0-2 15,-3-2-1-15,1 1-1 16,-1 1 1-16,1 1 0 16,0 2 1-16,-3 4-3 15,-1 0 2-15,-5 0-1 0,-1 0 2 16,-2 0 0-1,-1 6 1-15,1 2-1 0,-1-2 0 16,2-3 0-16,2 1 0 16,3-3 1-16,2 2-1 15,1 1 0-15,-3-2 1 16,0 3-1-16,-4-1 1 16,-1-1-1-16,-1 0 0 15,0 1 1-15,2-1-1 16,-3 1 0-16,3 0 1 15,1-2-2-15,2 0 1 16,-2 4 0-16,-3-2-7 16,-1 1 5-16,0 1-9 15,-6-2 3-15,-5 0 0 0,-1 2-8 16,-2-1 6-16,1 1 7 16,-2 0 1-16,4-1-1 15,0-1-1-15,4 2 3 16,2-2 1-16,2-3 0 15,0 1-2-15,1-1-14 16,0 1 9-16,-2-1 0 16,-1 0-4-16,0 1 6 0,2-2 2 15,0 0 3-15,3 0 0 16,-2 0 0-16,2 0 0 16,0 0 3-16,1 0-3 15,-1-2 0-15,1 0-5 16,-4-1 3-16,1 0 1 15,0 1-1-15,2-2-8 16,3 0 0-16,1 2 8 16,1-1 1-16,-1 0-3 15,-1 2 3-15,-2-4-1 16,-3 3-1-16,-2 0 1 16,-3-1-2-16,1 1 1 15,-3-3 2-15,1 1 1 16,1 2-1-16,2-3 1 15,2 1-1-15,1-1 1 16,2 2 0-16,0-3-4 16,1 2-9-16,-1 2-16 15,-2 0-1-15,-1-2 20 0,-3 3 5 16,-4 0 0 0,-1-1 5-16,0 2 0 0,-1 0 1 0,1 0-1 15,0-2 0 1,0 2 0-16,2-1 0 0,2-2 0 15,1 0 1 1,2 1-3-16,-1-1 3 0,-3 1-1 16,-1 1 2-1,-2 1-2-15,-5 0 0 0,1 0 5 16,-4 0 3-16,-3 0 16 16,-2 0 1-16,-2 0 6 15,1-1 10-15,-5 1-9 16,-1 0-19-16,-4-1-8 15,-1 1-4-15,0-5-1 16,-6 1-60-16,-21 3-168 16,-15-2-363-16</inkml:trace>
  <inkml:trace contextRef="#ctx0" brushRef="#br0" timeOffset="-163461.71">28727 16484 1342 0,'0'0'133'0,"0"0"-133"0,0 0 2 16,0 0 22-16,0 0 55 15,0 0 27-15,0 0-30 16,13-43-25-16,7 37-22 16,13-4 0-16,20-3-3 15,19-1-10-15,22-3-8 16,19-2 5-16,22 0-8 16,11 3 3-16,0 6-1 15,-7 4-7-15,-15 6-7 16,-17 0-50-16,-15 0-67 0,-18 10-126 15,-28-1-152 1</inkml:trace>
  <inkml:trace contextRef="#ctx0" brushRef="#br0" timeOffset="-162287.77">18040 17684 1047 0,'0'0'54'0,"0"0"-54"16,0 0-28-16,0 0 28 0,0 0 23 15,0 0 33 1,119-36 26-16,-62 28-17 15,12 2 0-15,5-1-29 16,8 2-13-16,9-3-8 16,11 0 11-16,8-3 4 15,4 0-4-15,4 1-9 0,1 0-12 16,3 0-1-16,7 1 6 16,1 2 1-16,7-1 0 15,-1 2-5-15,0 0 5 16,5 0 1-16,1-2 7 15,-2-6 11-15,3 3-8 16,0 0-10-16,-2 1-4 16,-1 4-4-16,-4 3 0 15,-2 1-2-15,-1-3-2 16,1 1 0-16,3-1 0 0,-1-5 0 16,7 1 0-16,-7 1 6 15,-2 1-6-15,-9 2-1 16,-14 4-3-16,-5 1 4 15,-6 0 0-15,-6 0 0 16,-2 0 0-16,-1 0 1 16,-4 0 1-16,1 0 0 15,-3 0-1-15,2 0 8 16,-4-10 15-16,-10 3 2 16,-13 4-1-16,-17-3-13 15,-12 4-5-15,-10 2-2 0,-1 0-1 16,-4-2 4-1,3 2 0-15,-1-2-3 0,-1-1-2 16,-6 1 0 0,-4 1-2-16,-4 0-1 0,-3 1-10 15,0 0-47-15,-3 0-56 0,-21 0-67 16,-11 0-111 0,-12 0-149-16</inkml:trace>
  <inkml:trace contextRef="#ctx0" brushRef="#br0" timeOffset="-158947.71">24870 4724 963 0,'0'0'116'0,"0"0"-115"0,0 0 0 16,0 0 5-1,-64-83 3 1,64 42 58-16,0-6-18 0,12-6-34 15,12 4 3-15,0 5 8 0,3 8-11 16,-2 11 0 0,-6 10 1-16,-2 10 13 0,-2 5-1 15,1 22-24 1,2 19 4-16,3 21 42 0,-2 8 50 16,2 1-51-1,3 0-4-15,2-10-34 16,8-7 1-16,1-10 2 15,3-13 8-15,-2-14-12 16,0-12-3-16,-4-5 4 0,-3-15-3 16,-4-19 3-16,-7-11-2 15,-6-8-8-15,-6 1 0 16,-5-1-1-16,-1 3 2 16,0 0-1-16,0 5-1 15,-4 9 4-15,1 11 0 16,0 13 29-16,3 10 27 15,0 2-41-15,0 2-19 16,4 24-14-16,13 9 14 16,1 9 8-16,1 3-4 15,-4 2 1-15,-3 4 2 0,-3 1 5 16,-6 4 2-16,-3 1-1 16,0-1-2-1,-9-4 10-15,-12-7-12 0,-3-6 4 16,2-8-6-16,2-8-4 15,7-8-3-15,4-8 0 16,6-6-27-16,3-3-69 16,0 0-107-16,3-8-147 15,15-17-349-15</inkml:trace>
  <inkml:trace contextRef="#ctx0" brushRef="#br0" timeOffset="-158604.52">25719 4936 1227 0,'0'0'73'0,"0"0"-71"15,0 0 33-15,0 0 89 0,8-75 37 16,8 64-89 0,1 2-38-16,-4 4-11 15,-4 5-9-15,-5 2-9 16,-2 19 5-16,4 6 27 15,-5 7 7-15,2 3-31 16,5-1-7-16,4 1 7 16,5-1 2-16,3 1 5 15,-2-2-8-15,-5 0 0 0,-8-1 7 16,-5-5-13 0,-9-2 4-16,-25-4-5 0,-16-3 1 15,-14-8-6-15,-10-7-37 16,-1-5-139-16,8-2-235 15,7-15-340-15</inkml:trace>
  <inkml:trace contextRef="#ctx0" brushRef="#br0" timeOffset="-158124.02">24969 5640 1330 0,'0'0'212'15,"0"0"-212"-15,113 39 0 16,-55-32 1-16,8-5 15 16,5-2 55-16,9 0-2 15,12-11-33-15,15-10-18 16,8-9-10-16,5-8 3 16,-1-6-7-16,-10-4 2 15,-15-7 5-15,-19-8 0 0,-22-12-5 16,-23-13-1-1,-21-12-4-15,-9-20 0 0,-16-14-2 16,-26-9 0 0,-12-3-2-16,-22 5-3 0,-16 9 3 15,-17 15 3-15,-18 20 0 0,-10 24-2 16,-9 26 2 0,-8 27-4-16,-9 20-2 0,-10 26 1 15,-2 38 5 1,0 33 7-16,7 28 3 0,21 21 6 15,27 15 7 1,41 3 1-16,42-14-5 0,37-19 14 16,24-23-10-1,46-21 3-15,33-18-8 0,22-15-10 16,16-20-1 0,5-13-7-16,-9-14-2 0,-13-7-2 15,-23 0-35-15,-26-3-113 16,-26-13-187-1,-28-5-313-15</inkml:trace>
  <inkml:trace contextRef="#ctx0" brushRef="#br0" timeOffset="-156240.4">23001 2617 958 0,'0'0'20'16,"0"0"-18"-16,0 0 15 16,-43-79 102-16,40 40-30 15,3-1-13-15,0 0-17 16,11 4-18-16,8 5-7 0,3 8-16 15,-1 10 1-15,-2 10 1 16,4 3 1-16,-1 24-2 16,0 13 20-1,-2 10 24-15,-1 3-23 0,-2-1 1 0,2-5-16 16,2-9-17-16,0-8-3 16,3-9 1-16,1-8-4 15,2-10 6 1,2 0-4-16,1-13 6 0,0-15-2 15,-3-4-7 1,-7-5 3-16,-6 1 2 16,-6 7-5-16,-5 3 1 15,-2 11 1-15,-1 5 0 16,0 8 11-16,0 2 13 16,2 0-26-16,5 9-1 0,8 17-6 15,3 8 6-15,5 9 7 16,-4 2 4-16,-4 5-1 15,-9 2 27-15,-6-4-8 16,0-2 3-16,-12-4 0 16,-7-6-6-16,-1-5-8 15,1-6 0-15,1-9-18 16,-2-3 0-16,1-4 0 16,1-6 0-16,0-3 0 15,5 0-12-15,1-2-103 0,6-15-147 16,6-4-211-16,3-1-536 15</inkml:trace>
  <inkml:trace contextRef="#ctx0" brushRef="#br0" timeOffset="-155917.66">23687 2805 1315 0,'0'0'62'0,"0"0"-62"0,0 0 67 16,11-79 67-1,-4 56-53-15,4 5 13 0,1 8-43 16,1 9-25 0,-1 1-11-16,0 20-12 0,-6 16 6 15,-6 11 23-15,0 5 2 0,-3 1 5 32,-9-8-20-32,4-6 4 15,5-14-11-15,3-11 0 0,0-8-3 16,0-6-6-16,21 0 1 15,16-10-1-15,19-18-3 16,9-9 0-16,4-4 0 16,-9 2 0-16,-13 9 0 15,-18 11-25-15,-20 7-88 16,-9 12-92-16,-43 0-185 16,-23 21-345-16</inkml:trace>
  <inkml:trace contextRef="#ctx0" brushRef="#br0" timeOffset="-155293.49">22747 2109 1246 0,'0'0'108'0,"0"0"-108"16,0 0 0-16,0 0 27 16,0 0-8-16,-112-1 45 15,63 18 9-15,1 2-40 0,5-3-9 16,4-2 2-16,7-3 10 15,2-1-1-15,4 2 7 16,8 2-10 0,4 6-17-16,1 9 1 0,7 14 4 15,5 11 16-15,1 16 4 16,0 12-8-16,12 7 6 16,6 7-19-16,0 5 3 15,3 2-3-15,-2-1-9 16,5-5 5-16,4-9-15 15,8-12 0-15,9-13 0 16,3-16 0-16,4-14 0 16,4-13 0-16,9-15 0 15,3-5 0-15,10-18-82 16,10-18-117-16,6-9-194 0,0-4-257 16</inkml:trace>
  <inkml:trace contextRef="#ctx0" brushRef="#br0" timeOffset="-154999.54">24587 2496 1764 0,'0'0'66'0,"0"0"-66"16,0 0 0-16,-17 111 41 16,-2-47 28-16,-1 5-22 15,4 1-35-15,4 2-11 16,2-1-1-16,1-1-29 16,1-7-89-16,-5-8-120 0,-4-10-141 15,-12-17-250 1</inkml:trace>
  <inkml:trace contextRef="#ctx0" brushRef="#br0" timeOffset="-150497.72">25373 1995 835 0,'0'0'119'0,"0"0"-51"16,0 0 71-16,0 0-11 15,0 0-18-15,-90-39-14 16,55 39-52-16,-11 5-18 15,-7 17 22-15,-4 10-8 16,2 3-2-16,9 2-5 0,15-1-13 16,13-2-18-1,13 0-2-15,5-4 0 0,14-2-2 16,20-4 2 0,11-1 1-16,10 0-1 0,0-5 0 15,1-2 1 1,-6 0 1-16,-13-3-2 0,-10-3 0 15,-10-3 2-15,-11-2-2 16,-6 3 0-16,-14 1 35 16,-23 5 33-16,-17 0-28 15,-5 0-11-15,1-2-12 16,10-4-6-16,15-3-6 16,12-5-2-16,12 0-6 0,7 0-48 15,2-5-70 1,22-7-165-16,16-6-165 15,9 2-470-15</inkml:trace>
  <inkml:trace contextRef="#ctx0" brushRef="#br0" timeOffset="-150194.65">25419 2376 1173 0,'0'0'23'0,"0"0"-23"0,85-103 11 15,-40 74 107-15,-5 9 10 0,-1 15-44 16,-9 5-44 0,-12 19-34-16,-11 20 8 0,-7 11 47 15,-12 5 6-15,-10 0-15 0,1-7-18 32,9-5-6-32,8-13-13 15,4-9-4-15,0-9-5 0,1-11-2 16,20-1 1-16,12-9 1 15,13-17-2-15,5-11-4 16,-5-7-25-16,-7-4-82 16,-9-9-79-16,-14-6-123 15,-13-8-306-15</inkml:trace>
  <inkml:trace contextRef="#ctx0" brushRef="#br0" timeOffset="-149837.87">25728 1494 295 0,'0'0'683'0,"0"0"-653"16,114-89 55 0,-76 75 46-1,-6 9 13-15,-2 5-61 0,-5 15-49 16,-1 17 9-16,-1 12 11 15,-1 6 9-15,1 6 1 16,7 2-9-16,3 3-17 16,6 6-16-16,4 2 13 15,2 6-10-15,4 1-9 16,-4 2 15-16,-1-1-7 16,-9-2-6-16,-10-4-5 0,-16-8 7 15,-9-2-7 1,-31-6-2-16,-32 2 0 0,-23-1-5 15,-17-4-6-15,-9-4-4 16,-3-9-92-16,-5-8-287 16,-11-16-673-16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37:14.2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14194 16643 551 0,'0'0'464'0,"0"0"-450"0,0 0 16 16,0 0 103-1,0 0 7-15,0 0-35 0,0 0-34 16,-46-14-7-16,46 14-10 16,0 0-29-16,0 0-16 15,0 0-9-15,0 0-4 16,0 7 4-16,11 5 12 15,6 2-5-15,4-1-3 16,4-1 2-16,5-1 7 16,4-3-11-16,5 2 11 15,4-3 6-15,-1 0-7 16,2-3-1-16,2-1-6 16,-1-2-4-16,2-1 4 15,0 0-3-15,-1-1-1 16,-1-7 3-16,-4-3-4 15,-4 2 0-15,-4-2 3 0,-3-1-1 16,-3-1-1-16,-2 2 2 16,-2-2 0-1,-2 1 0-15,1-2 3 0,1-3 0 16,3-1-2-16,1-2 0 16,3-1-1-16,0-1-3 15,-5 2 1-15,-3 2 2 16,-6 5-3-16,-7 4 1 15,-4-1 1-15,-3-2 4 0,-2-2 1 16,0-4-4 0,0-6-2-16,0-1 3 15,-9-2-4-15,-4 0 0 0,-7 0-1 16,-2 2 2-16,-7-2-1 16,-5 3 0-1,-6 0 0-15,-4 1 0 0,-3 3 1 16,-3 0-1-16,-2 0 2 15,3 1 1-15,0-1-1 16,0 5 1 0,2 2-2-16,0 2 5 0,0 3-3 15,1 2 2-15,0 0-2 16,0 2-1-16,2 1 3 0,3 0 0 16,3 3 2-1,4 0-6-15,1 0 3 16,0 6-1-16,-1 7 6 15,0 7-4-15,-8 3-2 16,3 4 1-16,-1 3 0 16,-3-1 3-16,5 3 2 0,4 0-5 15,3 2 7-15,4 3 1 0,6 3 0 16,6 2 5 0,6 0-7-16,6-2-3 15,3 0 0-15,0 0 2 16,0-1 0-16,14-1 4 0,6-1-13 15,7-3 0 1,4-1 0-16,7-4 0 16,5-5 0-16,6-4 0 15,1-6 0-15,3-6 0 16,1-3 0-16,-6-2 0 16,-5-3 0-16,-3 0 0 15,3 0 0-15,2 0-115 16,3-5-236-16,-8-12-535 0</inkml:trace>
  <inkml:trace contextRef="#ctx0" brushRef="#br0" timeOffset="8902.99">6491 17102 1056 0,'0'0'49'16,"0"0"-49"-16,0 0 0 16,0 0 9-16,0 0 20 15,30-73 1-15,-23 53-10 16,-2-2-1-16,-5 5 6 16,0 1-4-16,-24 5 8 15,-12 5 14-15,-17 6-16 0,-18 0-13 16,-15 11-8-16,-10 1-1 15,-5 1 8-15,-1-2-3 16,-5-2 4-16,4 4 18 16,-1-2-17-16,7 3 11 15,9 7 16-15,10-1 11 16,11 1-20-16,1 5 5 16,6 1-19-16,8 1 4 15,5 0-3-15,9-1-7 16,4-4 3-16,7 2 8 15,6-1-5-15,-1 6-5 16,-2 6 0-16,2 9-9 16,-1 6 7-16,4 9 8 15,-2 4 5-15,1 5-5 0,0 1-1 16,-1-5-8-16,0-1-1 16,0-8 1-16,9-6-3 0,5-11-2 15,7-9-3 1,0-9-3-16,3-10 0 15,13-3 0-15,9-4 1 16,10-4 0-16,10 0 1 16,13-4 1-16,9-10-2 15,15-1 0-15,6-2-1 0,7 4 1 16,5 6 1 0,6 4-1-16,2 3 2 15,-1 0-2-15,-7 3-1 16,-6 7 0-16,-12 0-2 0,-9-4-1 15,-7-5 3-15,-11-1 0 16,-10-1 0-16,-7-24 4 16,-8-10-3-16,-7-14 2 15,-5-13-2-15,-9-14 1 16,-9-10-2-16,0-9 0 16,-24-1 1-16,-10 4-1 15,-7 5 0-15,-1 11 0 16,1 13 2-16,2 17-4 15,9 16-22-15,8 17-76 16,8 13-108-16,11 10-161 0,3 23-924 16</inkml:trace>
  <inkml:trace contextRef="#ctx0" brushRef="#br0" timeOffset="10435.61">15100 16052 973 0,'0'0'111'0,"0"0"-111"16,0 0 0-16,0 0 16 15,0 0 100-15,0 0-50 0,-26-10-45 16,5 15-1-16,-7 3-9 16,-7 1 7-1,-4-4 3-15,-5-3 3 0,-8-2 13 16,-4 0-10-16,-9 0 9 15,-7 0-18-15,-4-3-8 16,-10 3 2-16,-8 0 2 16,1 0-6-16,4 0-5 15,5 0 0-15,11 0 8 16,6 3 5-16,7 0 0 0,8 0 5 16,9-1 9-1,4 0 9-15,6 1-21 16,5 0-6-16,8 3 5 15,3 5 9-15,4 1-13 0,3 5-2 16,1 6-8 0,0 8-1-16,-1 5 9 0,2 5 1 15,-2 8-2-15,-5 6 4 0,-5 8 10 16,-5 4-5 0,-3-2 2-16,0-4-3 15,2-6-6-15,7-8 1 16,4-10-8-16,7-9 1 15,2-8-5-15,5-10 0 16,1-4 0-16,0-2-1 16,0-1 0-16,10-1 2 15,14-2-1-15,12 0 3 0,13 0-3 16,11-5 1 0,11-3-1-16,7 3-1 0,6 5 0 15,5 0 2-15,2 3-1 16,2 9 0-1,4-1-1-15,4 0 1 0,8-5 4 16,-1-6-5-16,5 0-1 16,0 0-3-16,-1-19 4 15,0-8 1-15,-7-9 1 16,-9-5-2-16,-13-5 3 16,-18-6-1-16,-14-7-2 15,-23-1 6-15,-22-7-6 16,-6-6 1-16,-27 1 1 15,-21 5-2-15,-16 10-5 16,-16 20 1-16,-16 20-44 16,-20 16-222-16,-18 1-680 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45:31.4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6964 17204 163 0,'0'0'555'15,"0"0"-549"-15,0 0 4 16,0 0 92-16,0 0 11 0,0 0-10 16,0 0-43-1,0 0-24-15,-27-10 21 0,24 10 5 16,0 0-14 0,0-2-27-16,0 0 10 0,-3-4 3 15,3-1-5 1,-1-3-11-16,4-2-1 0,0-1-13 15,0 0-4-15,0-3 0 0,0 5-3 16,4 4 3 0,2 2 1-16,-4 2-1 15,-1 3 0-15,-1 0 1 16,0 0-1-16,0 0-5 16,0 0 4-16,0 1-4 15,3 17 5-15,0 7 27 16,0 6-4-16,3 5 11 15,3-3-7-15,0-5-4 16,5-4 1-16,2-6-5 16,-4-2-11-16,6-8 1 15,-5-3-3-15,2-5 4 16,3 0-4-16,0-1 2 0,-3-14-2 16,0-1-1-16,-5-5-2 15,-4-1 0-15,0-4-2 16,-6 2 1-16,0 3-1 15,0 3 0-15,0 7 2 16,0 4-1-16,0 4 1 16,0 3 3-16,0 0-5 15,0 0-1-15,0 0-6 16,0 10-16-16,1 11 20 16,10 5 2-16,1 3 2 15,3 3-1-15,-5-2 5 16,-1 0-2-16,-6-1 7 15,0-2 6-15,-3-2-2 16,0-2 5-16,-13-7 6 0,1-3-2 16,-3-1-4-16,0-5-2 15,4-3-10-15,-3-3-5 16,3-1-3-16,-2 0 0 16,5 0-2-16,4-4-93 0,2-5-72 15,2-4-73 1,0 1-130-16,14-3-270 0</inkml:trace>
  <inkml:trace contextRef="#ctx0" brushRef="#br0" timeOffset="254.37">7294 17268 1144 0,'0'0'61'0,"0"0"-59"15,0 0 33-15,0 0 97 0,0 0-68 16,0 0 18-16,0 86 8 16,0-54-33-16,0 0-29 15,4-1-16-15,4-1-7 16,-1-3-5-16,-1-4 0 16,-3-4-5-16,-2-9-119 0,1-4-75 15,-2-6-114 1,0-6-296-16</inkml:trace>
  <inkml:trace contextRef="#ctx0" brushRef="#br0" timeOffset="725.32">7243 17054 903 0,'0'0'34'0,"0"0"-30"16,-94-67 75-16,61 50 50 16,0 7-18-16,-4 6-48 15,-6 4-18-15,-2 2 14 16,-1 19-12-16,1 6-15 0,-1 13 6 16,7 9-17-16,6 11 13 15,8 9 3-15,10 1 13 16,9 3-10-16,6 2 4 15,4 1 3-15,20-3-2 16,15-4-23-16,12-5-5 16,13-5 2-16,6-12-9 15,9-7-2-15,8-13-1 16,1-12-1-16,0-12 0 0,-5-3-5 16,-7-21 2-1,-8-18 2-15,-9-15-1 0,-13-13 4 16,-14-12 1-1,-20-8 4-15,-12-2-6 16,-30-3-4-16,-22 3-3 0,-17 9 2 16,-17 14-2-16,-16 18-4 15,-9 34-32-15,-15 21-76 16,-10 44-166-16,-7 16-374 16</inkml:trace>
  <inkml:trace contextRef="#ctx0" brushRef="#br0" timeOffset="3933.67">14938 11349 435 0,'0'0'25'0,"0"0"-20"0,0 0 15 16,0 0 69-16,0-73-14 16,2 62-46-16,2-1-6 15,3 2 28-15,1 0-16 16,-2 2 11-16,-3 2-18 15,0 1 52-15,-3 0-54 16,2 3 5-16,-2-2 26 16,0 2 0-16,0-1-40 15,-5-2-10-15,-10 1-4 16,-7-1 6-16,-5-1-7 16,-4 2 1-16,-1-2 2 15,-4 0 1-15,-5-2 1 16,-2 1-2-16,-10 0 2 15,-5 0-2-15,-4 2 5 0,-6-1 8 16,3 2 12 0,1-2-11-16,2 3 7 0,4 1-5 0,0 2-12 0,-2 0 0 31,-2 0-2-31,1 0 6 16,1 0-2-16,0 7-5 15,9-2 1-15,1 4-1 16,8-3-2-16,7 3 2 15,6-1 6-15,2 1-2 16,3 1-3-16,2 0 0 16,4 0 0-16,3 1 0 0,6 0 2 15,1 3-2 1,0 6-1-16,5 4 14 0,0 6 10 16,3 4-10-16,0 5 9 15,0 6-9-15,0 9 3 16,-2 5 15-16,-12 3-13 15,-6 3 7-15,-3 2-19 16,2 3 15-16,4-1-11 16,3-7-1-16,5-4 3 15,8-7-11-15,1-8-1 16,0-3-5-16,8-6 5 16,9-5-4-16,5-4 0 15,2-5 0-15,2-3-2 0,4-3 3 16,1-6-2-1,7-1 0-15,6-4 0 16,6-3 2-16,10 0-1 0,9-4 0 16,10-10-1-16,6 0 0 15,5-2-1-15,-1 3 0 16,-1-1 1-16,-3 3-2 16,-3 4 2-16,-6 2-2 0,-7 0-2 15,-6 1 0 1,-5 0 0-16,-3-2 0 0,-6 0 2 15,-1-2 0 1,-8-2 1-16,-2-4-1 16,-1-6 3-16,-6-8-1 15,-1-5 0-15,-6-15 3 0,-6-10-4 16,-9-9 3-16,-9-7-3 16,0-9 1-16,-29-4 0 15,-5 1-1 1,-6 5 0-16,-1 15-1 0,0 14 1 15,-3 12-1-15,-5 11-1 16,-2 8-9-16,-4 13-87 16,5 8-123-16,5 0-143 15,5 0-431-15</inkml:trace>
  <inkml:trace contextRef="#ctx0" brushRef="#br0" timeOffset="5274.14">10266 10932 783 0,'0'0'62'0,"0"0"1"0,0 0-44 16,0 0 24-16,0 0 112 16,0 0-33-16,38-39-40 15,-48 39-28-15,-20 0-23 16,-16 0-29-16,-12 3 11 16,-11 11 9-16,-4 2-7 15,3-2 6-15,1-1-12 16,3-4-1-16,4 1 12 15,4 0-17-15,7 1 0 16,11-5 5-16,11 2 1 0,10-4-4 16,7-1 0-16,6 2-5 15,-3 7 0-15,0 10 0 16,2 18-1-16,-5 11 1 16,7 14 36-1,-2 10 11-15,-5 6-31 0,-4 5 4 16,-1 0 2-16,1-5-5 15,5-15-6-15,8-13 0 16,3-12-7-16,0-10-2 16,0-7 0-16,9-8 1 15,5-6-1-15,5-7-1 16,6-3 2-16,13 0 1 0,5-11-1 16,8-7-1-1,8 1-2-15,4 2 0 16,12 6 1-16,2 6-2 15,2-1 1-15,3 2 0 0,-6-3 1 16,-7-3 0-16,-3-6 2 16,-13-3 2-1,-9-7-1-15,-8-7 2 0,-13-13 10 16,-12-11 6-16,-11-10-6 16,0-2-15-16,-17 0 15 0,-14 3-14 15,-11 7-2 1,-10 4-1-16,-12 10-9 0,-17 17-80 15,-11 11-214 1,-11 6-324-16</inkml:trace>
  <inkml:trace contextRef="#ctx0" brushRef="#br0" timeOffset="6286.6">7453 10893 1043 0,'0'0'9'0,"0"0"-9"0,0 0-12 16,0 0 12-16,0 0 26 16,0 0-12-16,-111 13-10 15,55 1 5-15,-2-2 19 16,1 0-15-16,-1 0 16 15,6 0-15-15,1-4 1 16,5 1 1-16,6-1 3 0,1-2-9 16,3 4 12-16,8 2 16 15,4 6-15-15,3 8-8 0,0 12-2 16,3 9 6 0,5 11 21-16,4 6 2 15,3 7-8-15,1 1 8 16,2 0-4-16,-1 0-17 15,1-6-10-15,-3-10-3 0,0-9 16 16,0-11-8-16,4-9-10 16,1-13-4-16,1-7-1 15,0-4-1 1,0 0 1-16,6 0-1 0,21 2 1 16,13 2 10-16,15 3-7 15,8-3-1-15,9 1-1 16,2-6-2-16,4-2 0 15,4-2 1-15,0-22 0 16,0-5 3-16,-5-6-1 16,-12-7 4-16,-14-5 1 15,-13-8 3-15,-12-6 6 16,-10-4-9-16,-13-4-3 16,-3 2 7-16,0-1-7 15,-17 0-3-15,-5 0-2 16,0 6-1-16,0 7-1 15,5 13 1-15,4 12-23 0,4 15-91 16,3 9-95 0,1 6-164-16</inkml:trace>
  <inkml:trace contextRef="#ctx0" brushRef="#br0" timeOffset="7655.08">13184 11094 505 0,'0'0'63'0,"0"0"-62"0,0 0 40 16,0 0 67-16,0 0 12 16,0 0 21-16,24-55-77 0,-24 49-16 15,0 1 4 1,-8 1-11-16,-10 2-38 15,-8 2 2-15,-6 0-2 0,-4 0 0 16,0 10-3 0,4 0 1-16,2-2 4 15,9 0-3-15,6 2 6 16,3-3 5-16,8 5-12 0,2 8-1 16,2 10 10-1,0 13 20-15,0 10 46 0,3 10-18 16,2 6-26-1,-4 3-2-15,-1 0 9 16,0-2-18-16,0-10-3 0,0-14-5 16,0-12-2-16,0-11-9 15,0-11 3-15,2-4-2 16,-1-6-1-16,5-2 0 16,0 0-1-16,9 0 1 15,9 0 9-15,13 0-6 16,12-6-2-16,5-2 1 15,3-5-4-15,4 1-1 16,3-5 1-16,3-7 0 16,2-6 3-16,-5-6 0 0,-7-9 5 15,-14-7 12-15,-16-4 7 16,-18-8-3-16,-9 0 18 16,-15-1 0-16,-23-1-32 15,-11 3-1 1,-6 5-6-16,-4 12-3 0,-9 16 0 15,-9 15-117-15,-19 2-325 16</inkml:trace>
  <inkml:trace contextRef="#ctx0" brushRef="#br0" timeOffset="-185033.3">14633 11451 1029 0,'0'0'13'0,"-44"-108"-12"15,11 57 0 1,-10 2 8-16,-8 9 49 0,-15 7-8 16,-8 14 31-1,-8 11-18-15,-3 8-12 16,-2 0 25-16,4 19 2 16,5 11-38-16,4 9-20 15,11 12 1-15,7 14-1 16,11 19 9-16,10 9 24 0,16 5-10 15,19 1-8-15,3-12-11 16,40-8-4-16,20-10-6 16,18-11 4-16,17-16-6 15,14-15 1-15,7-19 1 16,7-8-5-16,0-32 1 16,-3-18-4-16,-9-13-5 15,-15-11 0-15,-22-1-1 0,-27-3 4 16,-29-2 0-1,-21-3 17-15,-32-2-13 0,-26 6-3 16,-12 8-1-16,-4 15-4 16,5 16 0-16,8 18-5 15,4 20-23-15,5 7-88 16,10 29-199-16,5 15-111 16,10 9-311-16</inkml:trace>
  <inkml:trace contextRef="#ctx0" brushRef="#br0" timeOffset="-182423.6">6464 14891 980 0,'0'0'212'0,"0"0"-207"16,0 0-5-1,0 0 25-15,0-76 74 0,0 62 6 16,2 4-58-16,-2 2-27 0,0 4 24 15,0-3 1 1,0 1-23-16,0 1-15 16,-5-2 4-16,-11-1-7 15,-4-1-4-15,-11 4-2 0,-15 2 0 16,-9 3-2 0,-14 0 4-16,-9 4-2 0,-8 6 2 15,-8 1 0 1,0-4 1-16,-2 0 0 0,1 1 4 15,1 0-3-15,2 5 2 16,6-1-4-16,3 1 3 16,7 1-1-16,4-3 7 15,5 1-4-15,7-5-3 16,8-1 1-16,9-1 5 16,4-3 9-16,6-1-7 15,6 1 2-15,2-2-8 16,9 0 2-16,2 0 6 15,2 1-5-15,2 6-5 16,-4 8-2-16,-5 13 1 16,-3 10-1-16,-1 12 3 15,5 6 5-15,3 4 5 0,8 2 7 16,6 4-5 0,1 6 7-16,0 7 2 0,0 4-9 15,7 5 7 1,-3 1 5-16,-1 1-8 0,0 0-9 15,-3 5-6-15,0 6 3 16,-7 2-6-16,-11 2 4 16,1-3-2-16,4-5 0 15,6-9 0-15,7-8-3 16,0-8 0-16,0-6 0 0,9-7-1 16,5-4 1-1,0-10 1-15,7-8-1 0,-3-11-1 16,9-7 0-16,1-8 1 15,8-9 0 1,10-2 0-16,5-2 4 0,16-18-2 16,3-10-1-16,9-4 0 15,5 0 1-15,1 2-1 16,-2 7 1-16,-2 4 0 16,2 4-1-16,5 0 0 15,2 3-1-15,1 0-4 16,7-2 2-16,4-3-1 15,5 1 1-15,-1-5 1 16,-4 3 0-16,-11 5 1 16,-8 4-2-16,-14 7-3 0,-9 2-4 15,-10 1 0 1,-11 1-6-16,-8 0 1 0,-5-3 9 16,-6-4 1-1,-6-7 0-15,5-2 3 0,-2-6 1 16,-4-3 2-16,-2 6-1 0,-7-1 0 15,-2 3 1 1,-2-2 3-16,0-4-3 16,0-4 0-16,0-8-2 15,-6-8-2-15,-2-10 2 16,2-12-1-16,-4-13 0 16,5-10 1-16,2-7 0 15,0-8-1-15,2-4 0 16,-1-5 0-16,-5 0 0 0,-8 6 1 15,-10 9-1 1,-14 16 1-16,-15 15-2 0,-19 16-2 16,-21 23-1-16,-28 27-26 15,-38 16-61-15,-30 42-228 16,-38 27-109-16</inkml:trace>
  <inkml:trace contextRef="#ctx0" brushRef="#br0" timeOffset="-178618.29">10114 15216 679 0,'0'0'0'0,"0"0"-57"15,0 0 57-15,-14-92 14 0,8 56 30 16,-6-3 9 0,0-5 19-16,-9-2 19 0,-5 2-2 15,-9 5-24 1,-8 4-43-16,-12 9 25 0,-11 7-3 16,-6 6-30-1,-4 9 22-15,-1 4 6 0,-1 8 10 16,5 21 5-16,4 17-8 15,4 13 0-15,17 14-23 16,14 12-2-16,14 2-12 16,19-1 0-16,1-12 5 15,28-9 4-15,20-13 9 16,10-10 6-16,14-12-2 16,5-15-21-16,7-12 1 0,5-7 2 15,5-30-6 1,-1-17-5-16,-7-14-2 0,-12-9 6 15,-15-5-8-15,-20 0 4 16,-21 5 4-16,-18 5-7 16,-19 6 7-16,-28 13-7 15,-14 13-2-15,-9 12 0 16,-2 12-2-16,5 12-7 16,6 1-17-16,12 18-62 15,10 15-54-15,11 16-81 16,11 4-90-16,7 1-177 0</inkml:trace>
  <inkml:trace contextRef="#ctx0" brushRef="#br0" timeOffset="-178099.4">9711 15914 963 0,'0'0'0'0,"0"0"-99"16,82-22 99-16,-39 11 20 0,9 2 21 0,8 0-5 31,6 1 0-31,4 2 8 0,4 4-27 16,-4-2-17-1,-4 4-24-15,-5 0-77 0,-4 0-69 16,-5 5 46-16,-4 2-282 15</inkml:trace>
  <inkml:trace contextRef="#ctx0" brushRef="#br0" timeOffset="-174873.59">6387 14821 206 0,'0'0'18'0,"27"92"-18"16,-10-51-26-16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37:44.5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22720 3265 636 0,'0'0'31'0,"0"0"-25"15,0 0 45-15,0 0 4 16,0 0 104-16,-76-75-129 15,67 67 44-15,5 1 2 16,-1 3 22-16,2 2-20 16,3 2-47-16,-1 0-18 15,1 0-13-15,0 0-5 16,0 0-6-16,1 7 7 16,14 6 3-16,11 0 1 15,5-1 2-15,12-2 1 16,9-2 0-16,8-2-3 15,10-3 1-15,15-2 0 16,14-1 3-16,14 0-4 16,17 0-1-16,12-1 1 0,8-6-2 15,8 2 1-15,1 3 0 16,-3 2 1-16,1 0 2 16,-6 5 0-16,-1 7-2 15,1-1-1-15,-2-2 1 16,8-7-2-16,1-2 2 15,0 0 2-15,-1-2 3 16,-5-11-2-16,-7-1 3 16,-13 0-5-16,-17 0 12 0,-21 3-6 15,-22 3-1 1,-18 4 0-16,-18 0 1 0,-14 2-7 16,-13 1 0-16,-9 1-2 15,-5 0-61-15,-28 5-161 16,-17 13-191-16</inkml:trace>
  <inkml:trace contextRef="#ctx0" brushRef="#br0" timeOffset="1707.07">1514 3784 486 0,'0'0'0'16,"0"0"-57"-16,0 0 26 15,0 0 28-15,0 0 3 16,0 0 24-16,85 33 81 16,-43-33-21-16,13 0-33 15,9-4-20-15,5 0-2 16,11-1 4-16,4-1 12 15,7-1-9-15,7 0-4 16,4-3-5-16,-2 3-6 0,1-3-3 16,-4 4-10-16,-6-4-4 15,0 1-1-15,3 2-1 16,6-1-1-16,3 8 0 16,3-2 1-16,-3 2-1 15,3 0 2-15,-2 0 2 16,1 0 2-16,5 0 3 15,-4 0-8-15,-3 0 1 16,-3 0 1-16,0 0-1 16,4-2 9-16,1-9 13 15,-2 1 12-15,3 0-5 0,-9 2-13 16,-6 2 0-16,-5 2-9 16,-8 0 2-16,-7 0 3 15,-10 0 0-15,-10 0 4 16,-5 2-4-16,-4 1-8 15,-3-5 2-15,0-2-4 16,-2-4-1-16,-4-2-3 16,-3 0 1-16,-12 2-2 15,-3 7-10-15,-15 5-96 16,-11 0-257-16</inkml:trace>
  <inkml:trace contextRef="#ctx0" brushRef="#br0" timeOffset="6276.81">17619 3917 933 0,'0'0'15'0,"0"0"-15"0,0 0-5 16,0 0-35 0,0 0 40-16,-1-82 23 0,-2 70 9 15,-2 0-20-15,1 2 3 16,-6-3-13-16,-2 1 2 16,-9 0 13-16,-6 0-17 15,-6-2 0-15,-4-3 0 16,-7-3 0-16,-5-4 0 15,-7-2 1-15,-7-6 3 16,-7-2 12-16,-9 1-8 16,-7-4-3-16,-9 1 1 15,-6 3-2-15,-5 0-4 16,-6 4 2-16,-6 2-2 16,-10 0 1-16,-10 3 5 0,-5 2-1 15,-3 3 7-15,-6 5-4 16,7 4 1-16,2 6-5 15,1 1-2-15,8 3-1 16,-8 0 0-16,-4 0-1 16,-8 7 2-16,-10 6 0 15,-3 4 2-15,0 3-4 16,-2-1-4-16,10-1 3 16,13-2 0-16,14-1 1 15,22-5 0-15,22-2 9 16,16 6-8-16,14-2 0 0,6 4 0 15,1 4-1 1,2 4 2-16,1 4 7 0,0 8-4 16,5 7-3-16,0 1-1 15,9 2 0-15,2-6-1 16,4 1 0-16,10-3 0 0,5 0 0 16,2 8 2-1,5-2-1-15,0 6 2 16,-1-1-1-16,5 0 4 15,1-3-4-15,1-1-2 16,0-3 2-16,0 2 0 16,1 0 5-16,9-4-7 15,6 1 4-15,1-3 2 16,6-2-3-16,11-3 3 0,8-5-2 16,14-3 3-16,15-3 6 15,17-4 1-15,15-2-6 16,15-5 3-16,11-3-6 15,7 0-2-15,-2 1-3 16,-5 4 2-16,-8 4 1 16,-10 7-3-16,-5 5 1 15,0 5 1-15,-4-1-2 16,1-4-3-16,1-6 1 0,5-4 1 16,9-11 1-1,9-8 0-15,8 0 3 0,6-8-2 16,8-9 1-1,3-1 1-15,0 0-3 0,2 0 0 16,-12 0-1 0,-5 5 0-16,-10 2 0 0,-13 7 2 15,-9 1-1-15,-6 3 1 16,-4 0-1-16,3 0 1 16,1 0 2-16,1 0-3 0,2-7-3 15,-1-4 3 1,-3-6-2-16,-4-3 0 15,-7-3 2-15,-13-3 0 16,-6-1 0-16,-10-4 1 16,-6-2 1-16,-9-2 1 15,-7-2 3-15,-9-5 0 0,-9-2-4 16,-9-2 4-16,-9-4-2 16,0-2-3-16,-12 0 2 15,-15-2 1-15,-7 2-4 16,-4 3 0-16,0 6-5 15,0 8 2-15,-2 13-99 16,-9 5-144-16</inkml:trace>
  <inkml:trace contextRef="#ctx0" brushRef="#br0" timeOffset="30898.57">16299 5447 1232 0,'0'0'5'0,"0"0"-1"0,0 0-4 16,0 0 11-1,0 0 40-15,0 0 21 0,0 0-45 16,-24 14-27 0,45 9 0-16,7 9 34 15,10 6-2-15,6 3-17 0,6 3 7 16,5-1 13 0,3 0-17-16,5-1-7 0,5-3 1 15,13 1 0-15,5-8-4 16,5-5 0-16,5-9-8 15,4-12 0-15,9-6 1 16,3-1-1-16,3-20 0 16,2-6 2-16,-4-5-1 15,-3 0-2-15,-6 1 1 16,0-1-4-16,-2 1-20 16,-3 2 16-16,-2 3-1 0,-5 9-1 15,-1 8 2-15,-3 9 7 16,-4 0 0-16,-11 22 0 15,-7 7-3-15,-7 8 3 16,-10 4-1-16,-8 5 2 16,-10 6-2-16,-10 0 2 15,-9-6 0-15,-5-5 0 16,-6-12 0-16,-1-8-1 16,0-8 1-16,0-8 1 15,0-5 2-15,0-5 16 16,-10-18-8-16,0-17-11 15,4-11-2-15,6-7 1 16,0 1 1-16,13 4-4 16,14 11-5-16,6 7 4 15,4 13 5-15,5 6 2 0,9 7 0 16,7 5-2-16,8 1 9 16,5 3-2-16,-2 0-2 15,-2 0 5-15,-4-1-8 16,-5-7 10-16,-8-4-2 15,-5-7 0-15,-7-5 12 0,-10-2 17 16,-7-7 10 0,-11-1-5-16,-4-5-24 15,-6 3 1-15,0 0-9 0,-3 0 3 16,-7 6-5-16,-1 5-10 16,-3 11-8-16,-3 4-71 15,-8 10-106-15,-8 0-195 16,-7 20-674-16</inkml:trace>
  <inkml:trace contextRef="#ctx0" brushRef="#br0" timeOffset="32299.68">16390 7486 783 0,'0'0'330'16,"0"0"-330"-16,-111 0-142 0,68 0 121 16,-5 0 21-1,-8 0 4-15,-4 0 22 0,2 0 48 16,7 0 7-16,11 0-28 16,6 0-8-16,5 0-21 15,1 0-17-15,1 6-1 16,2 3 2-16,5 0 4 15,3 3 10-15,0 13-13 0,-4 8 6 16,-4 16 46 0,-5 15-5-16,-1 8-38 0,-2 9 4 15,5 5-9-15,1 10 0 16,-1 8-6-16,-1 7-1 16,3 9 21-16,-2 5-12 15,1 0 1-15,-1 0 9 16,-2 0 6-16,-1-6-14 15,1 0 9-15,0 4-18 16,2-6 8-16,0 5 6 16,2-5-16-16,7-3 3 0,5-4-3 15,11-10 7 1,3-11 4-16,15-11-7 0,21-11-9 16,14-10 1-1,15-9 0-15,8-10-2 0,10-12-27 16,13-8-74-1,6-12-34-15,6-6-59 0,6-20-105 16,-2-23-220 0</inkml:trace>
  <inkml:trace contextRef="#ctx0" brushRef="#br0" timeOffset="32892.71">17346 8356 1111 0,'0'0'1'0,"0"0"-1"0,0 0-1 0,0 0-8 16,0 0-2-16,0 0 11 16,96 9 4-16,-13 1 2 15,28-3 21-15,23-1-7 16,36-6-12-16,35 0-1 0,39-17 0 15,40-13 3 1,32-5 0-16,29-5-8 0,20-4-2 16,22-2-3-16,22-8 1 15,20-2 2-15,20-4 0 16,21-3 0-16,15-8 2 16,19-2-1-16,22-8-1 15,12-5 6-15,20-4 9 16,5-5 62-16,5 1-9 15,-1 1-6-15,-14 0-23 16,-13 1-12-16,-26 9-13 16,-25 4-9-16,-34 11-5 0,-30 11 2 15,-37 8-2 1,-39 8 0-16,-45 9-8 0,-45 5-4 16,-46 5-18-16,-49 9-1 15,-47 3-43-15,-59 5-78 16,-58 5-156-16,-46 0-238 15</inkml:trace>
  <inkml:trace contextRef="#ctx0" brushRef="#br0" timeOffset="33576.53">16808 9959 820 0,'0'0'286'0,"0"0"-276"16,0 0-10-16,0 0-5 16,81-49 5-16,-20 49 1 15,16 0-1-15,20 0 0 16,22 0 1-16,27 2 1 15,26-2 0-15,28 0 9 16,28-9-6-16,35-10-1 16,28-2 24-16,28-4-4 15,27-1-18-15,21 0-3 0,15-4-3 16,23-2 1 0,20-8-1-16,14-4 0 0,25-6 3 15,17-8-3 1,18-7 0-16,23-13 1 0,16-5 4 15,19-2-5 1,8 1 19-16,7 2-9 16,-10-1 4-16,-10 2-1 15,-18 3 0-15,-22 3 5 0,-28 3 0 16,-32-1 8-16,-35 2 3 16,-39 6 11-16,-40 7 2 15,-48 10-17-15,-51 13-25 16,-59 9 0-16,-53 12 0 15,-52 8-42-15,-47 6-63 16,-28 0-50-16,-54 0-26 16,-47 9-49-16,-48 4-236 15</inkml:trace>
  <inkml:trace contextRef="#ctx0" brushRef="#br0" timeOffset="34136.74">16899 11634 707 0,'0'0'35'0,"-124"2"-35"0,95-2-1 0,23 0 1 16,6 0 15-16,41-4 9 15,26-10-24-15,26-4 12 16,26 1 31-16,27-4 21 15,32-1 3-15,34-9-16 16,41-6 22-16,43-5 1 16,42-10-18-16,41-2-28 15,37-8 8-15,28-4-9 0,31-2-12 16,31-3-3-16,23 1 9 16,24-2-21-16,20-3 9 15,15-3-2-15,20-2 5 16,19-9-1-16,19-5-10 15,15-5 1-15,3-4-2 16,3-1 1-16,-14 6 0 16,-20 0 0-16,-35 7-2 15,-46 6 3-15,-51 7-1 16,-62 11 8-16,-59 12-5 16,-68 12-1-16,-69 18-3 0,-74 10 0 15,-69 13-20 1,-73 2-110-16,-48 15-144 15,-78 12-107-15</inkml:trace>
  <inkml:trace contextRef="#ctx0" brushRef="#br0" timeOffset="34670.44">16081 13377 1401 0,'0'0'36'15,"0"0"-36"-15,0 0-223 16,209-50 158-16,-45 26 60 16,41 5 5-16,39-4 2 15,40-4-1-15,44-10-1 16,39-10-4-16,39-10-27 16,29-8 16-16,34-6 9 15,22-13 6-15,22-8 10 0,27-7 18 16,18-3 21-1,21-1 12-15,12 1 5 0,13-2-9 16,15-2-6 0,9-4-23-16,3-2-3 0,-1 3-9 15,-14 1-4-15,-22 4-11 16,-35 4-1-16,-40 13 2 16,-47 9-2-16,-56 18 0 15,-59 13-3-15,-69 12 2 16,-69 14-5-16,-67 13-98 15,-68 6-111-15,-71 2-162 16</inkml:trace>
  <inkml:trace contextRef="#ctx0" brushRef="#br0" timeOffset="35164.21">16642 14447 1662 0,'-170'40'0'0,"57"5"-48"0,44-11-42 16,47-7 71-16,33-6 13 0,67-5-5 16,54-2 11-16,61-11 2 15,60-3 0-15,57-29-2 16,58-16-14-16,50-14 9 16,47-18 5-16,49-13 0 15,41-16 0-15,41-6 1 16,39-15 0-16,35-3 26 15,29 1 3-15,25 0 37 16,25 9-17-16,7 4-4 16,14 4-9-16,-6 7-13 0,-15 6-8 15,-29 12-14 1,-38 8-2-16,-46 8 0 0,-54 11 1 16,-63 9-5-16,-67 13 0 15,-74 11-17-15,-76 13-22 16,-76 10-82-16,-80 4-81 15,-83 0-72-15,-71 9-106 16</inkml:trace>
  <inkml:trace contextRef="#ctx0" brushRef="#br0" timeOffset="35627.41">19377 15805 447 0,'-348'126'154'0,"47"-8"-130"0,50-13 52 15,54-16-22-15,57-21-8 16,58-23 69-16,59-13-81 15,42-15-17-15,69-14 43 16,53-3 52-16,53-27-57 16,52-19-23-16,51-19-1 15,54-21 4-15,52-19 4 0,49-13 4 16,52-6 1-16,42-1 8 16,42 1-14-16,34 0 7 15,26 3-22-15,18 1-4 16,15 1-13-16,10 1-5 15,-2 4 5-15,-6 8-9 16,-16 11 6-16,-28 13-6 16,-37 8 3-16,-45 10-1 15,-54 13-5-15,-67 13 6 16,-68 16-37-16,-76 13-29 16,-83 9-60-16,-79 6-71 0,-81 21-158 15,-68 6-298 1</inkml:trace>
  <inkml:trace contextRef="#ctx0" brushRef="#br0" timeOffset="36086.87">18704 17379 1376 0,'-150'21'18'0,"46"5"-18"0,42-4-30 16,43-7 9-16,27-2 19 15,61 0-1-15,46-3 3 16,46-4 4-16,43-6-2 15,42-3-2-15,41-20 4 16,38-11-3-16,38-7-1 16,31-11 0-16,26-8 4 15,22-7-3-15,22-3 0 16,15 1 13-16,16 3 17 16,14 0 15-16,9-1 3 15,10 2 9-15,-1-3-3 0,-2 1-4 16,-9 4-5-1,-19 6-27-15,-23 4-17 16,-35 11-2-16,-40 11-1 16,-42 8-7-16,-39 7-57 0,-39 7-78 15,-46-7-72-15,-37-7-419 16</inkml:trace>
  <inkml:trace contextRef="#ctx0" brushRef="#br0" timeOffset="36790.39">31032 15812 1138 0,'0'0'5'0,"0"0"-5"15,0 0 0-15,0 0 22 16,0 0-12-16,0 0 43 15,114-1-3-15,-61 1-5 16,-1 0-12-16,-8 0-2 16,-5 0 23-16,-8 0-25 0,-4-1-1 15,-7-3 4 1,-4 2-8-16,-5 2-7 0,-3 0-1 16,-1 0-5-16,3 2-6 15,3 15 14-15,4 7 17 16,0 6-5-16,4 11 0 15,-3 14 15-15,1 8-11 16,2 12-8-16,-3 7 3 16,-2 2-5-16,-2 1-5 15,-3-1 18-15,-6-3-19 16,-5-8-6-16,0-6 11 0,-16-7-4 16,-28-6 2-1,-30 1-14-15,-43 0-8 0,-53 2 0 16,-60-4-15-1,-66-15-198-15,-70-23-975 0</inkml:trace>
  <inkml:trace contextRef="#ctx0" brushRef="#br0" timeOffset="92042.64">7444 10018 145 0,'0'0'638'0,"0"0"-547"16,0 0-56-1,0 0 51-15,0 0-5 0,0 0 35 16,0 0-44 0,0-34-22-16,0 34-6 0,0 0-5 15,0 0-10-15,0 0-6 0,0 0-17 16,6 5-4 0,2 6 3-16,5 7 50 0,-1-2-36 15,2 4-4 1,-1-3-3-16,2 1 7 15,1-1 9-15,-2-3 14 16,5-2 2-16,2-6-29 0,0-4 7 16,9-2 21-1,10-11-14-15,6-23 4 0,17-14 5 16,16-16-15 0,13-13-2-16,10-12-11 0,10-9-2 15,3-6-8-15,1-6 0 16,-1 4-3-16,-4 4-3 15,-13 19-77-15,-20 20-248 16,-26 15-140-16</inkml:trace>
  <inkml:trace contextRef="#ctx0" brushRef="#br0" timeOffset="93516.62">9621 10824 787 0,'0'0'95'16,"0"0"-91"-1,0 0 57-15,0 0 63 0,0 0-14 16,0 0-33-16,0 0-37 15,0-25-2 1,0 25-11-16,0 0 5 0,0 0-10 16,0 0-14-16,7 0-8 15,4 7 4-15,4 11 24 16,7 2-2-16,-1 4-5 16,1 1 1-16,-2 0 9 15,1-3-9-15,-2 0 21 16,-1-8-29-16,0-3 19 0,-3-5-12 15,4-6-4 1,7 0 4-16,11-25 11 0,18-25-3 16,18-24 5-16,20-23-19 15,10-21 1-15,13-10-9 16,11-15-3-16,3-2 1 16,12 1-5-16,-4 10-14 15,-11 14-19-15,-16 23-63 16,-28 25-48-16,-29 25-64 15,-35 19-220-15</inkml:trace>
  <inkml:trace contextRef="#ctx0" brushRef="#br0" timeOffset="94986.41">11558 11622 809 0,'0'0'63'15,"0"0"-63"-15,0 0 0 0,0 0 67 16,0 0 65 0,0 0-61-16,0-14-44 0,0 14-7 15,0-2-4 1,0 2-9-16,0 0-2 0,3 0 3 15,5 12 20-15,3 2 33 16,1 5-15-16,1 1-1 16,-1 0-28-16,2-2 1 15,-1 1-2-15,-1-3 11 16,3-2-17-16,-3-2 10 16,0-7-12-16,0 0 5 0,4-5 9 15,5 0-2 1,11-15 7-16,11-18 16 15,13-20 6-15,13-17-19 16,16-15-11-16,9-11-8 16,6-7-10-16,9-5-1 0,0-2 0 15,1 4-2-15,-7 6-7 16,-7 11 6-16,-11 13-28 16,-18 16-47-16,-22 15-90 15,-29 15-147-15</inkml:trace>
  <inkml:trace contextRef="#ctx0" brushRef="#br0" timeOffset="99783.68">7522 12945 880 0,'0'0'67'0,"0"0"-67"16,0 0 0-16,0 0 0 15,0 0 55-15,0 0 8 16,0 0-44-16,0-9-16 15,0 9-2-15,0 0 0 16,0 0-1-16,5 0 0 16,6 9 4-16,6 11 33 0,2 11 9 15,3 5 4 1,1 5-5-16,-1 5-16 0,2-4 11 16,0-4 0-16,-3-9-9 15,1-5-23-15,1-11 7 16,2-4-8-16,5-9 10 15,7-8 3-15,10-26 5 16,12-21 1-16,14-20-9 16,11-21-9-16,10-20 0 0,16-13 0 15,8-11-1 1,12 0-5-16,1 9 4 0,-8 15 3 16,-18 22-6-1,-22 23-3-15,-27 24-2 0,-17 21-16 16,-17 10-52-1,-5 11-26-15,-10 5-54 0,-5 0-57 16,-2 9-89-16</inkml:trace>
  <inkml:trace contextRef="#ctx0" brushRef="#br0" timeOffset="101280.06">9915 14027 468 0,'0'0'98'16,"0"0"-95"-16,0 0 7 15,0 0 89-15,0 0-1 16,0 0-15-16,0 0-17 0,12-47-16 16,-12 47 29-16,0 0-2 0,0 0-10 15,0 0-18 1,0-2-14-16,0 2-13 16,0 0-8-16,0 0-10 15,0 0 0-15,2 0-4 16,3 0 0-16,3 12 1 15,2 7 8-15,5 6 29 0,0 2-25 16,0 1 8 0,0-3 12-16,3-3 5 15,-3 0-25-15,1-4-1 16,-2-4-4-16,-1-2 14 16,-1-5-10-16,0-1-2 0,3-5-4 15,0-1 25-15,10-1-3 16,7-23 9-16,8-12-3 15,12-16-9-15,9-14-16 16,11-16 0-16,14-7-3 16,10-4 0-16,5-3-3 15,5-1-3-15,4 1 2 16,3 2-2-16,-2 4 0 16,-6 5-2-16,-11 10 2 15,-12 13-3-15,-19 16-47 16,-19 17-75-16,-18 13-73 15,-18 15-100-15,-8 1-282 16</inkml:trace>
  <inkml:trace contextRef="#ctx0" brushRef="#br0" timeOffset="102706.61">8559 14708 919 0,'0'0'26'0,"0"0"-24"0,0 0 1 16,0 0 55-16,0 0 61 15,0 0-61-15,-3-24-38 16,3 24-4-16,0 0 9 0,0 0-2 16,0 0-14-1,0 0-6-15,9 13-2 0,4 8 27 16,4 8 18-1,0 1-3-15,2 1-13 16,1 2 15-16,1 2-16 16,0 0-4-16,0-1 9 15,0-7-10-15,-5-1-16 16,-1-9 8-16,-3-7-4 0,-3-6-1 16,1-4 0-16,1 0 1 15,8-17 30-15,7-18 14 16,12-19-31-16,12-19-12 15,18-21-7-15,18-19 3 16,24-18-7-16,18-13 1 16,15-2-3-16,2 7 0 15,-14 22-7-15,-25 35-32 16,-35 32-180-16,-43 32-233 0</inkml:trace>
  <inkml:trace contextRef="#ctx0" brushRef="#br0" timeOffset="104076.27">11753 12629 282 0,'0'0'691'16,"0"0"-691"-16,0 0-7 15,0 0 7-15,0 0 75 0,0 0-2 16,-71-18-43-1,71 4-7-15,0-2-4 16,0-4-19-16,13 2 6 16,5-2-5-16,7 2 3 0,4 3-4 15,2 0 8-15,0 5-8 0,-2 3 16 16,-3 2-8 0,-5 4-7-16,-4 1 1 15,-3 0 0-15,-3 13 0 16,-5 11 1-16,-3 6 6 0,-3 7 1 15,0 7 20 1,-1 6-1-16,-10 6 15 16,6 0-20-16,1 1-9 0,0 5 21 15,4 0 4 1,0 3-6-16,0 2 8 0,10-2-17 16,8-2 4-16,9-6-14 15,3-5-5-15,3-5-1 16,1-5 2-1,9-4-1-15,-1-8-5 0,0-8-4 16,1-8 2-16,-6-5-3 16,-5-7 2-16,-7-2-1 15,-13 0 2-15,-2 0-2 16,-10 0 5-16,0-5 12 16,-1-4-12-16,-19-3-5 15,-5 6 1-15,-8 6-2 16,-6 0-2-16,-4 12 2 15,3 13 0-15,4 12-1 16,9 8 1-16,8 7 3 0,10 3 1 16,9 6-1-16,0 4 6 15,13 1-5-15,8 0-1 16,5-2 7-16,-6-2-7 16,-6 0 1-16,-13 0-4 15,-1 0 6-15,-18-2-2 16,-23-6 2-16,-13-1 10 15,-21-10 0-15,-11-5-5 16,-8-8 0-16,0-11-11 16,4-13 0-16,7-6-8 0,4-4-91 15,4-18-191-15,2-8-337 16</inkml:trace>
  <inkml:trace contextRef="#ctx0" brushRef="#br0" timeOffset="124246.28">8029 17454 833 0,'0'0'6'16,"0"0"-3"-16,0 0-3 16,0 0 0-16,0 0 14 0,0 0 84 15,0 0-31-15,-67-12-27 16,63 12-14 0,1 0-8-16,-2 0 0 0,1 7 2 15,-1 7 7-15,2 3 8 16,0 5-1-16,0-1-5 15,3 4 10-15,0 1-8 16,0 1 5-16,15 2-9 16,4 1-11-16,4-3 2 15,7 3-1-15,7-7 0 16,2-1-1-16,4-4-6 16,5-6-2-16,3-3 4 15,4-5 0-15,3-3 0 16,0-1-1-16,2 0-6 0,-2 0 1 15,2 0-4-15,-4 0 0 16,0 0-2-16,0-2 2 16,-2-5 1-16,4-3-3 15,0-4 3-15,2-3-2 16,0-3 1-16,1-2 0 16,0 1-1-16,2-2-1 15,2 3 1-15,1 4 2 16,-2 2-3-16,-1 6-4 15,-5 4 2-15,-1 1 2 16,2 3-1-16,2 0-1 0,5 0 2 16,3 0 0-16,1 0 0 15,4 0 0-15,4 0 0 16,4 0 0-16,-4 0 0 16,2 4 2-16,-4 9-2 15,-6 5 1-15,-1 3 0 0,-3 5-1 16,-3 4-1-1,-5 4-1-15,-6 2 2 16,-7 2 0-16,-2-1 0 0,-1-1 1 16,-2 1 4-16,0-5 2 15,-6 2-1 1,-7-1 5-16,-9-3-2 0,-4 0-2 16,-11-4-1-1,-3-4-3-15,0-5 0 16,0-3 4-16,-12-7-3 0,1-4 4 15,-2-3-2-15,-5 0 3 16,2-2-5-16,-2-10 2 16,-3-5-5-16,6-4 0 15,-1-4-1-15,5-1-3 16,3 0 3-16,7-3-1 16,1-1-2-16,0-1 1 15,9 2-1-15,9-1 1 0,7 4 0 16,5-3-1-1,6 5 3-15,6 4-1 0,3 5 0 16,4 5-1 0,2 2 2-16,2 5 0 0,7-3 2 15,1 1 1-15,6-3 6 16,-1-1 20-16,2 0-16 16,-5-5-11-16,-5-1 7 15,-7-2-4-15,-3-2 2 16,-6 2-2-16,-8 0-3 0,-9-3 0 15,-9 1 0 1,-8-1 1-16,-2-1 3 0,-6 1 4 16,0 2 3-16,0 2 3 15,0 2-7-15,0 1-9 16,0 7 0-16,0 2-16 16,0 3-89-16,5 1-143 15,14 0-100-15,6 0-20 16</inkml:trace>
  <inkml:trace contextRef="#ctx0" brushRef="#br0" timeOffset="124899.06">12484 17533 1278 0,'0'0'36'0,"0"0"-36"0,0 0-17 0,-81-3 17 16,75 11 37-16,6 3 14 16,0 8-29-16,3 5 3 15,16 2-9-15,7 1 5 16,12-2-7-16,12-4-3 15,10-3-5-15,9-4-2 16,8-4-4-16,4-6 4 16,7-4-3-16,9 0-1 15,6 0 0-15,1 0 5 16,-2 0-5-16,-8 0-2 16,-5 0 2-16,-1 11 1 0,-4 3 14 15,-10 8 2-15,-6 5 6 16,-13 5 0-16,-11 6 1 15,-9 6 10-15,-14 1 1 16,-5 2-3-16,-7-2-15 16,-7-7-4-16,-2-8-8 15,0-15 0-15,0-8-1 16,0-7 3-16,-5 0 11 16,-4-9-1-16,-6-14-15 15,6-11-2-15,3-7-1 16,6 0-1-16,0-2 2 15,3 5 12-15,11 2 27 0,5 3 6 16,8-2-15 0,10-1-10-16,12-4-3 0,9-2-4 15,8-3-5-15,3 1-2 16,4 0-3-16,0 2 0 16,-6-1-3-16,-4 7-6 15,-11 3-70-15,-12 5-73 16,-10 1-168-16,-12-1-292 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40:18.9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9120 4814 649 0,'0'0'96'16,"0"0"-40"-16,0 0 37 15,0 0 10-15,0 0-3 16,0 0 0-16,0 0-58 16,-8-75-12-16,-8 68-26 0,-4 4 6 15,-2 0-8 1,-3-3-2-16,3 2 2 0,-3-6-1 16,-3-4 6-16,-3 0-3 15,-9-5-4-15,-4 1 0 16,-6 0 0-16,-6 1 0 15,-9 0 1-15,-7 2-1 16,-6 1 0-16,-2 2 0 16,-6 0 3-16,-1 3-3 15,0-1 2-15,-4 2 0 16,-3 0-2-16,-8 3 3 16,-8 0-3-16,-7 5 0 15,-6-1 0-15,4-3 2 16,9 2 1-16,8-4 8 15,8 1-9-15,0 5 4 16,-1 0-6-16,-1 0-2 16,-1 5 2-16,-1 7 0 0,1 2 0 15,-6 5 0-15,-3 1-1 16,0 1 1-16,12 1 0 16,11-1 0-16,9 1 0 15,13 8 0-15,6 3 2 16,7 7 0-16,7 3-1 15,2 4 0-15,0-2 0 16,6 4-1-16,0-1 1 16,3 1 1-16,3 2-2 0,7 0 0 15,6-2 7-15,7 1-6 16,7-5 7-16,0-1-8 16,22-4 4-16,5 2-2 15,7-2 1-15,4 0 4 16,0-2-2-16,6 0 0 15,2-2-5-15,9-3 3 16,11-2 3-16,13-4-4 16,15-2 0-16,13-5 1 15,11-4 0-15,6-3 0 16,7-3-2-16,8-3 1 0,6-3 1 16,5-4-1-1,4 0 0-15,1-3-2 0,2-10 0 16,-2-2 0-1,-1-6 2-15,1 1 0 16,3-5 3-16,-3-5-3 16,0 1-2-16,-10-1 0 15,-11 0 3-15,-8-1 0 0,-13-1 2 16,-13-5 0-16,-7-6 5 16,-13-6-2-16,-10-10 4 15,-13-9-6-15,-17-4 5 16,-22-5 5-16,-18 3-11 15,-16-1-2-15,-37 5 0 16,-32 8 6-16,-37 18-9 16,-38 19-14-16,-44 25-89 0,-48 16-133 15,-40 27-788-15</inkml:trace>
  <inkml:trace contextRef="#ctx0" brushRef="#br0" timeOffset="2578.91">13585 3774 947 0,'0'0'6'0,"0"0"-2"0,0 0 6 16,0 0 7-1,6-79 53-15,-1 66 24 0,-1 7-28 16,0 0-48-16,1 3-17 16,1 3 1-16,2 0 1 15,5 7 9-15,0 21 1 0,2 9 30 16,-1 10 0 0,-1 4-18-16,-4 0 0 0,0-1-3 15,3-4 13 1,0-9-16-16,3-4 22 15,1-10-29-15,5-9-2 16,5-10 7-16,14-4 13 16,16-32 42-16,24-25-26 15,24-26-27-15,23-23-7 0,13-13-3 16,15-9-2-16,5-1-7 16,-6 8-3-16,-8 11-3 15,-16 13 6-15,-23 16-4 16,-24 22-39-16,-23 19-82 15,-26 20-60-15,-20 14-53 16,-14 6-222-16</inkml:trace>
  <inkml:trace contextRef="#ctx0" brushRef="#br0" timeOffset="5169.68">13223 4480 926 0,'0'0'7'16,"0"0"-5"-16,0 0 0 15,0 0 8-15,0 0 57 0,21-77 32 16,-20 75-16 0,-1 0-33-16,0 2-37 0,0 0-13 15,3 0 1 1,5 0 3-16,3 0 16 15,4 8 2-15,5 4-11 16,0 8 16-16,0 5-3 0,-1 9 13 16,-5 6 2-16,1 4-21 15,-6 1-4-15,-2-2 7 16,2-4-12-16,0-10-1 0,2-6-7 0,2-3 10 31,-3-9-1-31,4-1-8 16,2-8 4-16,6-2 2 15,14-6 14-15,16-25 13 0,22-20 4 16,21-17-6 0,23-14-13-16,21-14 8 0,25-6-2 15,9-2-11 1,9 1-13-16,-3 9-2 0,-21 13-6 16,-18 16-3-1,-24 17-110-15,-25 12-128 0,-30 9-196 16</inkml:trace>
  <inkml:trace contextRef="#ctx0" brushRef="#br0" timeOffset="7399.44">7806 3534 487 0,'0'0'1'15,"0"0"18"-15,0 0 103 16,0 0-114-16,-89-21 24 15,70 11 33-15,10 0 23 0,2-2-28 16,5-3-34 0,2-7-8-16,0-5-9 0,18-5-3 15,9-5 4-15,6 1 0 16,4 0 8 0,5 2-3-16,7 5-7 0,11 2 4 15,7 1 5-15,13 3-3 16,11-1 9-16,9-1-15 15,5 0 5-15,5 3-5 16,0 4-2-16,-5 5 13 16,-11 8-7-16,-6 5 1 15,-13 6-5-15,-11 15 0 16,-9 6-3-16,-7 4 16 16,-5 2 5-16,-1-3 15 15,-2-1-2-15,-4-4-14 0,-3-3-13 16,-5-2 8-1,-6-3-11-15,-4-2 9 16,0-1-12-16,-6-2-6 16,0 1 0-16,-6-1-2 0,-3-3-18 15,0 2-55-15,0 2-78 16,-3-1-44 0,0-2-103-16</inkml:trace>
  <inkml:trace contextRef="#ctx0" brushRef="#br0" timeOffset="7715.9">9076 3338 264 0,'0'0'674'0,"0"0"-674"0,0 0-1 15,108-40 0-15,-62 40 2 16,4 14 31-16,2 12 12 15,0 5 15-15,-4 2-45 16,-4-1-9-16,-6-6-3 16,-7-5 0-16,-1-7 3 15,-3-7 11-15,-4-6 4 0,-1-1-9 16,1-5 22 0,4-23 18-16,1-13-11 0,7-15-28 15,-4-4-8 1,-1-2-4-16,-6 5 0 0,-8 8 0 15,-2 14-34 1,-8 14-68-16,-6 11-51 16,0 8-78-16</inkml:trace>
  <inkml:trace contextRef="#ctx0" brushRef="#br0" timeOffset="9689.92">7607 4254 716 0,'0'0'3'15,"0"0"31"1,0 0-22-16,0 0-9 16,0 0 24-16,0 0-5 15,0 0 40-15,-22-84 20 0,2 70-46 16,-4-1-29-1,-7-2 22-15,-8-3-28 0,-13 0-1 16,-17-3 3-16,-16 0-2 16,-16-1-1-16,-17 2-3 15,-12-3 3-15,-4 1 0 16,-8 2 2-16,-7-1-4 16,-8 3 1-16,-17-1 0 15,-10 6 1-15,-7 5 0 16,2 7 0-16,5 3 1 0,2 0-1 15,3 5-2 1,-4 0 1-16,4-3-1 0,7-2 2 16,11 0 0-16,21-4-3 15,8-5 3-15,13 4-2 16,4 5 0-16,-1 0 0 16,7 11 2-16,0 14 0 15,3 8-1-15,5 10 1 16,7 6 0-16,7 1-1 15,10-3 1-15,11-4-1 16,17-1-1-16,16-1 1 16,6 4-3-16,9 2 3 15,8 2-4-15,10 7 5 16,0 3 0-16,10 1 0 16,17 13-1-16,13 6 1 15,12 5 0-15,19 1 0 16,12-3-1-16,17-10 1 0,18-6-1 15,13-8 1 1,20-12 0-16,19-9-3 0,19-7 3 16,28-9 5-16,23-4-5 15,20-6 4-15,1-6-3 16,3-5 0-16,-3 0-1 16,6-3 1-16,3-16 2 15,0-12-3-15,-6-14 0 16,-3-15 1-16,-1-15 3 15,-11-15 3-15,-21-16-7 0,-34-6 12 16,-31 3 7 0,-39 8 6-16,-38 15 9 0,-41 8-1 15,-41 3-11-15,-23 4-7 16,-50 0-4-16,-25 6 10 16,-28 11-8-16,-24 18-9 15,-27 26-4-15,-18 21-3 16,-18 43-20-16,-9 15-120 15,-6 8-192-15</inkml:trace>
  <inkml:trace contextRef="#ctx0" brushRef="#br0" timeOffset="10738.17">7497 4573 793 0,'0'0'1'0,"0"0"1"16,0 0-2-16,49-99 0 15,-30 66-11-15,4-3 10 16,4-1 1-16,4 1 11 16,15-1 13-16,5 1-1 15,14-4-6-15,10-1-14 16,11-3-3-16,13 1 3 15,11 2-3-15,7 4 1 0,8 10 5 16,5 10 21-16,1 11 1 16,-4 6-2-16,0 0 12 15,-8 13-14-15,-1 6-15 16,0-1-1-16,-9 3-3 16,-9 2 1-16,-12-1 6 15,-18 3-2-15,-18 1 7 16,-13 0-12-16,-15-3-1 15,-3 1-2-15,-6-6 4 16,-2-3-5-16,-2 1-1 16,-5-5 0-16,-6-6-79 15,-8-5-123-15,-26 0-343 0</inkml:trace>
  <inkml:trace contextRef="#ctx0" brushRef="#br0" timeOffset="11050.39">9324 4030 1227 0,'0'0'0'16,"94"20"-13"-16,-28 12-52 0,-2 2 23 15,0 1 16 1,-4 2 23-16,-5-1 3 0,0 0 12 15,-5-7 21 1,-4-9-22-16,-6-12-1 0,-4-8 0 16,-3-8-7-16,-3-28 24 15,-2-18 5-15,0-15-2 16,-1-17-3-16,3-11 10 0,0-4-18 16,-2 1-13-1,-10 7-6-15,-16 5-32 16,-13 10-217-16</inkml:trace>
  <inkml:trace contextRef="#ctx0" brushRef="#br0" timeOffset="20381.77">4808 7572 339 0,'0'0'75'0,"0"0"-70"16,-95-59 16-16,69 37 45 15,4-6 7-15,4 1-8 16,5 4-17-16,5 5 21 16,2 8 33-16,6 6-45 15,0 4-57-15,0 0-8 16,0 22-1-16,3 8 5 0,6 15 4 16,3 10 2-1,5 9-2-15,8 5 4 16,8 1 1-16,10-2 4 15,8-3 5-15,4-4-9 16,3-5 14-16,3-4-16 16,0-5 0-16,5-4 3 0,4-8-3 15,8-7 3-15,8-9-3 16,13-11 3-16,8-8-3 16,11 0-3-16,9-15 0 15,4-12 0-15,3-5 0 16,-1-1 0-16,-6 2-3 15,-6 2-15-15,-6 7 0 16,1 0 13-16,2 4-5 16,0 1-2-16,4 3 7 15,-2 5 4-15,-3 9 0 0,-2 0 1 16,-9 18 0-16,-7 18 0 16,-11 14 0-16,-12 12 1 15,-14 4-1-15,-11 0 1 16,-9-5 0-16,-12-10-1 15,-15-7 0-15,-12-8 0 16,-3-1 7-16,-12-9 1 16,-17-2-2-16,-5-11-1 15,-3-9-4-15,-1-4 4 16,3-17 7-16,0-19-8 16,6-11-1-16,3-9-2 15,5-11-1-15,8-8 0 16,10 0 0-16,3 0 0 15,6 4 0-15,24 6 0 16,10 5-1-16,9 4 1 16,9 12 1-16,10 8-1 15,6 13 1-15,2 13-1 0,2 10-2 16,-10 0 1-16,0 13 0 16,-3 7-1-16,2-2 1 15,3-3 2-15,-1-7-2 16,-2-8 1-16,-1 0 0 15,-3-20 1-15,-4-11-1 16,-5-7 2-16,-8-3 0 0,-12-2 14 16,-11 6-7-16,-10 6-3 15,-11 11-6 1,-2 6-24-16,-36 3-270 0</inkml:trace>
  <inkml:trace contextRef="#ctx0" brushRef="#br0" timeOffset="38654.94">15572 10236 366 0,'0'0'233'0,"0"0"-233"16,0 0-17-16,9-90 17 15,-9 64 27-15,-20-1 19 16,-12-3 63-16,-10 1-80 15,-11-4 20-15,-16 3-10 16,-14 0 30-16,-17-1-52 0,-14 3-10 16,-13 1 14-16,-4 3-8 15,-9 5 10-15,-5 8 46 16,0 7-15-16,-7 4-46 16,-6 7 5-16,3 15-7 15,-2 7 6-15,8 4-1 16,24 5 16-16,16 7-4 15,21 8 13-15,21 4-21 16,14 6-9-16,16 12 2 16,22 7-2-16,15 8-3 15,18 3 7-15,34-1 19 16,19-6-3-16,18-5-19 0,15-6-6 16,14-11 3-16,13-7-1 15,10-11-2-15,10-9 2 16,12-12 3-16,11-12-2 15,9-13 0-15,8-3-4 16,-6-29 1-16,-7-14-1 16,-15-8 5-16,-19-14-3 15,-16-10 2-15,-19-8 3 16,-21-13 2-16,-27-8 13 0,-29-4 18 16,-29-1 15-1,-12 5-21-15,-36 7 1 0,-21 12-14 16,-16 11-2-1,-19 14-3-15,-18 16-13 0,-16 11-3 16,-11 14-4 0,3 10-1-16,16 11-4 0,24 1-26 15,27 14-51-15,22 11-14 0,10 7-46 16,6 1-14 0,5 7 25-16,-3-1-89 15,-2-2-273-15</inkml:trace>
  <inkml:trace contextRef="#ctx0" brushRef="#br0" timeOffset="55648.02">7155 15805 436 0,'0'0'220'0,"0"0"-177"15,0 0 7-15,0 0 18 0,0 0 33 16,0 0-16-1,0 0 6-15,-73-25-3 16,68 24 15-16,2-1-25 0,2 2-51 16,1 0-19-16,0 0-8 15,0 0-11-15,0 11-6 16,3 13 17-16,13 9 3 16,7 6 9-16,5 7-7 15,9 4 17-15,4 4 8 16,6-1-16-16,1-3-6 0,3-6-5 15,1-3 3 1,5-7 1-16,1-3 4 0,-1 0-1 16,1-4 3-16,2-4-3 15,-2-3-3-15,1-7-3 16,1-5-1-16,4-6 0 16,5-2 0-16,7-3-1 15,0-15-1-15,3-5-1 16,3 1 1-16,-1 0-1 15,2-2-1-15,2 2 0 16,-1 1 1-16,1-2 0 16,0 2 1-16,4-1 0 15,1 0-1-15,4 2 2 0,4 2-1 16,7 1 0 0,8 8 0-16,3 0-1 15,1 3-5-15,-2 6 4 16,-2 0 1-16,-1 0-1 0,-9 13 1 15,-1 8 0 1,-10 4 1-16,-7 7-1 16,-2 1 1-16,-5 4 0 0,-3 4 0 15,-10 3 0-15,-10 4-1 16,-10 0 3-16,-10 2-1 16,-10-1 2-16,-4-6 5 15,-12-2 2-15,-8-6-1 16,-1-5-1-16,0-5 0 15,-4-9 2-15,-5-7-5 16,-3-7 9-16,-2-2-2 0,-3-2 3 16,-7-21-12-1,0-16-4-15,0-11-10 16,5-9-1-16,11-9 5 0,8-1 2 16,9 2 2-16,20 6 2 15,8 8-1-15,9 10-5 16,2 4 2-16,10 10-1 15,5 2 0-15,11 4 1 16,2 8 3-16,5 6 1 16,2 9 2-16,-2 4 0 15,4 18 7-15,3 8-4 16,-2-1 1-16,4-2-3 16,-2-7 1-16,-3-5 1 15,-4-9 0-15,-13-6-2 16,-11 0 6-16,-9-17 3 15,-8-10 7-15,-13-13 10 16,-14-7 4-16,-13-8-19 16,0-4-8-16,-29 5 4 0,-15 7-3 15,-11 9-7-15,-19 8-18 16,-31 4-226-16,-41-3-746 16</inkml:trace>
  <inkml:trace contextRef="#ctx0" brushRef="#br0" timeOffset="59079.88">14967 13918 903 0,'0'0'107'0,"0"0"-67"0,0 0-37 16,0 0 14-16,0 0 3 16,0 0-14-16,0 0 3 15,-100-71-5-15,55 65-2 16,-6 2-1-16,-9-1 0 15,-5-1 11-15,-8 0-3 16,-9 2 13-16,-6 3 7 16,-3 0 2-16,-3 1-12 0,0 0 2 15,-6 0 7-15,0 0-13 16,-6 0 7-16,-7 0-10 16,-4-4-7-16,-4 3 13 15,-7 0-4-15,-6 1-1 16,-8 0 10-16,-7 0-16 15,-6 0 0-15,-3 0 3 16,-7 0-3-16,0 6 5 16,-1-1-5-16,2 0 1 15,2 3 10-15,-3-1-12 16,1 1 11-16,-6-1-8 16,-5 0-5-16,-7 0-3 0,-1 0 4 15,1 1-3 1,0-2-2-16,3-4-5 15,2 1 4-15,0-2 1 16,0-1 0-16,2 0 6 16,7 0-6-16,-4 0-2 0,6 0 2 15,1 0-4-15,2 0 4 16,7 0 1-16,2 0 1 16,6 0 0-16,9 0 0 15,2 0-2-15,9 0-3 16,6 0 3-16,2 0-1 15,4 0-1-15,7 0 2 16,7-6 2-16,3 2-1 16,3 0 1-16,5 1 0 15,6-1-2-15,3-1 0 0,10 2-1 16,7 2 0-16,6 0-1 16,7 1 2-16,5 0 0 15,8 0 0-15,6 0 3 16,9 0-1-16,3 0-1 15,2 8-1-15,1 5 1 16,-2 3-1-16,0 2 0 16,-4 3 0-16,4 1 0 0,1 1 1 15,1 3 1 1,5 0 0-16,-1 8 2 16,2 3-1-16,3 5 5 15,0 5-4-15,1 2 13 16,3 5 8-16,2 3-8 15,0 0 7-15,0 2-15 16,-2 7 0-16,-5 1 6 0,-3 4-5 16,-5 6 6-16,-2 6-5 15,-2 3-2-15,3 2 0 0,5-2 8 16,8-6-1 0,3-2-1-16,3 1 3 0,0-1-5 15,8-3-1 1,5-3-6-16,5-2-4 15,4-1 2-15,1-1 1 16,2 0-3-16,2-2 1 16,4 1 0-16,4 0-3 15,2-3 1-15,8-6-1 16,1-3 0-16,8-7 0 16,5-6 2-16,7-1-2 15,4-3 2-15,8-4 0 0,2-2-2 16,10-4 6-16,8-2-6 15,7-3-1-15,6-5-1 16,5-3 1-16,6-3 1 16,12-6-1-16,2 0 1 15,5-5 1-15,7-1-1 16,7 0 5-16,5 0-4 16,7 0-1-16,6-2-2 15,-1-5 1-15,5 2 0 16,1-1 2-16,5-3 1 15,1 2-1-15,5-1-1 16,1 2-1-16,-2-2-2 0,-3 0 3 16,0 1 0-16,0 0 3 15,-3 0-3-15,3 1-4 16,-2-2 0-16,-1 1 2 16,-3 0 0-16,0 0 2 15,-2 2 2-15,-3-1-2 16,3 3-2-16,-8 0-5 15,-2 0 7-15,-6 3-1 16,-5 0 0-16,-4 0 1 16,-6 0 1-16,-4 0-1 0,-2 0-6 15,-6-3-3-15,0-2 7 16,-4 0 1-16,-6 0 1 16,-6-1 0-16,-8 2 1 15,-2 1 3-15,-7 0-3 16,-7 3-1-16,-9 0-1 15,-10 0-1-15,-11 0 0 16,-4 0-3-16,-7-3 2 16,-4 0-6-16,-4-2-7 15,-4-5 16-15,-3-1-1 16,-3-3 0-16,-4 1 1 16,-6-3 2-16,-5 4-2 15,-4-4 3-15,-5 1-2 0,-1-2 0 16,-1-4 5-1,-1-4-6-15,1-2 2 16,-1-5-2-16,1-4 0 16,0-8 0-16,1-8-2 0,-2-2 2 15,0-4 0-15,-2 2 0 16,-2-1 0-16,-1-2 2 16,-3 0-2-16,0-4 1 15,0-3 1-15,0-2-2 16,0-4 0-16,0-6-1 15,9-4 2-15,0-5-1 16,2-3 0-16,-3-6 0 16,0-2 0-16,-5-5 0 0,-3-1-1 15,0 0-1-15,-9-4-1 16,-13-5 3 0,-7-1-2-16,-8-3 2 0,-14 4 1 15,-19 4-1-15,-39 12-9 16,-58 5-277-16,-88 9-1025 15,-109 2 1311-15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44:41.1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23881 3820 1264 0,'0'0'27'16,"0"0"-27"-16,0 0 1 0,-101-83 1 16,53 63 7-1,-13 3 10-15,-11 2-4 0,-4 1 1 16,-7 5 12-1,-10 4-16-15,-12 4-12 0,-8 1-9 16,-3 0 9-16,-2 0-10 0,4-4 3 16,0-3 7-1,-1-3 1-15,1 0 1 0,-1-1-2 16,2 2 7 0,-2 5 3-16,2 4-2 15,-2 0-6-15,-1 1 0 16,3 13 2-16,3 4 0 15,0 0 0-15,7 4 18 16,9 0-7-16,5 2-3 0,9 2-3 16,9 2 1-1,5 7-6-15,3 5-3 0,7 7 0 16,-5 14 3-16,1 5-1 16,3 7-2-16,2 8 2 15,0 6 8-15,1 8 3 16,1 9 7-16,0 13-1 15,-1 13-3-15,4 8 15 16,2 13 10-16,-1 7-13 16,-2 3-11-16,-4 6-5 15,-3 7-4-15,-5 5-2 16,-4 6-2-16,-2 5 7 16,4-3-2-16,-1-2 11 0,6-6 0 15,7-2-7 1,9-12 1-16,16-13-7 15,13-9 1-15,13-16-8 16,2-6 3-16,18-13-4 0,14-8 0 16,11-10 0-16,9-11-1 0,23-10 0 15,16-10 0 1,22-9-1-16,23-13 1 16,21-12-4-16,18-16-5 15,26-9 0-15,20-7-14 16,19-22-3-16,15-3 3 15,7-5 20-15,8-1 4 0,2 0 2 16,4 2-2-16,-4 2-4 16,-4-1 4-16,-10 2 3 15,-9-1-2-15,-8 1-1 16,-19 0-2-16,-10 1 2 16,-14 0 4-16,-16 0 0 15,-15-4-4-15,-13 0 0 16,-23-3-3-16,-19-2 2 15,-21-2-1-15,-19-6 1 0,-16-8-3 16,-10-7 4 0,-13-6 0-16,-12-13 0 0,-7-13 0 15,-11-6 0 1,-3-8-1-16,-2-6 1 0,-16-2 0 16,-1-14-1-1,-5-6-4-15,-1-11 4 0,-1-14 2 16,1-8-3-1,4-6 2-15,0-5 0 0,3-3 2 16,3-1 0-16,1-3-2 16,-3 1 0-16,-5 8 0 15,-8 16 0-15,-14 16 0 0,-18 19 0 16,-22 14-2 0,-23 20-3-16,-33 18-7 15,-28 23-1-15,-31 24-14 16,-30 20-63-16,-11 10-28 15,-9 31-33-15,13 16-65 16,26 13 103-16,27 6-116 0,30 1-241 16</inkml:trace>
  <inkml:trace contextRef="#ctx0" brushRef="#br0" timeOffset="728.42">21613 5742 336 0,'0'0'768'0,"0"0"-768"0,0 0 7 16,0 0-4-16,-36 106 79 15,23-57 23-15,1 3-4 16,4-5-46-16,1-8-15 16,6-9-16-16,1-13 1 15,0-7-11-15,0-6-12 16,0-4-1-16,0 0 6 15,0-2 23-15,0-25 36 16,0-13-47-16,0-13-19 16,0-4-2-16,0-4 0 15,0 6-7-15,0 1-21 16,-3 6 13-16,1 10 13 16,1 6 4-16,1 9 0 15,0 8 1-15,0 1-1 0,10 1 1 16,10-1-1-1,6-2 1-15,7 4 4 0,3-3 6 16,7 1 11-16,1 2 7 16,-2 0-10-16,-7 4-6 15,-1 3-9-15,-8 2-3 16,-2-1 0-16,-3 0-2 16,-9 1 0-16,-2 0-24 15,-6 0-68-15,-1 2-79 16,-3-2-112-16,0 2-223 15</inkml:trace>
  <inkml:trace contextRef="#ctx0" brushRef="#br0" timeOffset="930.78">21685 5748 666 0,'0'0'524'0,"0"0"-524"16,0 0 0-16,0 0 14 15,0 0 81-15,0 0-8 16,37 16 27-16,3-28-44 16,7-4-51-16,0-3-13 15,0 5-6-15,-8-1-1 0,-5 5-41 16,-13 5-101 0,-5 3-123-16,-10 2-100 0</inkml:trace>
  <inkml:trace contextRef="#ctx0" brushRef="#br0" timeOffset="1108.48">21638 6028 1154 0,'0'0'60'16,"0"0"-58"-16,0 0 12 0,0 0 69 16,0 0-6-1,0 0-21-15,91-30-49 16,-39-1-7-16,-2 3-104 15,-3 4-154-15,-4 4-185 16</inkml:trace>
  <inkml:trace contextRef="#ctx0" brushRef="#br0" timeOffset="1949.76">22046 5809 508 0,'0'0'540'15,"0"0"-523"-15,0 0 19 16,72-92 147-16,-46 78-38 15,0 6-65-15,-2 8-36 16,-3 0-24-16,-2 8-15 16,-1 8 5-16,-3 1-4 15,-3 0-5-15,-2-6 3 16,-4-3-2-16,-3-6-2 0,-1-2 0 16,-2 0 0-1,3 0 8-15,0-10 11 0,3-8-18 16,1-2-1-1,-1 1 0-15,-2 5 1 0,3 6-1 16,1 5-1-16,1 3-4 16,3 0-5-16,2 13 9 15,-2 2 1-15,-3 1 5 16,1-2-2-16,-3-1-2 16,1-5-1-16,1-2 1 15,0-3 2-15,0-3-2 16,7 0 3-16,4-16 6 15,8-10-4-15,3-9-5 16,5-5-1-16,3-6-1 0,0 0-4 16,-1-1-7-16,-2 6 5 15,-6 9-11-15,-9 9 10 16,-10 14 3-16,-8 7 5 16,-3 2-1-16,0 0 1 15,-2 20 0-15,-16 14 2 16,-7 8 39-16,-1 2 8 15,4-2 5-15,8-7-11 16,10-6-27-16,4-9-6 0,0-2-6 16,6-6-1-1,15-9 0-15,8-3 4 16,7 0 0-16,6-18-4 16,4-7-2-16,-2-4-1 0,-8 1 0 15,-8 4-10 1,-10 9-15-16,-9 5 4 0,-8 7 21 15,-1 3 2-15,0 0-2 16,0 6-11-16,-4 12 4 16,-8 3 7-16,6 2 10 0,5-3-3 15,1-2-4 1,1-5 1-16,18-5-2 0,4-7 0 16,2-1 9-1,5-4-3-15,-2-14-2 0,-2-6 0 16,-7 2-2-1,-10 3 1-15,-9 3 12 16,0 4-7-16,-21 2 32 0,-9 4-32 16,-4 5-10-16,3 1-1 15,5 0-3-15,11 0-35 16,9 0-76-16,6 0-116 16,0-9-62-16,12-9-249 15</inkml:trace>
  <inkml:trace contextRef="#ctx0" brushRef="#br0" timeOffset="2530.73">23440 4995 1210 0,'0'0'200'0,"0"0"-200"16,0 0 0-1,0 0 38-15,0 0 124 16,-17 119-16-16,10-61-97 15,5-3-9-15,2-2-12 0,0-5-23 16,6-6-4-16,7-6 0 16,0-10-1-16,-3-7 0 15,-1-9 0-15,-5-7 0 16,-2-3-7-16,-2 0-9 16,0-13 13-16,-9-6-28 15,-12 3-5-15,-4 7 27 16,-7 9 6-16,3 0 0 15,0 17 3-15,5 7 12 16,6 0 5-16,12-3 3 0,6-3-12 16,3-7-8-16,24-5-1 15,9-6 0-15,7-3-2 16,10-16-14-16,-1-6-30 16,-4-2 14-16,-5 4 19 15,-14 8 9-15,-10 8 5 16,-8 7 2-16,-8 0 8 15,-3 18 27-15,0 4 29 16,0 2-28-16,0-1-17 0,0-3-14 16,0-4-6-1,0-3 1-15,2-3 0 16,7-1-2-16,4-1 2 16,2 4-2-16,3 6 0 15,0 9 1-15,1 4 9 16,-1 2 36-16,3 2-1 0,1-6-25 15,4-5-5-15,5-6-5 16,5-11-6-16,7-7-4 16,12-3 0-16,10-23-14 15,5-5-65-15,4-2-99 16,-11 2-335-16</inkml:trace>
  <inkml:trace contextRef="#ctx0" brushRef="#br0" timeOffset="3916.74">29367 11256 1246 0,'0'0'0'0,"0"0"-77"0,-82-48 69 16,25 34 8 0,-15 2 8-16,-14 2 48 15,-17 8 1-15,-19 2-19 16,-20 0-29-16,-16 6 8 0,-23 7-9 15,-5 1 2 1,-4 0-10-16,5-2 3 0,12-2 4 16,14-6 18-16,16 0-3 0,13 0 19 15,6 9 0 1,11-1 0-16,7 9-21 0,5 6-3 16,7 11 1-1,6 14 8-15,4 15-14 16,2 14 0-16,7 13 8 15,9 10 25-15,14 12-12 0,13 11-13 16,14 11 0-16,6 8 7 16,0 13-16-16,-6 6 0 15,-6 5-10-15,-10 4 5 16,-6-7-3-16,-7 0 4 16,5-7-4-16,4-4 1 15,17-6-1-15,22-14 0 16,6-8-2-16,31-20 0 15,17-13-1-15,11-17-6 16,13-16 4-16,16-14 1 16,15-15 1-16,20-11 1 15,17-14 3-15,19-8-3 16,25-12 2-16,22-22 0 0,24-9-3 16,23-6-3-1,14-3 3-15,14 5 0 0,7 5 4 16,4 8-4-1,-5 10-10-15,-7 9 7 0,-16 8-1 16,-16 4 4-16,-20 0-12 16,-22-6-6-16,-18-6 0 15,-15-9 7-15,-13-9-2 0,-16-10 2 16,-12-7 6 0,-28-6-1-16,-22-6-2 0,-21-5-10 15,-16-5 17 1,-9-11 1-16,-9-7 1 0,-5-9 5 15,-6-11-6 1,-5-11 0-16,-7-10-2 16,-2-14-5-16,-2-8-7 0,0-3-2 15,-12-2 9-15,-12 0 6 16,-10 1 0-16,-17 5 2 16,-16-1 4-16,-18 4-4 15,-20 13 5-15,-17 10-6 16,-14 13 2-16,-15 18-2 15,-11 15-4-15,-11 16-1 16,-14 21-9-16,-9 13-34 16,-1 17-80-16,5 13-66 15,11 6-79-15,11 19-127 16</inkml:trace>
  <inkml:trace contextRef="#ctx0" brushRef="#br0" timeOffset="5500">27741 11828 978 0,'0'0'61'0,"0"0"-39"0,0 0 26 16,0 0 18-16,0 0-30 15,0 0-26-15,-5 18-4 16,14 33 61-16,2 16-6 16,0 10-20-16,-1 10 20 15,-3 5 33-15,-2 0-55 16,-1-5-27-16,2-8 22 0,-3-10-11 16,1-13-17-1,2-13 0-15,-1-13-5 16,0-13-2-16,-1-10 0 15,-3-7 1-15,-1 0 7 0,2-22 23 16,-1-13-30-16,-1-12 0 16,0-3-15-16,-3 1 15 15,-15 6-23-15,-1 5-4 16,1 7 19-16,-1 11 8 16,1 9 0-16,-6 11-2 15,-6 0-1-15,-3 23 3 16,-3 11 1-16,5 3 9 15,6 5 0-15,8 0-1 16,11 0-6-16,6 2 9 0,0-3-5 16,21-7-4-1,9-8 3-15,9-9-2 0,10-10 0 16,5-7 2-16,6 0-2 16,2-12-1-16,-1-13-3 15,-4-9 1-15,-5-1-1 16,-5-2-1-16,-4 1-18 15,-11 0-14-15,-6 5 0 16,-10 5 16-16,-6 5 5 16,-6 7 10-16,-4 3 2 15,0 5 2-15,-3 3-2 0,-9 3 5 16,-6 0-1 0,0 15-4-16,-3 10 5 0,3 3 1 15,5 4-4 1,7 2 15-16,6-3-16 0,0 2 0 15,3-6 1 1,15-2-3-16,4-7 2 0,8-9 2 16,9-9-2-16,3 0 0 15,5-21-2-15,1-8 1 16,-2-3-15-16,2-7 0 0,-2 0-9 16,-1-3 2-1,-4 1 6-15,-5 3-2 16,-6 7 5-16,-12 9 7 15,-6 10 6-15,-9 8 0 0,-1 2 0 16,-2 2 0 0,0 9-9-16,-2 18 9 0,-13 11 36 15,-1 5-1-15,1-4-2 16,3-2 2-16,7-5-19 16,5-2 10-16,0-10-22 15,0-3 0-15,11-10-2 16,7-7-2-16,3 0 5 0,10-12 4 15,7-13-9 1,0-2-2-16,-5 1-21 16,-8 10 6-16,-11 7 5 0,-7 5 6 15,-3 2 5 1,-4 2-2-16,0 0-11 0,0 2 8 16,0 9 6-1,0 0 33-15,0-1-15 0,0-3-18 16,8-1 1-1,6-4 0-15,6-2 0 0,6 0 4 16,0-12-1-16,-3-3-4 16,-7 2-12-16,-9 0-1 15,-7-1 5-15,0 3-6 16,-2-1 9-16,-13 0 3 16,0 4 0-16,2 0 2 15,2-1 0-15,5-4 0 0,3-1 3 16,3-9-3-16,0-4-4 15,0-3-4 1,0-1-3-16,0 1-14 0,0 7 7 16,-13 7 6-16,-8 8 8 15,-9 6-3-15,-3 2 1 16,2 0 5-16,6 9 1 16,10-1 12-16,9-2-6 15,6-2-3-15,6-4-2 16,22 0-1-16,14 0 5 15,4-5-1-15,6-2-4 16,-1 2 1-16,-2 5 1 16,-7 2 0-16,-5 15 11 15,-8 5 3-15,-8 3-11 16,-4 2 13-16,-4-1-13 16,-3-1-1-16,-4-6-3 15,-2-2-1-15,2-9-7 16,2-4-58-16,2-4-75 0,5 0-70 15,4-23-88-15,1-12-471 16</inkml:trace>
  <inkml:trace contextRef="#ctx0" brushRef="#br0" timeOffset="5890.65">29515 11891 1109 0,'0'0'220'0,"0"0"-220"0,0 0 6 16,0 0 107-16,8 85 56 15,-15-33-27-15,0-2-52 0,2-6-49 16,5-5-30-16,0-7-7 16,0-7-4-16,2-4-2 15,2-9 2-15,-2-5-2 16,-2-6-13-16,0 1-21 16,0-2 9-16,-21 5-11 15,-8 6 4-15,-5 3 15 16,6 9 15-16,7-3 3 15,10 2 1-15,7-5 2 0,4-1-1 16,4-9 2 0,22-4 0-16,14-3 1 15,10-2 1-15,2-14-5 16,1-3-19-16,-6 5 4 0,-3 7 8 16,-2 7 7-1,-6 6 3-15,-3 24 25 0,-6 9 47 16,-5 9-32-1,-3 4-16-15,-1 0-15 0,3-1-12 16,1-6-3-16,1-11-59 16,4-11-95-16,-2-15-119 15,2-8-89-15</inkml:trace>
  <inkml:trace contextRef="#ctx0" brushRef="#br0" timeOffset="7561.39">24758 5647 1134 0,'0'0'0'0,"145"-6"-11"16,-28 1-21-1,24-7 2-15,16-3 15 16,17-2 15-16,8-3 0 16,3 2 6-16,0 2 3 15,-11 2-1-15,-9 4 2 16,-14 6-1-16,-5 3-3 15,5 1-4-15,1 0 8 0,11 0-10 16,-1 0 1 0,-4 0 3-16,-6-2-4 0,-17 2 1 15,-22 0-1-15,-27 7 2 16,-24 17-1-16,-28 11-1 16,-22 11 1-16,-12 8 4 15,-12 15 10-15,-19 14 23 16,-2 6-8-16,0 7-7 15,6 4-5-15,6 3-5 16,8 7-7-16,3 6 0 0,4 4-1 16,4 5-2-1,2 8 6-15,0 9 2 0,0 6-3 16,0 3 0-16,0-5 0 16,2-3-1-16,8-7-6 15,6-1 2 1,7 4 16-16,2 5 7 0,4 2-4 15,-4 1-10-15,-1-4-8 16,-11-9-4-16,-3-4 1 16,-8-10 1-16,-2-10-2 15,-5-7 0-15,-20-3-1 16,-11-10 1-16,-11-5 0 0,-11-10 2 16,-13-12-1-1,-9-5-1-15,-9-7 2 0,-10-7-1 16,-13-5 0-1,-9-4 3-15,-16-5 1 0,-15 0-3 16,-12-2 1-16,-14 0-3 0,-11-3-2 16,-9 3 0-1,-9 1 2 1,-8 2 2-16,-1 3 0 0,1 1-2 16,3 2-2-16,5-2-8 15,8-1-9-15,8-3 5 16,12 0 9-16,13-1 3 0,12 1 0 15,16 2 2 1,18 1 0-16,18 1-2 16,22-3 2-16,26-1 0 15,24-1 0-15,20 2-1 0,10 9-6 16,13 11 6-16,13 11 1 16,5 12 4-1,0 9-3-15,-4 9 3 0,0 4-3 16,-3 4 0-1,-2 4 8-15,-2 2-8 0,-1 9 0 16,-3 7 7-16,-4 6 4 16,-7 1 3-16,-5 1 2 15,0-9-8-15,-14-3-3 16,-2-9 7-16,5-14 0 16,7-7-7-16,4-13 2 0,4-11-5 15,23-11-3 1,13-15 7-16,14-12-5 15,16-15 8-15,17-12-5 0,16-6 3 16,15-23-4-16,4-9-1 16,-6-1-3-1,-11 2-85-15,-17-1-131 0,-18 1-26 16,-16-5-288-16</inkml:trace>
  <inkml:trace contextRef="#ctx0" brushRef="#br0" timeOffset="7832.24">24705 12221 1245 0,'0'0'36'0,"0"0"-36"0,127-28-71 15,-55 28 67-15,11 0 4 16,9 9 63-16,5 22 21 0,-2 13-3 15,-12 12-39-15,-19 10-16 16,-23 9-8-16,-24 7 21 16,-17 5 8-16,-21 1 27 15,-31-5-27-15,-14-10-31 16,-13-15-13-16,-4-14-3 0,-3-14-25 16,3-16-142-1,4-14-69-15,6-14-152 16</inkml:trace>
  <inkml:trace contextRef="#ctx0" brushRef="#br0" timeOffset="9748.9">29264 6311 632 0,'0'0'454'0,"0"0"-438"16,0 0-13-16,0 0 18 15,-108 49 52-15,73 5 35 16,-2 11 10-16,2 8-37 0,9-3-15 16,10-6-8-1,9-7-22-15,7-10-22 0,4-12-13 16,19-10-1-1,8-10-1-15,6-13-1 0,11-2 2 16,6-14-46 0,6-16-29-16,-5 1 10 0,-7 4 5 15,-8 5 25 1,-16 9-2-16,-9 7 25 0,-8 4 10 16,-4 0 2-16,0 16 14 15,2 6 32-15,-1 2-16 16,2 2 14-16,4-1-5 0,5-3-13 15,5-3-7 1,2-1 1-16,2-7-5 0,0-4-14 16,-2-3-1-16,1-4 0 15,0 0 1 1,-3-14-1-16,-1-10 0 0,-3-10-5 16,-5-9-6-16,-5-4-25 15,-6-8-2-15,0-2 14 16,-11 2-16-1,-11 6 9-15,-5 10 31 0,-4 12 6 16,-3 12 6-16,-7 15 40 0,0 0-15 16,0 23-12-1,4 7 23-15,7 1-3 0,8 0-18 16,11-4-17 0,7-6-8-16,4-6 1 0,1-2-3 15,22-7-4 1,14-6 4-16,9 0 1 15,8-9-1-15,3-6-17 16,-2 0-30-16,-1 3 19 0,-2 8 22 16,-6 4 0-16,-4 0 3 15,-9 18 2-15,-8 3-1 16,-10 2 4-16,-3-2-2 0,-8-4 1 16,-1-3 0-1,-3-5 7-15,0-5-2 16,0-4 3-16,-1 0 7 15,-7-2 3-15,0-17-19 16,3-4-3-16,5-7-22 16,0 0 10-16,3-1-12 0,10 6-14 15,-1 10 20 1,-1 6 17-16,-2 9-1 16,1 0-3-16,5 9 0 15,3 9 8-15,3 6 19 16,-3 0 0-16,1-3-13 0,2-1 0 15,-3-6 1-15,1-4-5 16,-2-6-2-16,-1-4 3 16,-2 0-1-16,-1-4 4 15,1-18 3-15,0-11-7 16,0-8 2-16,1-11-4 16,-2-10-3-16,-1-8-12 15,0-8-23-15,-3 3 29 16,-4 3 8-16,-4 10-8 15,-1 13 4-15,0 13 5 16,0 16 11-16,0 11 11 16,-3 7 12-16,-1 2 4 0,-2 6-20 15,-2 22-18-15,-4 12 12 16,5 10 2-16,2 7-3 16,4 12 3-16,1 4 44 15,0 3-1-15,0-5-2 16,3-10-21-16,13-9-30 15,5-12 0-15,4-11-4 0,2-11 0 16,3-11 0-16,0-7-2 16,-2-4-3-1,-1-19-21-15,-4-6-13 0,-7-5-12 16,-6 2 18-16,-5 4 14 16,-3 7 19-1,-2 9 1-15,0 5 6 0,0 6 15 16,0 1 16-1,0 0-18-15,3 0-14 0,8-4-6 16,7 2-14-16,12 0 14 16,7 2 0-16,5 0 0 15,2 10 0-15,3 12 0 16,4 5 14-16,-2 4 22 16,0-1 8-16,-4-1 6 0,-6-8-30 15,-11-6-16 1,-10-5-3-16,-10-8-2 0,-8-2 0 15,0-2-28-15,-17-18-75 0,-20-10-287 16,-14-9-80 0</inkml:trace>
  <inkml:trace contextRef="#ctx0" brushRef="#br0" timeOffset="9901.29">30315 6322 1481 0,'0'0'0'15,"0"0"-94"-15,129-94 77 16,-56 54 3-16,4 5-88 16,-2 4-120-16,-9 5-298 15</inkml:trace>
  <inkml:trace contextRef="#ctx0" brushRef="#br0" timeOffset="10249.54">31180 5874 1342 0,'0'0'209'0,"0"0"-209"0,0 0 0 16,0 0 8 0,0 0 1-16,0 0-9 15,-34-32-2-15,30 32-1 16,1 0-14-16,-1 12 10 16,-1 4 5-16,1-5 1 15,2-2 0-15,1-4-4 0,1-2 5 16,-3 0-1-1,2 5 0-15,1 3 0 0,0 12 2 16,0 20 1-16,0 14 22 16,1 22 52-16,6 10 89 15,-4 9-62 1,0 0-47-16,2-2-30 0,-1-8-22 16,3-13-4-16,1-18 0 15,-2-16-3-15,-1-15-59 16,-2-19-86-16,-3-7-115 15,0-18-39-15,-27-22-710 16</inkml:trace>
  <inkml:trace contextRef="#ctx0" brushRef="#br0" timeOffset="10366.36">30825 6466 1544 0,'0'0'254'16,"0"0"-254"-16,134-30 0 15,-37 1 2-15,16-7-2 0,11-7-15 16,1-16-305-16</inkml:trace>
  <inkml:trace contextRef="#ctx0" brushRef="#br0" timeOffset="38066.48">11432 8709 1025 0,'0'0'316'16,"0"0"-316"-16,0 0 0 16,0 0 6-16,0 0 105 15,0 0-6-15,0 0-58 16,2-8-25-16,-2 8 2 15,0 0 4-15,-8-2-7 16,-5-2-21-16,-5 2-7 16,-4 0 5-16,-5-1-2 15,-4-2-3-15,-5-2-6 16,-5-1 3-16,-5-2 7 0,-3-2-1 16,-6-2 4-1,-5-2 2-15,-1 1-1 0,-6 2 0 16,-4-3-1-1,-6 4 0-15,-5-2 1 16,0 0-1-16,4 2-1 0,7-1-1 16,3 0 0-16,4 1 1 15,-4-1-1-15,4 1 2 16,-2 0-2-16,-1 1 2 16,0 2 0-16,-4-2-1 15,0 0 1-15,1 1 0 16,4-2 0-16,2 2 0 15,1 0-2-15,2 2-2 16,-3 6 0-16,-4 0 3 16,2 2 1-16,0 0-5 15,7 0 3-15,-1 0 1 0,-1 0-1 16,-6 2 0 0,-7 8 1-16,-3 0-2 0,1 0 2 15,3-3 0-15,7-1 0 16,5 0 0-16,4 0 1 15,3 2 0-15,2 0 2 16,2 2-2-16,2 5 0 16,0 0-1-16,-3 2 1 15,-1 1 0-15,-2 1 0 16,-1 2 1-16,3-1-1 16,1 4-3-16,5-2 2 15,0 1 0-15,4 0-1 16,0-1 2-16,3 0-1 0,2 1 1 15,3 1 0-15,4 0-1 16,6-1 1-16,6-1 1 16,6 1-1-16,6 1 2 15,0 1 0-15,6 1 2 16,0 0-4-16,0 3 5 16,0 1-3-16,11-1 4 15,4 3 1-15,4 1 1 0,3-1-7 16,5 1 9-1,4 1-9-15,8-3 2 0,9 0 3 16,6-3 0-16,13-6-2 16,12-3 12-16,12-6-3 15,8-4 0 1,-1-1-2-16,0-3-4 0,-4 0-7 16,0-3 1-16,-1 3-1 15,-4-3 1-15,0 4-1 16,-1-3 0-16,-2-2 1 15,-1-1 1-15,3 0 0 16,3 0 1-16,-2 0 2 16,-3 0-5-16,-7-1-1 0,-11-1-3 15,-3 1 3 1,-3 1 0-16,-1 0 0 0,2 0-1 16,0 0 2-1,1 0 0-15,6 1 0 0,3-1 1 16,7 0 0-1,1-3 0-15,4-6 3 16,-1-2-3-16,-2 0 0 0,-2 3 3 16,-2 2-4-1,-8 2-1-15,-3-2-3 0,0-1 4 16,1-4-1-16,1-3 1 16,2-5-3-16,-3 0 3 0,0-4 2 15,-6-2 0 1,-2-3 0-16,-5-5-1 15,-7-5 2-15,-11-2 0 16,-10-4 3-16,-18-5-2 16,-9-2 1-16,-14-4 6 0,-24-2-11 15,-15 3 2-15,-18 2-2 16,-17 8-1-16,-24 13-8 16,-30 18-83-16,-37 13-190 15,-40 23-397-15</inkml:trace>
  <inkml:trace contextRef="#ctx0" brushRef="#br0" timeOffset="42519.69">16624 9368 957 0,'0'0'53'15,"0"0"-51"-15,0 0 6 16,0 0 76-16,0 0-16 0,0 0-1 16,0 0-42-1,-25-36-10-15,11 30-4 0,-3-1-8 16,-4 0-3-16,-2-2 14 16,-7-1-7-16,-4-1-7 15,-8-3 0-15,-8 0 0 16,-9 0 0-16,-7-2 0 15,-8 2 0-15,1-2 3 16,-3 3 11-16,4-3 9 16,2 2-8-16,-1 1-4 15,-4-1-4-15,-1 0-7 16,1 1 0-16,2 2 4 16,-3 0-4-16,-2 2-4 0,-5 0 2 15,-3 2 2 1,1 0 0-16,5 1 0 0,3-2 0 15,2 4 0-15,2-2 0 16,3 4 2-16,-2 1-2 16,1 1 2-16,-5 0-2 15,-5 0 2-15,0 0-2 16,0 0-2-16,-1 0 0 16,1 0 1-16,0 2 1 15,2 1-1-15,3-2 0 0,8-1 1 16,3 2 0-1,3-2 3-15,-1 2 6 0,0 4-7 16,-1 3-1-16,0 1-1 16,3 5 1-16,4-1-1 15,-1 2 1-15,1 1 1 16,1 1-2-16,-1 5 0 16,5-1-1-16,4 2 1 15,5 0 0-15,3 1 2 16,1 1 1-16,4-1-2 0,1 1 1 15,3 4 0 1,5-3-1-16,4 3 7 16,7 3-5-16,3 0 5 15,5 6 2-15,4 3 11 16,3 2-12-16,0-1 5 16,0 1 0-16,0-3-8 15,6-1 2-15,5 0 8 0,2-3-7 16,1-3-3-1,1 1 2-15,5-2-4 0,5-1 1 16,6-1 6-16,8-2-2 16,9-3 2-16,10-2-4 15,8-2 12-15,17-5-7 16,2 0 6-16,5-8-2 16,-2-2-10-16,-3-3-6 15,3-1 0-15,0 0 2 16,5-2-2-16,1 1 4 15,7-2-3-15,8 0 0 0,9 0 1 16,12-11 1-16,10-2 4 16,5 1 2-16,4 2-5 15,-8 4 11-15,-9 6-11 16,-8 0 2-16,-8 0-5 16,-10 0 2-16,3 3-1 15,1-2 5-15,4-1-4 16,5 0 6-16,2-4-7 15,-1-7 0-15,1-5 2 16,-4-1-2-16,-2-2 7 16,-8 3 7-16,-8-5-4 15,-9-2 1-15,-6-5-6 16,-8-6 0-16,-6-6-3 16,-8-7 1-16,-15-10-5 15,-17-8-2-15,-18-1 2 16,-12 0-1-16,-10 3 1 0,-35 7 3 15,-21 5-3-15,-19 10 0 16,-10 13-3-16,-8 11-2 16,-2 14-34-16,-4 3-141 15,2 0-196-15</inkml:trace>
  <inkml:trace contextRef="#ctx0" brushRef="#br0" timeOffset="76403.8">20415 5610 397 0,'0'0'5'0,"0"0"1"16,0 0 39-16,0 0 64 16,0 0 40-16,0 0-54 15,0 0-20-15,72-66 23 16,-66 62 1-16,0 0-10 15,-6 3-1-15,0 1 6 0,0 0-20 16,0 0-24-16,-9 0-31 16,-11 13-7-16,-11 9 1 15,-13 6-6-15,-10 5-5 16,-5 3 13-16,-6 0-4 16,2-3 2-16,5 1 10 15,7-6-7-15,11-1 0 16,10-10-13-16,11-2-1 15,10-8-2-15,4-3-2 16,3 0 1-16,2-1 0 16,0 10-8-16,4 10 1 15,6 9 8-15,4 9 5 0,-1 0 0 16,-1 1 2-16,-3 1-2 16,1-4 1-16,1 0-4 15,4-3 0-15,-2-6-2 16,2-2 1-16,0-6 0 15,-3-3-1-15,1-2-2 16,-2-3 0-16,2-1 2 16,4-5-1-16,7-2 1 15,8-5 0-15,13-1 7 16,11 0-7-16,6-13 1 16,4-3 1-16,2-3 0 0,2-2-2 15,-1-1 0 1,-6-2-7-16,-10 2-14 15,-9 2 9-15,-13 1 2 0,-9-3 7 16,-5-7 1-16,-7-8 1 16,-5-6 1-16,-5-12 2 0,0-8 1 15,-14-2-2 1,-8 1 3-16,-3 8-2 0,-4 6-2 16,-4 9 11-1,4 8 10-15,0 7 6 0,7 6-5 16,2 6 0-1,4 7-22-15,7 3-2 0,5 4-13 16,4 0-89-16,-3 23-113 16,0 11-22-16,-5 7-289 15</inkml:trace>
  <inkml:trace contextRef="#ctx0" brushRef="#br0" timeOffset="76753.38">20538 6361 1188 0,'0'0'69'0,"0"0"-64"0,0 0-2 0,0 0 65 16,0 0-8-16,0 0-7 15,-23 87 24-15,17-42-32 0,2 6-8 16,2 3 25-16,2 4 29 16,0-1-54-16,0 0 3 15,3-4 2-15,3-4-30 16,-1-8-5-16,-2-7-1 16,0-10-4-16,-2-7-2 0,2-6 0 15,-2-8-1 1,1-3-7-16,-2 0-38 0,0-6-29 15,-3-12-112 1,-12-11-152-16,0-6-54 0</inkml:trace>
  <inkml:trace contextRef="#ctx0" brushRef="#br0" timeOffset="77288.53">20727 6000 948 0,'0'0'69'0,"0"0"-69"0,0 0 55 0,0 0 31 15,0 0-19-15,0 0-38 16,64-28-8-16,-13 8 42 16,10-3 1-16,8-1-8 15,6 4 2-15,-1 1-17 16,-7 3 1-16,-12 8-16 15,-14 4-23-15,-13 4-3 16,-7 0-6-16,-3 0-6 16,-2 1-74-16,-2 7-89 15,-3 2-51-15,-6-3-136 16</inkml:trace>
  <inkml:trace contextRef="#ctx0" brushRef="#br0" timeOffset="77981.09">22271 5423 1076 0,'0'0'225'0,"0"0"-224"16,-95-37-1-16,57 33 26 16,-8 2 50-16,-6 2-31 15,-11 0 15-15,-4 10-56 16,2 3 1-16,4-2 2 16,8 0 3-16,10-1 10 15,9 0-3-15,4-1-7 16,8 1-6-16,3-2 1 15,6 8 4-15,6 7-4 16,1 14-2-16,0 14 26 16,-3 11 10-16,0 3-2 15,-2 4 16-15,2 0-18 16,1-4-23-16,3-3 19 16,3-10-16-16,2-10-12 0,0-13-1 15,10-11-1 1,6-8-2-16,6-9 1 15,6-1 0-15,11-9-1 0,11-15 0 0,12-7-19 16,13-1 4 0,8 1-4-16,7 1 12 0,7 5 8 15,-3 5-5 1,-9 2 5-16,-12 6-2 16,-18 1 2-16,-19 3-2 15,-15 1 2-15,-8 0 2 0,-7-7 3 16,-1-8 8-1,-5-9 0-15,0-6-11 16,-2-7 8-16,-17 0 8 16,-8-3-8-16,-3-6-7 0,0 5-3 15,5 6 0 1,6 11 0-16,5 11 0 0,5 10 1 16,0 6-2-16,5 4-10 15,-5 3-39-15,-7 24-158 16,-4 14-33-16,-8 11-178 15</inkml:trace>
  <inkml:trace contextRef="#ctx0" brushRef="#br0" timeOffset="78236.31">22057 6056 1259 0,'0'0'107'0,"0"0"-104"16,0 0-3-16,0 0 83 0,0 0-29 16,0 0 163-16,20 117-149 15,-18-58-32-15,-2 6 21 16,0-2-41-16,0-4-7 16,0-9 5-16,7-8-14 15,2-11 0-15,3-12-1 16,-3-8-22-16,2-11-82 15,6-3-124-15,6-28 21 16,4-22-303-16</inkml:trace>
  <inkml:trace contextRef="#ctx0" brushRef="#br0" timeOffset="78490.25">22356 5753 1265 0,'0'0'36'0,"0"0"-27"15,82-21-9-15,-26 12 93 16,14 2 20-16,6 1-49 16,9-1-13-16,-3-3-19 15,-6 3-9-15,-9-1-9 16,-7 1-14-16,-8 3-1 0,-9 1-84 15,-7 3-149-15,-10-3-126 16,-12-1-542-16</inkml:trace>
  <inkml:trace contextRef="#ctx0" brushRef="#br0" timeOffset="79096.8">23548 5318 1355 0,'0'0'134'15,"0"0"-133"-15,0 0 27 0,-82-40 62 16,32 40-29-16,-10 0-9 16,-10 18-26-16,-3 4-19 15,0 1 2-15,10-3 6 16,15 1-2-16,14-6-6 15,8-2-4-15,9 0-2 16,5-1-1-16,4 7 0 16,6 5-1-16,2 9 0 15,0 9 0-15,0 7-1 16,2 3 2-16,1 1 7 16,-3 0-2-16,0-7-5 15,0-6 5-15,0-8-5 0,0-9 0 16,0-7-2-1,3-8 0-15,9-5-3 0,10-3 5 16,11 0 4-16,8 0 0 0,9 0-4 16,7 0 1-1,3-3-1-15,2-2-1 0,1-5-1 16,0-2-4 0,-1-5 6-16,4-3 0 15,-3-3 0-15,-7-6 0 16,-9-2 2-16,-10-2 2 15,-16-7 1-15,-9-5 1 16,-11-5-2-16,-1-5-2 16,-13 2 0-16,-15 4-2 15,-5 6 1-15,-3 8-1 0,1 9 1 16,6 9-1-16,5 8-2 16,4 7-13-16,4 2-66 15,-1 18-117-15,0 18-138 16,-1 7-50-16</inkml:trace>
  <inkml:trace contextRef="#ctx0" brushRef="#br0" timeOffset="79315.98">23477 5829 1180 0,'0'0'100'0,"0"0"-92"0,3 75 80 15,-3-30 78-15,0 9 8 0,0 6-91 16,-3 2-23-16,0 1-39 16,3-4-5-16,0-8-10 15,0-5-4-15,6-13-2 16,6-13-5-16,1-13-61 16,6-7-100-16,5-18-86 15,4-27-143-15</inkml:trace>
  <inkml:trace contextRef="#ctx0" brushRef="#br0" timeOffset="79538.17">23763 5640 1358 0,'0'0'55'15,"0"0"-55"-15,0 0 0 16,105-29 64-16,-41 24 2 15,15 1-24-15,3 0-20 0,3-3-17 16,-3-2-5 0,-10-2-13-16,-11-1-151 15,-14-6-197-15,-18-1-513 16</inkml:trace>
  <inkml:trace contextRef="#ctx0" brushRef="#br0" timeOffset="79999.24">24688 5186 980 0,'0'0'532'15,"0"0"-531"-15,0 0-1 16,0 0 196-16,0 0-49 16,0 0-115-16,-124 5-28 15,65 9-3-15,2 4 8 16,9-5-6-16,14 2-3 15,10-2-2-15,9 2-1 16,6 3 2-16,3 3-2 16,6 4-2-16,0 7 4 0,12 7 1 15,6 8 0-15,3 8 1 16,1 7 1-16,-4 0 1 16,3-3-1-16,-2-6-1 15,0-11-1-15,3-8 0 16,3-12 3-16,3-6 1 15,8-10-1-15,11-6 3 16,12-11-3-16,14-18 0 16,7-9-3-16,0-8 0 15,-7-3 1-15,-13-3 0 16,-17-3 0-16,-20 1 6 16,-15 4-2-16,-8 0 0 15,-14 4 6-15,-21 3-7 16,-7 7 9-16,-10 2-10 15,-3 7-3-15,-5 4-9 0,-5 7-135 16,-6-5-379-16</inkml:trace>
  <inkml:trace contextRef="#ctx0" brushRef="#br0" timeOffset="80796.03">20705 4840 531 0,'0'0'209'0,"0"0"-106"16,-21-81 57-16,21 61 2 16,0 9 14-16,0 6-26 15,0 5-57 1,0 6-86-16,7 29 7 0,5 14 63 16,0 13-3-16,-7 5-37 15,-2-6 1-15,-2-3-3 16,2-8-30-16,2-10 0 15,1-10-4-15,2-8 0 16,-3-11-2-16,-1-8-3 16,1-3 1-16,3-4 3 15,8-25 0-15,6-9-27 16,8-4-10-16,0 6 33 16,-5 10 4-16,-5 12 0 0,-8 8 1 15,-2 6 4 1,-3 0 6-16,1 12 12 15,0 8 8-15,-1 4-14 0,-4-1-7 16,-2-1-6-16,1-2-4 16,2-6-2-16,2-4-6 15,4-4-81-15,3-6-110 16,6 0-55-16,2-10-52 16,1-14-284-16</inkml:trace>
  <inkml:trace contextRef="#ctx0" brushRef="#br0" timeOffset="80945.42">21152 5003 1147 0,'0'0'226'16,"0"0"-222"-16,0 0 5 16,0 0 54-16,0 0 37 15,9 73-70-15,-4-45-26 16,3 3-4-16,3 0-5 16,4-2-119-16,7-3-139 15,2-9-183-15</inkml:trace>
  <inkml:trace contextRef="#ctx0" brushRef="#br0" timeOffset="81687.32">22245 4584 921 0,'0'0'104'0,"0"0"-101"16,0 0 40-16,0 0 108 16,0 0-53-16,0 0-27 15,-16-73-18-15,16 73-28 0,0 0-10 16,0 14-15 0,0 18 1-16,6 13 67 0,4 6-30 15,-3 5 12 1,-3 7 4-16,-1 1-15 0,-3-3-5 15,0-10-4-15,0-11-25 0,0-13-3 32,0-10-2-32,2-10-1 0,-2-6 1 15,3-1 1-15,1-4 14 16,5-19-2-16,8-11-13 0,5-3-10 16,1-2 0-1,0 7-9-15,-2 12 13 0,-6 10 4 16,0 10 2-1,-3 0 0-15,1 19 0 16,-4 6 32-16,-1 4-13 16,-5 1-2-16,-3-1-8 15,0 1-7-15,0-7-2 16,0-1-4-16,0-7-100 16,0-2-87-16,1-8-109 0,4-5 11 15,2 0-195-15</inkml:trace>
  <inkml:trace contextRef="#ctx0" brushRef="#br0" timeOffset="81896.11">22546 4906 684 0,'0'0'323'0,"0"0"-277"15,0 0 114-15,0 0 4 16,0 0-44-16,80-18 5 16,-72 41-42-16,-5 8-39 15,-3 0 20-15,0-3-34 16,0-4-23-16,3-7-6 15,7-5 1-15,13-9 0 0,10-3 5 16,13-9-7-16,5-14-61 16,2-9-136-16,-2 0-132 15,-11-3-271-15</inkml:trace>
  <inkml:trace contextRef="#ctx0" brushRef="#br0" timeOffset="82367.74">23838 4376 1305 0,'0'0'29'15,"0"0"-19"-15,0 0 41 16,0 0-22-16,0 0 71 16,24 85-26-16,-17-36-59 15,-2 1 18-15,-4 3 29 0,-1-5-22 16,2-3-34 0,-2-6-4-16,0-6-1 0,0-8 0 15,0-11 0 1,1-7-1-16,1-5 0 0,-1-2 2 15,5-8 16-15,1-15 0 16,4-11-18-16,5 1-2 16,-2 3 1-16,1 10 1 15,-3 5 1-15,-5 9-1 16,-2 6 14-16,0 0 6 16,-2 0-14-16,2 13 16 15,-1 6-1-15,-2 2-17 0,0-2-4 16,-2 1-2-1,0-2-53-15,0-3-121 0,0-5-167 16,1-9-201-16</inkml:trace>
  <inkml:trace contextRef="#ctx0" brushRef="#br0" timeOffset="82689.11">24056 4696 1073 0,'0'0'47'0,"0"0"-46"0,0 0 53 16,0 0 24 0,0 0-22-16,82-23-18 15,-75 30-15-15,-2 9 27 16,-2 5 45-16,-2 1-8 16,6 0-40-16,4 2-25 15,6-2-14-15,6-1 4 16,3-1-4-16,-6-3-5 15,-9-5 14-15,-11 2 11 0,-12-1 54 16,-28 5 42-16,-11-4-62 16,-4 0-54-16,7-5-8 15,14-2-7-15,17-3-128 16,10-3-296-16,7-1-512 16</inkml:trace>
  <inkml:trace contextRef="#ctx0" brushRef="#br0" timeOffset="83341.39">24812 5336 1007 0,'0'0'285'0,"0"0"-285"0,0 0 0 15,0 0 157-15,82-46-13 16,-25 23-61-16,9-2-30 16,6 0-5-16,8 6 3 15,0 1-1-15,-5 5-35 16,-9 2-10-16,-13 3-5 16,-12 6-34-16,-12 1-146 15,-9-2-160-15,-16-3-247 16</inkml:trace>
  <inkml:trace contextRef="#ctx0" brushRef="#br0" timeOffset="83538.08">25510 5003 1299 0,'0'0'77'0,"0"0"-69"16,85-11 108-16,-55 11 66 15,-8 14-62-15,-8 8-41 16,-12 4-38-16,-2 6-5 15,-27 5-2-15,-11 0-24 0,-5 0-10 16,1-6-1 0,10-7-4-16,10-9-69 0,12-6-49 15,10-9-134 1,0-6-28-16,7-23-195 0</inkml:trace>
  <inkml:trace contextRef="#ctx0" brushRef="#br0" timeOffset="84146.38">25734 4299 1018 0,'0'0'147'0,"0"0"-144"16,0 0 54-16,0 0 102 0,0 0-26 15,0 0-70 1,-6-10-47-16,6 20-15 0,2 16 2 16,9 9 96-1,2 9-38-15,-9 5-33 16,-2 4 2-16,-2 1 3 15,0 0-7-15,0-7-14 16,-2-4-6-16,1-9 3 0,1-8-9 16,0-6-2-1,0-9 2-15,0-4-2 0,0-5 2 16,0-2-4-16,0 0 4 16,1-2 12-16,6-18 6 15,1-9-12-15,1-6-6 16,3 2-4-16,-3 3 2 15,1 7-1-15,2 5 2 16,0 6-2-16,0 4 0 16,4 6 0-16,-1 2-1 15,2 0 3-15,-2 2-2 16,-1 13-2-16,-1 3 5 16,-3 4 9-16,-3 4-5 15,-2-3 2-15,-4 2-2 16,1-1-4-16,-1-4 0 15,1-2-2-15,1-5-2 0,0-4-54 16,4-2-77-16,-2-3-46 16,2-4-22-16,2 0-28 15,4-16-95-15</inkml:trace>
  <inkml:trace contextRef="#ctx0" brushRef="#br0" timeOffset="84641.36">26168 4126 1112 0,'0'0'59'0,"0"0"-13"16,0 0 120-16,0 0-43 15,0 0-75-15,0 0-39 16,-3 6-9-16,3 12 41 15,5 8 73-15,-2 3-38 0,0 6-25 16,-2 3-1 0,1 1-16-16,1 3 13 0,3-6-14 15,1-2-17-15,-1-4 0 16,2-7-10-16,2-5-6 16,2-7 0-16,0-2 0 15,-1-6 0-15,0-3-3 16,3 0-13-16,5-8-32 15,5-13-57-15,0-9-99 16,-2-2-68-16,-10-4-191 16</inkml:trace>
  <inkml:trace contextRef="#ctx0" brushRef="#br0" timeOffset="84836">26011 4348 1116 0,'0'0'148'0,"84"-50"-143"16,-12 15-6-16,8-4 1 15,1-1-51-15,-14-4-449 16</inkml:trace>
  <inkml:trace contextRef="#ctx0" brushRef="#br0" timeOffset="87441.48">26426 4042 779 0,'0'0'80'0,"0"0"-23"0,0 0-35 16,0 0 61 0,8-79-8-16,-8 55 14 15,0 2-11-15,-5-3-47 16,-8 4 27-16,-8 1 3 15,-4-2 19-15,-10 2-69 16,-4 1-8-16,-5 2 0 16,-4 7-2-16,-4 7-1 15,-6 3 19-15,-3 6-10 0,-2 19 5 16,-1 10 26 0,3 6 3-16,-1 9 7 0,1 4 4 15,3 3-15-15,7 2-8 16,8-4-8-16,9 2-2 15,7 0-9-15,7 4-6 16,4 7 5-16,7 4 7 16,3 0-4-16,6 1-6 15,0 1-2-15,0-1-2 16,12-2 7-16,12-6-7 16,6-8 3-16,5-4-6 15,6-3 4-15,3-4-4 16,3-2 0-16,2-3-1 15,5-8 3-15,0-8-5 0,4-6 4 16,7-9 0-16,7-9-2 16,4-1 6-16,6-7-6 15,-3-14 1-15,2-6 1 16,-5-8-1-16,-3-3 1 16,-4-7-1-16,-7-6 1 15,-2-10 0-15,-5-11 2 0,-6-11-1 16,-4-7-2-1,-11-9 0-15,-14-1 0 0,-20 1-1 16,-4 5 0 0,-29 6 0-16,-14 7-3 0,-8 11 2 15,-5 9 1-15,-8 11 0 16,-8 15 0-16,-7 16-3 16,-11 19-28-16,-20 1-193 15,-26 15-708-15</inkml:trace>
  <inkml:trace contextRef="#ctx0" brushRef="#br0" timeOffset="88673.2">27486 4002 262 0,'0'0'460'15,"0"0"-459"-15,-80-70 22 16,58 47 39-16,4 0 82 16,3 4 6-16,5 5-6 15,5 6-65-15,1 2-7 16,4 4 37-16,0 2-32 15,0 1-65-15,12 28-7 0,10 22-5 16,1 19 75 0,-6 9-36-16,-6 2-28 0,-6-5 13 15,2-11 20 1,3-12-14-16,6-10 2 16,7-14-15-16,12-15-8 15,12-14 17-15,19-11 7 16,23-33 4-16,18-22-20 15,18-20-4-15,15-9-7 0,4-10-5 16,7-2-1-16,-7 2-2 16,-21 9-17-16,-18 17-129 15,-41 22-285-15,-41 22-642 16</inkml:trace>
  <inkml:trace contextRef="#ctx0" brushRef="#br0" timeOffset="89451.93">20130 3941 1069 0,'0'0'125'0,"0"0"-61"16,0 0 41-16,0 0 46 15,0 0 12-15,0 0-43 16,0 0-66-16,-27-59-50 15,77 62 1-15,24 19 15 16,11 10 32-16,5 8-14 16,-3 9-25-16,-9 4-5 15,-6 2-8-15,-12 0 0 16,-10-6-4-16,-9-5-9 16,-11-9-66-16,-10-9-44 15,-6-10-123-15,-9-13-48 16,-5-3-165-16</inkml:trace>
  <inkml:trace contextRef="#ctx0" brushRef="#br0" timeOffset="89657.91">20727 3806 1484 0,'0'0'81'0,"-113"59"-78"15,20 14 16-15,-26 21 139 16,-17 14-40-16,-7 5-44 15,7-7-55-15,24-14-19 16,30-18-6-16,31-17-110 16,28-19-199-16,20-23-285 15</inkml:trace>
  <inkml:trace contextRef="#ctx0" brushRef="#br0" timeOffset="90211.18">21560 3937 1313 0,'0'0'0'0,"0"0"-14"16,0 0 14-16,98 14 53 16,-17 1 91-16,19 5-58 15,17 3-10-15,7 2-33 16,-3 4-25-16,-15 1-18 16,-18 5-2-16,-24 0-35 0,-21-2-131 15,-18-1-96 1,-17-12-116-16</inkml:trace>
  <inkml:trace contextRef="#ctx0" brushRef="#br0" timeOffset="90402.18">22306 3770 1688 0,'0'0'34'0,"-120"115"-22"15,29-16-6-15,-25 15 56 0,-17 9 3 16,-1 7-60 0,11-7-5-16,25-5-222 0,21-18-378 15</inkml:trace>
  <inkml:trace contextRef="#ctx0" brushRef="#br0" timeOffset="91226.23">23543 3803 1102 0,'0'0'119'0,"0"0"-119"16,0 0-7-16,0 0 7 16,0 0 125-16,137 40 48 0,-54 2-99 15,8 7-24-15,1 9-5 16,-9 0-24 0,-12-1-18-16,-15-5-3 0,-12-6-3 15,-11-7-78-15,-12-7-83 16,-12-12-84-1,-9-13-68-15,0-7-459 0</inkml:trace>
  <inkml:trace contextRef="#ctx0" brushRef="#br0" timeOffset="91411.95">24115 3678 1465 0,'0'0'190'0,"-58"81"-184"15,-4 8-6-15,-34 26 121 0,-32 20-22 16,-31 19-48-16,-26 19-51 16,-17 9-24-16,-13-8-482 15</inkml:trace>
  <inkml:trace contextRef="#ctx0" brushRef="#br0" timeOffset="94200.11">26814 3632 912 0,'0'0'1'16,"0"0"3"-16,0 0 56 15,-24-75 56-15,15 58-5 0,1 4-55 0,-1 7 54 32,-4 5-73-32,-3 1-24 0,-11 1-9 15,-11 18-2-15,-15 4 2 0,-11 5-4 16,-9 0 9 0,-12 1-4-16,-9-6-4 15,-9 1 2-15,-6-6 1 16,8-4 8-16,10-4-2 0,12-4 15 15,12-1 5-15,5-2-18 16,7-1-5-16,9-1 1 16,8 2 2-16,7 2 18 15,6 2-8-15,4 1-7 16,7 5-4-16,0 3-8 16,5 6 3-16,-2 10 4 15,2 12 10-15,2 11 16 16,-2 7 15-16,-4 9 14 15,-3 1-44-15,0 6 6 16,1 1-11-16,2 3 12 16,4 1 1-16,4-3-14 15,5 1 3-15,0-4-5 16,0-3-7-16,2-1 5 16,2-8 9-16,1-8-9 15,-4-8-5-15,-1-5 1 16,2-8-3-16,-1-6-2 15,5-10 0-15,-1-7 0 0,1-4 0 16,6-5-4-16,7-2 3 16,8-2 1-16,7 0 6 15,8 0-6-15,4-5 0 16,8-4 2-16,8 1 0 16,7-4 0-16,7 0-2 15,5-1-2-15,7-2-5 16,4 3 6-16,4-3 0 15,-1 5 1-15,-1 5-4 16,-4 0 4-16,-4 5 1 16,-6 0-1-16,-6 0 1 15,-10 0 1-15,-10 0-4 16,-9 5-1-16,-8-1-6 0,-4-3 5 16,-5-1 2-16,-5 0 0 15,-4 0 1-15,-6 0 0 16,-7 0 1-16,-1 0 1 15,-4 0 0-15,1 0 1 16,4-3 1-16,-2-5-1 16,2-7-2-16,3-6-1 15,1 1 1-15,-1-7 0 16,-2-2 2-16,-1-8-2 16,-5-7 2-16,1-10-2 15,-2-5 1-15,0-6-1 0,0-3 1 16,-14-2-2-1,-2-3 2-15,-2-8 0 0,-3-5 3 16,-4-4-4-16,0-9 1 16,-3-3-1-16,0-2-1 15,1 2-1-15,0 9 2 0,0 13-2 16,-2 13 2 0,-15 17-40-16,-32 3-327 15</inkml:trace>
  <inkml:trace contextRef="#ctx0" brushRef="#br0" timeOffset="107421.22">20385 7643 435 0,'0'0'745'0,"0"0"-745"15,0 0 0-15,0 0 0 16,0 0 28-16,0 0 1 16,0 0-8-16,-6-19-12 15,18 33-6-15,12 17 91 16,3 8-20-16,1 4-24 16,1-1 2-16,0-5 10 15,4-10-15-15,5-13-16 16,11-14-13-16,11-15-8 15,23-47 13-15,26-38 9 0,27-41-21 16,25-32-11-16,12-16 1 16,-1 4 1-16,-10 20 8 15,-27 31-10-15,-25 25-46 16,-29 26-131-16,-23 22-22 16,-19 20-239-16</inkml:trace>
  <inkml:trace contextRef="#ctx0" brushRef="#br0" timeOffset="108018.31">22615 7386 1260 0,'0'0'57'0,"0"0"-57"0,0 0 0 15,0 0 54-15,0 0 26 16,0 0-4-16,-36-39-53 15,37 62-19-15,15 14 14 16,4 16 117-16,1 3-97 16,0-2 1-16,1-6-6 0,5-11-5 15,7-13 1-15,9-17-19 16,16-7-2 0,17-35 11-16,22-30 2 0,23-29-4 15,21-26-4-15,13-20-1 16,11-13-6-16,5-4-6 15,-11 9 0-15,-16 16-2 16,-23 21-37-16,-27 26-84 0,-27 28-141 16,-34 29-62-16,-31 21-382 15</inkml:trace>
  <inkml:trace contextRef="#ctx0" brushRef="#br0" timeOffset="108435.99">24503 6975 1360 0,'0'0'20'0,"0"0"0"0,0 0-19 0,0 0 56 16,-40 84 16 0,26-17 57-16,7 7-52 0,5 1-24 15,2-12-14-15,11-16-21 16,19-15-1-16,10-14-8 16,9-14 2-1,12-4-5-15,13-29 6 0,9-24 1 16,10-20-10-16,5-16-1 15,8-13 8-15,3-6-10 16,4 1 2-16,4 7 2 16,-11 10-5-16,-15 21-31 15,-27 18-129-15,-27 22-97 0,-24 18-82 16,-13 11-281 0</inkml:trace>
  <inkml:trace contextRef="#ctx0" brushRef="#br0" timeOffset="108782.19">26003 6834 293 0,'0'0'937'15,"0"0"-919"-15,0 0 1 16,0 0 145-16,0 0-53 0,0 0-59 16,0-11-42-16,0 51 30 0,0 8 28 15,8 0-19 1,9-10-7-16,7-7-3 16,9-14-24-16,14-13 6 15,17-8 1-15,22-34-8 16,24-24 6-16,24-23 12 15,29-21-2-15,13-13-10 16,15-10-19-16,-5 7-1 16,-20 7-33-16,-24 21-60 15,-41 19-155-15,-40 18-211 16,-42 21-483-16</inkml:trace>
  <inkml:trace contextRef="#ctx0" brushRef="#br0" timeOffset="126375.9">13542 15714 1120 0,'0'0'38'0,"0"0"-33"16,0 0-2-16,0 0 25 16,-90-26 53-16,80 25 22 15,7 1-22-15,3 0-19 16,0-1-26-16,0 1-18 15,0 0-18-15,10 0-1 16,22-3 0-16,23-1 1 0,21-5 23 16,15-3-5-16,8-3-5 15,2 1 6-15,6-4 8 16,-2 0-5-16,11 4-10 16,2-3 11-16,1 4-9 15,4 0-14-15,-3 4 0 16,1 0-2-16,3 3 2 0,1 3 1 15,1 2 1-15,-5 1 1 16,-5 0-2-16,-2 0 3 16,-9 8-1-1,-6 0 2-15,-8 1-1 0,-7-1-2 16,-5 1 4-16,-11-1-2 16,-8-2-3-16,-14 1-1 15,-12-1 0-15,-11-2 0 16,-11-1-2-16,-6-1-2 15,-5-1-14-15,-1-1-68 16,0 0-27-16,0 0-53 16,-12 0-148-16</inkml:trace>
  <inkml:trace contextRef="#ctx0" brushRef="#br0" timeOffset="127897.99">17506 14297 922 0,'0'0'24'0,"0"0"-9"0,0 0 20 16,0 0 64-16,-87-19-58 15,40 18 35-15,-11 1-9 16,-10 0-10-16,-10 0-34 16,-9 9-3-16,-11-1-2 15,-6 2 17-15,1 0-19 16,-4-2 2-16,6 0-1 15,0-5 2-15,4-2-10 16,9-1 27-16,8 0-26 0,8 0-1 16,10-1 15-16,10-5-13 15,11 3 4-15,14 1 0 16,10 2-4 0,11 0 1-16,3 0-12 0,1 3 0 15,-1 21-3-15,-6 14 3 16,-4 12 28-16,-2 8-10 15,-3 5-8-15,4 3-6 16,0 7 6-16,3 7 3 16,5 11 8-16,-1 9-3 15,2 3 2-15,-1 0 7 0,-4 0-11 16,-4-6 1 0,-1-6-11-16,1-4-1 15,2-6-2-15,1-5 4 16,5-5-6-16,2-8 6 15,2-7-7-15,2-8 1 0,0-8-1 16,0-7 0-16,0-9-1 16,0-7 1-16,0-3 0 0,5-8 0 15,5 2 0 1,-2-2-2-16,2-2 4 16,5 2-2-16,3-3 0 15,10-2 3-15,5-1 0 16,13 0-3-16,14-4 1 15,12-14 0-15,16 0-1 16,7-4 1-16,4-1-1 16,1 5 2-16,1-1-1 15,-3 5 0-15,2 2 0 0,9 0 2 0,6 1-1 16,6 2-2 0,9-4-1-16,1 1-3 15,2-5 1-15,5 1 2 16,-5 0 1-16,-6 1 2 15,-4 4-1-15,-7 0 0 16,-10 4 1-16,-9 1-2 16,-12-1-8-16,-15 3-1 15,-10 0 6-15,-10 1 0 16,-8 0 0-16,-10 2 1 0,-12-2-5 16,-3 0-2-1,-7-1 1-15,-1-3 5 16,1-3 3-16,-2-5 0 0,0-3 1 0,-4-3 0 15,-1-4 3 1,-3 0 0-16,0-4-2 16,0-4-1-16,0-5 0 15,-4-5 0-15,-5-2 1 0,-5-6-2 16,2-4 2 0,-3-5-2-16,-6-5 0 15,1-3 0-15,-6-1 0 16,-3-3 2-16,-3-6-4 15,-2 2 2-15,-4 2-2 0,0 5 2 16,-7 4 1-16,-6 8 1 16,-9 4-2-16,-7 3 1 15,-6 5-1-15,8 2-2 16,3 2 1-16,4 7 1 16,3-1 0-16,-2 7 0 15,-4 5 0-15,-2 4-2 16,-3 6-1-16,0 4-3 0,0 9-15 15,0 0-118 1,4 23-33-16,4 16-43 16,10 12-70-16,9 11-12 15</inkml:trace>
  <inkml:trace contextRef="#ctx0" brushRef="#br0" timeOffset="128616.12">16957 16038 565 0,'0'0'107'0,"0"0"-107"0,0 0 0 0,19-95 3 15,-15 69 66-15,-1 3-15 16,1 6 7-16,-1 5 44 0,-2 5 14 16,-1 5 10-1,0 1-15-15,0 1-68 0,0 0-22 16,0 0-13-1,3 10-2-15,3 11 37 0,0 9 89 16,-1 5-95-16,0 6 22 16,-2 4 3-16,-1 4-7 15,-1 2-34-15,3-1 8 16,-1 5-13-16,1 0-6 16,-1 3 15-16,0 2-1 0,0-1-5 15,0-2-11 1,1-1 2-16,-1-6-4 15,0 0-1-15,0-4-1 0,2-6 2 16,-1-1-6 0,1-7-3-16,-2-3 0 0,3-7 0 15,-2-4 0 1,-1-5 0-16,2-5 0 16,-2-4 0-16,1-2 0 0,-2 0 0 15,-1-2 0-15,2 0 0 16,-3 0 0-16,3 0-74 15,-2-4-176-15,-1-22-231 16</inkml:trace>
  <inkml:trace contextRef="#ctx0" brushRef="#br0" timeOffset="129521.08">16606 17429 1015 0,'0'0'128'16,"0"0"-126"-16,0 0 0 15,0 0 92-15,0 0 42 16,0 0-75-16,5 8-39 15,-16 22 69-15,-8 12-1 0,-5 7-30 16,-7 2-10 0,-6 1-8-16,-1-2-13 0,2-7-7 15,1-4 2-15,3-6-10 16,8-9-4-16,9-10-1 16,7-6-6-16,6-4-2 15,2-4-1-15,0 3-3 16,9-1 3-16,12 3 6 15,12-2-2-15,7 0 7 16,2-1-3-16,0-1 15 16,1 2-13-16,-4 1-5 0,-4 0 2 15,-2 1-5 1,-4-1 1-16,-6 0-1 16,-3 2-1-16,-4-2-1 15,-1 2-3-15,-4-4-1 16,-2 2-32-16,-2-4-34 15,3 0-49-15,-1-2-29 0,4-16-49 16,6-8-132-16,-2-7-342 16</inkml:trace>
  <inkml:trace contextRef="#ctx0" brushRef="#br0" timeOffset="129857.08">17118 17469 1187 0,'0'0'98'0,"0"0"-72"0,-115 6 130 16,62 12-22-1,5 1-34-15,13 0-50 0,12-2-24 16,16-1-16-16,7-1-3 16,5 5-6-16,22 1 4 15,12 3 4-15,8-1 1 16,1 3-5-16,-2-2-3 15,-11 2-2-15,-13 1 0 16,-12 2 1-16,-10 1 1 16,-1-4 6-16,-21 0 9 15,-7-6-3-15,0-4-6 16,3-7-5-16,5-4-2 0,6-5-2 16,6 0-15-1,6-14-56-15,3-16-132 16,3-11-64-16,20-10-36 15,1-5-317-15</inkml:trace>
  <inkml:trace contextRef="#ctx0" brushRef="#br0" timeOffset="130233.19">17276 17308 1006 0,'0'0'67'16,"0"0"-66"-16,0 0 60 15,0 0 68-15,0 0-75 16,0 0 62-16,18 71-15 16,-9-27-12-16,-1 6 22 0,-2 3-16 15,-2 0-39 1,0-3-32-16,-1-5-13 16,0-5-9-16,2-5-2 0,-2-8-1 15,0-10-4-15,-2-4-66 16,-1-7-103-16,0-6-40 15,0 0-39-15,0-6-4 16,-12-11-249-16,-2 1 268 16,2-1 238-16,2 3 314 15,3 2-37-15,4 5-33 16,3-2-75-16,0-1-35 16,15-5-70-16,16-3-55 0,7-5-7 15,2-1-2 1,-4 4-7-16,-2 0-97 15,-7 1-156-15,-5 6-359 0</inkml:trace>
  <inkml:trace contextRef="#ctx0" brushRef="#br0" timeOffset="131005.87">17734 17512 1214 0,'0'0'234'0,"0"0"-234"0,-83 40 96 0,54-17 48 15,10-5-106-15,10-3-38 0,9-6-2 16,0-3-4 0,2-3-1-16,17-3-13 15,3 0-51-15,2 0-4 16,0-9 16-16,-5 1 18 15,-8 4 20-15,-5 1 16 0,-4 3 0 16,-2 0 5 0,2 0 13-16,1 0 23 15,3 0 27-15,5 0-20 16,3 0-23-16,5-1-3 16,3-16 0-16,-1-5-13 15,-6-4-2-15,-8 0 1 16,-7 1-2-16,0 3 2 15,-9 6 3-15,-13 5-2 16,2 4 4-16,3 4 38 0,4 1 26 16,7 2-26-16,6 0-28 15,0 0-18-15,5 0-10 16,20-1-1-16,13-2 11 16,4 0 0-16,-2 0-24 15,-5 3 18-15,-9 0 3 16,-4 16 0-16,-5 8 3 15,-5 5 2-15,-3 0 1 16,-1-2 0-16,3-7 2 16,-2-6-2-16,6-8-3 0,0-6 2 15,3 0 1 1,0-11 3-16,3-15-5 0,-2-6-1 16,-3-3-16-16,-4-2-2 15,-6-1 7-15,-1 5 9 16,-5 7-9-16,0 9 11 15,0 11 2-15,0 6 31 16,0 0 4-16,0 15-27 16,0 13 16-16,0 11 47 15,0 3-26-15,6-3-26 16,10 0-11-16,2-4-7 16,1-5-3-16,-2-6-2 15,-1-7-4-15,-5-6-37 16,-3-6-48-16,-8-5-79 15,0 0-60-15,-4-16-39 0,-18-8-391 16</inkml:trace>
  <inkml:trace contextRef="#ctx0" brushRef="#br0" timeOffset="131126.1">18115 17449 1204 0,'0'0'74'0,"0"0"-72"16,0 0-2-16,0 0 11 15,116-37-6-15,-74 18-5 0,-2-7-61 16,-7 2-132-16,-10 1-381 16</inkml:trace>
  <inkml:trace contextRef="#ctx0" brushRef="#br0" timeOffset="132113.68">18440 17170 808 0,'0'0'122'0,"0"0"-113"0,0 0 86 16,0 0 67-1,0 0-66-15,0 0-53 16,-5-2-18-16,5 6-10 0,0 8 17 15,3 2 46-15,6-3-49 16,2 1 2-16,4-2 6 16,1 1-7-16,7-1-3 15,2-3 4-15,3 1-4 16,4-2-1-16,0 0 0 16,1 2-5-16,-1-3 4 15,-6 1-9-15,-2 0-10 16,-6-4-5-16,0 3 1 15,-3-4 1-15,0 1-3 0,-5-2 1 16,-2 0 1-16,-1 0-1 16,-4 0 1-16,-3 0 1 15,0 0-1-15,0 0 1 16,0 0-1-16,0 0-2 16,0 0 0-16,0 0-2 15,0 0 0-15,0 3 1 16,2-3-1-16,-1 1 1 0,1 1 1 15,-2-2 1-15,0 0-1 16,0 0 0 0,0 0 0-16,0 0 0 15,1 1 0-15,-1-1 0 16,0 0 1-16,0 0-1 0,0 0 0 16,0 0 0-16,0 0 2 15,0 0-2-15,0 0 0 16,0 0-1-16,0 2 1 15,0-2 0-15,0 0-1 16,0 1 0-16,0-1 1 16,0 0 0-16,0 5 0 15,0 6 2-15,0 10 13 16,-6 7 22-16,-12 13-3 16,-8 9 7-16,-10 9-1 15,-8 7-22-15,-8 0-18 0,-4-3-2 16,-1-8-152-1,9-15-436-15</inkml:trace>
  <inkml:trace contextRef="#ctx0" brushRef="#br0" timeOffset="133436.13">16629 12411 1039 0,'0'0'2'16,"0"0"-1"-16,0 0 14 16,0 0 111-16,0 0-31 15,0 0-68-15,0 0-27 16,0 54 28-16,0 2 81 15,4 14-38-15,1 11-35 16,2 9 17-16,2 5-5 16,-3-2 16-16,-1 0-12 15,-1-3-35-15,-1-2 12 0,3-6 4 16,-2-2-4-16,1-5-10 16,1-4-1-16,0-3 3 15,-1-6-1-15,-1-2 1 16,-3-6-7-16,-1-1-4 15,0-8-9-15,2-7 2 16,-1-4-1-16,1-7 0 16,-2 0 1-16,0-5 0 0,0-4-1 15,0-3 1 1,0-7-2-16,0-2-1 0,0-2 0 16,0-3 0-1,0 2 1-15,0-1-1 0,0-1 0 16,0 2 2-1,0 3-1-15,0-1-2 0,0 0-1 16,0-3 1-16,0-1 0 16,0-1-4-16,0 0-2 15,0 0-22-15,0 0-16 16,0 0-8-16,0 0-53 16,0-2-95-16,-9-6-165 15,-5-3-318-15</inkml:trace>
  <inkml:trace contextRef="#ctx0" brushRef="#br0" timeOffset="133798.41">16464 13897 871 0,'0'0'257'0,"0"0"-257"0,0 0-39 0,0 0 39 16,0 0 46-16,0 0 40 15,72 35-18-15,-40-7 21 16,-3 7-9-16,-2 6 15 16,-3 3-46-16,-3 3 12 15,-3-2-4-15,-5-5-16 16,-1-6-38-16,-4-8 2 0,-2-11-4 15,-2-8 0-15,-2-4 3 16,1-3-1-16,4-10 15 16,5-24 17-16,10-17-34 15,8-12-1-15,3-5-4 16,0-1-127-16,-6 0-85 16,-11 5-234-16</inkml:trace>
  <inkml:trace contextRef="#ctx0" brushRef="#br0" timeOffset="135299.38">13302 14733 604 0,'0'0'108'15,"0"0"-97"-15,0 0 102 0,0 0 42 16,0 0-81 0,0 0-27-16,3-9-16 0,-3 8 24 15,0 1 5 1,0 0 1-16,0 0 14 0,0 0 0 15,-5-1-16-15,-11 1-29 16,-4 0-24-16,-8 0 1 16,-6 15 0-16,-3 6 9 15,1 5 4 1,6-1 13-16,6 0-5 0,9 0-12 16,7-2-8-16,7-3 6 15,1-3-10-15,0-1-4 16,17-2-1-16,8-4 1 15,9-3 4-15,4-1 1 16,5-6-5-16,0 4 0 0,0-1 0 16,-7 1 0-1,-6 1 0-15,-8 6-1 0,-5 1 1 16,-7 6 0 0,-3 2 5-16,-7 3 5 0,0 5 14 15,-20 2 17 1,-12-1-15-16,-2-1-3 0,-3-3-3 15,0-8-7 1,7-6-4-16,4-5-7 0,-1-5 0 16,-1-1-1-16,4 0-2 15,2-1-43-15,8-9-66 16,7-3-91-16,7-4-41 16,1-3-195-16</inkml:trace>
  <inkml:trace contextRef="#ctx0" brushRef="#br0" timeOffset="136155.96">13651 15025 709 0,'0'0'23'16,"0"0"23"-16,0 0 55 15,0 0-30-15,0 0-1 16,0 0-16-16,0-17 6 16,0 17 4-16,0 0-3 0,0 0 5 15,-2 0-5 1,-4 7-13-16,-3 11-7 0,-2 3-7 15,3 2-1-15,5 4 8 0,3-2-22 16,0-2 26 0,5-1 11-16,9-2-46 15,4-5 8-15,3-4 7 16,1-5-17-16,0-6-2 0,1 0 4 16,0 0-3-1,-2-14 0-15,-5-2-1 0,-5-3-1 16,-8-1-1-1,-3 0 0-15,-2 3 4 16,-15 1-2-16,-5 0-6 16,-5 5-6-16,-1 5-41 15,-3 6-145-15,-4 0-182 0,-5 8-376 16</inkml:trace>
  <inkml:trace contextRef="#ctx0" brushRef="#br0" timeOffset="139656.17">17587 16576 915 0,'0'0'12'16,"0"0"-4"-1,0 0 62-15,0 0 43 0,0 0-41 16,0 0 10-1,0 0 15-15,0 0-9 0,0 0-11 16,0 0-13-16,0 0-19 0,0 0-4 16,0-3-7-1,0-8-18-15,0-3-16 0,7-3-11 16,9 0 9 0,1 1-5-16,2-1 7 0,-1 7 0 15,-4 1 0 1,-4 6 0-16,-3 2-2 15,-4 1-3-15,0 0-2 16,-1 4 7-16,-1 11 6 0,1 8 16 16,-2 4 2-16,0 0 13 15,1 0-7-15,2-2-11 16,5-1-4 0,1-5-7-16,3-3 0 0,0-6-4 15,1-4-1-15,1-2-3 16,-1-4 2-16,2 0 1 15,1-6 0-15,-2-12 3 16,2-6-4-16,-7-3 1 16,-4-2-3-16,-4 2-2 15,-1 0 1-15,0 4-4 16,0 5 3-16,0 4 2 16,0 4-1-16,0 9 1 15,0 1 0-15,0 0 0 16,0 0-5-16,6 10-11 0,7 9 16 15,1 8 0-15,1 3 4 16,-5 2 4-16,-4 3 1 16,-3 2 5-16,-3-1-2 15,0 1 5-15,-3-2 0 16,-12-2 4-16,-9-2 1 16,-2-6-7-16,-6-4-8 15,4-5-1-15,6-6-3 16,5-6-1-16,8-2 0 15,0-2 0-15,5 0-1 0,1 0-1 16,1-9-33 0,2-6-51-16,0-4-121 15,19-1-119-15,8-2-42 0,-1 1-371 16</inkml:trace>
  <inkml:trace contextRef="#ctx0" brushRef="#br0" timeOffset="139897.9">18119 16621 1086 0,'0'0'81'0,"0"0"-38"16,0 0 132-16,0 0-14 0,0 0-106 16,0 0-40-1,3 22 37-15,4 3 55 0,-2-1-76 16,-2 0-18-1,0-3-7-15,-1-2-6 0,-2-2 0 16,1-3-4-16,-1-5-58 16,0-3-86-16,0-6-98 15,0-4-132-15</inkml:trace>
  <inkml:trace contextRef="#ctx0" brushRef="#br0" timeOffset="140577.71">18165 16254 739 0,'0'0'229'0,"0"0"-226"15,0 0-3-15,0 0 88 16,0 0-10-16,0 0-58 15,-91-30 8-15,57 30 23 16,-7 12 4-16,-4 0 23 0,-4 0-28 16,-3 1 10-1,2 1-13-15,3-2 2 0,4 1-5 16,8 1 6 0,3-3-14-16,8 0-8 0,6-3-9 15,5 1-1 1,6-2-2-16,2 4-1 0,0 4-4 15,4 10 3-15,1 8 0 16,0 11 6-16,0 8 16 16,-2 8-7-16,-2 3 22 0,-2-1-5 15,0-4-21 1,0-5-25-16,3-10 0 16,3-8 0-16,0-10 0 15,0-9 0-15,0-6 0 16,3-3 0-16,8-4 0 15,3 3 0-15,5-2 0 16,9-2 0-16,5 1 0 0,8 1 0 16,7 1 0-1,6 1 0-15,4 1 0 0,3 5 0 16,0 0 0-16,0-4 0 16,-1-2 0-16,-2-6 0 15,-7 0-3-15,-3 0-8 16,-8-6 0-16,-5-10 1 15,-7-9 8-15,-7-7-1 0,-9-11 3 16,-9-6 1 0,-3-8 1-16,-2-6 0 0,-17-6 0 15,-8-6-2 1,-6-3 1-16,-4 2 1 16,-2 8-2-16,-9 15-5 15,-9 24-66-15,-15 17-276 0,-19 12-640 16</inkml:trace>
  <inkml:trace contextRef="#ctx0" brushRef="#br0" timeOffset="144935.84">29015 9247 1224 0,'0'0'112'0,"0"0"-111"16,0 0-1-16,0 0 73 15,0 0 2-15,0 0-55 16,0 0-15-16,16 89 114 15,-10-25-7-15,-3 5-42 16,-3 0-29-16,0 0 6 0,0-2-23 16,0-9-12-1,0-8 1-15,0-11-8 0,0-9-1 16,0-10-2-16,0-10 0 16,0-7 0-16,0-3-1 15,0 0 3-15,2-9 4 16,5-17-8-16,6-11-8 15,6-7 3-15,1-3-13 16,1 2-9-16,2 4 15 16,-1 7 0-16,2 13 12 0,0 9-2 15,-3 6 3 1,-2 6-1-16,-2 0 1 16,-3 16 0-16,-1 11 0 15,-2 7 12-15,-5 3 15 16,-3 0-10-16,-1 0-9 15,-2-5-3-15,0-4-5 0,0-6-2 16,0-5 0-16,0-7 0 0,0-4-10 31,0-6-55-31,0 0-24 0,0-19-63 16,1-15-179-16,12-21-156 16</inkml:trace>
  <inkml:trace contextRef="#ctx0" brushRef="#br0" timeOffset="145205.79">29531 9019 879 0,'0'0'346'0,"0"0"-344"0,0 0 27 0,0 0 144 16,0 0-93-16,0 0-59 15,47 40 109-15,-28 7 3 16,-2 6-76-16,-3 4 1 15,1 2-10-15,-2-4-19 16,1-4-13-16,1-7-4 16,0-11-6-16,-2-9-6 15,-2-7 0-15,-2-11-9 16,-4-6-64-16,-3 0-118 16,-2-11-131-16,-2-15-290 15</inkml:trace>
  <inkml:trace contextRef="#ctx0" brushRef="#br0" timeOffset="145330.89">29571 9289 1550 0,'0'0'14'0,"0"0"-7"15,85-75-7-15,-34 46 3 16,0-2-3-16,-2 2-3 16,-15 5-152-16,-20 5-280 15</inkml:trace>
  <inkml:trace contextRef="#ctx0" brushRef="#br0" timeOffset="145757.73">28877 9893 1222 0,'0'0'118'15,"0"0"-115"-15,124 27-3 16,-58-23 12-16,10-4 71 16,15 0 16-16,16-2-5 0,9-14-26 15,1-7-11 1,-5-4-36-16,-13-4-7 0,-14-6-4 16,-10-6-4-1,-11-9 8-15,-8-13-3 0,-8-19 2 16,-11-20-8-1,-10-18-5-15,-15-20-2 0,-12-6-11 16,-25 1-14-16,-38 9-12 16,-31 24-19-16,-31 32 54 15,-29 39 4-15,-28 39 56 0,-21 22-23 16,-16 46-21 0,2 30-11-16,22 29 35 0,38 19 43 15,48 18-23 1,47 4-39-16,47-9-14 15,33-10 2-15,61-26-5 0,45-17-6 16,37-16-22-16,18-23-195 16,-2-22-473-16</inkml:trace>
  <inkml:trace contextRef="#ctx0" brushRef="#br0" timeOffset="148551.07">16840 11572 689 0,'0'0'55'15,"0"0"-18"-15,0 0 52 16,0 0 42-16,0 0-48 16,0 0-17-16,0 0-12 15,-13-52-16-15,7 46 6 16,-1 2 18-16,-4-2-8 15,-7 3-21-15,-5 2-14 16,-6 1-12-16,-2 0 9 0,0 0 28 16,-2 10-6-16,1 4 8 15,0 9-5 1,-1 2 9-16,0 8-15 0,2 1 11 16,2-1-20-16,7 0 0 15,5-2-16-15,4-3 1 16,6-2-6-16,4-1 9 15,3-3-4-15,0 1 2 16,0-5-11-16,4 2 4 16,11-3-1-16,1 1 8 15,5-5 0-15,3-3-3 16,-1-1-2-16,5-5 4 16,3-3 0-16,6-1 2 0,4-1-5 15,2-13-5 1,6-2 4-16,-2-1-6 0,-3 3 2 15,-5 3-2-15,-8 1-1 16,-8 4 0-16,-5 1-1 16,-5 1-3-16,-2-2-8 15,0 2-42-15,1-5-32 16,-1-3-124-16,-1 0-106 16,-2-2-217-16</inkml:trace>
  <inkml:trace contextRef="#ctx0" brushRef="#br0" timeOffset="148886.15">17444 11658 1152 0,'0'0'21'0,"0"0"-14"0,0 0 76 15,0 0 66-15,0 0-72 16,0 0-37-16,59-30 25 0,-40 24-3 16,2 0-30-1,-1 0-8-15,2-1-9 0,-1 1-15 16,-1 2-1-16,-4 0-2 0,-4 2-96 15,-1 2-108 1,-6 0-110-16,-5 6-287 0</inkml:trace>
  <inkml:trace contextRef="#ctx0" brushRef="#br0" timeOffset="149032">17528 11928 866 0,'0'0'445'0,"0"0"-445"15,0 0 0-15,0 0 90 16,0 0-25-16,90-37-55 16,-44 10-10-16,-3 2-60 15,-8 8-151-15,-11 4-177 16</inkml:trace>
  <inkml:trace contextRef="#ctx0" brushRef="#br0" timeOffset="155039.53">18595 10678 948 0,'0'0'0'0,"0"0"-8"15,0 0 8-15,-112 12 34 16,78-2 51-16,1 2-32 15,0 0-14-15,2-2 21 16,0 0 12-16,1-3-2 16,0 1 12-16,3-2-24 15,6 0-9-15,6-1 0 16,6 0 10-16,4-3-23 16,2 2-13-16,1-2-10 15,-1 6 2-15,1 9-11 0,-1 8 1 16,-3 11 2-16,2 5 19 15,-6 5 4-15,-4 6-17 16,-2 2 5-16,-1 4 14 16,0 3-2-16,1 1-20 15,5 1 2-15,3-2 21 16,5 0-25-16,3 2 1 16,0 1 6-16,0-7-2 15,15-6-1-15,8-11-8 16,8-9-1-16,10-9-1 15,9-10-2-15,6-11-3 0,3-1 1 16,-3-8-6-16,-6-15-32 16,-9-3-62-16,-5-3-74 15,-9-6-86-15,-10-5-75 16,-10-3-314-16</inkml:trace>
  <inkml:trace contextRef="#ctx0" brushRef="#br0" timeOffset="155842.22">18571 10918 814 0,'0'0'80'0,"0"0"-78"0,0 0 62 16,0 0 76-16,0 0-27 0,0 0-57 16,0-25-24-1,0 25-4-15,0 0 11 16,0 0-8-16,0 0-7 0,0 6-6 15,5 11 42 1,4 9 27-16,1 3-8 0,-1 5-41 16,0 3 8-16,1 2 22 15,-1-2-30-15,1-4-24 16,1-2 5-16,1-10-16 16,-1-3 5-16,1-7-5 15,-2-4 0-15,3-7-3 16,1 0 0-16,5-7 2 15,2-14-2-15,0-6 0 16,-6-3-4-16,-3 1-4 16,-9 4-3-16,-3 0-10 0,0 3 15 15,0 6 4 1,0 3-12-16,0 3 11 16,-2 5 3-16,1 3 0 15,1 2 0-15,0 0-2 0,0 0-3 16,0 12-7-1,7 8 11-15,8 3 1 0,0 0 1 16,4 1-1 0,0-1 0-16,3-5 5 0,-3-4 3 15,-2-6-6-15,-1-4-2 16,1-2 0-16,-1-2 0 16,-3-2 4-16,4-14-1 15,-7-7-2-15,-2-5 0 16,-7-1 2-16,-1-3-1 15,-3 1-1-15,-15-1-1 0,-3 3 3 16,-1 1-3-16,4 9 0 16,0 3 3-16,6 5 0 15,6 5 8-15,2 4-10 16,3 2-1-16,1 0 0 16,0 0-25-16,0 0-105 15,10 15-45-15,8 2-12 16,3 2-120-16,-1-1-354 15</inkml:trace>
  <inkml:trace contextRef="#ctx0" brushRef="#br0" timeOffset="156207.45">19291 10956 1068 0,'0'0'93'0,"0"0"-91"0,0 0 128 16,0 0 22-16,0 0-112 15,0 0-32-15,-17 56 118 16,17-20-52-16,0 5 2 16,0-2-7-16,0 1-23 15,0-2-22-15,0-4 3 16,0-4-23-16,0-4-2 15,0-8-1-15,0-6-1 0,0-3-1 16,0-5-3 0,0 0-29-16,0-4-23 0,0 0-40 15,0 0-20 1,0-12-67-16,-3-10-81 0,-2-9-33 16,4-8-572-1</inkml:trace>
  <inkml:trace contextRef="#ctx0" brushRef="#br0" timeOffset="156720.56">19404 10525 1145 0,'0'0'37'16,"0"0"-28"-16,0 0 143 0,0 0-55 0,0 0-84 16,0 0 7-1,40 93 117-15,-22-42-73 0,-6 6 8 16,0 0-21 0,-5 0-8-16,1-2-13 0,-1-4-16 15,-1-10-2 1,-1-9-8-16,-4-9-3 15,1-9-1-15,-2-8 0 16,1-4-1-16,-1-2 1 16,2 0 4-16,-1-17-4 15,2-9-8-15,2-10-32 16,1 0 22-16,5-1-13 16,2 7 19-16,0 5 5 0,-1 7 6 15,2 5 0-15,0 5 1 16,0 8 0-16,-1 0-1 15,1 6 2-15,0 16 20 16,1 3 14-16,2 3-4 16,-5 1-17-16,-1-3-7 15,-2-1-4-15,-1-3-3 16,-2-4-2-16,1-4-40 16,-2-4-85-16,1-3-124 15,1-7-57-15,2-2-170 16</inkml:trace>
  <inkml:trace contextRef="#ctx0" brushRef="#br0" timeOffset="156927.71">19942 10782 1072 0,'0'0'149'0,"0"0"-135"15,0 0 125-15,0 0-31 0,0 0 57 16,0 0-50-1,14 105-58-15,-8-72-23 0,0-2-6 16,2-1-24-16,-1-6-1 16,-3-3-3-16,-1-7-20 15,0-6-114-15,-1-5-87 16,-2-3-100-16,1-7-144 16</inkml:trace>
  <inkml:trace contextRef="#ctx0" brushRef="#br0" timeOffset="157166.03">20044 10750 1158 0,'0'0'23'0,"0"0"-21"0,110-40 66 16,-51 23 27-1,3 0-49-15,-2 2-22 0,-4-2-13 16,-5 1-8 0,-12 2-3-16,-12 6-68 0,-20 2-128 15,-7 3-115-15,-16 3-351 16</inkml:trace>
  <inkml:trace contextRef="#ctx0" brushRef="#br0" timeOffset="157405.93">20282 10417 1261 0,'0'0'32'0,"0"0"-13"16,0 0 100-16,0 0 102 16,18 107-62-16,-6-60-107 15,2 0-23-15,-1 2-10 16,-1-2 3-16,-3 3-17 15,0-2-2-15,-2-3-3 16,-2-3-1-16,-1-9-2 16,-1-6-50-16,0-7-86 15,1-8-103-15,-3-10-64 16,-1-2-164-16</inkml:trace>
  <inkml:trace contextRef="#ctx0" brushRef="#br0" timeOffset="158021.72">20551 10317 806 0,'0'0'259'16,"0"0"-252"-16,0 0 114 15,0 0 58-15,0 0-52 0,0 0-82 16,19-17-35-16,-5 43 62 16,4 12 52-16,-2 7-56 15,1 6-29-15,-4 2 3 16,2 0 0-16,-1-7-29 16,0-7-7-1,-3-8-1-15,0-10-5 0,-1-8-1 16,-4-8 1-16,0-5-3 15,4 0-3-15,-3-17-21 0,4-9-23 16,-2-7-8 0,0 0 30-16,-3 3-9 15,-3 11 24-15,0 7 13 16,-2 7 0-16,1 5 7 0,4 0 4 16,3 9-10-1,4 7 20-15,6 0 6 0,0-2-19 16,1-3-3-1,1-5-3-15,-4-3 2 16,0-3-2-16,-3 0 3 16,-2-9 3-16,-2-11 3 0,-4-10-3 15,-4-4-1-15,-2-2-2 16,0-1 14-16,-14-1 6 16,-7 2-12-16,-2 5 7 15,0 3-4-15,4 7-2 16,5 7-4-16,4 3-8 0,7 7-2 15,3 3-5 1,0 1-56-16,2 0-151 0,17 3-199 16,4 10-110-1</inkml:trace>
  <inkml:trace contextRef="#ctx0" brushRef="#br0" timeOffset="158376.18">21242 10543 1183 0,'0'0'30'0,"0"0"-15"16,0 0 137-16,0 0-33 0,-12-84-78 15,28 75-24 1,2 8 13-16,2 1 8 15,-1 13 9-15,-5 15 2 0,-8 7 12 0,-6 3 8 32,0-1-31-32,-13-3-12 0,-3-9 0 0,7-6-14 15,5-10-11 1,4-4 5-16,0-4-6 0,0-1 1 16,19 0 0-1,9-5 0-15,8-11 2 16,0-3-3-16,-3 0-20 0,-5-3-45 15,-6 0-43 1,-5-6-121-16,-8-8-80 16,-7-3-187-16</inkml:trace>
  <inkml:trace contextRef="#ctx0" brushRef="#br0" timeOffset="158833.85">21488 9828 1185 0,'0'0'44'0,"0"0"-20"15,0 0 140-15,0 0-72 16,0 0-50-16,23 75 96 16,-3-19-78-16,0 9-20 15,-2 0 7-15,-2 2-25 16,-4-4 11-16,0-2-16 15,-6-9-8-15,-2-6-4 16,-2-9-4-16,-2-9-1 0,1-14 0 16,-1-5 1-16,0-7-1 15,0-2 0-15,3-13 6 16,5-16-6-16,4-9-12 16,0-4-5-16,2 3 8 0,0 3-6 15,-3 5 6 1,0 10 9-16,-2 5 1 15,-3 8-1-15,3 6 5 16,0 2 4-16,3 6 2 16,4 16 24-16,-3 4 5 0,-3 3-14 15,-4 2-2-15,0 0-17 16,-3-1-6 0,-2-2-1-16,2-6-2 0,-3-1-73 15,2-5-130-15,4-8-183 16,4-8-174-16</inkml:trace>
  <inkml:trace contextRef="#ctx0" brushRef="#br0" timeOffset="159108.74">22024 10293 1113 0,'0'0'111'0,"0"0"-111"15,0 0 141 1,0 0 39-16,0 0-74 0,0 0-46 15,75-15-14-15,-75 44 24 0,-1 4-16 16,-15 3-12 0,1-1-20-16,3-6-18 15,7-7 5-15,5-8-8 16,0-8-1-16,0-2-1 16,23-4 1-16,8-4 2 15,9-16-1-15,6-7-1 16,1-2-23-16,-4-1-79 15,0-2-115-15,-4-1-137 16,-6-4-383-16</inkml:trace>
  <inkml:trace contextRef="#ctx0" brushRef="#br0" timeOffset="159299.01">22519 10174 758 0,'0'0'578'0,"0"0"-566"15,90-31-12-15,-43 13 133 16,0-1-83-16,0 2-43 16,-3 2-7-16,-10 2-22 15,-10 2-132-15,-15-2-233 16</inkml:trace>
  <inkml:trace contextRef="#ctx0" brushRef="#br0" timeOffset="159489.99">22626 9963 1226 0,'0'0'130'0,"0"0"-124"0,0 0 127 15,0 0 127-15,15 98-160 16,2-49-71-16,-1 5-11 16,3 3-16-16,0-3-2 15,-2 3-5-15,-5-1-145 16,-4-1-184-16,-8-6-216 0</inkml:trace>
  <inkml:trace contextRef="#ctx0" brushRef="#br0" timeOffset="160492.87">22956 9719 894 0,'0'0'126'0,"0"0"-87"16,0 0 100-1,0 0 45-15,0 0-58 16,0 0-82-16,0-7-28 16,0 44-8-16,0 13 132 0,0 6-64 15,4-1-34-15,1-4 6 16,2-8-19-16,4-6-23 16,4-10-3-16,0-6-3 15,6-9 0-15,1-6 0 16,2-6-2-16,1 0 0 15,2-12-13-15,-5-8-18 16,-5-1 1-16,-5-1 8 0,-8 6 6 16,-2 3 17-16,-2 7 0 15,0 5 2 1,0 1 0-16,4 0-1 16,4 8-9-16,10 9 9 0,5 3 12 15,6-4-4-15,0-5-7 16,1-5 3-16,-4-4 1 15,1-2-5-15,-2-1 4 16,-3-13-2-16,-5-6 2 16,-8-3 1-16,-8-5-1 15,-1-1 2-15,-8-1 3 16,-15 0 5-16,-7 4-4 16,-1 2-3-16,-1 7 5 0,7 5-3 15,6 5-9 1,10 4 0-16,7 1-25 15,2 2-101-15,3 0-210 0,18 2-69 0,5 10-241 16</inkml:trace>
  <inkml:trace contextRef="#ctx0" brushRef="#br0" timeOffset="161015.93">23626 9968 872 0,'0'0'70'0,"0"0"-62"0,0 0 116 16,0 0-12-16,0 0-51 16,0 0-27-1,0-6-14-15,0 6 10 0,0 0 14 16,0 0 3-16,0-1 6 15,0 1 2-15,0-4 6 16,0-2-18-16,15-2-24 16,6-5-18-16,7 1 0 15,2 2 3-15,-5 6 0 16,-4 4 12-16,-7 0-8 0,-5 6 18 16,-5 10 0-1,-4 7 8-15,0 0 36 0,-7-1-35 16,-2-2-25-1,4-4-10-15,5 0-1 16,0 0 0-16,17 3-2 16,11 0 0-16,3 1 3 15,1 0 3-15,-10-2-3 0,-7-4 0 16,-12-3 1-16,-3-1 5 16,-15-4 6-16,-18 0 21 15,-12-4-21-15,-4-2-10 16,3 0-2-16,6 0 0 15,10-8-31-15,12-6-32 16,8-4-61-16,10-5-87 16,0-8-143-16,11-4-56 15</inkml:trace>
  <inkml:trace contextRef="#ctx0" brushRef="#br0" timeOffset="161467.95">23857 9313 1298 0,'0'0'0'0,"0"0"12"16,0 0 22-16,44 99 126 15,-24-39-53-15,1 3-21 0,-1 2-19 16,-4-1-19-16,-6-3-11 15,-2-7-23 1,-3-9-12-16,-1-13 2 0,-1-10-4 16,0-10 0-16,-3-6 0 0,1-6 3 15,1 0-3 1,-1-8 0-16,4-14 0 16,1-10-59-16,1-8 26 15,4 1 33-15,-1 3-16 0,1 8 11 16,-1 11 5-1,-3 9 2-15,3 6 25 0,-2 2-6 16,3 7 8 0,-2 15 17-16,-2 4 11 15,2 4-22-15,-1-3-21 0,-1 0-7 16,3-5-7 0,-2-2 0-16,-1-3 0 15,0-4-68-15,3-4-94 0,0-5-157 16,-1-4-122-16</inkml:trace>
  <inkml:trace contextRef="#ctx0" brushRef="#br0" timeOffset="161869.64">24372 9731 1027 0,'0'0'126'0,"0"0"-118"0,0 0 157 0,0 0-43 16,0 0-80-16,0 0-26 0,7-25-13 16,14 20-1-1,9 3 13-15,0 0 0 0,-2 2 13 16,-4 0 3 0,-7 2 5-16,-4 9-2 0,-4 3-17 15,-6 5 17 1,-1 3 13-16,-2 1 1 0,0 3-24 15,0-2 15-15,3-1-30 16,2-2 5-16,0 0 3 16,-4-3-10-16,-1 1 2 15,0-2 3-15,-14 1 12 16,-11-1 2-16,-6-3-11 16,0-4-9-16,5-5-4 15,4-5-2-15,6 0-23 16,5 0-61-16,7-18-129 15,4-10-182-15,0-10-213 16</inkml:trace>
  <inkml:trace contextRef="#ctx0" brushRef="#br0" timeOffset="162066.09">24627 9632 1236 0,'0'0'96'0,"0"0"-88"0,94-11 93 16,-42 1 60-16,10 0-77 16,-1 3-47-16,-5-2-26 15,-8 2-5-15,-11 3-6 16,-14 0-17-16,-13-1-111 0,-10 2-104 16,0-3-80-1,-25-3-457-15</inkml:trace>
  <inkml:trace contextRef="#ctx0" brushRef="#br0" timeOffset="162330.42">24835 9407 957 0,'0'0'206'0,"0"0"-203"16,0 0 77-16,0 0 94 15,0 0-11-15,52 109-36 16,-38-69-59-16,-2 3-20 15,-1 0-15-15,-1 1-8 16,-2 1-13-16,-2-4-11 16,0-6 0-16,-2-5-1 15,1-10-6-15,-2-3-54 16,0-10-122-16,1-7-71 16,2-2-54-16,-1-21-282 15</inkml:trace>
  <inkml:trace contextRef="#ctx0" brushRef="#br0" timeOffset="162865.88">25179 9143 922 0,'0'0'363'16,"0"0"-361"-16,0 0 7 0,0 0 61 15,0 0 77-15,6 77-49 16,0-34-47-16,3 7 8 16,3-3-15-1,3-8-22-15,3-6-6 0,0-8-13 16,4-8-3 0,0-9 3-16,-1-8-3 0,0 0-3 15,-2-17-13-15,-2-10-24 16,-7-6-4-16,-4 0 9 15,-6 5 26-15,0 8 9 16,0 6 0-16,0 8 9 16,0 5 10-16,0 1 16 0,0 4-27 15,0 18-5-15,0 7 9 16,8 1-5 0,7-3-2-16,3-6-1 15,4-6-4-15,2-6 0 16,0-7 1-16,-2-2 1 0,0-6-1 15,-3-20 2-15,-3-5 0 16,-6-10 3-16,-7-3 0 16,-3 4-3-16,0-2 3 15,-18 3 14-15,-2 3-1 16,-3 7 8-16,5 7 24 0,2 8-27 0,7 4 2 31,3 8-22-31,3 1-4 0,3 1-14 16,0 6-86-1,0 15-102-15,9 5-24 0,4-1-158 16,5-1-222-16</inkml:trace>
  <inkml:trace contextRef="#ctx0" brushRef="#br0" timeOffset="163207.26">25880 9070 1264 0,'0'0'17'0,"0"0"137"0,0 0 12 15,0 0-70-15,0 0-85 16,0 0-7-16,4 31 2 16,-2 5 74-16,0 3-40 15,-2 3-22-15,1 0 24 0,1-1-7 16,2 2-5-1,4-5-11-15,1-5 8 0,4-6-17 16,2-9-5 0,7-6-3-16,1-5-1 0,-1-7 1 15,1 0-2-15,-6-7-16 16,-3-14-75-16,-8-5-107 16,-6-3-163-16,-6 7-182 0</inkml:trace>
  <inkml:trace contextRef="#ctx0" brushRef="#br0" timeOffset="163296.12">25906 9350 1033 0,'0'0'270'0,"0"0"-270"16,0 0 0-1,0 0 18-15,104-51-18 0,-55 23-15 16,-4-2-191 0,-14-3-375-16</inkml:trace>
  <inkml:trace contextRef="#ctx0" brushRef="#br0" timeOffset="163753.85">26119 8732 1131 0,'0'0'81'16,"0"0"-77"-16,0 0 61 0,0 0 105 0,0 0-72 31,48 112-37-31,-32-59-32 0,-1 7 17 15,-6 4-21-15,-4-3-6 0,-1-5 16 16,-1-6-34 0,0-12 2-16,0-7-2 15,-2-9-1-15,1-11 0 16,-2-8-1-16,1-3 0 0,2-10 1 16,0-16 0-1,3-6-55-15,3-5 42 16,3-4 10-16,2-2-12 0,3 1 4 15,0 8-1-15,1 10 11 16,-5 12 1 0,-1 10 0-16,-1 2 24 15,1 6 12-15,2 14 15 16,-1 7-1-16,-2 0-21 0,-3 3-21 16,-4-4-1-1,1-1-7-15,-1-4-1 0,4-5-37 16,-1-4-107-16,2-6-108 15,6-6-53-15,-1-3-302 16</inkml:trace>
  <inkml:trace contextRef="#ctx0" brushRef="#br0" timeOffset="163973.85">26626 8863 926 0,'0'0'367'16,"0"0"-367"-16,0 0 121 0,0 0 17 15,0 0-95-15,0 0 9 16,24 72 74 0,-11-28-44-16,1 1-47 0,2-3 10 15,2-4-11-15,3-5-22 16,1-8-12-16,1-5 4 16,1-10-4-16,-2-8 0 15,-3-2-13-15,-10-3-69 16,-9-13-119-16,0-4-172 15,-26 0-314-15</inkml:trace>
  <inkml:trace contextRef="#ctx0" brushRef="#br0" timeOffset="164098.91">26666 9114 1381 0,'0'0'22'0,"0"0"-19"16,0 0 97-16,91-26-47 15,-46 4-44-15,1-1-9 16,-4-4-63-16,-9-3-159 15,-14-3-234-15</inkml:trace>
  <inkml:trace contextRef="#ctx0" brushRef="#br0" timeOffset="164514.22">26687 8420 970 0,'0'0'97'0,"0"0"-90"15,93-59 23 1,-48 41 103-16,2 4-49 0,-6 9-45 16,-7 3-22-1,-9 2 7-15,-5 6-7 0,-2 15 49 16,-2 5 3-16,-1 5 9 15,3 2-22-15,1 2 1 16,7 4-4 0,4 5-17-16,-2 5-6 0,0 8-2 15,0 2 9-15,-2 6 12 16,0 2-18-16,2 1-17 16,2 2 11-16,-4-3-25 15,-8-5 0-15,-13-7 0 16,-5-5 0-16,-36-4 0 15,-37-2 0-15,-41-3 0 0,-41-8-24 16,-31-16-382 0</inkml:trace>
  <inkml:trace contextRef="#ctx0" brushRef="#br0" timeOffset="166798.2">18882 10864 843 0,'0'0'32'0,"0"0"-32"16,-93-65 37 0,66 41-3-16,4 6 77 15,4 2-55-15,5 6-23 16,2 5 91-16,-2 3-80 15,-8 2-30-15,-7 4-5 0,-11 21 7 0,-9 12-5 16,1 10 3 0,6 7 12-16,11 5 23 15,16 3-22-15,9 6-2 16,6 2-3-16,4 2-13 16,18-1 5-16,14-3-10 15,13-7-1-15,15-4 2 0,13-10-3 16,7-8-1-1,7-11 0-15,-5-18-1 0,-2-8 0 16,-9-2 0 0,-7-22 0-16,-2-15-18 15,-4-12 8-15,-2-9 1 16,-11-9 6-16,-11-5 1 0,-17-6 1 16,-18-1-1-16,-6 0 1 15,-35 6 1-15,-12 6 0 16,-15 7-3-16,-2 12 2 15,-3 13 0-15,2 11 0 0,14 16-2 16,12 5 1 0,19 3-26-16,13 7-117 15,10 19-152-15,0 7-60 16</inkml:trace>
  <inkml:trace contextRef="#ctx0" brushRef="#br0" timeOffset="167730.64">21027 10240 717 0,'0'0'35'16,"-12"-72"-24"-16,8 36 69 16,-4 3 5-16,-1 5-15 15,-6 8 12-15,-4 9-35 16,-11 8-6-16,-12 3-13 15,-14 16-16-15,-13 20 38 16,-6 13 15-16,-1 14-20 16,12 17-4-16,16 10 28 15,18 9-5-15,19 2-11 16,11 0-15-16,4-8 9 0,30-7-1 16,13-12-27-1,20-17-10-15,19-13-3 0,13-19 2 16,8-14-8-1,-2-11 0-15,-7-18-4 0,-5-15 2 16,-13-14-4-16,-13-11-5 16,-13-8 3-16,-21-6 8 15,-21-3 0-15,-12 0 0 0,-23-5 0 16,-21 4-1 0,-6 10-5-16,0 12-3 0,9 19-25 15,11 18-98 1,11 14-82-16,7 3-169 15,5 18-305-15</inkml:trace>
  <inkml:trace contextRef="#ctx0" brushRef="#br0" timeOffset="168631.73">23311 9776 912 0,'0'0'26'0,"0"0"-21"15,-85-65 27-15,42 50 11 16,-6 3 48-16,-3 8-4 15,-2 4-32-15,1 7 9 0,4 23 18 16,4 15-10-16,8 14-18 16,6 13 23-16,7 11-26 15,12 6 11-15,12 2-30 16,0-3-2-16,30-4-12 16,12-9-14-16,14-12 0 15,8-17 0-15,10-15-1 16,6-15 1-16,1-14-1 0,-1-2-3 15,-5-30-10-15,-2-17-21 16,-3-16-14 0,-4-12 0-16,-13-3 22 0,-17-5 22 15,-19 4 0 1,-17 2 2-16,-20 3 1 0,-23 7-2 16,-14 14 8-16,-1 14-8 0,-3 12 0 15,4 15 0 1,7 12-7-16,9 0-32 15,10 18-83-15,13 11-112 16,12 6-54-16,6 0-247 16</inkml:trace>
  <inkml:trace contextRef="#ctx0" brushRef="#br0" timeOffset="169595.83">25658 9175 17 0,'0'0'653'0,"0"0"-644"16,0 0 0 0,0 0 89-16,0 0 28 0,21-90-92 15,-21 67 16-15,-2-2 24 16,-11 0-55-16,-4-1-4 15,-6 3 1-15,-6 6 4 16,-8 6 6-16,-11 8-5 16,-6 3-21-16,-5 6 2 15,-4 19 16-15,6 8 36 0,10 10-1 16,8 10-4 0,9 12-1-16,9 16 42 0,11 5-33 15,10 3-8 1,0-6-8-16,27-8-14 0,15-7 14 15,13-11-30-15,7-15-7 16,7-15 9-16,2-16-8 16,4-11-1-1,-2-17 0-15,0-25 2 0,-9-15 3 16,-19-12-4-16,-19-10-2 16,-25-7 1-16,-10-3 6 15,-43 5-2-15,-24 10-8 16,-27 19-6-16,-33 13-187 15,-38 9-451-15</inkml:trace>
  <inkml:trace contextRef="#ctx0" brushRef="#br0" timeOffset="173727.16">21061 4850 154 0,'0'0'77'0,"0"0"-2"0,0 0 14 16,0 0-3-16,0 0-5 16,0 0-12-16,0 0-15 15,0-9-18-15,0 6-7 16,0-1 10-16,0-2-6 15,0-4-15-15,0 1 12 16,0-2 26-16,0-1-49 16,0-5 68-16,0-4-30 15,0-3-44-15,0-2 6 0,0 1 4 16,0 3 7 0,-7 0 3-16,-8 3-14 0,-3 3-3 15,-9 4 7 1,-7 8 1-16,-14 4 0 0,-10 2-1 15,-14 21-2-15,-10 12 1 16,0 13 3-16,6 11 27 16,9 7-5-16,13 5 8 0,12 4-3 15,16 3 1 1,11 1-8-16,13-2 9 0,2-5-9 16,24-8-8-1,18-9-11-15,18-9 1 16,22-13 30-16,16-9-29 0,17-17-2 15,12-7-8-15,1-23 3 16,1-15-8-16,-12-11 0 16,-14-10 4-16,-25-8-2 15,-23-5 7-15,-28-7 8 16,-27-3-6-16,-29 1 3 16,-41 4-12-16,-35 10-3 15,-28 22-2-15,-27 34-13 16,-25 18-166-16,-19 33-316 15</inkml:trace>
  <inkml:trace contextRef="#ctx0" brushRef="#br0" timeOffset="175875.87">18443 9951 677 0,'0'0'67'0,"0"0"-7"16,-19-90-9-16,19 67 45 16,0 2 14-16,0 5-17 15,0 8-22-15,0 5-12 16,0 3-7-16,0 0-40 15,3 4-12-15,5 17 0 0,1 15 49 16,2 10 45 0,-1 8-42-16,-4 11-17 0,2 4 35 15,-4 3 29 1,1 0-63-16,-1-4 6 0,5-1-12 16,-1-6-16-1,2-7-13-15,5-12-1 0,-3-12 0 16,0-6 0-16,-3-9-16 15,-5-4-112-15,-4-2-66 16,0-5-44 0,-27-4-71-16,-14 0-475 0</inkml:trace>
  <inkml:trace contextRef="#ctx0" brushRef="#br0" timeOffset="176157.94">18213 10311 1054 0,'0'0'29'0,"0"0"-29"0,0 0 0 16,0 0 7-16,43 86 148 15,-11-24-37-15,4 7-46 16,1 3-29-16,2 0-6 16,-1-8 3-16,0-13-1 15,-5-16-29-15,-7-14 8 16,-9-13 11-16,-5-6 8 15,-6-2-8-15,3-27 52 16,9-23-35-16,5-20-46 0,9-15-2 16,4-11-2-1,-1 0-91-15,-8-1-259 0,-21 5-508 16</inkml:trace>
  <inkml:trace contextRef="#ctx0" brushRef="#br0" timeOffset="180175.85">18785 14935 292 0,'0'0'211'0,"0"0"-168"16,-112-24 20-16,77 20 3 15,4-1 12-15,3 0-2 16,7-1 42-16,4 2-56 0,8 0-17 16,5 3 56-1,4-1-34-15,0 2-47 0,0 0-20 16,12 0 2-1,18 0 4-15,13 0 48 16,15 2-14-16,12 0-18 0,9-2-3 16,8 0 8-16,8 0 7 15,10-8-1 1,14-8-9-16,12-3 4 16,8 0-11-16,13-1-1 0,5-1-7 15,4-2-3-15,8-1-2 16,-2-1 7-16,9 0 4 15,0-1 2-15,-6 1 1 16,-3 7-6-16,-17 4-5 16,-15 6 2-16,-19 8 2 0,-19 0-8 15,-17 4-3 1,-9 8 0-16,-7-3 0 16,-4-3 1-16,-2-4 0 15,-4-2 1-15,-6 0 2 16,-9 0-1-16,-11-8 0 15,-11 5 5-15,-9 2-7 16,-6-1 5-16,-2 2 3 16,0-1 0-16,0-2-9 0,-5-1-2 15,-5-1-57-15,1-1-19 16,1 2-78-16,1-4-62 16,-3-2-129-16</inkml:trace>
  <inkml:trace contextRef="#ctx0" brushRef="#br0" timeOffset="181221.81">23201 13661 1120 0,'0'0'11'0,"0"0"-11"0,0 0-25 0,0 0 13 15,-102-34 12-15,46 34 37 0,-10 7-6 16,-12 14-19 0,-11 7-5-16,-15 3-4 0,-13 3 4 15,-7 1 23 1,-4 1 2-16,0-3-11 16,5-2 9-16,13-6 0 15,12-5 7-15,18-2 8 16,18-4 19-16,17-3-10 15,14 2-29-15,11-3 34 16,8 3-18-16,8 7-22 16,4 11-13-16,0 16 26 15,1 20 27-15,8 13-37 16,0 9-1-16,0 7 5 0,0 3-1 16,3 1-5-16,-2 5-1 15,1 3-4-15,-1-1-5 16,1-5-3-16,2-13-5 0,1-9 1 15,1-12-2 1,2-11-1-16,1-12 1 16,-1-13-1-16,2-11 0 15,2-9-5-15,6-8 5 16,11-4 2-16,6 0-1 0,8-4-1 16,11-12 0-1,12-7-1-15,12-7-3 16,17-2 3-16,12-5 0 0,11 0 0 0,8 4 2 15,3 1-1 1,8 0 1 0,1 4 4-16,-2 1-5 0,0 3 0 15,-12 3-10-15,-12 2 2 16,-13 3-5-16,-18 2 10 16,-15 7-2-16,-16 0 0 0,-10 1 5 15,-10 1 1 1,-10-2 1-16,-4 0-2 15,-5-2 2-15,-3-7-2 16,0-2 2-16,-2-8 0 16,-5-3 1-16,-4-3-2 15,-2-7 2-15,-4 2-1 0,0-5-1 16,-1-5-1 0,-11-6 0-16,-1-5 0 0,-2-6 0 15,1-9-1 1,-2-7 0-16,-1-12 1 0,-6-5-5 15,-10-3 2-15,-12 0 3 16,-13 6-3-16,-18 13 3 16,-15 14 0-16,-15 16 4 15,-11 16-2-15,-8 14-2 16,-10 11 0-16,-3 10-1 16,-2 3-21-16,4 25-115 0,14 10-130 15,9 8-64 1,17-7-216-16</inkml:trace>
  <inkml:trace contextRef="#ctx0" brushRef="#br0" timeOffset="186149.28">16917 11207 796 0,'0'0'90'0,"0"0"-63"16,0 0 44-16,0 0 13 15,0 0 31-15,0 0-47 0,0 0-26 16,21-53 27-16,-21 52 0 16,0-2 4-16,-7 0-22 15,-15 3-38-15,-8 0-6 16,-12 2-5-16,-7 13 6 16,-7 5-7-16,-4 4 8 15,-3 1 2-15,-4 4 1 16,-3 1 2-16,1-4 5 0,8-1 13 15,8-4 14 1,8-3-10-16,8-3-7 0,5 0 0 16,9-2-8-1,4 1-5-15,6-2-2 16,4 1-7-16,3 1-3 16,1 4 2-16,1 7 2 0,1 7 10 15,-3 5-5 1,3 9 18-16,0 5-16 0,3 6 9 15,0 8-1-15,0 4-7 16,0 4-8-16,0 2-8 16,0-4 0-16,0-6 0 15,0-7 0-15,2-7 0 16,11-7 0-16,1-7 0 16,3-8 0-16,0-7 0 0,-1-4 0 15,2-8 0 1,2-5 0-16,-1-4 0 0,2-1 0 15,4 0 0-15,8-5 0 16,8-12 0-16,8-2 0 16,10-2 0-16,7-1 0 15,10-3 0-15,5 2 0 16,5-1 0-16,2 1 0 16,-5 5 0-16,-11 4 0 15,-11 2 0-15,-13 2 0 16,-3 2 0-16,-6 1 0 15,-2-1 0-15,0-1 0 16,-7-1 0-16,-6-1 0 0,-5 1 0 16,-5-1 0-1,-2-4 0-15,-3 3 0 0,-2-2 0 16,-2 0 0-16,-5-2 0 16,0-2 0-16,0-4 0 15,0-3 0-15,0-3 0 16,-5-1 0-16,-1-5 0 15,0 0 0-15,-1-4 0 16,-2-4 0-16,0-4 0 16,0-4 0-16,-3-6 0 15,2 2 0-15,-1-5 0 16,1 6 0-16,2 3 0 16,2 2 0-16,0 4 0 15,0 5 0-15,-2 0 0 0,-3 9 0 16,-4 1 0-16,-1 1 0 15,-7 4 0-15,-3 3 0 16,-7 3 0-16,-9 4 0 0,-16 9 0 16,-16 5-67-1,-20 18-158-15,-16 11-340 0</inkml:trace>
  <inkml:trace contextRef="#ctx0" brushRef="#br0" timeOffset="190279.95">27181 7993 1132 0,'0'0'15'0,"0"0"-15"0,-115-24 1 15,38 24 18 1,-16 0 49-16,-7 6 11 0,-9 13-24 16,-9 3-21-16,-10 6 2 15,-10 3-23-15,-6 1-3 16,1 3-6-16,-8 1 0 16,-5 4 1-16,-8 2-5 15,-5 4 0-15,-2 1-1 16,-7 4-1-16,-4 2 2 15,-6 3 1-15,3 2 3 16,-2-5-4-16,2-1-3 16,0-3 1-16,-2-6 0 15,0-2-2-15,-2-1-3 0,1-2-4 16,-4 0 2 0,-6 0-4-16,-3-2-2 15,-4-2 9-15,-5 3 5 16,4 3 1-16,3 4 0 15,2 2 0-15,7-1-2 0,4-1-3 16,11-4 5-16,8-6 1 16,9 3 0-16,7-1-1 0,3-3-1 15,4 2-1 1,1-3 1-16,1 0 0 0,8 0 1 16,7-3 2-1,4 2-2-15,8-1-2 0,1-2-8 16,2 3-10-16,4 2 7 15,1-3-4-15,4 3 5 16,7-3 9-16,6-1 0 16,7-2 3-16,10-1 2 15,2 1 0-15,7 2-2 16,3-1-1-16,0 0 1 16,3-1 2-16,7-1-2 15,5-4 0-15,6-2 0 16,5-1 0-16,7-3 7 15,5-2-2-15,8-1 16 16,10-5-1-16,5 5-8 16,4 8-3-16,0 10-2 15,11 16 26-15,1 13 9 16,-3 8-27-16,-3 7-6 16,-3 4 19-16,-3 7-8 15,0 3-12-15,0 7-2 16,-3-4 16-16,-2 2 0 0,5-1-1 15,0 1-8-15,3 2 3 16,20 5 5-16,5 3-7 16,5 1-6-16,3 2 2 15,1-3-3-15,0-7-6 16,6-5 2-16,5-12-3 16,1-11 2-16,4-9-2 15,4-8 2-15,1-12-2 16,4-5-1-16,9-12 1 15,6-10 2-15,6-11-2 0,8-2 5 16,2-8-1-16,1-8-2 16,-3 3 1-1,-4 0-2-15,4 2 1 16,4 1-1-16,7-3 1 0,7-1-2 16,12-4 0-16,12-6-3 15,13-5 0-15,17-11 3 16,11-7 0-16,14-8 1 15,16-4 4-15,11-5-4 16,10-3-1-16,0 2-4 16,1 2 4-16,-5 4 3 15,-4 0 1-15,0-3-4 16,-1 0-1-16,-6 0-2 16,-2 2 3-16,-4 5 3 0,-6 2 0 15,1-1-3 1,-5 2-3-16,-5 1 1 15,-5 0 1-15,-1 3 1 0,-2 0 3 0,-6 0-2 16,0 2-1 0,-7-1-9-16,-4 0 7 0,-6 4 2 15,-9 2 0 1,-4 2 0-16,-3 2 3 0,-8 0-3 16,0 1 0-1,-7 0-3-15,-6-3-1 16,-4 3 4-16,-3-3-1 15,-2 0-1-15,-6-1-10 0,1 0 0 16,-2 5-2 0,-8 4 9-16,-8 4 5 0,-13 6-1 15,-13 2-5-15,-11-2 6 16,-1 1-1-16,-4-1 1 16,-3 2-1-16,3 0 0 15,3-4-2-15,5 1-2 16,5 0-6-16,-2 3 0 15,-3 2 4-15,-10 3 6 0,-11 3-1 16,-10 2 2 0,-10 0 0-16,-6-2 4 0,-6-5 5 15,-2-3-7 1,0-1-2-16,0-4 6 16,-5-1-5-16,-5-1-1 15,1-3 0-15,1-3 0 0,1-1 2 16,-2-6 7-1,0-8 13-15,-4-5-5 0,1-6-12 16,1-5 15-16,1-14-15 16,6-6-4-16,1-10 3 15,3-10-3-15,0-6 2 16,0-5-3-16,0-9 0 16,0-3 0-16,0 6 2 15,-5 10 1-15,-13 16 1 16,-9 18 7-16,-19 11 0 15,-17 10 8-15,-20 10-16 16,-19 11 2-16,-12 12-5 16,-12 13 0-16,-5 9-4 0,-5 9-13 15,-12 24-187-15,-4 4-233 16</inkml:trace>
  <inkml:trace contextRef="#ctx0" brushRef="#br0" timeOffset="201749.31">16735 14990 387 0,'0'0'169'0,"0"0"-166"16,0 0 5-16,0 0 50 15,0 0 33-15,0 0-32 16,0 0-33-16,0 0 2 16,8-32 36-16,-8 26 3 15,0-1-8-15,0 3 13 0,0-4-29 16,0 2-2 0,0-2 18-16,0-2-33 0,0 3 0 15,0-2 3 1,0 4 3-16,0 1 7 0,0 2 2 15,0-1-8-15,0 3-1 0,0 0-1 16,0 0 3 0,0 0-2-16,0 0-10 0,0 0-8 15,0 0 0 1,0 11-4-16,0 8 2 16,0 13 58-16,0 6-23 15,0 7-10-15,-1 4 14 0,-2 2-13 16,-1-3 10-16,2-4-27 15,2 1-4-15,0-2 18 16,0-7-21 0,6-5-6-16,6-7-8 15,2-8 0-15,3-5 0 0,4-7 0 16,-1-4 0 0,4 0 0-16,2-8-17 0,0-8-23 15,-7-5-46-15,-4-2-30 16,-10-6-77-16,-5-1-69 15,-5-3-97-15,-22 5-542 16</inkml:trace>
  <inkml:trace contextRef="#ctx0" brushRef="#br0" timeOffset="201895.84">16602 15254 1135 0,'0'0'116'0,"0"0"-116"0,0 0 0 15,0 0 89-15,0 0-51 16,0 0-30-16,125-68-8 16,-71 37-20-16,-1 0-142 15,-5 1-133-15</inkml:trace>
  <inkml:trace contextRef="#ctx0" brushRef="#br0" timeOffset="202277.54">17175 15098 1070 0,'0'0'140'15,"0"0"-133"-15,0 0 30 16,0 0 120-16,0 0-76 15,0 0-53-15,70-49-7 16,-42 29-12-16,-3 3-9 0,-6 4-2 16,-8 7-41-1,-5 1-87-15,-6 5-39 16,0 0-4-16,-4 20 21 16,-17 13 97-16,-3 9 55 15,2 4 75-15,2-7 25 16,10-7 0-16,6-8-15 0,4-10-14 15,0-9-48-15,19-5 0 16,9-6-23-16,10-22-103 16,5-10-151-16,-4-4-150 15</inkml:trace>
  <inkml:trace contextRef="#ctx0" brushRef="#br0" timeOffset="202515.86">17480 15005 662 0,'0'0'666'16,"0"0"-629"-16,-22 95 23 0,21-62 80 15,1-5-31-15,4-5-8 16,17-3-67-16,3-8-18 16,3-8-10-1,1-4-2-15,-1-4 4 16,-5-14-1-16,-11-3-2 16,-11 2 0-16,0 1 6 0,-21-2-6 15,-12 4-5-15,-6-2-7 16,-1 4-31-16,3 1-44 15,7-3-75-15,12-5-44 16,12-7-72-16,6-8-194 16</inkml:trace>
  <inkml:trace contextRef="#ctx0" brushRef="#br0" timeOffset="203073.77">17636 14634 1168 0,'0'0'115'0,"0"0"-107"15,0 0 168-15,0 0 27 0,0 0-147 16,-123-10 6-16,55 12-27 16,-10 12-21-16,-7 4-8 0,-4-2-2 15,-1 1-2-15,1 1 1 16,3 0-1 0,5-4-2-16,10 1-1 0,13-5-3 15,12 3 4 1,12-2 2-16,9 1-2 15,8 11 4-15,4 11 4 0,5 20 15 16,1 20 15-16,-3 12-21 16,-1 9 5-16,-3-1 2 15,-4-4-5-15,3-5-6 16,2-7-5-16,7-12-4 16,3-14 1-16,3-13-1 15,0-17-4-15,0-10-6 16,11-4 5-16,14-6-2 15,12 1 2-15,14 1 0 16,13-2-1-16,18 4 2 16,12-2 2-16,9 2 0 15,10-2-2-15,4-4-3 16,-2 0-1-16,3-18 3 16,-2-11 0-16,-4-11-2 0,-8-10 0 15,-10-8 3 1,-15-7 0-16,-23-5 5 0,-25-4-5 15,-21-5 1-15,-10-9-2 0,-30-6 0 16,-17 0 0 0,-16-2 1-16,-10 5 0 0,-6 10-1 15,0 10-13 1,4 13-72-16,8 15-105 0,9 13-135 16,7 13-278-1</inkml:trace>
  <inkml:trace contextRef="#ctx0" brushRef="#br0" timeOffset="206250.93">23342 15047 694 0,'0'0'457'0,"0"0"-454"15,0 0 4-15,0 0 35 16,0 0 91-16,0 0-77 0,0 0-42 16,27 2 48-1,-9 31 31-15,0 12 13 16,-4 12-20-16,-3 11 9 0,-1 3-56 15,-6 1-10-15,5-2 15 16,-5 1-10 0,4-5-14-16,-2 0 5 15,-2-3-17-15,1 0-8 0,-4-3 0 16,-1-8 0-16,0-7 0 16,0-7 0-16,0-9 0 15,0-5 0-15,0-8 0 16,8-3 0-16,1 0 0 15,3-1 0-15,1-2 0 0,-2 0 0 16,-1 0 0 0,-1-3 0-16,-2 2 0 15,-1-3 0-15,-3-2 0 16,0 2 0-16,-3-3 0 0,2-2 0 16,-2 1 0-1,0-2 0-15,0 0 0 16,2 0 0-16,-2 0 0 0,2 3 0 15,-2 1 0 1,0-1 0-16,0 2 0 0,0-3 0 16,0 2 0-16,0-2 0 15,0-2 0-15,0 0 0 16,0 0 0-16,0 0 0 16,0 0 0-16,0 0 0 15,0 0 0-15,-2-2-130 16,-6-4-69-16,0-2-97 15,5-3-73-15,0-5-630 16</inkml:trace>
  <inkml:trace contextRef="#ctx0" brushRef="#br0" timeOffset="206911.25">23938 15808 1005 0,'0'0'80'0,"0"0"-77"16,0 0 12-16,0 0 127 0,10-77-22 15,1 62-87-15,4 4-20 16,1 4 30-16,2 5-10 16,-3 2-15-16,-3 2 1 15,0 21 1-15,-5 7 20 16,-2 5 75-16,1 2-55 15,2-5-27-15,3-6-24 0,3-3 7 16,2-9-15 0,-1-3 6-16,4-9-2 0,0-2-2 15,3-1 4-15,1-18 2 16,-2-3-6-16,-6-5 1 16,-5-1-2-16,-4-1-4 15,-4 4 2-15,-1 6 0 16,-1 6 0-16,0 4 1 15,0 6-1-15,0 3 0 16,4 0-4-16,3 5-7 16,5 13 11-16,1 7 36 15,2 2-13-15,-4 3-8 16,-2 0 8-16,-8-1 0 16,-1 2 8-16,-3-3-8 15,-18 5 5-15,-11-1-25 0,0-2-3 16,5-3 0-16,3-9 0 0,8-8 0 15,8-7 0 1,4-3 0-16,-1 0 0 0,1-7 0 16,-2-14-9-1,6-11-158-15,0-2-193 0,16 1-249 16</inkml:trace>
  <inkml:trace contextRef="#ctx0" brushRef="#br0" timeOffset="207238.56">24566 15889 1154 0,'0'0'148'0,"0"0"-144"0,0 0 47 0,1-77 117 15,11 69-28-15,8 2-64 16,1 6-53-16,4 2 9 15,-1 18 2-15,-5 7 1 16,-8 6 18-16,-10 3-16 16,-1-1 14-16,0-5-19 15,-1-7-23-15,-2-10-9 16,3-4 0-16,0-8 0 16,16-1 0-16,24-3 0 15,21-17 0-15,16-13 0 16,6-2 0-16,-4 1 0 0,-12 9 0 15,-20 10 0-15,-30 14-149 16,-18 1-422-16</inkml:trace>
  <inkml:trace contextRef="#ctx0" brushRef="#br0" timeOffset="208657.83">19999 13852 972 0,'0'0'183'0,"0"0"-173"15,0 0 109 1,0 0 22-16,-81-5-45 0,41 24-7 16,0 6 10-1,4 2-35-15,3-5-19 0,9-1-11 16,11-4-7 0,4-4-15-16,9-2 0 0,0-1-7 15,7 0-5 1,18 0 2-16,13 1-1 0,10 0 5 15,10 1-5 1,0-1 1-16,-3 3-2 16,-13 2 0-16,-13 4 0 15,-15 0-1-15,-14 3 1 16,0 3 8-16,-25 0 2 0,-18 1 15 16,-10 0-1-16,-2-6-8 15,3-6-3-15,12-5-9 16,10-5 2-16,11-2-5 15,10-3-1-15,6 0-8 16,3 0-36-16,0 0-51 16,23-2-133-16,15-11-97 15,10-4 13-15,4 1-262 16</inkml:trace>
  <inkml:trace contextRef="#ctx0" brushRef="#br0" timeOffset="208835.72">20375 14033 1265 0,'0'0'90'0,"0"0"52"0,0 0 98 15,0 0-107-15,0 0-76 16,0 0 27-16,0 108-48 16,0-45-36-16,0 5 0 15,-6 11 0-15,-1 4-92 0,-9-5-298 16,-9-4-804-16</inkml:trace>
  <inkml:trace contextRef="#ctx0" brushRef="#br0" timeOffset="210466.89">22480 12228 704 0,'0'0'96'0,"0"0"-80"16,-33-71 117-1,27 53-4-15,2 4 1 16,0 7-5-16,1 5-3 16,1 2-17-16,2 0-75 0,0 11-13 15,0 19 2 1,0 13 94-16,0 13 0 0,0 4-103 15,0 13 34-15,0 9-13 16,-1 11-5-16,1 5 8 16,0 2-2-16,0-1-14 15,3-5-18-15,7-6 0 16,0-5 0-16,2-6 0 0,0-6 0 16,2-9 0-1,-3-8 0-15,0-11 0 0,-2-4 0 16,-1-9 0-16,-1-7 0 15,-1-4 0-15,-2-4 0 16,-1-5 0-16,0-2 0 16,-1-2 0-16,-2-3 0 15,0-2 0-15,0-1 0 16,0 0 0-16,0 0 0 16,0 0 0-16,0 0-10 15,0 0-76-15,0 0-46 16,-15-3-140-16,-11-6-31 15,-2-5-112-15</inkml:trace>
  <inkml:trace contextRef="#ctx0" brushRef="#br0" timeOffset="210855.69">22229 13380 1126 0,'0'0'57'0,"0"0"-53"0,0 0 5 15,0 0 52-15,0 0 109 16,93 32-54-16,-56-5-86 16,1 9-8-16,-2 5 13 15,0 9 53-15,-3-1-64 16,-3 0-4-16,-4-9-8 0,-4-5-7 0,-1-12 3 31,-4-7 3-31,-1-11-3 0,-3-5 1 16,4 0 3-16,5-30 8 15,8-9-1-15,9-20-14 16,6-9-1-16,5-5-4 16,-3-2 0-16,-4 5-3 15,-9 4-22-15,-7 11-134 16,-8 10-142-16,-10 11-157 15</inkml:trace>
  <inkml:trace contextRef="#ctx0" brushRef="#br0" timeOffset="212685.57">17035 11775 630 0,'0'0'112'16,"0"0"-100"-16,0 0 96 0,0 0-8 15,0 0 52 1,0 0-75-16,-2-79-23 16,2 68 57-16,0 4-40 15,0 3 23-15,0 2-3 16,-1 2-5-16,1 0-25 0,0 4-31 15,0 23-11 1,0 12 83-16,6 11-26 0,0 8-31 16,-1 3-29-1,0 0-16-15,-1 1 0 0,1-9 0 16,-1-5 0-16,4-4 0 16,1-9-191-16,-8-16-525 15</inkml:trace>
  <inkml:trace contextRef="#ctx0" brushRef="#br0" timeOffset="213765.74">22884 11897 896 0,'0'0'98'0,"0"0"-59"15,0 0 72-15,0 0 60 16,0 0-38-16,0 0-79 16,0 0 14-16,-64-53-30 15,39 53 2-15,-3 5 22 16,-5 16 10-16,-2 10-25 0,-2 5 8 15,1 5-12 1,6 2-11-16,7-3-4 0,10-7-4 16,9-5 1-16,4-3-14 15,2-6-11-15,20-2 0 16,8-3 0-16,7-3 0 16,9-7 0-16,2-4 0 15,0 0 0-15,-2 0 0 16,-7-6 0-16,-11-1 0 15,-5-2 0-15,-5 0-50 16,-5-1-63-16,3-3-62 16,1 0-100-16,-2-2-75 0,-5 0-214 15</inkml:trace>
  <inkml:trace contextRef="#ctx0" brushRef="#br0" timeOffset="214294.68">23223 12090 919 0,'0'0'134'0,"0"0"-129"15,0 0 72-15,0 0 36 16,0 0-42-16,0 0-8 15,-88-37-28-15,84 25-16 0,2-3-3 0,2 1-9 16,0 0 17 0,12 3-13-16,9 0-9 15,4 4 9-15,4 4-2 16,-1 3 12-16,-1 0 13 16,-5 18-22-16,-2 5 18 15,-5 5 13-15,-7 5 9 16,-5 3-20-16,-3 1 41 0,0 3-39 15,-17-3 7-15,-1-2-11 16,-5-5 12-16,6-10-20 16,4-7 4-1,6-3-18-15,5-8-3 0,2 0-4 16,0-2 2-16,0 0-1 16,0 0-1-16,3 0-1 15,16-5 2-15,9-12 8 16,10-6-3-16,4-3-7 15,6-2 0-15,9-3 0 16,6 2 0-16,5-1 0 16,-7 10 0-16,-10 5-102 15,-17 3-228-15,-22 7-616 16</inkml:trace>
  <inkml:trace contextRef="#ctx0" brushRef="#br0" timeOffset="-210074.75">22904 8833 634 0,'0'0'45'0,"0"0"-13"15,0 0 50-15,0 0 38 0,-35-80-17 16,30 69 2-16,0 1-35 15,2 6-13-15,-1 1 9 16,2 3 17-16,1 0-31 16,1 0-39-16,-2 13-8 15,-1 11 32-15,2 7 42 16,1 1-42-16,0 0 8 16,0 2 5-16,0 3-14 15,0 3-3 1,6 5 16-16,0 2-15 0,0 1-19 15,2 1 17-15,1 1-2 16,2 0-14-16,1 2 6 16,-3-4 1-16,0-5-20 15,0-3 4-15,0-6 4 16,-3-3 0-16,0-3-6 0,0-3 0 16,-1-2-5-1,-2-4 0-15,0-4 0 16,-1-5 0-16,-1-2 0 0,-1-4 0 15,0-2 0 1,0-2 0-16,0 0 0 0,0 0 0 16,0 1-49-16,0 1-41 15,-16 0-48-15,-9 5-131 16,-9 1 0-16,-4-3-16 16,2-5-166-16</inkml:trace>
  <inkml:trace contextRef="#ctx0" brushRef="#br0" timeOffset="-209680.95">22632 9484 936 0,'0'0'90'0,"0"0"-79"0,0 0 0 0,0 0 112 16,0 0-24-16,0 0-83 15,-6-19-14-15,20 36 22 16,4 6 37-16,1 4-20 16,5 3 9-16,0 3-26 15,1 4 42-15,3 2-48 0,1 0 1 16,-1-4 0 0,1-4 15-16,-1-8-8 0,-3-7 3 15,-2-5 2 1,-7-5-1-16,-1-3-7 0,-4-3 0 15,2 0-12-15,3-21 20 16,8-14 8-16,3-18-23 16,3-9-3-16,3-14-10 0,2-13-3 15,6-14 0 1,3-4-7-16,1 6-54 16,-2 16-146-16,-14 17-160 15,-23 19-630-15</inkml:trace>
  <inkml:trace contextRef="#ctx0" brushRef="#br0" timeOffset="-204647.47">23659 9505 704 0,'0'0'3'16,"0"0"-2"-16,0 0 45 0,53-93 53 15,-42 74 1-15,-4 8 3 16,-4 5-41-16,-3 6 10 16,0 0-51-16,-11 14-20 15,-19 16 25-15,-12 8 10 16,-9 5-11-16,-4-1-10 16,1-3-7-16,-6-2 4 15,-2-3 15-15,-10-6-16 16,-4-3-3-16,3-7 2 0,5-5-5 15,14-5-3 1,6-4 7-16,6-3-1 16,4-1-6-16,3 0 2 15,8 1-2-15,9 1 24 16,9 0-13-16,5 3 6 16,3 5-19-16,1 8-1 15,0 11 1-15,0 9 40 16,4 4 2-16,-1 6-5 15,-3 4 7-15,0 7-29 0,0 5 9 16,-6 9 2-16,0 4 20 16,3 2-11-16,3-4-21 15,0-12-10-15,18-12-1 16,3-14 2-16,4-9 0 16,-1-10-3-16,1-8-1 15,4-9 1-15,5-1 1 16,12-14 0-16,14-16-3 15,13-3-7-15,11-5-5 16,4 1 2-16,3 3-4 0,-2 5-7 16,-5 6-1-1,-10 5 3-15,-8 6 11 0,-11 4 1 16,-9 5 6-16,-10 3 0 16,-8 0 0-16,-9 0 2 15,-6 0-1-15,-6 0 0 16,-4 0 2-16,0-7 7 15,0-7 14-15,2-9-9 0,1-10-11 16,-6-6 12 0,0-9-5-16,-2-9-8 0,-19-10-1 15,-5-8 0 1,-7-3 0-16,-5 1-2 0,-3 5 0 16,-1 9-4-1,1 13-10-15,1 13-41 16,9 14-36-16,13 13-77 0,12 10-72 15,6 0-159-15</inkml:trace>
  <inkml:trace contextRef="#ctx0" brushRef="#br0" timeOffset="-203084.95">24634 8911 595 0,'0'0'190'0,"0"0"-149"15,0 0-38-15,0 0 52 16,0 0 30-16,0 0-57 16,-20-20 10-16,15 16-25 15,2-1 6-15,-1 1 12 16,-7 0-13-16,-5-2 18 15,-9 0-33-15,-16 1 3 16,-17 4 3-16,-11-1-7 16,-14 2 10-16,-13 0-1 15,-7 0 0-15,-13 0 5 0,-9 0-13 16,-4 0 0-16,4 0-1 16,15 0 0-16,8 0 3 15,9 0 6 1,6 0-11-16,0 0 3 0,7 3-3 15,9 6-1-15,9 3 1 16,8 4 8-16,9 3 1 16,4 3-7-16,2 5 2 15,0 4 2-15,-2 5 12 16,0 4 2-16,5 3-7 16,3 4 4-16,8 4 2 15,7 2 31-15,3 5-15 16,8 2-10-16,4 6 8 0,1 9 36 15,2 7-42-15,0 7 18 16,0 3-6-16,0 1-21 16,0 1-8-16,0 1-3 15,0 0 1-15,9 5-3 16,3-5 4-16,4-2-6 16,0-6 1-16,0-12-2 15,1-11 1-15,2-12-2 16,1-9 0-16,4-14-1 0,2-10 0 15,9-8 3-15,9-11-2 16,11 0 0-16,12-16-1 16,17-17-21-16,16-5 2 15,16-4-13-15,11 3 27 16,12-2 1-16,4 1-2 16,4 0-6-16,3 2 7 15,-11 9 4-15,-11 1 1 16,-16 7 1-16,-14 2 0 15,-11 3 2-15,-13 0-1 0,-9-2-2 16,-12-4-5 0,-8-5 5-16,-8-4 3 0,-3-8 0 15,-1-10-1 1,-3-13-1-16,0-13-1 16,-3-13 0-16,-5-9 0 15,-7-9 0-15,-10-4 0 16,-5 2 0-16,-11 8-1 15,-23 9 1-15,-11 12 4 0,-7 13 1 16,-2 9-2 0,4 15-3-16,5 13-1 0,6 11-1 15,6 15-53-15,-3 3-233 0,-3 23-167 16</inkml:trace>
  <inkml:trace contextRef="#ctx0" brushRef="#br0" timeOffset="-194397.87">17667 13837 588 0,'0'0'81'0,"0"0"-70"16,64-82 77-16,-46 61 83 15,0 3-90-15,-7 5-2 16,-1 1 6-16,-6 7-4 16,-2 1-14-16,-2 2-6 15,0 2-5-15,-8 0-18 16,-24 0-32-16,-15 0-6 15,-15 2-2-15,-14 7 2 0,-11 2-1 16,-14-2 2 0,-11 1-1-16,-17 3 0 0,-15 2 0 15,-10 4 0 1,-6 4-1-16,-2 5-4 0,12 1 3 16,7 2-6-1,13-1 8-15,17-2 6 0,15-3-5 16,10-2 3-1,14-1-2-15,8 0 2 0,13 1 12 16,10 5-9-16,12 10-2 16,4 13 6-16,7 13-3 15,6 11 6-15,6 7 21 16,8 7 11-16,0 5 16 16,0 5-6-16,0 9-29 15,0 5 5-15,0 6-6 16,-3 2-8-16,-8 0-10 15,-2-6-2-15,6-3-1 0,5-3-2 16,2-9-1 0,0-7-2-16,5-11 0 0,7-10 0 15,4-11 0 1,2-10 1-16,3-9-1 0,7-10 0 16,7-9-1-16,9-11 1 15,7-5 3-15,10-7-3 16,11 0 0-16,7-3-2 15,12-9 2-15,9 0-3 16,9 1-4-16,4 2 1 16,4-1 4-16,7-5-3 15,9-3-4-15,11-5 6 16,4-7-7-16,7-2 6 16,6 0-3-16,-3-2 7 15,3 4-1-15,-7 4 1 16,-11 6 0-16,-13 5 1 0,-17 5 1 15,-12 2-2-15,-11 1-29 16,-11 1 11-16,-4-2 4 16,-10 1 3-16,-5 0 3 15,-15 0 7-15,-11 0 0 16,-10 2-1-16,-6-1-1 16,-8 2-2-16,-4 1 5 15,-1 1 3-15,-3-3-3 0,1-5 3 16,5-5-1-16,4-8-2 15,7-8 0-15,1-2-3 16,4-8 3-16,0-1-10 16,-5-3-1-16,-2 2 9 15,-7-3 2-15,-6-1 0 16,-4-2 1-16,0-6-1 16,-10-8 1-16,-5-11-1 15,-4-13 0-15,-2-12 0 16,0-9 0-16,-3-6 0 15,-1-1-1-15,-5-7 0 0,-3-2-2 16,-4 0 3 0,-4 2 1-16,-3 7-1 15,-3 16 0-15,-5 16 2 16,-7 19-1-16,-15 24-1 0,-17 15-2 16,-19 16 1-1,-17 9-3-15,-17 12-49 16,-12 21-92-16,-9 10-32 0,-4 11-18 15,5 8-116-15</inkml:trace>
  <inkml:trace contextRef="#ctx0" brushRef="#br0" timeOffset="-193160.81">16463 14991 186 0,'0'0'0'0</inkml:trace>
  <inkml:trace contextRef="#ctx0" brushRef="#br0" timeOffset="-184213.36">23335 11651 983 0,'0'0'11'15,"0"0"-4"1,0 0 0-16,0 0 76 16,0 0 16-16,0 0-17 0,0 0-48 0,0 0-17 15,0-51 8 1,-3 51 21-16,-9 0-3 15,-9 0-1-15,-14 0-32 16,-10 0-10-16,-10 1 3 16,-4 7 1-16,1-2-1 15,0-2 0-15,1 2 5 16,-4-3-4-16,1-1 9 16,4 1-4-16,4-2 9 0,10 1 9 15,7-2-5 1,8 3 1-16,8-2 6 0,3 5-3 15,-4 5-11-15,3 6-9 16,-2 6 5-16,2 8-3 16,2 3 10-16,-2 1 3 15,5-1 5-15,2 1-18 16,-2 0 3-16,6 3 0 0,1 1 12 16,2 7-8-1,3 5-7-15,0 5 12 16,0 3 9-16,2 1-7 0,4-5-10 15,3-3 3-15,1-6-10 16,2-6 1-16,3-5-3 16,0-11 1-16,-1-4-3 15,3-8-1-15,3-3 1 16,1-5 6-16,7-4-3 16,5 0-3-16,8-3 2 15,4-8-1-15,8-3-1 16,2-2 1-16,0 3-1 15,5-3 1-15,4 0-2 0,7-1 1 16,7 1 0 0,1-1 2-16,-3 5-3 0,-10 5-3 15,-9 1-2 1,-10 2 3-16,-6 2-3 0,-7 0 4 16,-6 0-3-1,-1 0 4-15,-3-3-1 0,-3 1 1 16,1-4 0-16,1 0 1 0,-3-2 0 15,-1-1 1 1,0 0 0-16,-4-3-2 16,1 1 2-16,-4-5-2 15,0-4 2-15,-5-4-1 0,-1-5 1 16,-2-7 1 0,-3-6-3-16,-1-5 1 0,0-9 2 15,-9-10-3 1,-16-6 0-16,-10-9-1 15,-12 1 1-15,-10 3-2 16,-18 8 2-16,-13 21-45 16,-29 25-232-16,-31 18-652 0</inkml:trace>
  <inkml:trace contextRef="#ctx0" brushRef="#br0" timeOffset="-180387.37">21207 5339 710 0,'0'0'7'0,"-85"-119"-6"16,26 60 20-1,-12 7 25-15,-10 10 51 0,-9 20-12 16,-7 22 13-16,-9 16-32 15,-1 39-47-15,-8 29 8 16,4 23 6-16,4 21 28 16,13 22 39-16,21 25-15 15,24 12-40-15,29 5-20 16,20-13 1-16,36-30-13 16,37-32-2-16,29-33-1 15,19-24-6-15,19-28 10 16,9-23 0-16,4-14-4 15,6-37-4-15,-6-20-6 16,-4-20 0-16,-9-14 2 16,-20-8 1-16,-26-2 1 15,-37 6 0-15,-39 6 3 16,-22 10 0-16,-44 13-7 0,-21 16-1 16,-10 21-8-1,3 19-16-15,6 15-103 0,20 4-124 16,24 19-65-16,26-5-190 15</inkml:trace>
  <inkml:trace contextRef="#ctx0" brushRef="#br0" timeOffset="-179977.06">22899 5106 1190 0,'0'0'18'0,"0"0"-17"0,-131-53-1 16,49 82 0-16,-12 23 0 15,-4 18 34-15,4 24 39 16,13 25-18-16,21 23 1 16,27 24-21-16,26 0-23 15,20-7 2-15,50-20-7 16,30-30-1-16,23-19 1 15,12-22-1-15,1-19-1 0,-6-19-1 16,-9-23 0 0,-11-7-1-16,-12-37 2 15,-15-24 1-15,-16-23-6 0,-19-17 1 16,-23-11 0 0,-18-10-1-16,-29 7 6 15,-37 11-1-15,-22 18 2 16,-12 26-7-16,1 22-1 0,7 20-6 15,13 18-2-15,19 10-50 16,20 24-92-16,26 15-65 16,14 2-22-16,29 0-14 15,25-8-309-15</inkml:trace>
  <inkml:trace contextRef="#ctx0" brushRef="#br0" timeOffset="-179558.24">24336 5301 748 0,'0'0'463'0,"-146"-40"-463"16,61 40 0-16,-8 23-1 16,2 19 1-16,14 14 18 15,19 15 28-15,23 14-4 16,26 13-22-16,12 11 0 15,42 0 4-15,30-6-18 16,23-10 3-16,17-16-3 16,9-15 0-16,6-17-5 15,-6-20 4-15,-10-25 0 16,-12-6-5-16,-20-37 0 16,-15-20 4-16,-15-23 1 15,-16-18 5-15,-21-11-9 16,-15-2 6-16,-31 6 2 0,-35 17 11 15,-20 19-16 1,-13 22-4-16,-1 26-3 0,9 21 2 16,19 6-12-16,23 25-66 15,28 13-61-15,21 6-59 16,29 4-18-16,39-5-53 16</inkml:trace>
  <inkml:trace contextRef="#ctx0" brushRef="#br0" timeOffset="-179225.72">25818 5056 1232 0,'0'0'20'0,"-102"-39"-15"0,32 41 21 15,-10 36-17-15,-5 24 16 16,7 26 34-16,9 22-25 15,15 15-20-15,25 5-2 16,29 1-11-16,20-15 2 16,48-15-2-16,26-18 0 15,23-23 3-15,15-19 0 0,4-23-1 16,2-18-3 0,-8-18 0-16,-11-31 0 15,-14-22 2-15,-18-18 3 16,-22-12 8-16,-19-8 8 0,-24 2 27 15,-22 5 1-15,-28 10-16 16,-54 9-33-16,-49 23-15 16,-50 23-169-16,-53 18-181 15,-43 18-446-15</inkml:trace>
  <inkml:trace contextRef="#ctx0" brushRef="#br0" timeOffset="-177025.4">27081 3439 794 0,'0'0'27'16,"0"0"-22"-1,0 0 2-15,0 0 16 16,0 0 38-16,0 0-10 0,-41-44-5 15,27 37 14-15,-16 6-50 16,-27 1-10-16,-29 0 0 16,-38 11 0-16,-30 5-3 15,-20 2 3-15,-14-2 0 16,-3-1 0-16,3-1 0 16,6-3 1-16,2 0 8 15,1-1-9-15,-8-2-2 16,-9 2 2-16,-9 2 2 0,-9 1 1 15,-6-1 4-15,-15 2 1 16,-2 0-5-16,-3 3 0 16,4 0-2-1,14 3 4-15,7 0-5 16,2-2-2-16,5 0 1 0,5 0-1 16,9-4 2-16,14 1 2 15,8 2-1-15,14 1-1 16,9-1 3-16,4 3 4 0,16 1 7 15,9 2-2 1,13 4 2-16,14-1-1 16,13 4-12-16,11 1 3 15,12 3 7-15,11 4-2 0,6 4-5 16,7 5-3 0,6 4 0-16,8 6 2 15,-2 10 2-15,-3 9 2 16,-2 13 6-16,-11 17-8 0,-6 12 4 15,-6 12-6-15,-1 3-1 0,-2-2-1 16,3 0 0 0,4 0 2-16,6 0 4 0,6 12-5 15,10 9 11 1,4 15 13-16,6 11 1 0,-1 2-10 16,-1 7-7-1,-5 5-9-15,2 0 4 16,-3-2-4-16,1-8 2 0,0-12-2 15,4-15 4-15,7-12-1 16,4-8-2 0,5-8 2-16,0-11-4 15,14-12 0-15,10-15 0 0,4-13 1 16,5-8-1-16,7-8-1 16,8-10 1-16,13-14 2 15,17-9 2-15,24-13 6 16,22-12-1-16,28-2-1 15,22-4-1-15,18-17 0 16,22-2-6-16,14-5-1 16,13-6-1-16,19-3 1 15,14-4 0-15,16-3 0 16,13-1-17-16,6-3-25 16,3 0-12-16,0-2 18 15,-3-4-17-15,-1 0-19 16,-5 1-8-16,0 6 28 0,-10 9 52 15,-18 7 33-15,-26 8-4 16,-28 3 9-16,-27 6-24 16,-21 2 22-16,-15-2-22 15,-13 1 14-15,-14-3-8 16,-9 1-7-16,-14 1-8 16,-15 3-3-16,-16-2-2 15,-17 6 5-15,-18-3 1 16,-14 2 10-16,-7 0 19 15,-8-7 3-15,0-4-18 16,0-7-6-16,1-10-6 16,0-6-5-16,0-6-1 15,2-3-1-15,1-9-1 0,2-8 0 16,1-14-2-16,4-18-4 16,-4-16 2-16,-4-14 4 15,-5-17 0-15,-4-12-7 16,-4-17 5-16,1-23 1 15,-2-24 1-15,1-13-1 16,3 0 0-16,3 4 1 16,6 14-1-16,1 10-2 15,-1 13 3-15,-7 23 0 16,-8 22 0-16,-29 36 3 16,-46 33-3-16,-59 38-3 15,-73 37-77-15,-92 8-264 16</inkml:trace>
  <inkml:trace contextRef="#ctx0" brushRef="#br0" timeOffset="-173344.22">26996 3754 407 0,'0'0'146'16,"0"0"-146"-16,0 0 0 15,34-84 0-15,-29 60 24 0,-2-1 65 16,-3 2 10-16,0 1 32 16,0 3-77-1,0 7-8-15,-15 1 1 0,-7 4-15 16,-18 6-32-16,-11 1 4 16,-11 0-3-16,-9 9 0 0,-11 8 4 15,-15-2-2 1,-13 3 9-16,-11-1-1 15,-2-4 8-15,4-3 14 0,13-3-20 16,12-1 4 0,15 1-1-16,15-1-2 15,10-1-4-15,12-1-1 16,14 0-1-16,10 2 7 0,5 2 3 16,7 8-17-1,3 13 0-15,3 14 1 0,0 18 49 16,0 8 18-16,-6 10-19 0,-6 3-28 15,0-3-11 1,-1-2 9-16,2 5 5 0,0 1-3 16,1 6 31-1,-2 8-20-15,0 4-18 16,-4-5-5-16,1-6-10 16,0-9 1-16,1-10 2 15,6-8-1-15,5-7 1 16,3-10-3-16,0-10 1 15,10-9-1-15,5-7 0 0,4-7 2 16,-2-4-1-16,4-4 4 16,4-5-2-16,5 0-1 15,6 0-1-15,7 0 2 16,6-4-1-16,11-4-2 16,10-6-1-16,15-3-3 15,17-5 4-15,15-3 0 16,16 1 0-16,12 1 0 15,-1 3 0-15,7 3 3 16,-4 5-2-16,-7 4 2 16,-10 2-3-16,-19 1-2 15,-20 2-2-15,-19 1 4 16,-20 2-1-16,-19 0 1 16,-16 0-1-16,-9 0 0 15,-5 0 0-15,-3 0-1 16,0 0 2-16,0 0 1 15,0 0 4-15,0 0 5 0,0-11 13 0,0-11-3 16,-4-10-10-16,-5-8 6 16,2-9-15-16,-1-8 4 15,0-16 7 1,1-19-5-16,1-11 1 16,0-16-6-16,3-6-2 15,-1-10 6-15,-3-2-6 0,-6 3 2 16,-12 6-2-16,-18 11 0 15,-23 19-1 1,-27 28-2-16,-35 35-27 0,-42 35-196 16,-52 26-235-16</inkml:trace>
  <inkml:trace contextRef="#ctx0" brushRef="#br0" timeOffset="-158169.65">18892 10859 902 0,'0'0'5'0,"0"0"-1"0,-24-78-3 15,14 41-1-15,-2-7 23 0,-4 1 16 16,-6 7 37 0,-1 7-28-16,-4 11 48 15,-6 9-84-15,-8 9-8 16,-8 9-4-16,-7 23 4 16,-5 17-2-16,4 20 17 15,8 19 14-15,11 16 32 0,13 14 6 16,10 7-16-1,15-2-2-15,0-2-34 0,24-12-1 16,15-15-6-16,8-16-3 16,8-23 2-16,7-20-4 15,3-18-3-15,9-17 23 16,4-15-18-16,6-39 0 16,4-29-7-16,-3-22 1 15,-9-15-2-15,-19-1 1 16,-20 4 1-16,-29 9-1 15,-10 9 1-15,-35 15-3 0,-15 13 0 16,-12 19-1 0,-4 20 1-16,0 14-5 0,7 13 1 15,14 5-7 1,16 5-83-16,23 20-84 0,8 7-99 16,26 2-50-1</inkml:trace>
  <inkml:trace contextRef="#ctx0" brushRef="#br0" timeOffset="-157321.33">20878 10474 467 0,'0'0'29'0,"1"-87"16"0,1 42-18 16,-2 2 39-16,0-3 38 15,0 2-13-15,0 4-21 0,0 7-20 16,-12 9 43 0,-8 8-22-16,-9 10-44 0,-12 6-19 15,-15 10-6 1,-15 22 2-16,-5 11-1 0,8 11 2 16,10 10 8-16,17 17 19 15,14 13 22-15,14 16-12 16,12 9 11-16,1-2 6 15,17-12-16-15,21-19-29 16,18-20-7-16,18-18 12 16,15-17 9-16,10-17 9 0,8-14-23 15,1-15 4 1,-1-29-9-16,-4-19-4 16,-9-14-1-16,-17-12 0 15,-20-4 1-15,-23-3-3 16,-23-9 7-16,-11-1 5 0,-38 8-12 0,-21 10 0 15,-15 17 3 1,-9 17-1-16,1 15-4 16,10 14-1-16,19 14 1 15,21 11-63-15,23 5-75 0,9 24-143 16,26 4 31 0,20-2-179-16</inkml:trace>
  <inkml:trace contextRef="#ctx0" brushRef="#br0" timeOffset="-156693.21">23193 9910 615 0,'0'0'116'0,"0"0"-103"0,42-102 8 0,-32 68 30 16,-7 3 92-16,-3 10-4 16,0 10-25-16,-25 11-72 15,-21 0 7-15,-20 29-49 16,-8 19 1-16,3 15 25 0,15 11 11 15,17 10-6 1,17 3-18-16,22-1-4 0,6-6 0 16,36-5-6-1,24-16-1-15,20-12 5 0,16-18-1 16,9-21-4-16,4-8-1 16,-6-21 2-16,-11-21-3 15,-13-9 2-15,-19-8 8 16,-23-5-5-16,-18-4 19 15,-15-6 28-15,-10-3-33 16,-10-2-3-16,-15 3 18 16,-6 10-20-16,-4 10-14 15,1 16-9-15,0 19-110 16,-6 9-188-16,-2 8-551 0</inkml:trace>
  <inkml:trace contextRef="#ctx0" brushRef="#br0" timeOffset="-143090.24">8939 11784 1158 0,'0'0'5'15,"0"0"-4"-15,0 0-1 0,0 0 5 16,0 0-2 0,0 0 6-16,0 0 2 0,-9-8-3 15,9 8-6 1,0 0-1-16,3 2-1 0,8 7 14 15,2 1 25 1,2-4 9-16,3 3-23 0,-1-2 9 16,2 2-24-16,3 0 15 15,-2 1-5 1,4 2 6-16,-1-1-11 0,3-1 15 16,-3 0-13-16,0-2-8 15,1-3-6-15,-2 3 5 16,3-4 3-16,1 2-2 15,4-4 5-15,8 1 12 16,0-1-13-16,-1-2-3 0,1 0-1 0,0 0-5 31,1 0 3-31,-2-5 4 16,4 0-2-16,3-2-8 16,4-1 2-16,3 2 2 15,1 2-3-15,-1 1 0 16,-2 0 3-16,3 2-4 0,-1-1 0 15,3-1-1-15,-2 2 2 16,-4-3-2-16,-2 4 1 16,-3 0 0-16,0 0-1 15,-1 0 0-15,2 2 1 16,0 6 0-16,4-3-1 16,4 1 0-16,5 0 4 15,-1-1-4-15,1-1-1 16,-3-1 1-16,-2-2-3 15,3-1 3-15,2 0 0 0,1 0-2 16,1 0 0-16,-3 0 2 16,1 0 0-1,-5 0 0-15,-1 0 0 0,3 0 1 16,-2 0-1-16,-2 0 0 16,0 3 1-16,-3 6 0 15,-3 0 0-15,-2 1-1 16,-2 2 0-16,-3 1 0 15,0-2 0-15,-4 2 3 16,0-2-3-16,-5-2 1 16,-4 1-1-16,-3 1-1 15,-6-4 1-15,0 1 0 16,-3-1 0-16,0-1-1 0,6 0-3 16,-6-5 4-1,7 3 1-15,-3-2-1 0,4-2 2 16,1 0-1-16,2 0 0 15,3 0-1-15,1-6 3 16,10 0-3-16,0 1 0 16,2-3-2-16,3 4 3 15,3-1-2-15,0 0 1 0,1 3 0 16,0 0 0 0,0 1 2-16,-2 0-2 0,0-1 0 15,-5 0 0 1,3 2 0-16,-1 0 0 0,1 0 1 15,2 0-1-15,2 0 0 16,2 0 1-16,1 0 0 16,3 0 1-16,2 0 4 0,6 0-1 15,2 0-1 1,5 0-1-16,3 0-3 16,2-5-2-16,2 0 2 15,1 0 0 1,3 0 0-16,-5 2-2 0,-1 0 1 15,-1 0 0-15,1 0 1 16,-1 0 2-16,5-1-1 16,-1 0 0-16,1 0 0 15,-3-2 1-15,2 5-1 16,-1-2 2-16,-2 1-3 16,-5 1-1-16,-1-2-2 15,-2 3 2-15,1 0 0 16,3 0 0-16,3-2 0 0,2-2-1 15,-1 3 1-15,-2-2-2 16,1 0 3-16,-2 1-7 16,2 0-3-16,-4-2 4 15,0-1 6-15,-3 0-3 16,0-4 2-16,-1-1 0 16,-5 0 2-16,-3-3-1 15,-3-2 0-15,-3-4-7 16,2-3 6-16,5-7 0 15,0-3 0-15,1-1-1 0,-6-2 1 16,-5-1-2 0,-9 1 3-16,-5-2 0 15,-6-2 3-15,-2-3-1 0,-4-6 0 16,-2-2-2-16,-8-6 1 0,-4-3 0 16,-6-4-1-1,0-2 0-15,-1 5-3 16,-22 0 3-16,-15 3-4 15,-12 2 3-15,-14-2 0 16,-9-2 1-16,1 1 3 16,-1-1 2-16,2 1 14 15,-1 2-3-15,-4 0-5 16,-6 0 10-16,-11 6 1 16,-17 3-17-16,-14 8 9 15,-19 6-4-15,-17 8-5 0,-2 4-2 0,-1 7 2 16,0 10-3-16,8 4-1 15,-3 0-1 1,0 4-2-16,-5 9 1 0,-7 3 1 16,-3 2 1-1,-6 6 2-15,-1 3 7 0,-4 5-8 16,2 5-2 0,4-2 0-16,7 2 2 15,16-2 3-15,16-2 24 16,17 5 11-16,8 2-24 0,4 4-11 15,4 9-5-15,3 1-4 16,16 5 2-16,8 0 0 16,17 1 2-16,14 7 1 15,11 5 1-15,10 7-2 16,15 3 1-16,12 2 2 16,12 7 6-16,40 3 20 15,23-1-5-15,24-5-1 16,24-9-4-16,27-9-1 15,22-8-3-15,26-11-8 16,19-10-7-16,8-14 0 16,7-10 0-16,-7-8 0 15,-21-6-49-15,-31-3-189 16,-49-17-570-16</inkml:trace>
  <inkml:trace contextRef="#ctx0" brushRef="#br0" timeOffset="-113214.52">1760 13535 366 0,'0'0'412'16,"0"0"-395"-16,0 0-15 16,0 0 1-16,0 0 28 0,0 0 54 15,0 0-12 1,-58-46 43-16,55 41-48 0,3 5 9 16,0 0-29-1,0 0-47-15,0 3-1 0,8 12-1 16,14 7 1-16,9 1 4 15,5 3 1-15,7 4 3 16,5 2 5-16,7 4 13 16,6 4 1-16,8 6 2 15,10 3 6-15,10 2-8 0,4-3-14 16,7-5-1 0,6-2 1-16,6-9-5 0,4-6-1 15,8-7 4-15,6-5-7 16,0 0 7-16,2-1-10 15,-8 2 1-15,-7 0-2 16,-4 3-2-16,-4-3 2 16,-6 1 2-16,-5-4 1 15,1 2 0-15,5-2-1 16,5-1 2-16,6-2 4 16,7-4 0-16,5-3-2 15,0-2 8-15,3 0 0 16,-2 0-9-16,-6-2-3 0,-8-6 1 15,5-2-1 1,-1-3 0-16,3-1 1 0,-2-3-3 16,-1-4-2-1,-4 1 2-15,2-3-1 16,0-1-2-16,-5-1 2 16,-7 0 1-16,-13-2 3 0,-12-1-3 15,-13-2 0 1,-5-1 0-16,-3-1 0 0,0-5-1 15,4-5 1-15,-1-1-15 16,-3-3 5-16,-3 2 2 16,2-2 6-16,-8 0 2 15,-4 1-1-15,-8-2 1 16,-9 2 0-16,-11-1 0 16,-2 1 0-16,-9-3 1 15,-6-2-1-15,0-2-1 16,0-5 1-16,-11-2 0 0,-5-1-1 15,-2-2-2 1,-9 1 3-16,-1-1-1 0,-10 1-2 16,-8 0 3-1,-12 2-1-15,-14 4-2 0,-17-1 3 16,-14-1 0-16,-15-4-6 0,-4 0 4 16,-7-1-2-1,-3 3 3-15,5 7 1 16,5 7 0-16,6 11 2 15,-1 9 1-15,-10 5-2 16,-9 5 1-16,-14 2-2 16,-15 3-2-16,-14 4 2 15,-15 4 0-15,-10 2 0 16,-2 0 3-16,9 0 2 0,12 0 1 16,18 7 13-1,12 1-7-15,1 8 3 0,5 6-5 0,-6 14-5 16,-2 13-3-16,5 12 0 15,1 12-2 1,10 16-1-16,12 14 1 16,10 17 5-16,25 10 7 15,19 12-1-15,19 5 5 0,17-3 3 16,12 4 0 0,14-11 5-16,13-5-1 15,16-4 13-15,36-12-1 16,32-13-15-16,29-14-9 15,29-17-4-15,22-16-7 0,27-14 3 16,24-15-3-16,16-9-52 16,8-6-190-16,-13-6-134 15,-9-5-400-15</inkml:trace>
  <inkml:trace contextRef="#ctx0" brushRef="#br0" timeOffset="-112410.9">8247 13639 723 0,'-94'0'170'16,"-2"0"-132"-16,8 0 10 16,8 0 0-16,14 0 65 15,8 0-11-15,12 0-4 16,10 0-47-16,15 0-21 16,8 0 24-16,10 0 24 15,3 0-15-15,30 0-48 16,25-6-12-16,34-5-1 0,38-3 3 15,34-8 6-15,44-8 3 16,29-7-6-16,18-5 13 16,14 0 3-16,-4 3-3 15,-8 2 0-15,-17 5-12 16,-22 8-9-16,-30 6 4 16,-35 5-2-16,-29 5 0 15,-34 2 1-15,-33 2 2 16,-34 3-5-16,-26 1 0 15,-56 0 3-15,-50 2 10 16,-61 17-11-16,-55 10 3 16,-62 12 9-16,-43 12 11 0,-40 9-7 15,-17 7-10-15,12 6-5 16,38-4 2-16,57-6-5 16,68-15-5-16,64-17-11 15,54-15-178-15,49-18-163 16,41 0-376-16</inkml:trace>
  <inkml:trace contextRef="#ctx0" brushRef="#br0" timeOffset="-109701.4">17209 10972 723 0,'0'0'252'0,"0"0"-252"16,0 0-22-16,0 0 22 16,0 0 1-16,0 0 48 15,0 0 19-15,-8-7-11 0,-12 7-11 16,-9 4-6 0,-5 2-4-16,-2 0-1 15,-4 0 7-15,-6 0-12 16,-9 0-19-16,-10 2-7 15,-6 3 3-15,-2-1 10 0,3 4-3 16,-1 0 3-16,6 1-9 16,5 1-2-16,9 0 6 15,12-1 6-15,8 1-5 16,6 3-8-16,4 0-1 16,3 5-3-16,0 3 1 15,-1 9 5-15,-1 6 10 16,1 10 43-16,2 9-31 0,0 8 5 15,3 7 33 1,-1 7-25-16,6-2-13 16,2 3 6-16,1-1-12 15,5-4-11-15,-1-7 0 0,1-3-6 16,-1-8-2 0,1-8 5-16,1-6-7 0,0-6 3 15,0-6-2 1,0-5-2-16,0-5-1 15,7-8-1-15,2-2 1 16,-2-5 1-16,-1-4-1 0,1-2 0 16,-2-2 0-16,1 0 2 15,5-2 0-15,5 0-2 16,7 0 4-16,6-6 0 16,7-9-2-16,3 0-2 15,0 1 0-15,0-1 1 0,-2 5-1 16,3-1 0-1,2 1 1-15,5 1-1 0,1-3 0 16,6 1 0 0,3-3-1-16,4 3 1 0,5-3 1 15,1 4-1-15,0-2-2 16,0 1-3-16,1 0 5 16,-2 3-6-16,-3-3 3 15,-8 4-5-15,-10 0 0 16,-11 2-6-16,-5-1 4 15,-10-1 9-15,-6 0 0 0,-1-3-1 16,-6 0 2 0,2-4 0-16,-2 0 1 0,0-5-1 15,2 0 0 1,-3-6-1-16,1-2 0 0,-3-5 1 16,-1-4-1-1,-2-6 1-15,0-2 0 16,0-4 0-16,-2-4 0 0,-4-1-1 15,0-2 1-15,1-6 0 16,1-2 0-16,3 1 0 0,1 2 0 16,0 1 0-1,0 1 0-15,-2 2 0 0,-4 3 1 16,-4 6-1 0,-5 10-2-16,0 7 2 0,-4 3 1 15,-5 7 0 1,-3 1-1-16,-9 4 0 15,-6 5-3-15,-7 5 1 16,-5 5 2-16,-7 0-3 0,-9 14 3 16,-2 7-1-16,1 5-3 15,5 3-108-15,12 6-85 16,14 1-54-16,7-1-184 16</inkml:trace>
  <inkml:trace contextRef="#ctx0" brushRef="#br0" timeOffset="-109244.58">17126 11998 1453 0,'0'0'29'0,"0"0"-27"0,0 0 49 0,0 0 132 16,0 0-80-16,0 0-49 15,0 0-25-15,0 0 2 16,0 0-3-16,0 0-4 15,0 0-11-15,0 0-4 16,0 0 1-16,0 0-3 16,0 0-1-16,0 0-1 0,0-2-4 15,0-3-1 1,0 3 0-16,0-1 0 0,0 1 0 16,0 2 0-16,0-2 0 15,0-2-15-15,0 1-16 16,0-6-59-16,1 5-50 15,5 1-138-15,3 2-54 16,-3 1-99-16</inkml:trace>
  <inkml:trace contextRef="#ctx0" brushRef="#br0" timeOffset="-107553.91">20573 5825 701 0,'0'0'51'15,"0"0"-48"-15,0 0 77 0,0 0 46 16,0 0-37-1,59-75 23-15,-52 50-52 0,-2-8-19 16,-4-6-20-16,-1-4 38 16,0-3-37-16,-16-1-12 15,-19 2 6-15,-11 2-3 16,-15 9-12-16,-11 8 1 16,-10 16 1-16,-7 10 17 15,-4 27 5-15,-1 31 39 16,-3 23 3-16,-1 24-2 15,7 22-11-15,16 8-22 16,24 2-2-16,32-5-10 16,19-12-5-16,45-16-7 15,33-17 7-15,30-20-6 16,21-22 0-16,15-22-1 16,4-23-5-16,6-16 3 15,5-34-2-15,-2-23 0 16,-3-16-4-16,-14-11-1 0,-16-10-3 15,-26-4 4-15,-34 4 2 16,-43 10-2-16,-24 15 2 16,-49 20 1-16,-26 18-3 15,-13 16-5-15,-1 20-11 16,13 11-76-16,27 11-105 16,35 22-38-16,23 2-121 15,59 0-57-15</inkml:trace>
  <inkml:trace contextRef="#ctx0" brushRef="#br0" timeOffset="-107121.34">23944 5530 1269 0,'0'0'0'0,"-97"-32"-61"0,25 32 47 16,-17 15 14-16,-7 29 66 0,8 18 25 15,19 17 27 1,25 14-74-16,26 4-14 15,18-1-24-15,16-8-3 16,35-18-2-16,18-14 1 0,19-19 6 16,6-22-6-16,3-15 3 15,-6-22-2-15,-11-27 0 16,-8-16 0-16,-14-18 0 0,-16-9 0 16,-18-1 3-1,-24 0 2-15,-9 10 8 0,-39 12-11 16,-18 14-5-1,-14 24-41-15,-10 30-94 0,-2 15-92 16,1 45-51 0,3 24-159-16</inkml:trace>
  <inkml:trace contextRef="#ctx0" brushRef="#br0" timeOffset="-105569.34">24257 13486 761 0,'0'0'244'0,"0"0"-179"16,0 0-17-16,0 0 65 16,-87-67-39-16,32 56-46 15,-13 3-3-15,-19 2-9 16,-13 5 5-16,-15 1-14 16,-12 0-5-16,-2 0 3 15,-11 8-2-15,-1 5 2 16,-1 1-1-16,-1 1-4 0,10 4 0 0,10-1 13 15,9-1 11 1,16 1-1-16,11 1-2 0,13 3-9 16,9 5 2-1,6 8-6-15,5 8 9 16,1 16 10-16,2 14-4 16,-3 12-4-16,-3 11 30 0,2 6-38 15,4 4 8 1,4 2 0-16,9 2 10 15,10-2-4-15,7-7-15 16,11-3-1-16,7-4-5 16,3-4 3-16,0-4 1 15,6-8-5-15,11-12 4 16,5-13-4-16,9-11-2 0,10-10 4 16,16-11 0-16,10-11-2 15,16-10 1-15,18-10-4 16,14-18-5-16,22-5-2 15,18-7 0-15,18 1 7 16,9 0 0-16,14 7 3 16,2 3 1-16,3 5-4 15,-2 5-1-15,-2 1-5 16,-9 6 6-16,-3 2 1 16,-10 5 1-16,-13-3 2 15,-17 2-4-15,-26-2-6 16,-26-2 0-16,-23-1 4 0,-27-4 1 15,-16-12 1-15,-12-14 1 16,-8-20 2-16,-5-19 0 16,-2-15 1-16,-5-12 8 15,-16-8-5-15,-6-7-3 16,-4-4-4-16,-2-2 1 16,-6 4 0-16,-5 7 0 15,-4 12-1-15,-4 17 0 16,-2 13 4-16,-1 15-1 0,-3 8 0 15,1 11-3 1,-3 7-4-16,-1 7-7 0,6 3-50 16,1 8-24-1,9 3-83-15,4 5-72 0,0 6-62 16,-2 2-242-16</inkml:trace>
  <inkml:trace contextRef="#ctx0" brushRef="#br0" timeOffset="-102841.53">25920 14431 1315 0,'0'0'78'16,"0"0"-78"-16,0 0-166 0,124-44 143 15,-13 19 23-15,30-6 1 16,24-6 8-16,26-1 35 16,22-2 4-16,21-2 5 15,15-2-6-15,7-2-22 16,9-1 0-16,-5 0 11 16,-1 0 17-16,-11 5-8 0,-21 9-35 15,-21 9-4 1,-29 8-3-16,-26 8-1 15,-33 4-2-15,-30 4-44 16,-35 0-45-16,-24 0 3 16,-20 0-20-16,-9 0-30 15,0 0 4-15,-3 0-109 16,-19-8-516-16</inkml:trace>
  <inkml:trace contextRef="#ctx0" brushRef="#br0" timeOffset="-102168">30662 12853 1393 0,'0'0'0'16,"0"0"-49"-16,0 0 38 15,-42-89 1-15,-17 74 10 16,-25 13 58-16,-25 2-24 16,-21 8-4-16,-16 9-11 15,-5 0 0-15,4-2 9 16,12-1-8-16,9 2 11 16,17 1-3-16,18 4-18 15,19 1 1-15,24 5-1 16,18 9 13-16,17 15-14 15,12 18 6-15,1 20-1 16,3 20 32-16,7 13-31 16,-7 9-1-16,-3 10 4 15,-9 5 14-15,-11-3 12 16,-2-5-36-16,6-15-3 16,12-11-4-16,4-16 1 15,1-18 2-15,20-19-1 0,7-17-3 16,12-16 0-16,17-15 1 15,23-11 3-15,31-6-4 16,28-19-2-16,25-8-8 16,24 0 2-16,16 1 7 15,17 3 1-15,5 5 1 16,2 2 3-16,-5-1-4 16,-14-2-4-16,-15 0 3 0,-24-2 2 15,-29-7-1 1,-34-9 0-16,-34-12-2 15,-31-19-23-15,-27-25 15 16,-15-14 8-16,-27-17 1 0,-34-6 1 16,-26 0-2-16,-29-2-6 15,-21 3 5-15,-16 11 1 16,-5 6-1-16,11 16 2 16,15 11 1-16,14 16-94 15,14 19-121-15,13 16-132 16,9 14-262-16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50:22.4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6919 3734 91 0,'0'0'81'0,"0"0"-69"16,0 0 22 0,0 0 9-16,0 0-5 0,0 0 50 15,0 0 6 1,0 0-12-16,-70 9 6 16,66-9-29-16,-1-2-33 15,1-1 10-15,2 0 30 0,1 2 4 16,1-1-30-1,-3-1-11-15,1 1-8 0,-1 2 1 16,-1 0-9-16,4 0 8 16,0 0 10-16,0 0-19 15,0 0-8-15,0 0-4 16,4 0-4-16,8 2 2 0,6 6 2 16,3-2 1-1,7-3 4-15,7 2 0 0,5-4 14 16,5 1-1-1,7 1 7-15,7 0-7 0,4 0-6 16,1 1-4 0,-1 3 1-16,1 1 0 0,-1 0-7 15,-2 0-1-15,0 4 1 16,0-1 2-16,-1 2-3 16,4 6-1-16,0-3 4 15,5 1-4-15,5-1 2 16,1-5-1-16,1-4 1 15,0-3-1-15,-1-2-2 16,4-2 2-16,-2 0-1 16,-2 0 0-16,-5 0 1 15,-4 2-1-15,-3 8-1 16,-5 1 1-16,2 3 2 16,-4-1-2-16,-1 2-1 0,-1-3 1 15,-3-2 0-15,4-3 0 0,5-4 3 16,2-3-1-1,9 0-1-15,0 0 5 16,-1 0-6-16,-1-3 0 16,-3-1-1-16,1 4 0 0,0-2 1 15,-2 1 2 1,-2-2-2-16,3-3 0 0,-2-2 0 16,0-4 2-1,0-1 2-15,-3-1-3 0,1-1 0 16,-4 1 0-16,-2 4-1 15,1 1 0-15,-3 2 4 16,4 1-4 0,-1 2 0-16,1 4 0 0,-3-2 0 15,5 1 0 1,-5-2 0-16,0-1 0 0,3 0 1 16,1 1-1-16,-3 1 0 15,-4 0 0-15,-2 2 1 16,0 0-1-16,1 0 0 15,0 0 1-15,1 0 0 16,0 4 0-16,-1-1-1 16,0 1 3-16,-2 0-2 0,-4 0-1 15,-3 1 0 1,-2-4 1-16,-3 3-1 16,6-1 3-16,-3-2-2 15,5 1-1-15,0 2 0 0,3-1 1 16,1 2 0-16,0 1-1 15,2 2 1-15,4-2-1 16,3-1-1-16,-4 0 0 16,3-2 1-16,-5-3 0 15,-4 0 0-15,3 0-1 16,2-2 1-16,4-6 2 16,2-1 5-16,-3 3-2 15,1 0 15-15,-5 3-7 16,-7 3-6-16,-2 0-4 15,-4 0-1-15,-1 0 2 16,7 0-4-16,-3 0 1 0,5-4-1 16,0-5 1-16,2 0 0 15,-1-4 2-15,-4 0 1 16,-2 1-2-16,-4 3-2 0,-5 2-1 16,-2 3 1-1,6 1-1-15,0 0 1 16,4 0-1-16,3-2 1 15,3-1 0-15,2 0 0 16,-1-1-2-16,-2-1 2 0,-4 4 0 16,-6 0 0-1,-5 4 0-15,-1-4 0 0,0 4 0 16,1-4 0 0,5 0 1-16,4 1 1 0,3-1-1 15,2-2 1 1,0 2 5-16,0-1-5 0,1 3 3 15,-1-1-3-15,1 3-2 0,0-1 0 16,2-1 0 0,1-2 1-16,0-1 0 15,3-5-2-15,6 0 1 16,8-3 0-16,6-3 1 16,2-2-1-16,0 2 1 15,-6 4 0-15,-5 2-1 16,-5-1 1-16,-1 5 2 15,-4 0 10-15,-3 2 29 0,-1 3 15 16,-7-2 8-16,1 1-15 16,-3-1-2-1,-1-1-2-15,-4 0-11 0,-9 1 5 16,-8 2-19-16,-9-1-2 16,-6 2-13-16,-3 0-5 15,0-5 8-15,-21-4-9 16,-28-13-14-16,-35-15-285 15,-32-20-397-15</inkml:trace>
  <inkml:trace contextRef="#ctx0" brushRef="#br0" timeOffset="5050.91">10095 5565 674 0,'0'0'56'16,"0"0"-32"-1,0 0-2-15,0 0-1 0,0 0 2 16,0 0 55-16,0 0-38 15,0 0-24-15,-29-69 9 16,29 69-3-16,0 0-13 16,0 0-5-16,0 0-4 15,0 0 1-15,6 2-1 16,6 7 3-16,4 2 10 16,9 2-3-16,2 4 0 15,6 0 13-15,7 4-1 16,2 0 9-16,7 1-11 0,5-1 1 15,0-3 1-15,11-1-3 16,4-3-9-16,1-4 0 16,6-3-6-16,0-1-3 15,3-3 0-15,1 0-1 16,3-1 0-16,-4 0-1 16,2 0 2-16,-1-2-1 15,-4 0 1-15,3 0 1 16,-4 0-2-16,1-9 1 0,-1-5 1 15,7 1-1 1,6-3 1-16,4 0 1 0,1-2-3 16,1 1-2-1,-5 3 1-15,-2 3-1 0,2 3 2 16,-5 3-1 0,-1 4 0-16,0 0 1 0,3 1 0 15,2 0 1-15,5 0 0 0,8 0-1 16,5 0 1-1,3 7 2-15,4 9-3 0,-5 6-3 16,-4 10 1 0,-5 0 1-16,-7 4 0 0,-7 0 1 15,-10 1 0 1,-11-1 1-16,-7-1 1 0,-13-1-1 16,-11-3-1-1,-10-6 3-15,-7-4-3 16,-7-3 0-16,-3-7 1 15,-6-3 0-15,0-4 2 16,0-1-2-16,0-2 2 0,0-1 0 16,0 0 4-16,0 0 3 15,2-4 5-15,2-15-9 16,3-14-6-16,7-11-3 16,5-8 2-16,6-3-1 15,8 1 0-15,6 8-3 16,7 8-5-16,5 4 7 15,3 1 2-15,-1 6 1 16,4 1-2-16,-3 3 1 16,3 3 1-16,1 3-2 15,4 4 0-15,4 6 2 16,3 1 0-16,1 6 0 0,0 0 0 16,-1 6-1-1,-4 10 1-15,0 5 0 0,-6 4 0 16,-2 1 0-16,-1-1-2 15,-2 0 2-15,0-3 2 16,3-2-2-16,1-6 2 0,0-4-2 16,-1-7 0-1,-5-3 0-15,-6 0 0 0,-1-9 2 16,-6-10 4 0,-5-10 0-16,-4-5-4 0,-5-8 6 15,-4-3 16-15,-5-4-1 16,-2-2 2-16,-1 0 13 15,-5 3 17-15,-4 1-29 16,-1 5-4-16,-3 5-22 16,-3 9-4-16,-34 7-118 15,-29 3-272-15</inkml:trace>
  <inkml:trace contextRef="#ctx0" brushRef="#br0" timeOffset="9208.44">8077 6265 338 0,'0'0'52'0,"0"0"18"16,0 0 83-1,0 0-142-15,0 0-1 0,-58-76 57 16,53 69 37-16,2 1-71 15,3 5 57-15,0 1-24 16,0 0-53-16,2 0-13 16,16 16 0-16,1 9 52 15,2 4-12-15,1 5-14 16,-2 1-2-16,2-2 1 16,-1-5-9-16,1-3 15 15,1-5-14-15,-1-6-10 16,2-6 3-16,6-6 3 15,4-2-4-15,10-10 14 0,12-24 10 16,10-15-22-16,11-13 3 16,6-11-6-16,5-12 1 15,1-5 12-15,2-4-3 16,0 4 1-16,-3 7 4 16,-2 12-2-16,-5 9-2 15,-5 10-1-15,-7 5-7 16,-8 8-9-16,-10 7 0 0,-11 5 0 15,-7 6-2 1,-9 5 0-16,-9 5 0 0,-5 4-3 16,-7 4 2-1,-3 3 1-15,0 0-68 0,-13 4-77 16,-26 16-122 0,-21 4-217-16</inkml:trace>
  <inkml:trace contextRef="#ctx0" brushRef="#br0" timeOffset="9964.29">8714 7216 663 0,'0'0'97'0,"0"0"-96"0,0 0 0 15,0 0 2-15,0 0 56 16,0 0 34-16,0-19-51 16,0 19-42-16,0 3 5 0,8 17 0 15,3 9 23 1,0 4 6-16,-2 9 16 0,-3 1-4 15,1 3-18-15,-1-3-2 16,2-7 10 0,2-4-14-16,5-11-14 15,0-7 7-15,4-7 0 0,4-7 24 16,5 0-11-16,8-16 5 16,9-17-12-16,10-18-5 15,12-12-6-15,15-14-7 16,18-11 16-16,12-10-6 0,13-4 17 15,8 0-3 1,6 5 28-16,-3 8-15 16,-13 9-3-16,-12 11-13 15,-22 12-8-15,-22 16-7 0,-25 17-9 16,-23 20 0 0,-19 13-86-16,-55 30-228 0,-67 13-251 15</inkml:trace>
  <inkml:trace contextRef="#ctx0" brushRef="#br0" timeOffset="41425.1">3907 11628 608 0,'0'0'43'0,"0"0"24"16,0 0 31-16,0 0 2 0,0 0-29 0,0 0-4 15,0 0-9 1,-9-2-26-16,9 2-1 0,0 0-12 16,0 0-10-1,4 0-8-15,13 0 5 16,11 0 20-16,2 0-7 16,0 0-1-16,6 2-5 15,4 3 0-15,2 1 6 16,3 1 2-16,4 1-2 0,3 2-5 15,-1-2-10 1,4 1-3-16,3-1 1 16,-1-2-1-16,2-2 1 0,1 2 1 15,0 0 4-15,-2 2-4 16,-4 1-1-16,-5 0 0 16,-4 2 1-16,1-1-2 15,-1 0 5-15,4-3 0 16,-1 1-4-16,7-2 2 15,0-3 2-15,-1 0 1 16,-2-1-1-16,0 2 1 0,-1 0-3 16,-3 0 2-1,-2 2-4-15,2 1-1 0,1-1 3 16,3-3-4 0,-1-2 1-16,6-1 0 15,2 0 0-15,1 0 0 16,4-3 0-16,-4-1-2 0,-8 0 3 15,-7 4-2-15,-8 0 0 16,-3 0 0-16,-8 0 0 16,4 5 0-16,-2-2-2 15,0 1 4-15,5-3-2 16,0-1 0-16,4 0 1 16,0 0-1-16,-5 0 0 15,-1 3 0-15,-4 1 0 16,-7 5 0-16,-1-1-1 15,-4 0 0-15,1 2 1 0,2-5 0 16,3 1 0-16,4-3 0 16,5-3 0-1,3 0 0-15,3 0 2 0,4 0-1 16,2-1-1-16,0-2-2 16,-1 3 2-16,-3 0 0 15,-4 0-1-15,0 0 1 16,-1 0-4-16,2 0 4 15,-1 0 0-15,9 0 1 16,0-5-1-16,5 0-1 16,-3-1 1-16,2 0 0 15,-2 0 0-15,-2 2-1 16,-1 4-8-16,-1 0-7 16,-5 0 2-16,-1 0 9 15,2 0-2-15,-2 0 6 0,1 2-3 16,1 0 3-1,-1-2-10-15,5 0 2 0,-2 0 3 16,2 0 2-16,2 0 4 16,-3 0-1-16,1 0 1 15,-3 0-2-15,4 0 2 16,-3 0 1-16,1 0-1 16,-1 0-2-16,1 0 1 15,1 0 1-15,2-4-4 0,0 1 4 16,3-1-1-1,-1 1 2-15,-2 2-2 16,-1 1 1-16,-8 0 0 16,-4 0 0-16,-3-2 0 15,1 1 0-15,-4-2 0 0,3 0 1 16,-1 1-1-16,0-1 0 16,3 0 0-16,2-1 0 15,3 1 1-15,1-1-1 16,2 3 0-16,-1 1 1 15,-2 0-1-15,0 0 0 16,-5 0 1-16,0 0-1 16,-5 0 0-16,-1 0 0 15,-1 0 0-15,-1 1 0 16,-1 0 1-16,2 1-1 16,-1-2 1-16,1 0-1 15,4 0 1-15,-1 0 0 16,0 0 2-16,-1 0 4 0,-1 0 1 15,2 0-4 1,2 0 2-16,-2 0-1 0,2-3-2 16,-5 0 1-16,-2 3 1 15,-1-3-1-15,3 2 4 16,1-2 0-16,1-2 1 16,1-1-2-16,6 1-5 15,1-1 2-15,-1 1-2 16,5 1-1-16,-2 0 0 15,1-1-1-15,-1 4 0 0,4-1 1 16,-2 0-1-16,2 0 0 16,-2 2 1-16,-2 0 0 15,0 0-1 1,0 0 0-16,-4 0 1 0,4 0-1 16,-2 0 0-16,1 0 1 15,1 0-1-15,3 0 0 0,-1 0 0 16,6 0 1-1,-2 0-1-15,7 0 1 16,2 0-1-16,3 0 0 16,-1 0 0-16,-1 0 0 15,-2 0-1-15,-8 0 1 16,-4 0 0-16,-1 0-4 16,-4 0 4-16,3 0 0 15,-1 0 0-15,0 0 0 0,5 0-1 0,-3-2 1 31,1 0 3-31,0 1 1 0,-4-2-1 16,3 1 0-16,-5 0-1 0,1 0-1 16,-3 1 0-1,1 1-1-15,-1 0 1 16,-1 0-1-16,-1 0 1 16,4 0-1-16,3 0 0 15,0 0-1-15,6 5 1 16,0 5-1-16,-1-6 0 15,-2 1-2-15,-3 0-3 16,-3-2 4-16,0 2 2 16,-1-2 0-16,1-2-1 0,3 2 1 15,3-1 0-15,4-2 3 16,6 0-3-16,1 0 0 16,2-5-3-16,-1-3 0 15,1 3 2-15,-3-1 1 16,-4 3 0-16,0-1 0 15,-1 2 0-15,0-1 1 16,-2 0 1-16,5-1-1 16,3 0 0-16,2-1 0 15,2 1-1-15,1-1 0 0,0 2 1 16,-4-1-1 0,-2 2 1-16,-1 1-1 0,-5-1 0 15,-3 2 1-15,-1 0-1 16,-3-1 0-16,3 0 1 15,-2-1-1-15,-1 1-1 16,6 1 1-16,-4-2 0 16,0 1 0-16,-2-1 2 15,-8-1 0-15,-1 1-1 16,-6 2 3-16,-5-2 8 16,-4 0-2-16,-6 1 10 15,-3 1-1-15,2 0 10 16,-2-1-6-16,0 0-14 15,0 0-4-15,0 1-5 16,0 0-8-16,0 0-91 0,0 2-103 16,-2 6-174-16</inkml:trace>
  <inkml:trace contextRef="#ctx0" brushRef="#br0" timeOffset="42753.74">14344 11890 1094 0,'0'0'0'0,"0"0"-41"16,81-30 41 0,-44 20 30-16,-1 4 22 0,-3 5-22 15,1 1-22 1,-2 0-3-16,1 0 1 0,4 0 23 16,10 0-3-1,12 0 4-15,8-2 17 0,9-2-28 16,11-2-2-16,5 0 3 15,8 2 17-15,0 2 29 16,-3 2-32-16,-6 0-19 0,-5 0-8 16,-2 7-4-1,0 1-3-15,0 2 0 16,3-3-3-16,1 1 2 16,3-3 0-16,3-3 1 15,-1 1-1-15,-2-2 1 16,4-1 1-16,2 0-1 0,0 0 1 15,-1 0-1-15,-2-1 1 16,-7-2 3 0,-6-1-4-16,-6 2-1 15,-11 1-1-15,0 0-1 16,0 1 3-16,3-2 0 16,6-1 0-16,1 0 0 0,2 0 0 15,3 0 0-15,0 0 1 16,-2-1 0-16,-1 1 0 15,-4 1 1-15,-3 1 0 16,0-1-1-16,-1-1 0 16,-4 3 1-16,-4-1 1 15,-11-1 6-15,-6 1 13 16,-9-3 14-16,-5 1-8 16,-8 0-13-16,-6 0 3 15,-6 2-6-15,-8 0-9 0,-1 1-2 16,-4 0-1-16,-35 0-105 15,-43 1-377-15</inkml:trace>
  <inkml:trace contextRef="#ctx0" brushRef="#br0" timeOffset="45988.3">25589 11723 434 0,'0'0'755'16,"0"0"-755"-1,0 0-9-15,0 0 9 0,0 0 33 16,0 0 51-1,-13-77-15-15,-10 67-64 0,-8 4 6 16,-9 6 5-16,-14 0 11 16,-17 3-10-16,-16 11 2 15,-17 4-17-15,-14 4 1 16,-6-1-2-16,0 2 13 16,6-4 11-16,14 1 16 15,14-5 4-15,17-3-11 16,13 2-19-16,16-2-7 15,10 4-7-15,8 5-1 16,8 10 4-16,2 11 1 16,7 9-1-16,3 12 4 0,3 10 2 15,3 6 2 1,0 9-10-16,0 4 4 0,1 9 5 16,4 8 13-1,-2-4 6-15,-2-2-12 0,1-9-12 16,4-13 7-16,7-10-5 15,4-14-8-15,8-10 1 16,9-13 1-16,11-14-1 16,19-12 0-16,17-8 2 15,22-6-3-15,20-22-2 16,16-8-13-16,17-4 13 16,13 2 2-16,0 4 0 0,6 6 0 15,-10 4 6-15,-4 4-6 16,-10-1-1-16,-17-2-3 15,-13-1 3-15,-12-5 1 16,-12-5 0-16,-9-8-8 16,-15-9-2-16,-13-8 2 15,-20-5 1-15,-13-11-10 16,-12-6 8-16,-13-9-10 16,-2-11 9-16,-6-1 7 15,-20-1 3-15,-8 9 0 16,-13 10 4-16,-14 17 14 15,-18 12 17-15,-13 13-19 16,-13 9-11-16,-8 10 17 16,-2 8-5-16,6 6-10 15,7 3-6-15,15 0-1 16,6 2-35-16,14-5-48 16,7-3-74-16,7-2-84 0,5-7-53 15</inkml:trace>
  <inkml:trace contextRef="#ctx0" brushRef="#br0" timeOffset="47036.74">25255 7036 851 0,'0'0'4'0,"0"0"6"0,0 0 5 16,-119-59-12-16,75 45 112 16,0 4-70-16,-4 4 16 15,-10 6-17-15,-18 1-34 16,-12 16-2-16,-12 6 6 0,-6 2 20 15,-3 2-13-15,3 0-2 16,0 3-16-16,11-5 2 16,14-3-2-16,17-3 38 15,18 0 2-15,17 2-30 16,13 11-10-16,9 11-1 16,7 17 11-16,0 19-8 15,5 15 12-15,3 20 16 16,-8 14-11-16,0 14-16 15,-15 5-1-15,-12-3 0 16,-6-8-1-16,2-13 5 16,5-19 0-16,4-19 7 15,9-18 15-15,8-18-21 0,4-18 0 16,1-11-8 0,0-14 1-16,27-6 3 0,17 0 3 15,25-23 0-15,23-11-7 16,21-9-2-16,21-1 1 15,18-3 1-15,17 0-2 0,13 8-1 16,4 6-2 0,-4 11 1-16,-18 10 2 0,-18 10 0 15,-19 2 1 1,-13 0-1-16,-13 0-1 0,-8 0 1 16,-10 0-5-1,-7-12 4-15,-1-15 0 0,-7-10 1 16,-3-17 0-16,-13-14 0 15,-15-19 1 1,-19-13 0-16,-18-7-1 0,-13-1 3 16,-34 1-3-16,-14-2-1 15,-13 0 1-15,-7 2 2 16,-3 10-2-16,2 11 4 16,6 9 7-16,6 12-4 15,9 8-6-15,12 10-1 0,13 14-4 16,11 14 0-1,-2 19-68-15,-8 3-144 16,-11 30-108-16,-18 8-134 16</inkml:trace>
  <inkml:trace contextRef="#ctx0" brushRef="#br0" timeOffset="60549.17">9964 12666 753 0,'0'0'226'16,"0"0"-222"-16,0 0-1 16,0 0 30-1,0 0 73-15,0 0-5 0,0 0-64 16,0-45-35-16,0 45-2 15,0 0 0-15,9 0 0 16,5 10 4-16,5 6 28 16,-2 7-11-16,0 5 0 15,-3 5 18-15,4 1 2 16,-2-2 5-16,1-2-16 16,0-2-15-16,3-1 3 15,1-3-1-15,1-4-2 0,-1-6 0 16,3-7-10-16,6-3 3 0,6-4 12 15,14-11 0 1,14-23 13-16,18-15 0 0,14-15-13 16,4-13 4-1,3 0-18-15,3-4 3 16,-2 4-7-16,5 1-2 16,-1 3 1-16,-3 5 2 15,-6 7-1-15,-10 10-1 0,-11 9 1 16,-11 7 0-16,-10 9-1 15,-3 6-1-15,-14 7 0 16,-6 9-2-16,-8 4-93 16,-10 0-73-16,-12 13-79 15,-4 3-134-15</inkml:trace>
  <inkml:trace contextRef="#ctx0" brushRef="#br0" timeOffset="62505.53">8153 13578 875 0,'0'0'82'0,"0"0"-82"15,0 0-19-15,0 0 19 16,0 0 45-16,0 0 25 15,-2-25-62-15,2 25-8 16,0 0-5-16,0 0 5 16,5 15 4-16,9 7 18 15,2 3 12-15,-1 4-4 16,3-1 16-16,-2 2-7 16,-1-1 8-16,2-2-15 15,-3-5-9-15,0 0-12 16,1-8 5-16,-3-3-4 0,2-5 2 15,2-5-3-15,4-1 2 16,12 0 18-16,8-22 9 16,14-12-16-16,10-11-8 15,6-9 2-15,9-3-5 16,2-3-3-16,1-2-7 16,0 1-1-16,-3 5 1 15,-5 3-2-15,-2 8 0 0,-6 6 0 16,-5 5 1-1,-9 7-2-15,-12 6-2 0,-7 4 2 16,-9 4 0 0,-3 1-1-16,-6 6 1 0,-5 2 0 15,-2 2 0-15,-8 2 0 16,0 0-1-16,0 0 1 16,0 0-1-16,0 0-6 15,0 0-33-15,-15 6-85 0,-3 10-3 16,-6 4-77-1,-1-3-164-15</inkml:trace>
  <inkml:trace contextRef="#ctx0" brushRef="#br0" timeOffset="64355.72">16775 6546 836 0,'0'0'3'15,"0"0"75"-15,-81-29-60 16,47 29-18-16,-13 14 0 16,-16 7 0-16,-15 5 0 15,-19-5 5-15,-10-1 13 16,-7-3 19-16,-4-9 3 16,5 0 10-16,7-7-17 15,5-1-15-15,13 0 2 0,12 0-13 16,17 1-4-1,24 6-1-15,12 13 5 0,16 16-7 16,1 27 0 0,-8 39 6-16,-8 29 17 0,-18 31-11 15,-18 23-12-15,-11 4 3 16,-6-2-2-16,2-10 3 16,15-20-4-1,15-28 4-15,19-29 1 0,19-33-2 16,5-20 4-16,23-17-2 15,20-16 11-15,23-12-1 16,20-2 10-16,20-22-11 16,22-12-12-16,21-12 3 15,17-8-3-15,15-10-2 16,4-5-2-16,0-1-1 16,-8 1-1-16,-5-1-7 0,-2 0-2 15,-12-5 7 1,-4-6 5-16,-17-5-4 0,-19-10 5 15,-19-10 0-15,-25-3 0 16,-26-7 0-16,-23 1 1 16,-23 10 3-1,-5 10 6-15,-35 16-3 16,-14 12-6-16,-11 13-2 0,-4 14-4 16,3 17 1-16,7 21-53 15,15 7-125-15,19 29-129 16,23 8-121-16</inkml:trace>
  <inkml:trace contextRef="#ctx0" brushRef="#br0" timeOffset="67373.86">16145 7935 905 0,'0'0'2'0,"0"0"-2"0,-64-84 26 15,60 76 22 1,2 5-1-16,2 3-5 0,14 0-42 16,23 17-3-16,15 11 3 15,17 13 1-15,10 14 1 16,12 15 3-16,14 14-2 15,18 10-2-15,27 8 2 16,22 1-1-16,31 1-1 16,18 2-1-16,14 6 6 15,19 6 0-15,14 7 0 16,15 14-4-16,11 12-1 16,10 10-1-16,10 10 1 15,9 0 3-15,6 2-4 0,2 2-4 16,-2 6 4-16,-6-1 0 15,-7 0 7-15,-8-8-7 16,-10-11 12-16,-10-11 29 16,-14-5-21-16,-20-1 3 15,-21-7-12-15,-23-6-7 16,-17-15-1-16,-19-18-3 16,-25-19-4-16,-22-17-18 15,-24-20-30-15,-18-15-38 16,-22-19-54-16,-20-8-76 0,-21-33-136 15</inkml:trace>
  <inkml:trace contextRef="#ctx0" brushRef="#br0" timeOffset="67873.66">21903 6509 1146 0,'0'0'0'16,"0"0"-1"-16,0 0-17 15,0 0 13-15,101 110 2 0,-61-4 3 16,4 36-3 0,6 27 2-16,4 27 2 15,6 19 0-15,2 6-1 16,3 22 0-16,3 14 0 0,3 19 4 15,4 15-3 1,3 6 3-16,10 7 1 16,8-3 3-16,12-8-1 0,9-11 1 15,2-14-2-15,-1-14-6 16,-6-19-3-16,-14-28 3 16,-8-18 0-16,-12-24-1 15,-7-23-20-15,-5-19-11 16,-1-28-46-16,1-32-166 15,-2-34-82-15</inkml:trace>
  <inkml:trace contextRef="#ctx0" brushRef="#br0" timeOffset="68324.03">27624 6148 1281 0,'0'0'0'0,"-123"-16"-27"16,52 80 12-16,-9 34-15 0,-13 37-17 16,-18 34 41-16,-21 40 5 15,-18 38 1-15,-31 35 0 16,-31 35 2-16,-30 18-2 16,-26 18 5-16,-10 13 0 0,-2 3 3 15,4-13 2 1,10-12 9-16,11-17 8 15,21-24-4-15,28-27-11 0,30-26-9 16,36-35-3 0,35-23 1-16,34-32-2 0,29-25-3 15,30-27-86 1,12-34-17-16,34-34-134 0,29-40-39 16</inkml:trace>
  <inkml:trace contextRef="#ctx0" brushRef="#br0" timeOffset="68797.56">32211 5881 1165 0,'-118'19'0'0,"-39"59"-67"0,-43 38 49 16,-36 28-7-16,-24 15-1 15,-27 12 23-15,-13 22 3 16,-16 20 3-16,-15 24 0 15,-14 28 12-15,-19 22 26 16,-6 22-26-16,-6 13-3 0,3 12 13 16,4-3 11-1,8-7-8-15,15-13-3 16,12-18 9-16,12-20-7 16,13-18-7-16,15-19-3 0,24-19-7 15,36-32-10-15,31-23-1 16,40-26 1-16,36-29-1 15,38-29-28-15,29-31-83 16,29-31-43-16,19-18-172 16</inkml:trace>
  <inkml:trace contextRef="#ctx0" brushRef="#br0" timeOffset="69921.6">26507 11081 754 0,'0'0'44'15,"0"0"-36"-15,0 0 24 0,0 0 48 16,0 0 0-1,0 0-14-15,-60-17-46 16,5 21-19-16,-20 12-1 16,-26 3 16-16,-18 3-13 0,-17 2 0 15,-19 1 4-15,-7 2-4 16,-14 1 7-16,-4 0-2 16,-5 1-3-16,-3-3 7 15,6 1 7-15,9 0 20 16,22 0 7-16,17 1 15 15,15 4-29-15,11-1-14 16,6 4-10-16,7 2 6 16,13 0-1-16,11 3 6 15,12 5-7-15,12 8-7 0,11 10 3 16,10 9-2 0,9 11-5-16,5 9 7 0,0 7 9 15,-3 4-8-15,0 2 15 16,-4 8 3-16,-2 9-7 15,1-2 3-15,-1 5-11 16,5-8-4-16,3-9-5 16,6-14-2-16,7-13-1 15,0-15 0-15,3-17-1 16,17-12-2-16,4-14 3 0,10-7 0 0,12-12 4 31,17-4 0-31,22-2-1 0,24-23-3 16,27-13 3-16,22-12 0 15,30-4-3-15,24 1 3 16,15 2-1-16,10 7-2 16,-10 10-2-16,-16 10 2 15,-14 10 0-15,-27 7 0 16,-13 4-6-16,-12 3-10 16,-14 0-4-16,-4 0 12 15,-8-5-4-15,-7-6 8 16,-7-13 3-16,-7-10 1 15,-5-19 2-15,-4-15 3 16,-13-15 0-16,-18-11 0 16,-22-6-3-16,-24-9 4 15,-12-8-5-15,-9-9 8 16,-25-12-5-16,-12-6 2 16,-8-6-2-16,-9 2-4 15,-2 15 16-15,0 19 3 0,-5 23-19 16,-2 21-4-16,0 20 2 15,1 19 0-15,7 21-83 16,0 10-153-16,-5 28-177 16</inkml:trace>
  <inkml:trace contextRef="#ctx0" brushRef="#br0" timeOffset="70358.42">24688 13511 174 0,'0'0'337'0,"9"-113"-255"15,-1 55-61-15,-1 2 95 0,2 4-1 16,-6 4 24 0,0 10-29-16,0 11-28 0,-1 13 15 15,1 11-31-15,6 3-49 16,7 20-17-16,8 20 0 15,4 19 19-15,-1 15 31 16,-5 15 14-16,-5 9-32 16,-7 11 21-16,-2 11-29 0,0 2 6 15,0 3-12 1,0-9-18-16,-4-8 0 0,-2-12-58 16,-2-13-59-1,0-17-89-15,-17-18-37 0,-11-23-180 16</inkml:trace>
  <inkml:trace contextRef="#ctx0" brushRef="#br0" timeOffset="70620.8">24547 14050 1321 0,'0'0'49'0,"0"0"-49"15,0 0-34-15,0 0 8 0,0 0 26 16,74 144 21-1,-37-52 20-15,2 11-6 0,5 7 16 16,2-4-25 0,3-12-8-16,5-17-9 0,-2-26 0 15,0-28-3 1,2-23 4-16,9-43 32 16,15-41 34-16,20-30-35 15,13-24-17-15,9-15-18 0,-11 1-6 16,-20 2-84-16,-31 6-335 0</inkml:trace>
  <inkml:trace contextRef="#ctx0" brushRef="#br0" timeOffset="72770.6">27253 3641 628 0,'0'0'322'0,"0"-74"-253"16,0 46 41-16,-3 2-43 15,1 5 48-15,1 8-23 16,1 7 22-16,0 6-48 16,0 18-66-16,9 27 6 15,7 21 26-15,-4 17 33 0,-9 8-48 16,-3 0-13 0,-1-1-4-16,-13-7 1 0,2-10-1 15,12-13 0 1,0-17-21-16,24-17-103 15,12-16-95-15,10-10-61 16,4-29-189-16</inkml:trace>
  <inkml:trace contextRef="#ctx0" brushRef="#br0" timeOffset="73153.75">27615 3770 1190 0,'0'0'84'0,"0"0"-84"16,0 0-10-1,0 0 10-15,-3 72 5 0,5-35 31 16,14-3-4 0,8-5 0-16,6-5-7 0,-3-5-25 15,-7-8 2-15,-4-9-2 16,-7-2 0-16,1-17 6 16,-3-21-6-16,3-10-8 15,0-10-9-15,0-2 9 0,-1 0 6 16,1 13 1-1,0 13 2-15,-1 15 1 16,0 18 28-16,-1 1-30 16,1 29 2-16,4 14-2 15,3 6 11-15,2 2 1 16,3-5-6-16,4-9 0 16,5-6 9-16,3-13 11 15,4-12 4-15,2-6 28 16,-2-5 8-16,-10-13-7 15,-15-5-27-15,-12-2-24 0,-8-2-8 16,-27 2-105-16,-15 2-136 16,-18 6-157-16</inkml:trace>
  <inkml:trace contextRef="#ctx0" brushRef="#br0" timeOffset="73498.25">26835 4582 1227 0,'0'0'23'0,"114"138"21"0,-20-79-37 16,19-24-6-16,12-29 9 15,10-17 59-15,12-37 63 16,8-17-11-16,10-18-57 16,3-17-33-16,-5-21-15 15,-13-21-16-15,-24-20 0 16,-37-14-2-16,-37-9 0 15,-46 8 0-15,-26 18-2 16,-55 27-7-16,-40 36 4 16,-37 37 6-16,-32 39-3 15,-26 27-1-15,-18 50 3 16,-3 33 2-16,8 32 6 16,29 25 2-16,47 19-8 15,51 12 0-15,56 5-80 0,40-7-170 16,38-4-81-16,44-16-358 15</inkml:trace>
  <inkml:trace contextRef="#ctx0" brushRef="#br0" timeOffset="74256.46">26168 12291 1085 0,'0'0'75'0,"0"0"-74"0,0 0 53 16,0 0 8-16,0 0 43 15,0 0-68-15,0 0-33 16,30 5 5-16,-19 40 78 16,6 1-25-16,6-5-56 15,7-8-3-15,4-9 1 16,6-9-2-16,4-13 1 0,5-2 2 16,5-13-1-1,1-15-2-15,-3-5-2 0,-10 2-1 16,-12 6 1-1,-14 11 0-15,-10 9 2 0,-5 5 13 16,-1 0 3-16,0 20-17 16,0 19 2-16,-7 15 97 15,-9 11-72-15,2 1-24 0,2 1 4 16,3-4-8 0,5-8-1-16,2-10-3 0,2-11-74 15,0-11-97 1,0-17-97-16,5-6-198 15</inkml:trace>
  <inkml:trace contextRef="#ctx0" brushRef="#br0" timeOffset="75248.25">27457 12312 1035 0,'0'0'159'0,"0"0"-100"0,0 0-8 16,0 0 77-16,0 0-51 15,0 0-61 1,-7 29 17-16,4 1-3 16,3-4-15-16,0-2-11 15,10-8-4-15,4-6 3 0,-4-5-3 16,-3-5-1-16,-4 0-1 16,0 0 2-16,0 0 7 15,-1 0-2-15,0 0-4 16,-1 0 3-16,1 0-4 15,5 0 0-15,8 0 2 16,5 8 9-16,11 4 14 16,4 1-6-16,4-1-14 15,2 0-2-15,-2-2-1 16,-3 3 0-16,-6-2-2 16,-9 0 0-16,-6 1-1 15,-6-2-5-15,-3-5-20 0,-4-2-25 16,-1-3-6-1,-1 0 28-15,0-4 29 0,0-18-3 16,-1-18-83-16,-11-14 69 0,-4-15 17 16,-9-12-30-1,-13-9-20-15,-18-3-10 0,-23 1-17 16,-21 11 59 0,-24 19 18-16,-20 24 33 0,-23 27 21 15,-17 14-19 1,-14 40-30-16,-4 28 34 0,14 23 17 15,23 25 53 1,37 14-15-16,47 13-11 0,55 9-32 16,37 0-22-16,68-1-2 15,51-10 10-15,43-19-21 16,31-20-9-16,22-30-4 16,14-35 1-16,3-37-4 15,-3-26-5-15,-16-57-2 16,-25-34 5-16,-37-23 2 15,-50-17 8-15,-57-5 0 16,-55 3-6-16,-48 3-1 16,-53 20-1-16,-30 23-6 15,-26 27-28-15,-20 26-56 16,-11 29-9-16,-5 22 2 16,3 6-30-16,15 32-69 0,22 7-118 15,37 2-160 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53:01.2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8662 5648 814 0,'0'0'38'16,"0"0"-38"-16,0 0 0 0,0 0 11 15,0 0 56-15,0 0-4 16,0 0-15-16,-11-73-17 15,11 71 3-15,0 2 9 0,0 0-18 16,0 0-16 0,0 0-4-16,0 0-5 15,0 2-4-15,9 12 4 16,9 4 12-16,3 4-2 0,2 2 9 16,0 1 16-1,1 2-25-15,-4 0 29 0,-1-3-11 16,-1-5 1-16,-3-2-26 15,1-4-2-15,-2-7 3 16,3-2-4-16,3-4 6 16,5-4 5-16,8-23 8 15,6-12 18-15,6-13-7 16,4-10-11-16,9-10 0 16,15-12 0-16,11-7-7 15,14-9-7-15,8 1 3 16,1 6-8-16,-8 16 1 15,-15 16 0-15,-23 16-1 16,-20 17-1-16,-15 12-2 16,-11 12-22-16,-6 4-95 15,0 12-68-15,-8 13 17 16,-1 7-148-16</inkml:trace>
  <inkml:trace contextRef="#ctx0" brushRef="#br0" timeOffset="1941.52">23678 5679 555 0,'0'0'529'0,"0"0"-529"16,0 0 0-1,0 0 17-15,0 0 50 0,0 0-25 16,0 0-12 0,17-35-15-16,-16 33 8 0,-1 2-2 15,0 0-11-15,2 0-6 16,3 0-4-16,3 0 0 15,4 12 9-15,3 2 8 16,3 2 1-16,3 3-5 16,1 3 12-16,-2-1 9 15,-1-1 10-15,-1-2-34 16,-6-1-2-16,0-4-2 16,1-2 2-16,-2-2-2 15,0-5-5-15,3-3 4 16,3-1 2-16,9-3 3 0,11-18 2 15,10-15-2 1,9-11-5-16,12-12-3 0,12-8 0 16,14-9-1-1,9-3-1-15,6-2 0 0,-3 3-3 16,-11 11 0 0,-13 9 2-16,-21 14-8 15,-20 15-34-15,-16 8-24 16,-14 7-39-16,-7 5-42 0,-4 7-37 15,0 2-138-15</inkml:trace>
  <inkml:trace contextRef="#ctx0" brushRef="#br0" timeOffset="3254.53">25671 5418 662 0,'0'0'318'16,"0"0"-318"-16,0 0 17 0,0 0 93 16,0 0 18-1,0 0-61-15,0-20-56 16,0 20-10-16,0 0-1 0,-4 4 0 15,-2 10 4-15,-1 4 12 16,-1 3-6-16,-4 6 49 16,2 4 6-16,-2 4-23 15,-2 3 20-15,5 2 19 16,2 0-34-16,5-6-28 16,2 1 36-16,0-4-12 15,0-5-34-15,11-2 0 16,7-1 8-16,3-6-2 15,3-6-9-15,-2-4-4 16,-3-3-2-16,-1-4 0 16,-3 0-4-16,3-4-42 0,0-10-78 15,-5-7-53-15,-5-7-56 16,-8-2-205-16</inkml:trace>
  <inkml:trace contextRef="#ctx0" brushRef="#br0" timeOffset="3444.83">25413 5732 1074 0,'0'0'87'16,"0"0"-84"-16,0 0-3 16,88-33 45-16,-22 11-16 15,10-1-27-15,-4 3-2 0,-8 0-74 16,-17 5-246-16</inkml:trace>
  <inkml:trace contextRef="#ctx0" brushRef="#br0" timeOffset="6427.93">9405 6723 603 0,'0'0'3'0,"0"0"50"16,0 0-1-16,0 0-17 0,0 0-1 15,-36-75 84-15,35 63-76 16,1 4 5-16,0 3-42 16,0 4-3-16,0 1-2 15,0 0-1-15,0 6 1 16,4 10 19-16,6 4 21 16,2 4-5-16,6 3-8 15,0 0-11-15,3 0 22 16,9 2-12-16,-3 0 0 15,4-3-11-15,-1-3-2 0,0-3 3 16,-1-6-5 0,1-2 1-16,0-6-9 15,3-6 6-15,4 0 5 16,8-22 2-16,10-18 5 0,10-16-10 16,7-15-7-1,3-11-2-15,4-7-1 0,2 0 2 16,-4 5-1-16,-5 9-1 15,-5 14 1-15,-9 12-1 16,-9 12-1-16,-13 13-1 16,-12 9-1-16,-12 6-9 15,-3 7-32-15,-4 2-55 0,2 0 2 16,-1 8 1 0,3 6-88-16,-3 2-35 0,-3 1-342 15</inkml:trace>
  <inkml:trace contextRef="#ctx0" brushRef="#br0" timeOffset="12984.46">21743 6750 587 0,'0'0'54'0,"0"0"-52"0,0 0 41 16,0 0 47-16,0 0-78 15,-9-76 6-15,9 65 9 16,0 4 21-16,0 3-1 16,0 2 4-16,0 2 4 15,0 0-28-15,0 0-27 16,0 7 1-16,0 10-1 16,5 6 2-16,-1 7 7 15,4 2 8-15,2 5-3 16,-1-1 5-16,3-1 14 0,0 1-22 15,-2-4-6-15,4-4 0 16,1-3 6-16,7-7-2 16,5-6-1-16,5-10-3 15,6-2 11-15,4-18 2 16,7-17-8-16,7-15-9 16,10-14 2-16,9-16-1 15,11-9-3-15,10-7 2 16,-2 7-1-16,-6 14 0 15,-16 18 0-15,-20 18-3 0,-21 18-38 16,-17 16-61 0,-10 5-46-16,-4 15-137 15,-10 8-163-15</inkml:trace>
  <inkml:trace contextRef="#ctx0" brushRef="#br0" timeOffset="19496.23">10801 7981 708 0,'0'0'94'16,"0"0"-91"-16,0 0-2 15,0 0 58-15,0 0 15 16,0 0-5-16,0 0-16 15,-43-57-5-15,43 57-27 16,0 0-13-16,0 0-8 16,0 6 0-16,3 17 0 15,9 6 20-15,0 8 8 0,3 5 16 16,-2 1-14 0,6 2-2-16,3-3 1 15,6-5-6-15,5-10-20 0,5-12 17 16,3-13-13-1,4-2 5-15,7-25 5 0,6-16-8 16,6-15-3-16,8-9-3 16,5-5-2-16,7-5 2 15,1-2 1-15,9-7 0 16,9-2-4-16,1 3 1 16,-1 2 3-16,-8 11-4 0,-9 10-1 15,-9 13 0 1,-8 12-2-16,-17 15 1 0,-12 8-1 15,-14 8-29-15,-13 4-76 16,-4 0-24-16,-9 13-69 16,0 2-224-1</inkml:trace>
  <inkml:trace contextRef="#ctx0" brushRef="#br0" timeOffset="28470.7">27104 8579 81 0,'0'0'47'16,"0"0"-38"-16,0 0-9 16,0 0-9-16</inkml:trace>
  <inkml:trace contextRef="#ctx0" brushRef="#br0" timeOffset="29907.56">25874 7851 400 0,'0'0'19'0,"0"0"-5"0,0 0 21 15,0 0-8 1,0 0 122-16,-29-82-82 0,29 70-49 15,0 4 16 1,0 2 0-16,0 4 9 0,1 2-15 16,2 0-24-1,3 3-4-15,1 10 12 0,-1 2 12 16,5 4-1 0,2 4-4-16,1 6 16 0,2 2-13 15,-1 2 24-15,1 3-35 16,1-3 11-16,-1 0-5 15,-1-4 23-15,1-4-28 0,-2-6 7 16,1-2-7 0,-2-9 2-16,1-4-1 15,1-4 1-15,5 0 4 16,7-12 12-16,5-15-9 0,6-7-14 16,7-5 3-16,12-8-5 15,12-8-4 1,16-6 3-16,16-4 0 15,24-7 12-15,17-3-1 0,9 0 2 16,1 6-5 0,-14 6-4-16,-21 16-7 0,-26 12-1 15,-25 9-3 1,-20 14-19-16,-19 9-123 0,-24 1-198 16</inkml:trace>
  <inkml:trace contextRef="#ctx0" brushRef="#br0" timeOffset="33176.41">7941 9208 733 0,'0'0'16'0,"0"0"-13"0,0 0-2 16,0 0-1-16,0 0 11 15,0 0 69-15,0 0 15 16,0 0-70-16,8-46-23 16,2 46-2-16,5 3 6 15,6 13 12 1,-3 10 6-16,1 8 7 0,-1 4-1 16,0 3 8-16,1-4-28 15,-1-5 10-15,3-8 0 16,1-7 0-16,8-7 7 15,6-8-10-15,9-2 2 16,10-20 4-16,11-20-7 16,10-18-7-16,8-9 0 15,7-9-5-15,3-4 5 16,1 3 3-16,-4 0-5 16,-3-2 1-16,-3 0-5 15,1-1 2-15,4 3-1 0,2 2-1 16,-2 9-3-16,-11 7 0 15,-13 13 1-15,-8 9-2 16,-12 10 1-16,-10 6 0 16,-8 7 1-16,-4 3-1 15,-1 1-1-15,-1 3-1 16,2 3 1-16,-6 4-40 16,-5 0-90-16,-13 8-84 0,0 11-29 15,-25 7-232 1</inkml:trace>
  <inkml:trace contextRef="#ctx0" brushRef="#br0" timeOffset="34738.3">17916 9501 765 0,'0'0'8'0,"0"0"20"16,0 0-26-16,0 0-2 16,0 0 0-16,0 0 0 15,0 0 17-15,-58 73 16 16,58-30 21-16,0 3-41 15,0 2 17-15,11-3 7 16,9-4-22-16,7-7 12 16,8-6-6-16,8-5 4 15,12-6-5-15,9-6 2 16,8-3-12-16,4-8-7 0,9 0 1 16,7-11-4-16,8-13 0 15,12-8 0-15,3-4 3 16,5-4-3-16,-1-4 1 0,3-1-1 15,5 2 1 1,0 4-1-16,0 6 3 16,-3 9-3-16,-8 6-4 15,-3 10 4-15,-7 8-2 0,-9 0 2 16,-6 22-1 0,-6 9 2-16,-9 8-1 0,-10 5 0 15,-8 6 1-15,-15 3-1 16,-10-1 2-16,-12 1-1 15,-16-4 4 1,-5-4-5-16,-6-5 8 0,-17-7 7 16,-2-6 1-16,0-7-5 15,7-9-2-15,0-8-6 16,4-3 11-16,3-17-6 16,1-15-8-16,9-13 0 0,1-9-1 15,5-9 1 1,21-4-1-16,13 1-1 15,12 4 1-15,8 3 1 16,12 6 0-16,4 7 1 16,3 2-2-16,4 2-1 15,3 4 2-15,-1 1 5 0,1 1-1 16,-6 3 8 0,-7 1 3-16,-7 0 0 0,-8 7-4 15,-12 3-1-15,-15 8-1 16,-13 3-1-16,-12 2 6 15,-5-1 29-15,0-2-13 16,-8 1-30-16,-2 3-5 16,0 5-24-16,2 3-147 15,1 0-124-15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54:17.1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11816 4532 1061 0,'0'0'73'0,"0"0"-63"0,0 0 20 16,0 0 11-1,0 0 62-15,0 0-26 16,0 0-57-16,0 0-14 16,1-65-2-16,4 65 4 0,1 0-2 15,1 0 0 1,5 0 4-16,2 6-2 16,2 7 10-16,-1 7 20 15,-2 1-18-15,-1 0 17 0,0-3 16 16,1 0-29-16,0-5 6 15,0-3 8-15,0-4-9 16,7-6-19-16,8 0 5 0,15-19 30 16,17-21-22-1,22-16-7-15,15-15-6 16,12-14 4-16,12-9-4 16,1-6-4-16,4 2-5 15,-3 5 0-15,-9 12-1 0,-22 21-17 16,-28 18-80-1,-32 25-152-15,-32 14-134 16</inkml:trace>
  <inkml:trace contextRef="#ctx0" brushRef="#br0" timeOffset="3408.1">9400 6575 970 0,'0'0'17'15,"0"0"-15"1,0 0 21-16,0 0 39 0,0 0 21 16,0 0-1-1,0 0-35-15,0 0-34 0,-9-3-10 16,9 23 2 0,8 9 72-16,-2 7-15 0,3 2-35 15,-2-2-1-15,-1-6 16 16,5-5-14-16,2-4-21 15,5-9 10-15,6-3-5 16,9-9 11-16,10 0-1 16,11-24 9-16,20-23 0 15,16-20-15-15,13-16-4 16,10-15-10-16,6-2 7 16,-5-2-5-16,-2 5 3 15,-9 5-2-15,-14 12 1 16,-20 15-6-16,-18 20-2 0,-26 17-3 15,-15 13-39 1,-10 8-66-16,0 7-17 0,-19 0-108 16,-11 13-173-1</inkml:trace>
  <inkml:trace contextRef="#ctx0" brushRef="#br0" timeOffset="6273.47">14188 3939 414 0,'0'0'412'0,"0"0"-398"15,0 0 5 1,0 0 18-16,0 0 13 0,0 0 14 15,-32 32-31-15,25 10 24 16,1 12 45-16,2 9-10 16,-1-2-4-16,2-6-26 15,0-10-20-15,2-7-11 0,1-11 6 16,0-7-17 0,0-11-3-16,0-5-13 15,0-4 0-15,0 0-2 16,0-1 9-16,0-21 14 15,3-16-20-15,7-12-5 16,2-7-4-16,-3-3 3 0,0-3-15 16,-1 0-2-16,2-1-5 15,3 7-1-15,4 2 9 16,4 5 10-16,1 7 3 16,0 6 2-16,-2 9 1 15,-4 9 0-15,-5 7-1 0,-1 5 0 16,-1 7-1-1,2 0 2-15,2 10 1 16,2 12 6-16,3 12 8 16,0 7 5-16,4 5-2 15,2 3-10-15,0-1 23 0,1-2 1 16,5 1 2 0,0-5-20-16,0-2 8 0,0-5-3 15,-4-5-16-15,-2-5-4 0,-5-5 0 16,-2-5 0-1,-4-2-1-15,-5-3-38 0,-2-4-58 16,-6-4-18 0,0 0-71-16,-14-2-79 0,-24 0-331 15</inkml:trace>
  <inkml:trace contextRef="#ctx0" brushRef="#br0" timeOffset="6470.64">14039 4317 1226 0,'0'0'6'0,"0"0"-1"0,117-63-5 16,-46 20 43-16,12-4 49 16,11-4-18-16,2 5-44 15,-5 7-30-15,-12 9-9 0,-12 13-124 16,-21 7-106-1,-16 5-191-15</inkml:trace>
  <inkml:trace contextRef="#ctx0" brushRef="#br0" timeOffset="7274.26">12893 5814 762 0,'0'0'177'16,"0"0"-160"-16,0 0 58 16,0 0 10-16,0 0 21 0,0 0-2 15,-7-19-33-15,7 19-46 16,0 0-17-16,0 0-4 15,0 16 0-15,0 14 43 16,0 9 23-16,0 13-30 16,0 7 13-16,-3 6 0 15,0 2-6-15,0-1-21 16,1-8-14-16,2-5-5 16,0-6-1-16,0-5-6 15,0-7 1-15,0-6 1 16,0-10-2-16,0-7-3 15,2-7-37-15,-1-3-104 16,2-2-19-16,0-14-64 16,-3-17-102-16</inkml:trace>
  <inkml:trace contextRef="#ctx0" brushRef="#br0" timeOffset="7817.91">12844 5914 853 0,'0'0'19'16,"0"0"-18"0,0 0 45-16,42-72 50 0,-17 52 5 15,9 2-34 1,8 2-23-16,1 3-5 0,-2 5-1 15,-3 5 2-15,-5 3-29 16,-6 0-7-16,-6 17 5 16,-2 6-7-16,-7 5 7 15,-7 4-5-15,-5 5-1 16,0 3 3-16,-15 3-2 16,-9-2 3-16,-1-1-6 15,-4-3 1-15,5-10 1 16,3-3-3-16,5-8 1 0,12-6-2 15,4-4 0 1,0-3-4-16,10-3-4 16,11 0 6-16,16 0 2 15,0 0 1-15,5 0 1 0,0 0-1 16,1 0 0 0,-2 0 3-16,-7 4 2 0,-4 7-1 15,-11 3 2-15,-5 3 2 0,-11 3 9 16,-3 5 14-1,-20 6 32-15,-19 3-9 16,-13 1-31-16,-5-3 13 16,-1-4-4-16,0-8-10 15,3-6-17-15,2-5-5 16,3-3 0-16,5-6-61 16,5 0-113-16,9 0-53 15,4 0-214-15</inkml:trace>
  <inkml:trace contextRef="#ctx0" brushRef="#br0" timeOffset="10678.16">16066 3879 1004 0,'0'0'34'0,"0"0"-8"16,0 0 14-16,0 0 6 15,0 0 49-15,0 0-54 16,-16-26-31-16,16 51-3 16,1 10 33-16,4 7 34 15,2-1-58-15,-1-3-5 16,0-7 7-16,-1-5-6 16,-4-10-4-16,-1-6-5 15,0-6-3-15,0-2 2 16,0-2 6-16,0-3 12 0,0-19 28 15,-3-12-48 1,-9-9-1-16,-3 0-5 0,-1-6 5 16,-2-2-10-16,1 1 2 15,4-1-10-15,6 5 17 16,4 7 1-16,3 9 0 16,0 7 1-16,0 7-1 15,0 4 1-15,13-1 8 16,10-3 4-16,9-3-1 15,6 1-5-15,3-1 2 16,-3 3-1-16,-4 5-6 16,-4 3-1-16,-5 2-4 15,-7 3-29-15,-3 3-86 0,-9 0-54 16,-6 7-94 0,0 9-159-16</inkml:trace>
  <inkml:trace contextRef="#ctx0" brushRef="#br0" timeOffset="10868.52">16072 3955 1002 0,'0'0'11'0,"0"0"-6"16,0 0 31-16,80-23 56 15,-52 3-6-15,0 0-45 0,-3 3-37 16,-4 2-4-16,-7 8-84 15,-8 2-80-15,-6 5-146 16</inkml:trace>
  <inkml:trace contextRef="#ctx0" brushRef="#br0" timeOffset="11003.23">16100 4189 907 0,'0'0'53'0,"0"0"-43"0,0 0 57 16,88 4 19-1,-44-34-49-15,3-9-37 16,-2-3-85-16,-7 1-198 16,-13 4-380-16</inkml:trace>
  <inkml:trace contextRef="#ctx0" brushRef="#br0" timeOffset="11395.36">16383 3880 983 0,'0'0'41'0,"0"0"-40"15,0 0 70 1,0 0 59-16,0 0-29 0,101-43-60 16,-74 45-12-1,-3 16-18-15,-5 1 15 0,-7 1-16 16,-3 4-9 0,-7-6 3-16,-2-3 0 0,0-7-3 15,0-4 4-15,0-4-4 16,0 0 1-16,0 0 9 15,0-17-10-15,3-11-1 16,4-7-27-16,2-7 22 16,3 3 5-16,1 1-2 15,1 7 4 1,3 10 0-16,3 7-1 0,1 8 20 16,3 6 3-16,2 2-9 15,-1 19-7-15,2 7 4 16,-4 4-3-16,-4 0-9 15,-2 0 0-15,-1-3 0 16,-1-3-17-16,2-1-101 16,-2-5-84-16,3-6-34 15,-2-10-115-15</inkml:trace>
  <inkml:trace contextRef="#ctx0" brushRef="#br0" timeOffset="12324.08">17113 3585 960 0,'0'0'220'16,"0"0"-184"0,0 0 98-16,0 0-23 15,-99 13-58-15,69 20 4 16,9 2-19-16,9-5-32 0,11 1-6 16,1-6 0-1,0-6-1-15,0-4-4 16,8-9 0-16,3-2-14 15,3-4-15-15,0-8-10 0,3-14 16 16,-2-6-1-16,-2 3-8 16,-1 3 23-16,-3 7 10 15,0 6 4-15,0 4 1 16,0 5 3-16,3 0 4 16,4 9 2-16,4 11-2 15,2 6-5-15,0 9 1 0,-3 5 5 16,-2 7-1-1,-2 3-7-15,-6 3 1 16,-2 1-2-16,0-2 0 16,-4-4 0-16,-2-7 0 15,-1-5 0-15,0-10 0 16,0-6 0-16,-9-7-7 0,-5-6-4 16,-6-7 10-16,-3 0-10 0,5-10 3 15,3-18 7 1,8-12 0-16,5-12-3 0,2-11-1 15,0-10-5 1,3-10-14-16,8-13-20 16,2-7-3-16,-1-1-32 15,1-1 42-15,0 11 11 16,-4 10 22-16,1 9 0 16,-4 15 4-16,-2 8 13 15,-1 9 21-15,-1 11 12 16,-2 10 5-16,0 10-3 15,0 6-17-15,0 6 1 16,0 0-32-16,0 25-5 0,0 17 5 16,0 10 18-16,3 4-7 15,7 4-5-15,2 1 10 16,3 0-1-16,6-3-10 16,3-5 4-16,1-7 4 15,3-8-5-15,1-7-5 16,1-9 0-16,-3-10-1 15,0-8 3-15,-4-4 0 16,0-8 2-16,-5-18 0 16,1-7-2-16,-4-7-3 15,-2-5 0-15,0 0-4 0,-2 4-4 16,-3 8-3 0,-2 13 9-16,-3 9 1 0,-2 9 1 15,1 2 9-15,2 7-11 16,3 17 5-16,4 11 50 15,1 1-7-15,3 2-16 16,0-5-12-16,1-2-13 16,-2-2-7-16,-3-5 0 15,-4-8 0-15,-4-4-28 16,-3-7-92-16,0-5-77 0,-14 0-126 16,-7-22-694-16</inkml:trace>
  <inkml:trace contextRef="#ctx0" brushRef="#br0" timeOffset="12451.2">17591 3242 1154 0,'0'0'68'0,"0"0"-68"16,0 0-48-16,0 0 19 16,0 0-160-16,0 0-215 15</inkml:trace>
  <inkml:trace contextRef="#ctx0" brushRef="#br0" timeOffset="12738.01">17943 3176 1370 0,'0'0'23'0,"0"0"-23"15,0 0 34 1,0 0 32-16,0 0-39 0,0 0-27 15,-63 38-8 1,88-20 8 0,10 5 5-16,8 3-2 0,5 3 2 15,0 5 1-15,-9-1 7 16,-14 0-9-16,-7-2 1 16,-14-2-5-16,-4-6 2 15,-1-3-2-15,-21-6-28 16,-4-7-55-16,-2-7-68 15,7-5-87-15,2-22-81 16,5-9-247-16</inkml:trace>
  <inkml:trace contextRef="#ctx0" brushRef="#br0" timeOffset="12880.2">18006 3261 1052 0,'0'0'121'16,"0"0"-102"-16,0 0 83 15,-65 89 15-15,45-51-52 16,4-2-58-16,8-6-7 15,6-5-3-15,2-6-65 16,0-8-52-16,11-7-72 16,7-4-186-16</inkml:trace>
  <inkml:trace contextRef="#ctx0" brushRef="#br0" timeOffset="13238.12">18139 2785 1250 0,'0'0'29'16,"0"0"-29"-16,0 0 0 15,28 100 15-15,-21-46 60 16,1 1-28-16,2-3-5 16,-1-7-24-16,0-8-8 15,1-8-3-15,-2-11-7 0,0-8 1 16,-4-7-1-16,-1-3 0 15,4 0 3-15,-1-13 8 16,5-5-3 0,1-1-4-16,-3 8 10 0,0 5 8 15,1 6 26-15,7 0-32 16,3 16 24-16,3 7 46 16,-2 7-49-16,-5 4-29 15,-5 3-4-15,-5 3-4 16,-6 3-2-16,0 4-125 15,-6 2-118-15,-24 2-114 0,-14-2-600 16</inkml:trace>
  <inkml:trace contextRef="#ctx0" brushRef="#br0" timeOffset="13788.17">16171 4559 1268 0,'0'0'0'0,"85"0"-66"16,-2-12 66-16,23-7 10 0,23-3 71 15,26-2 8-15,15-6-16 16,15-1-34-16,6-2-28 15,-3-7-6-15,-3-3-1 16,-5-8 18-16,-4-10-1 16,-10-6-6-16,-9-9-10 15,-16-13 3-15,-19-19 1 16,-17-11-3-16,-25-17-6 16,-25-10 2-16,-26-2-1 15,-27-1-1-15,-11 7-14 16,-46 7 13-16,-32 9-9 0,-36 19-2 15,-34 23-11 1,-39 25 5-16,-34 32 10 16,-32 27-16-16,-25 27-22 15,-16 45 21-15,-4 29 25 16,4 31 7-16,12 21-3 16,27 18 10-16,40 11 10 15,54 10 20-15,67-1 27 16,61-3-44-16,42-13-16 0,56-29-2 15,41-30-5-15,29-30 9 16,34-30 4-16,19-25-10 16,12-21-7-16,-3-10-2 15,-10 0-90-15,-28-20-157 16,-42-7-579-16</inkml:trace>
  <inkml:trace contextRef="#ctx0" brushRef="#br0" timeOffset="15368.14">15597 6001 567 0,'0'0'47'16,"0"0"72"-16,0 0 55 15,0 0-28-15,0 0-33 16,-23-74-11-16,20 69-29 16,1 3-29-16,0-1 15 0,2 3-7 15,0 0-24-15,0 0-20 16,0 0-2-16,0 15-3 15,0 13 5-15,0 10 63 16,0 7-15-16,0 2 10 16,-2 1-1-16,-2-1-18 15,1-4-37-15,0-6 9 16,1-5-10-16,2-6-8 16,0-7-1-16,0-2-1 15,0-7-2-15,0-4-11 16,0-4-40-16,0-2-32 15,-1-4-50-15,-10-15-115 16,-10-9-280-16</inkml:trace>
  <inkml:trace contextRef="#ctx0" brushRef="#br0" timeOffset="15590.2">15199 6047 1026 0,'0'0'136'0,"0"0"-128"16,0 0 13-16,64-81 120 0,-22 53-44 15,9 1-32 1,-2 6-36-16,-1 6-24 0,-8 6-5 16,-5 4-33-1,-11 5-143-15,-14 0-146 16,-10 19-469-16</inkml:trace>
  <inkml:trace contextRef="#ctx0" brushRef="#br0" timeOffset="15758.21">15255 6560 1158 0,'0'0'16'0,"0"0"-3"15,89-63-13-15,-41 25 39 16,7 1-12-16,1 1 8 15,-3 6-17-15,-7 4-18 16,-9 5-86-16,-7 3-139 16,-10-1-113-16</inkml:trace>
  <inkml:trace contextRef="#ctx0" brushRef="#br0" timeOffset="16182.21">15881 5636 798 0,'0'0'152'16,"0"0"-110"0,0 0 113-16,0 0 11 0,0 0-79 15,0 0-50 1,0-19-22-16,3 28-5 16,0 18 31-16,2 11 77 15,2 7-48-15,3 5 19 16,-2 6-30-16,0-3-7 15,-1 1-22-15,2-2-16 16,-2-6-4-16,4-4-5 16,1-9-5-16,-3-7 0 15,0-7-1-15,-3-5-21 16,-3-6-56-16,-3-3-128 0,0-3-65 16,-15-2-143-16</inkml:trace>
  <inkml:trace contextRef="#ctx0" brushRef="#br0" timeOffset="16348.23">15790 6092 1166 0,'0'0'38'16,"0"0"-17"-16,31-81-21 16,2 44 54-16,8 1-35 15,3 5-19-15,-2 5-13 0,-6 8-134 16,-6 3-186-16,-6 9-323 15</inkml:trace>
  <inkml:trace contextRef="#ctx0" brushRef="#br0" timeOffset="16611.41">16259 5785 1075 0,'0'0'239'16,"0"0"-237"-16,0 0 46 16,0 0 54-1,0 0-70-15,0 0-9 0,-8 71 6 16,44-47-8-16,6 1-3 16,1 6-3-16,-7 0-6 15,-9 3-5-15,-11 0-3 16,-8-3-1-16,-8-5-70 15,0-5-142-15,-8-9-127 16,-10-12-205-16</inkml:trace>
  <inkml:trace contextRef="#ctx0" brushRef="#br0" timeOffset="16812.24">16315 5907 1252 0,'0'0'30'16,"0"0"-2"-16,0 0 97 0,0 0 7 15,-92 102-29 1,67-56-27-16,4-1-46 0,7-6-26 16,5-2-4-16,7-6-6 15,2-6-82-15,0-7-62 16,19-11-85-16,11-7-107 16,2-13-504-16</inkml:trace>
  <inkml:trace contextRef="#ctx0" brushRef="#br0" timeOffset="17131.08">16735 5814 776 0,'0'0'492'0,"0"0"-492"16,0 0 0-16,0 0 72 15,0 0 52-15,-23 103-76 16,23-70-24-16,6-2-9 15,15-1-3-15,5-9-5 16,5-8 1-16,2-11 0 16,2-2-1-16,-2-6 3 15,-9-18 0-15,-6-3-5 16,-12-4 0-16,-6 3 11 0,-4 2 10 16,-22 5-13-16,-5 7 5 15,-3 5-5-15,1 7-12 16,3 2-1-16,8 0-1 15,10 1-9-15,5 7-82 16,7 2-77-16,0-2-94 16,8-2-195-16</inkml:trace>
  <inkml:trace contextRef="#ctx0" brushRef="#br0" timeOffset="17518.89">17045 5685 1341 0,'0'0'39'0,"0"0"-28"15,0 0 71-15,0 0 76 16,-21 97-81-16,21-70-39 16,6-2-27-16,13-5-9 15,-2-4-1-15,4-5-1 16,-6-4-2-16,1-7-26 15,-2 0-33-15,-1-3-4 16,-1-10 37-16,-1 0 10 0,-3 1 2 16,-3 6 16-1,-1 1 8-15,-2 5 5 16,4 0 6-16,5 0-9 16,3 0 39-16,4 0-3 0,-3 0-12 15,-2-1 0-15,-2-5 17 16,-4 2-7-16,-5-6-17 15,-2-2-3 1,0-9-24-16,0-5-2 0,0-4-65 16,0 4-185-16,0 7-53 15,13 11-133-15</inkml:trace>
  <inkml:trace contextRef="#ctx0" brushRef="#br0" timeOffset="17848.13">17399 5742 178 0,'0'0'988'0,"0"0"-986"0,0 0 35 16,0 0 109-16,0 0 32 16,0 0-56-16,46-50-68 15,-28 50-23-15,1 13-10 16,-1 4-4-16,0-3-6 16,-6 0-7-16,-4-5-4 15,-3-5 0-15,-3-4-3 16,-1 0-7-16,4 0-23 15,4-21 1-15,4-6 13 16,1-6-26-16,2 8 45 16,-6 7 2-16,-1 9 14 0,-4 5 47 15,1 4-22 1,-3 0-38-16,3 14 6 0,3 10-2 16,1 4-1-16,5 3-6 0,4 0-48 15,6-6-112 1,9-6-78-16,9-11-54 0,5-8-312 15</inkml:trace>
  <inkml:trace contextRef="#ctx0" brushRef="#br0" timeOffset="18145.28">18353 5332 1578 0,'0'0'19'0,"-85"-3"-16"15,44 9 49-15,6 10 38 0,11 6-36 16,18 3-37-16,6 6-17 16,22 4 0-1,21 1-1-15,9 2 1 0,3 1 1 16,2-2-1-16,-5 0 0 16,-10-4-2-16,-12-6 2 15,-14-4 0-15,-16-7 0 16,-3 1 6-16,-33-5 1 0,-10 1-7 15,-3-6-8 1,7-3-52-16,11-4-84 16,10 0-49-16,9-4-106 15,9-9-182-15</inkml:trace>
  <inkml:trace contextRef="#ctx0" brushRef="#br0" timeOffset="18697.96">18544 5334 1007 0,'0'0'392'15,"0"0"-386"1,0 0-3-16,0 0 90 16,0 0-52-16,0 0 16 0,20 75 12 15,-4-40-50 1,2-1 16-16,4-5-10 0,0-4-14 15,1-7-6-15,1-7-4 16,0-8 0-16,-3-3-1 16,0-9-8-16,-4-16-36 15,-3-9-32-15,-3-6 13 16,-3 0 12-16,-5 3 46 16,-3 7 5-16,0 9 5 15,-1 9 47-15,-8 5 17 16,2 4 24-16,4 1-48 15,0 2-10-15,1 6-29 16,1 15-3-16,1 11-3 16,0 5 4-16,1 4 1 15,11 3 3-15,3 2 2 16,-2 1-5-16,1 3-2 16,-7 3-2-16,1-2-1 15,-7-2 3-15,-1-5-3 0,0-9 0 16,-3-9 0-1,-7-9 0-15,1-11 0 0,1-6-2 16,2 0 2-16,-1-14-14 16,1-9-11-16,2-8 9 15,4-5 4-15,0-2 5 16,0-3-5-16,8 0-16 16,3 2-99-16,5 2-90 15,-2 3-94-15,-1 4-645 0</inkml:trace>
  <inkml:trace contextRef="#ctx0" brushRef="#br0" timeOffset="19367.91">19019 5403 1087 0,'0'0'173'0,"0"0"-170"16,0 0 109-16,0 0 28 0,101-24-26 15,-76 43-80 1,-5 6-20-16,-2 3-8 16,-9-3-5-16,-3-3 2 15,-3-6-3-15,-3-6-4 0,0-6 4 16,0-2 0 0,0-2 1-16,0-2 10 0,0-20-11 15,0-8-57-15,4-5 32 16,5-2 20-16,2 3-5 15,2 6-2-15,2 6 12 0,-3 11 2 16,0 5 12 0,0 6 1-16,3 0-2 0,0 11 20 15,3 9-7 1,-2 5-15-16,2-2 0 0,-3 1-8 16,-2-5-3-16,-2-3 0 15,0-6 0-15,0-5-1 16,1-5 1-16,1 0 0 15,1-7 5-15,2-17 4 16,-1-9-2-16,-2-11-5 16,-2-10-2-16,-3-5-8 15,-2-6-19-15,-4 0 14 16,-2 5-1-16,0 8 11 16,-2 13 3-16,-6 14 31 15,2 9 22-15,2 9 24 0,1 4-32 16,1 3-19-1,2 0-19-15,0 14-7 16,0 17 0-16,0 10 0 16,0 10 19-16,8-2-9 0,4 3 13 15,2-3 10 1,3-4-18-16,4-6-5 16,4-7-6-16,2-10-4 0,1-7 0 0,0-5 0 15,-6-8-10 1,-6-2-49-16,-9 0-65 0,-7-16-87 15,-6-3-185 1,-28 2-472-16</inkml:trace>
  <inkml:trace contextRef="#ctx0" brushRef="#br0" timeOffset="19503.16">19457 5269 1339 0,'0'0'182'0,"0"0"-182"0,0 0-27 0,0 0 27 16,83-89 0-16,-36 68-45 15,-2 7-250-15,-5 7-190 16</inkml:trace>
  <inkml:trace contextRef="#ctx0" brushRef="#br0" timeOffset="20028.2">19904 5076 998 0,'0'0'63'15,"0"0"80"-15,0 0 89 16,0 0-65-16,-84 0-56 15,57 33-20-15,5 6-32 16,10-2-30-16,10 1-23 0,2-5-6 16,6-3-1-1,11-7-3-15,2-9-2 0,-1-6-58 16,3-8-77 0,-2 0 11-16,-4-10 49 0,-2-11-12 15,-2-5 58-15,-3 0 27 16,0 1 8-16,0 5 13 15,-1 2 24-15,3 11 11 16,3 2 17-16,2 5 11 16,3 0-38-16,1 5 10 0,0 7-26 15,-1 3-10 1,-6 0-4-16,-1-3-8 0,-1-2 4 16,-1-4-6-1,3-2 2-15,1-4-3 0,1 0-17 16,1 0 20-16,-2-9 0 15,2-5 0-15,0-5 2 16,0-5 5 0,0-1-5-16,-2-1-1 0,-2 0 3 15,-4-1-2 1,1 8 0-16,-3 6 12 0,-3 8 20 16,-2 5 39-16,2 0-6 15,-1 8-54-15,2 17-10 16,2 8 45-16,1 7-26 15,5-3-18-15,3 0-4 16,4-3-14-16,1-3-151 16,2-10-213-16,-6-6-269 15</inkml:trace>
  <inkml:trace contextRef="#ctx0" brushRef="#br0" timeOffset="21399.56">21219 5185 1323 0,'0'0'0'0,"0"0"-45"0,0 0 45 0,0 0 95 15,0 0-11-15,0 0-23 16,14-31-47-16,-8-1-11 16,-6-6-1-16,0-4-2 0,-13 1 0 15,-14 0-1-15,-9 10 4 16,-8 11-2-16,-5 15 0 15,-3 5 5-15,4 13 24 16,4 9-10-16,16-4-3 16,12-2-7-16,13-3-10 0,3-1-5 15,8-1-1 1,19-9 5-16,12-2 0 0,13 0-2 16,7-22-39-16,1-8-20 15,0-6-17-15,-7-1 31 16,-8 5 28-1,-6 9 19-15,-12 10 1 0,-9 12 14 16,-11 1 30 0,-4 19-11-16,-3 16 37 0,0 3-24 15,0 1-10-15,0-5-14 16,3-7-18-16,10-4 0 16,2-7-2-16,5-7 7 15,1-6-9-15,4-3 1 16,4-8 9-16,0-19-10 15,0-9-7-15,-6-6-3 16,-7-2-2-16,-8 4 6 16,-5 5-13-16,-3 11 19 15,0 13 5-15,0 9 19 16,0 2 28-16,0 0-33 16,0 20-13-16,0 9-1 15,0 4 29-15,0-3-27 0,0-5-4 16,9-11-3-16,2-5 0 15,2-4-6-15,4-5 6 16,2 0 0-16,2-9 0 0,-3-8-32 16,-2-4-7-1,-4 3 25-15,-4 0 11 0,-3 8 3 16,-5 6 0 0,0 4 3-16,0 0 5 0,0 0-8 15,3 0-3 1,3 11-6-16,7 4 9 15,4 1 13-15,1-4-9 16,8-6-2-16,2-2 0 16,5-4 2-16,-2 0 0 15,-2-6-3-15,-6-13 1 0,-6-8-2 16,-1-10 8-16,-5-8-7 16,-3-6-2-16,-5-5-7 15,-3-6-23-15,0-1 19 16,0-2 4-16,-10 9-13 15,0 9 20-15,1 14 2 16,-3 12-1-16,6 11 11 16,0 6 5-16,3 4 2 15,0 13-18-15,-2 19 8 16,1 13 4-16,4 8 16 16,0 0-19-16,4 0-4 0,14-5 10 15,8-3-7-15,3-8-3 16,4-8-2-16,3-7-1 15,0-12-2-15,3-6 0 16,-8-4 0-16,-3-1 0 16,-8-10 0-16,-4 0 9 15,-7 5-2-15,-4 5 17 16,-2 1 16-16,3 4-6 16,4 21 11-16,4 9 34 15,0 6-45-15,0 6-19 16,-1 0-15-16,-1 2 3 15,-3-1-3-15,-4 0-13 0,-5-3-59 16,0 1-65-16,-23 1-87 16,-17-5-136-1,-17-5-247-15</inkml:trace>
  <inkml:trace contextRef="#ctx0" brushRef="#br0" timeOffset="22347.9">16044 6603 1502 0,'0'0'0'0,"0"0"-100"0,0 0-56 0,0 0 156 16,0 0 49-16,0 0 40 15,19-65-76-15,56 49-6 16,38-5 20-16,35-8 18 16,38-9-2-1,38-10 18-15,36-2 36 0,32-1-43 16,23 6-6-16,19 3 4 16,14 7-30-16,7 4-6 15,13 2-10-15,8-1 0 16,7-1-4-16,6-4-2 15,-6-6 0-15,-10-3 0 16,-21-4-10-16,-28-1-5 16,-38-4 4-16,-39-4-14 15,-41-5-21-15,-42-9 17 0,-39-8-1 16,-34-7 10 0,-31-11 20-16,-29-6 0 0,-24-5 1 15,-7-10 0 1,-29-2 0-16,-19 2-1 0,-18 3-2 15,-19 11-1-15,-21 12-4 16,-24 10 1-16,-19 13 2 16,-25 14 4-16,-16 15 0 15,-20 11 0-15,-26 15-9 16,-22 11 2-16,-33 3-6 16,-25 26 10-16,-27 14 2 0,-15 12 2 15,-5 11 3 1,5 7 4-16,10 7 0 15,8 9 12-15,6 9-8 16,2 5-12-16,9 2-3 0,13-3 3 16,18-9 2-1,17-5-2-15,12 0 0 0,14-2 0 16,1-1 4-16,11 0-2 16,13 1 1-16,19-3-2 15,29-4 11-15,26 2 9 0,29 5 2 16,26 4-23-1,20 8 0-15,20 3 0 0,18-1 2 16,19 6-2 0,18 2 0-16,24-4 20 0,47-7 3 15,43-12 25 1,44-21-12-16,43-24-14 16,35-30-11-16,27-16 2 15,22-36-3-15,12-18-10 0,-5-6-17 16,-13 0-79-16,-40-4-195 15,-47-5-765-15</inkml:trace>
  <inkml:trace contextRef="#ctx0" brushRef="#br0" timeOffset="42130.96">10112 9010 773 0,'0'0'12'0,"0"0"-12"15,0 0-7-15,0 0 4 16,0 0 3-16,-45-72 11 16,41 62 36-16,1 3 97 15,3 3-113-15,-2 2-10 16,2 2 5-16,0 0-7 16,0 0-9-16,0 0-1 0,0 14-6 15,0 11 49 1,0 7 11-16,0 1 5 0,0-1-20 15,0-5-28-15,0-6-2 16,0-8-10-16,2-6 8 16,5-2-14-16,2-5 4 15,12 0 1-15,13-20 2 16,21-22 41-16,20-19-13 0,18-11-30 16,5 1 0-1,-1 6-2-15,-13 10-5 0,-17 10 0 16,-13 12-2-1,-17 11-13-15,-12 10-110 0,-17 10-84 16,-8 2-135 0,-15 0-341-16</inkml:trace>
  <inkml:trace contextRef="#ctx0" brushRef="#br0" timeOffset="43550.03">12196 4021 241 0,'0'0'402'16,"0"0"-371"-16,0 0-16 16,0 0-15-16,0 0 0 15,0 0-4-15,-13 0 3 0,13-1-3 16,0-2 4 0,0 0 2-16,0 1 10 0,0-1 2 15,0-3-12-15,0 1-2 16,4-2 9-16,1 0 1 15,-1 1 67-15,-2-1-14 16,-1 3-16-16,-1 3-25 16,0-2-11-16,0 3-4 15,0 0 4-15,0 0-11 16,0 0-24-16,-1 10-99 0,-2-4-201 16</inkml:trace>
  <inkml:trace contextRef="#ctx0" brushRef="#br0" timeOffset="46289.28">12863 2863 687 0,'0'0'54'0,"0"0"-7"0,0 0 19 0,0 0-20 15,0 0-6-15,-106 19 44 16,67 30-6-16,-4 14 2 15,3 7-5-15,9 8-16 16,11 0-13-16,11-7-24 16,9-7-2-16,7-9-6 15,19-11-7-15,11-10 3 0,2-9-7 16,1-13 4 0,-2-12-2-16,-8 0 0 15,-7-16-2-15,-6-11 6 16,-11-5-3-16,-6-1-3 0,-6 4 2 15,-27 6-4 1,-15 10 1-16,-7 11-2 0,-6 2-2 16,0 15-9-16,3 15-143 15,4 4-165-15,5-2-297 16</inkml:trace>
  <inkml:trace contextRef="#ctx0" brushRef="#br0" timeOffset="48628.21">10973 6240 635 0,'0'0'50'0,"0"0"-41"15,0 0 29 1,0 0 38-16,0 0 16 16,0 0 14-16,0 0-37 15,-61-30 13-15,52 29-67 0,6-1 48 16,3 1-32 0,0-2-17-16,12-6-9 0,26-6-5 15,15-5-2-15,11-1 2 0,7 5 0 16,-8 13 1-1,-15 3-1-15,-14 15 8 0,-16 17-7 16,-15 9 13 0,-3 6 6-16,-9 1 0 15,-12 0 11-15,-4-1-6 16,0-5-21-16,0-4 5 16,-4-2-4-16,-7-2-2 15,-6 0-2-15,-3-4 3 16,4-2-4-16,6-11-19 15,14-10-72-15,10-7-34 16,8-7-28-16,3-27-126 0,4-14-242 16</inkml:trace>
  <inkml:trace contextRef="#ctx0" brushRef="#br0" timeOffset="48947.85">11113 5864 968 0,'0'0'126'15,"-104"-17"-55"-15,34 50-67 16,-14 22 24-16,-3 17 31 16,7 13 42-16,17 12-33 0,26 5-22 15,25 2-10 1,14-2-22-16,42-10-3 0,22-13 1 16,22-16-8-16,15-24 0 15,15-25-3-15,6-14 7 16,-1-27-1-16,-6-21-1 15,-17-20-1-15,-15-12-1 16,-21-9 7-16,-24-8 26 16,-24-1 12-16,-16 2-22 15,-37 9-8-15,-34 15-19 0,-22 14-4 16,-13 19-37 0,-10 18-62-16,1 17-72 0,6 4-106 15,15 0-141-15</inkml:trace>
  <inkml:trace contextRef="#ctx0" brushRef="#br0" timeOffset="57361.18">10791 10262 816 0,'0'0'15'0,"0"0"15"16,0 0-3-16,0 0 39 0,0 0-4 15,0 0 22 1,0 0-10-16,-3-40-32 0,13 40-38 16,-1 15 18-1,3 16 20-15,-2 8-5 0,1 10 22 16,0 6-28 0,6-1 3-16,9-7-11 0,5-10 21 15,8-11-20-15,6-11-7 16,1-11-6-16,6-4 2 15,6-13 18-15,9-25-5 0,16-23 2 16,13-15-11 0,15-17-11-16,16-8-1 0,20-8 0 15,13-1 5-15,8-2-9 16,-5 3-1-16,-17 11-3 16,-23 15 2-1,-26 17 0-15,-27 17-1 0,-21 20-53 16,-18 17-55-16,-19 12-90 15,-12 3-108-15,-16 17-183 16</inkml:trace>
  <inkml:trace contextRef="#ctx0" brushRef="#br0" timeOffset="62491.33">2682 12279 226 0,'0'0'88'0,"0"0"-20"16,0 0-44-16,0 0-17 15,-89-46-1-15,75 41 7 16,1 1 8-16,4 0 39 16,-2-2 20-16,1 2-49 15,-2 0 12-15,-3 0 5 0,2-2-23 16,-1 0 8-16,2-2 7 15,2 3 46-15,5-3-14 16,2 4-14-16,2 4-17 16,1 0-21-16,0 4-20 0,4 18-1 15,11 13 1 1,3 8 4-16,2 8-3 16,2 6 1-16,9 2 4 0,4 2-4 15,8 8 7-15,6 0-6 16,9 2 2-16,8-5 0 15,13-10-1 1,10-12-2-16,7-12 4 0,7-12 5 16,6-10 4-16,0-8-7 15,1-2 6-15,3-6-8 16,-2-14-4-16,2-12-1 16,2-7 1-16,3-13 0 15,10-6-1-15,-1-2 4 16,6 0-4-16,0 1-2 15,-2 4 2-15,-6 0-2 16,-4 6 1-16,-10 5-1 0,-10 11 1 16,-10 6 0-16,-3 12 2 15,-6 5 1 1,0 9-2-16,2 1 1 0,-7 1-1 16,3 14-1-16,0 3-3 15,5 3 3-15,3 6 3 16,-3 3-2-16,0 9 4 15,-6 5 5-15,-1 8 7 16,-9 6-8-16,-11 12 3 16,-9 3-9-16,-13 4 8 15,-14-1-1-15,-8-4 1 0,-14 2 3 0,0-4-5 32,-20-2 3-32,-13-11 3 0,2-10-3 15,-2-16-4-15,2-12 2 16,5-14-6-1,-1-5 4-15,-1-20-3 16,1-24-2-16,2-18-3 16,7-15-3-16,5-11-1 0,10-10 4 15,3-3-1-15,10 5 0 16,23 6 0-16,12 14 1 16,10 14 0-16,7 14 1 15,10 13 0-15,12 10-1 16,8 13 2-16,7 5 1 15,7 5-2-15,7 2 0 16,5 0-1-16,3 0 2 16,-4 0 0-16,-6 0-2 15,-12-14 5-15,-13-8 11 0,-12-8 16 16,-14-4 13 0,-15-2 14-16,-9 0-8 15,-15 1-8-15,-12 0-18 0,-9 1 4 16,0 1-19-16,-11 9-10 15,-25 10-39-15,-35 3-288 16,-37-3-810-16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56:02.2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16630 7899 437 0,'0'0'576'0,"0"0"-520"16,0 0-55-16,0 0 50 0,0 0 15 15,0 0 10 1,0 0 9-16,0 0-56 0,-4-61-24 16,4 59-2-16,0 2 9 0,0 0 3 15,0 0-14 1,0 0-1-16,0 5-12 15,4 15 12-15,11 10 17 16,3 7 36-16,1 3-8 0,-1-1-19 16,5-2-12-1,4-6 3-15,4-5 0 0,6-5-5 16,5-11-2 0,9-10-5-16,10-7 1 15,19-36 4-15,23-23 1 0,23-21 3 16,20-20-5-16,15-12-6 15,9-2 4-15,5 0 2 16,-1 10-2-16,-13 14-7 16,-17 13-2-16,-30 18-2 15,-21 18 1-15,-24 17 1 16,-20 10-25-16,-11 10-65 16,-13 7-60-16,-9 4-57 15,-13 0-105-15,-5 4-411 16</inkml:trace>
  <inkml:trace contextRef="#ctx0" brushRef="#br0" timeOffset="37534.91">20408 5575 901 0,'0'0'59'16,"0"0"-52"-16,0 0 65 0,0 0 60 15,0 0-21-15,0 0-12 16,0 0-27-16,-23-57-33 15,23 57-23-15,0 20-14 0,3 15 15 16,8 15 61 0,-1 12 17-16,-4 6-36 0,-1 5 19 15,1 1-51 1,0-7 12-16,3-6-25 0,1-10-13 16,1-8-1-16,-3-9 2 15,-2-8-2-15,-3-10-13 16,-1-7-61-16,-1-7-91 15,-1-2-48 1,0-20 17-16,-1-18-218 0</inkml:trace>
  <inkml:trace contextRef="#ctx0" brushRef="#br0" timeOffset="37796.87">20399 5603 106 0,'0'0'809'0,"0"0"-798"15,27-103 37-15,3 70 42 16,6 7 21-16,5 8 4 16,2 11-25-16,-2 7-49 15,-7 11-24-15,-11 21 15 16,-12 9 8-16,-11 6 9 16,-1 4-9-16,-23-2 3 0,-9-5-13 15,0-7-14-15,3-12-16 16,8-6 0-16,7-7-1 15,5-5-61-15,5-3-90 16,5-4-43-16,0 0-30 16,0-7-72-16</inkml:trace>
  <inkml:trace contextRef="#ctx0" brushRef="#br0" timeOffset="38278.25">20796 5540 928 0,'0'0'223'16,"0"0"-216"-16,-14 77 28 16,4-41 99-16,7-4-20 15,3-4-50-15,0-6-28 16,18-5-23-16,2-8-8 16,3-4 0-16,1-5 1 0,0 0-1 15,-2-19 1 1,-2-3-2-16,-4-4 1 0,-7 2-3 15,-4 6 7 1,-4 5-6-16,1 8 43 0,-2 2 40 16,1 3-49-1,9 0-37-15,5 24-12 0,8 8 12 16,3 15 16 0,-6 6-15-16,-4 14 2 0,-8 6-1 15,-8 1-1-15,0-4-2 0,0-12 1 16,-11-10 0-1,-3-12-1-15,-2-10 1 0,2-11 2 16,2-9 0 0,-4-6 5-16,-1-6 2 0,1-18 1 15,2-9-9 1,8-10-1-16,6-2 0 0,1-3-3 16,22-1 2-1,2 6-2-15,8 1 0 0,0 7-4 16,-2 5-62-16,-1 5-113 15,-6-1-113-15,0-4-217 16</inkml:trace>
  <inkml:trace contextRef="#ctx0" brushRef="#br0" timeOffset="38528.12">21361 5369 1400 0,'0'0'51'15,"0"0"15"-15,0 0 69 0,0 0-50 16,0 0-12 0,24 92 24-16,-8-47-56 0,4 3-27 15,-1 0-1 1,1 0-5-16,-2-1-6 0,-2-5-2 16,-4-2 0-16,-3-2-56 0,-9-3-90 15,0-5-125 1,-12-5-78-16,-13-15-179 15</inkml:trace>
  <inkml:trace contextRef="#ctx0" brushRef="#br0" timeOffset="38686.61">21294 5814 1040 0,'0'0'191'0,"0"0"-163"16,0 0 56-16,32-101 47 15,4 67-64-15,8-3-53 16,3 4-14-16,-3-1 0 15,-5 4-20-15,-8 1-128 0,-7-1-89 16,-6-1-128-16,-9-7-410 16</inkml:trace>
  <inkml:trace contextRef="#ctx0" brushRef="#br0" timeOffset="39694.86">21613 5042 260 0,'0'0'852'16,"0"0"-828"-16,0 0 109 15,0 0 24-15,0 0-85 16,0 0-63-16,-3 55 18 0,15 9 91 16,0 10-72-1,-1 4 12-15,-4-2 5 0,1-6-43 16,2-4-7-16,0-9-10 16,1-8 4-1,1-9-7-15,-2-12 0 0,1-10-1 16,-2-10-2-16,0-8 2 15,1-5-6-15,11-24-5 16,3-14-37-16,1-6-32 16,-1-2 40-16,-2 5 12 15,-4 8-3-15,-6 12 32 16,-4 13 0-16,-7 8 4 16,-1 5 41-16,0 0-25 0,2 4-20 15,2 10 2 1,4 3 11-16,-2-3-6 0,3-2-5 15,2-4-2-15,1-2 0 16,2-3 0-16,-1 1-1 16,-4-3 1-16,-3 0-1 15,0 1 1-15,-1-1-2 16,-2 2 2-16,3 0 0 16,-2 2 2-16,4 5-2 15,3-2 0-15,2 4 3 0,4 1-2 16,3-2 8-1,4-1 0-15,1 0 2 0,-1-4 0 16,-1-2-8 0,-1-4 2-16,-2 0-1 15,0 0-2-15,-2-2 1 16,-2-13 3-16,1-5-1 16,-4-7 0-16,-3-4-4 0,-7-3 0 15,-3-3 0-15,0-3-1 16,-19-1 0-16,-5 3-4 15,-6 7 2-15,-1 9 2 16,-4 11 3-16,0 11-2 16,4 0 0-16,-1 10 3 15,8 13 5-15,3 7-5 0,5 1 7 16,9-5-2-16,5-2-3 16,2-4-3-16,0-8-3 15,11-2-1-15,3-5-1 16,7-5-1-16,5 0 3 15,7-16-1-15,7-5 1 16,-1-1-6-16,1 3-3 16,0 6-4-16,-3 3 13 15,-1 8-1-15,-4 2 0 16,-9 0-1-16,-3 10 2 16,-5 6 0-16,-5 1 3 0,0-3-3 15,-6-3 1 1,-3-4 1-16,1-5-2 0,-2-2 1 15,1 0 0 1,5-1 3-16,3-16-1 16,6-8-3-16,3-5 0 15,1 2-5-15,4 0-1 0,-4 5 6 16,5 8 0-16,0 7 0 16,3 8 0-16,1 0 10 15,2 16 12-15,-4 9 10 16,-1 2-16-16,-5 4-11 15,-2 2-5-15,-3-1-1 16,-3-1-35-16,2-4-143 16,-1-3-172-16,3-10-354 15</inkml:trace>
  <inkml:trace contextRef="#ctx0" brushRef="#br0" timeOffset="40125.19">23674 5153 1482 0,'0'0'127'0,"0"0"-127"0,0 0 0 16,0 0 59-16,24 107 36 15,-8-57-47-15,2 0-19 0,-2-1-24 16,1-5-1-1,-5-8-4-15,-5-7 1 0,-4-6-1 16,-3-9 2 0,0-5 2-16,-18-8 1 0,-6-1 3 15,-5-4-5 1,-4-17-3-16,1-10 0 0,6-7 0 16,3-9 0-16,13-10 1 0,8-6-3 15,2-2-3 1,18 4-5-16,18 17 5 15,9 16 0-15,4 20 1 16,-3 8-1-16,-4 11 5 16,-9 15 6-16,-15 5 6 15,-14 0-10-15,-4 0 1 16,-12-3-3-16,-18-4-36 16,-6-4-139-16,-1-7-101 15,1-10-41-15,9-3-8 0,7-20-202 16</inkml:trace>
  <inkml:trace contextRef="#ctx0" brushRef="#br0" timeOffset="40918.93">23654 5048 487 0,'-6'-66'227'16,"-3"1"-120"-16,-5 11 75 15,-6 13 26-15,-4 17 12 16,-10 15-64-16,-6 9-31 16,-4 4-51-16,5 13-18 15,13 1-31-15,9-2-16 16,17-3-9-16,0-3-3 15,17 0 3-15,21-8-4 16,18-2 3-16,14-12 0 16,7-13-20-16,-4-1-21 15,-4 2-4-15,-9 7 15 0,-7 9 21 16,-9 8 10-16,-10 0 3 16,-11 21 11-16,-10 2 25 15,-10 2-4-15,-3 0-15 16,0-2-5-16,0-9-11 15,0-5-4-15,0-5 0 0,0-4-5 16,7 0-4 0,5-2-17-16,6-12-12 0,-4-2-6 15,-3 4 9 1,-5 8 17-16,-3 4 18 16,1 0 0-16,2 18 1 0,2 7 37 15,3 3 19-15,2-6-37 16,5-2 2-16,6-7-8 15,0-5-3-15,1-7 5 16,-1-1-1-16,-6-5-1 16,-8-11 11-16,-6-4 6 15,-4-1-4-15,-5 1-15 16,-17 7 4-16,-1 1-15 16,5 6-1-16,5 5-7 15,7 1-29-15,6 0-70 0,0 11-77 16,19-2-22-1,13-4-13-15,8-5 15 16,9 0-77-16,2-24-28 16,1-6 308-16,-7-3 88 0,-11 0 43 15,-14 11 86 1,-13 8 51-16,-7 5 22 0,0 7-5 16,-21 2-162-16,-1 0-57 0,1 3-22 15,3 7-15 1,12-1-10-16,6 2-15 15,0 0-3-15,6 5-1 16,18 2-2-16,7 6 1 16,3 5 0-16,2 7 0 15,-4 6 1-15,-9 5 0 16,-9 3 0-16,-12-1 2 16,-2-5 0-16,-11-5-2 0,-17-8 0 15,-7-8 3-15,-1-10-1 16,4-9-2-1,5-4-1-15,5-9-49 0,9-18-79 16,13-10-161 0,0-7-119-16</inkml:trace>
  <inkml:trace contextRef="#ctx0" brushRef="#br0" timeOffset="41766.5">24738 4942 1229 0,'0'0'34'0,"0"0"-27"16,0 0 101-16,94-69 29 0,-72 38-82 16,-3-4-28-1,-10-1-14-15,-9-3 4 0,0 3-14 16,-10 1 5 0,-14 6-8-16,-2 3 2 0,4 9-1 15,7 4 7-15,5 6 6 16,8 2 5-16,2 2-1 15,0-1-18-15,24-8-14 16,15-4 10-16,12-3 0 16,1 3-17-16,-6 6-17 0,-7 6 22 15,-11 4 13 1,-4 10 3-16,-8 14 0 0,-6 7 15 16,-6-2 10-16,-2 1 18 15,-1-6-20-15,2-5-11 16,4-5-8-16,1-6 1 15,2-5 0-15,5-3-1 16,2 0 3-16,3-13-6 16,1-4-1-16,-6 3-9 15,-6 4-7-15,-3 5 7 16,-4 3 9-16,-2 2 4 16,0 0-4-16,1 6-6 15,2 9 6-15,-1 2 18 0,4 0-13 16,1-1 5-1,5-6-2-15,3-2-4 0,3-2 0 16,1-5 3 0,5-1-5-16,-2-1-1 0,-2-15 1 15,-5-2 0 1,-8-5 0-16,-5-3 2 0,-2 1-4 16,0 1-2-16,-3 4 0 0,-5 9 2 15,2 4 1 1,3 7 2-16,3 0-3 0,0 0-1 15,0 13-4 1,0 1 5-16,0 1 0 16,2-3 0-16,7-2 0 15,1-3 2-15,4-1-1 16,-2-2 0-16,-2-4-2 16,3 0 2-16,-2 0 0 15,2 0 1-15,-1-8 0 0,3-5-1 16,-1 1-1-16,-2 2 0 15,-1 3-1-15,-3 3 0 16,-2 1 0-16,0 2-1 16,3 1 2-16,0 0 0 15,-2 0 0-15,4 0 0 16,-4 7 0-16,1 1 1 16,2 2 1-16,0-2-2 15,1 3 0-15,-2-3-2 16,-3 1-13-16,-5-1-176 0,-1-4-184 15</inkml:trace>
  <inkml:trace contextRef="#ctx0" brushRef="#br0" timeOffset="42569.26">27102 3664 1116 0,'0'0'398'0,"0"0"-398"0,0 0 0 16,0 0 37-16,6 115 156 0,0-53-118 15,4 3-17 1,1 0-9-16,5-1-18 0,1-3-29 16,-1-4-2-16,-7-7-4 15,-9-7-65-15,0-10-78 16,-12-9-91-16,-10-16-30 15,0-8 88-15,1-6-12 16,3-22 76-16,1-7 103 16,5-4 13-16,8 0 143 15,4 3 23-15,3 4-73 16,21 7 13-16,2 4 19 16,9 3-42-16,1 6-30 15,1 5-1-15,-1 4-29 0,-5 3-15 16,-4 6-2-16,-2 13-2 15,1 9 1-15,0-3 14 16,3 0-7-16,2-4-4 16,-2-9-5-16,3-7 7 15,-4-5 1-15,-2-1 5 16,-5-17 20-16,-9-7-13 16,-9-4-2-16,-3-1-11 0,-15 2-1 15,-16 6 18 1,-8 6-13-16,-3 5-7 0,6 7 10 15,13 3-10 1,12 1-7-16,11 0-5 0,5 10-64 16,26 3-109-1,18-4-238-15</inkml:trace>
  <inkml:trace contextRef="#ctx0" brushRef="#br0" timeOffset="42996.9">28636 3715 1520 0,'0'0'87'0,"0"0"-56"0,0 0 8 16,0 0 94-16,56 95-45 15,-36-52-42 1,1 2-35-16,-3 0-7 0,-5-2-2 15,-4-6-1-15,-9-6 0 16,0-6 0-16,-3-9 1 16,-15-7-1-16,-7-9 4 15,-2 0-2-15,0-13-3 16,7-15-1-16,7-11-3 16,7-4-6-16,6-9-4 15,2-1-2-15,25 5 5 0,7 8-4 16,3 11 9-1,-2 15 5-15,-7 11 1 0,-9 3 1 16,-8 4 7 0,-8 12 1-16,-3 2-3 0,-9 2-4 15,-18 0-2 1,-7-2-63-16,-1-5-119 0,4-5-107 16,6-8-75-16,7 0-176 15</inkml:trace>
  <inkml:trace contextRef="#ctx0" brushRef="#br0" timeOffset="43620.81">28593 3516 928 0,'0'0'102'0,"0"0"14"15,-84-53 117-15,44 51-99 16,1 2-40-16,9 0-35 16,12 2-21-16,11 3-28 15,7 0-10-15,0-1-11 0,22-2 11 16,16-2 5-1,15 0-1-15,8-9-4 0,4-2-5 16,-7-2-4 0,-8 8-9-16,-8 4 15 0,-7 1 1 15,-6 0 2-15,-6 14 8 16,-8 3 18-16,-4 1 13 16,-4 0-13-16,0-4-1 15,1 1-8-15,2-6-11 16,2-4-3-16,3-5-1 15,3 0 0-15,4-4 1 16,3-13-3-16,-2-3-23 0,-2 2-25 16,-7 3 2-1,-4 3 36-15,-6 7 10 0,-2 2 3 16,-1 3 11-16,1 0 4 16,1 1-17-16,5 15 3 15,4 2 24-15,5 1-21 16,4 0-2-16,4-6-2 15,2 1 3-15,4-6-5 16,1-2 0-16,-1-6 0 16,0 0-1-16,-3-6 0 0,-1-16 0 15,-4-7 0 1,-2-11-2-16,-1-7-1 16,-4-8-10-16,-3-3-7 0,-3 4 17 15,-2 4 1-15,-5 14 2 16,1 15 0-16,-4 11 29 15,2 10 58-15,-1 7-61 16,2 23-25-16,2 10 48 16,4 4-24-16,2-3-17 15,2 0-7-15,-3-2-1 16,2-6-18-16,-11-4-146 16,-1-9-249-16,-16-13-666 15</inkml:trace>
  <inkml:trace contextRef="#ctx0" brushRef="#br0" timeOffset="43738.63">29439 3317 1480 0,'0'0'0'0,"95"-58"-12"0,-50 31 12 0,-14 5 0 16,-16 6-9-16,-15 2-258 15,-9 4-574-15</inkml:trace>
  <inkml:trace contextRef="#ctx0" brushRef="#br0" timeOffset="43865.24">28954 3159 1403 0,'0'0'0'0,"0"0"-91"16,0 0 76-16,0 0-75 15,88-70-345-15</inkml:trace>
  <inkml:trace contextRef="#ctx0" brushRef="#br0" timeOffset="44278.84">30896 2798 1138 0,'0'0'244'0,"0"0"-220"16,0 0 36-16,0 0 118 15,27 90-34-15,-22-39-63 16,-2 4-36-16,1-1-21 16,3-4-16-16,2-4-7 0,4-5-1 15,-2-9-2 1,0-8-44-16,-1-6-81 0,5-12-146 15,3-6-42-15,1-20-127 16</inkml:trace>
  <inkml:trace contextRef="#ctx0" brushRef="#br0" timeOffset="44465.1">31174 2778 1390 0,'0'0'164'0,"0"0"-162"0,0 0 25 16,0 0 133-1,-18 116-42-15,18-62-48 0,7 3-36 16,14-3-32 0,2-5-2-16,-1-2-18 0,-4-7-130 15,-9-9-202 1,-9-9-367-16</inkml:trace>
  <inkml:trace contextRef="#ctx0" brushRef="#br0" timeOffset="45404.94">31080 3107 1165 0,'0'0'47'16,"0"0"-12"-1,119-82-30-15,-59 55 65 16,2 0-12-16,7 2 8 0,1 0-25 16,-10 5-27-1,-6 4-11-15,-20 7-3 16,-16 3 2-16,-17 6-2 15,-1 0 11-15,-28 7 29 16,-13 14-39-16,-5 6 0 0,6 4 10 16,10-3 20-16,14-1 4 15,12-3-19-15,4-2-3 16,6-6 12-16,20-1 1 16,14-9-6-16,10-6 0 15,5 0-4-15,2-8-12 16,-5-16 0-16,-6-11-4 15,-1-10 4-15,-6-14-1 16,-2-8-3-16,-7-11-1 0,-8-6-2 16,-8-2 0-1,-10 13 3-15,-4 13 0 0,-7 18 2 16,-16 19 16 0,-2 9 6-16,2 14 14 0,0 4-14 15,2 28-24-15,3 13 0 16,5 12 0-16,13 3 0 15,0-3 4-15,17-4-3 16,16-8 0-16,4-11-1 16,9-4 1-16,2-14-1 15,2-10 0-15,-1-6-1 16,-6-9 1-16,-7-23 0 16,-8-13 4-16,-11-16-4 0,-4-14-5 15,-8-6-7-15,-5-3-6 16,0 3 12-16,0 15 6 15,-2 16-2-15,-7 18 2 16,-1 17 3-16,2 15 3 16,2 25 4-16,-1 24-2 15,1 19 5-15,6 9 8 16,0 2 7-16,12 0-7 0,11-5-7 16,2-8-9-1,3-10-4-15,0-13 1 0,1-11-3 16,-4-7 1-1,0-13-7-15,0-12-29 16,1 0-17-16,3-23 8 16,-1-13-7-16,-3-7 14 0,-3-4-4 15,-6 2 22 1,-8 2 18-16,-6 5 2 0,-2 13 10 16,0 5 25-16,-7 12 40 0,-3 8-17 0,0 8-42 31,1 18-13-31,3 7-3 15,5 2 17-15,1-6-8 16,10-2-5-16,13-7-3 16,6-7 0-16,1-9 3 15,-2-4 1-15,-2-4-1 16,-9-10 0-16,-6-7 14 16,-6 0 9-16,-5 0-10 15,0 1-6-15,-14 3-11 16,-11 11-5-16,-13 6-30 15,-12 18-118-15,-13 20-205 0,-10 13-305 16</inkml:trace>
  <inkml:trace contextRef="#ctx0" brushRef="#br0" timeOffset="46079.82">30431 4702 1214 0,'0'0'151'0,"0"0"-143"0,0 0 170 16,0 0 6-16,0 0-139 0,0 0-13 0,10 75 66 16,-4-24-60-1,0 3-14-15,5-4-17 16,5-6 1-16,2-11-6 15,4-10-2-15,2-13 0 16,1-10-3-16,5 0-27 16,0-27-15-16,1-9 6 15,-6-3-6-15,-5 2 14 16,-8 4 23-16,-5 8 8 16,-2 11 6-16,-3 7 12 15,-1 7 18-15,7 0-26 16,6 10-9-16,6 4 31 15,7 3-12-15,1-4-11 16,-1-6-2-16,0-4 2 16,-4-3-1-16,0-7-1 0,-2-17 1 15,-7-9-1 1,-9-5-5-16,-5-3 1 0,-5 0-2 16,-15 2 3-1,-5 6-4-15,-1 1 0 0,6 8 0 16,6 5-32-16,8 7-46 15,6 6-39-15,0 5-94 16,22 1-81-16,12 0 71 16,7 0-73-16,4 4-148 15</inkml:trace>
  <inkml:trace contextRef="#ctx0" brushRef="#br0" timeOffset="46594.84">31157 4586 59 0,'0'0'768'0,"0"0"-660"15,0 0 66-15,6 73 37 16,-9-53-41-1,0-1-16-15,3-4-89 0,0-2-30 16,6-5 4-16,11-6-21 16,4-2-6-16,-4 0-8 15,-2-10 0-15,-1-9 1 16,-11-2-5-16,-3-4-6 16,-2-1-30-16,-20 1-1 15,-5-1-3-15,-1 1 7 16,1 2 12-16,9 2 17 0,2 2 4 15,7-1 0-15,2 1-1 16,2 3-2 0,0-2 2-16,-4 4 1 15,-3-1 0-15,-3 5 0 0,0 0-2 16,4 4 2-16,3 2 3 16,5 3 0-16,3 1-6 15,0 0-2-15,6 0-13 16,19 4 18-16,13 7 2 15,9-4 6-15,3-1-4 16,2-2-3-16,0-1-1 16,-4-2 0-16,-7 4 2 0,-8 2-2 0,-11 7 0 31,-8 8 8-31,-5 1 19 0,-6 4 15 16,-1 1 7-16,-2-4-29 15,3-3-9-15,1-7-5 16,-1-4-4-16,3-6-1 15,2-4 0-15,4 0-1 16,5-4-5-16,4-14-91 16,-1-7-145-1,-4-6-162-15,-4-5-576 0</inkml:trace>
  <inkml:trace contextRef="#ctx0" brushRef="#br0" timeOffset="46895.18">31668 3871 1205 0,'0'0'318'0,"0"0"-318"0,0 0 0 16,0 0 47-16,0 0 27 0,-2 86 67 16,12-31-100-16,-1 4-20 15,0 7 12-15,1 2 10 16,1-3-13-16,1-3-11 15,0-5-8-15,-3-4-8 16,2-9-1-16,2-5-2 0,-3-7 1 16,0-7-1-1,0-4 0-15,-3-7-1 0,-2-4 1 16,2-5-2-16,3-5-1 16,7 0-9-1,5-12-29-15,7-14-35 16,0-8-77-16,0-3-59 0,-6-8-49 15,-7-10-214-15</inkml:trace>
  <inkml:trace contextRef="#ctx0" brushRef="#br0" timeOffset="47264.95">32068 3695 658 0,'0'0'840'0,"0"0"-840"15,0 0 2-15,0 0 50 16,-17 122 115-16,17-49-73 0,10 8-55 16,16 5-1-1,4-1 3-15,2-1-17 0,0-9-11 0,-1-8-8 32,-1-10-3-32,-5-14-2 0,-4-11 0 15,-6-15-1-15,-9-11-3 0,-6-6-38 16,0-3 18-1,-22-17-8-15,-14-2-55 16,-9 3 32-16,-6 8 41 16,-1 11 14-16,6 0 44 0,8 9 31 15,12 8-8 1,11 1-9-16,12 1-26 0,3-1-13 16,13 0-19-1,20-4-1-15,12-3-1 16,10-5-38-16,-1-5-132 15,-11-1-292-15</inkml:trace>
  <inkml:trace contextRef="#ctx0" brushRef="#br0" timeOffset="49729.03">22897 12590 731 0,'0'0'132'0,"0"0"-130"0,0 0 46 16,0 0 46-16,0 0 43 15,0 0-81-15,0 0-10 16,-14-69 43-16,12 64-18 16,-1 3-16-16,3 2 10 15,0 0 0-15,0 0-46 16,0 13-19-16,0 14 0 15,0 16 59-15,0 10 1 16,2 4-13-16,4 0-15 16,2-6-15-16,2-2 6 15,-1-7-13-15,-2-8-6 16,-1-5-3-16,0-8-1 16,-3-8 0-16,-1-4 0 15,-2-7 1-15,0-2 0 0,0-8 13 16,-3-19-3-16,-11-11-11 15,1-12 0-15,0-6-2 16,2-13-2-16,5-4-1 16,6 2-6-16,0 7 2 15,11 13 2-15,15 9 5 16,9 10-1-16,8 8 3 16,3 8 0-16,0 14 0 15,-5 2 0-15,-10 25-5 0,-9 13-1 16,-16 8 5-1,-6 2 1-15,-20 5 20 0,-16-5-11 16,0-4 3-16,4-10-2 16,9-14-10-16,9-6 0 15,5-9-35-15,6-5-148 16,3 0-102-16,0-15-149 16</inkml:trace>
  <inkml:trace contextRef="#ctx0" brushRef="#br0" timeOffset="51034.85">23386 12739 1210 0,'0'0'0'0,"0"0"0"0,0 0 4 0,0 0 91 16,0 0-31-16,0 0-34 15,9 13-17-15,4-30 8 16,8-15 0-16,4-7-10 16,-1-9-8-16,-6 3-2 15,-12 2 0-15,-6-2-1 16,0 1-1-16,-15 7 1 16,-7 8 1-16,-5 12-1 15,-1 13 13-15,-5 4 25 16,-5 2 21-16,4 16-18 15,6 1-18-15,9 2 11 0,12-2-17 16,7-4-15-16,0-3 3 16,18-5-5-16,15-6 2 15,7-1 1-15,7-2-3 16,7-18-1-16,-1-2-7 16,2-4-29-16,-7 2 18 15,-3 4 12-15,-12 5 4 16,-17 8 0-16,-6 7 1 15,-7 0-2-15,-3 16 3 0,0 10 1 16,0 4 24 0,2 1-12-16,1-6-1 15,2-5-6-15,4-4-2 16,2-7-3-16,4-3 2 0,3-6 2 16,6 0 2-1,0-15-6-15,1-9-14 0,-2-6-22 16,-7-1 19-16,-4 3 8 15,-6 4 2-15,-4 8 7 16,-2 9 1-16,0 5 3 16,0 2 23-16,0 0-26 15,0 12-1-15,4 9 0 16,6 5 9-16,2-2-6 16,3-5-2-16,3-1 0 0,-3-8 0 15,3-4-1 1,1-4 0-16,-2-2 0 15,5-9-1-15,-1-13-12 16,-1-8 0-16,-3-2-2 0,-5-1 8 16,-4 3 5-16,-2 3 2 15,-5 8-1-15,-1 8 1 16,2 7 1-16,-1 4 7 16,4 0-8-16,5 0-4 0,6 13 3 15,4 8 1 1,1 2 6-16,-3 3-2 15,-5 0 3-15,-4 1 6 16,0-5-1-16,-3-5-10 0,-3-2 1 16,-1-6-3-1,-1-5 0-15,1-4-1 0,-1 0 1 16,-1 0 3-16,3-2 13 0,2-15-4 31,3-5-12-31,4-2-13 16,2 1 11-16,2 2-7 0,2 4-7 15,-1 3 8-15,0 4 6 16,-5 6-2-16,0 4 3 16,2 0-5-16,-1 0-1 15,5 12 2-15,-2 1 2 16,1 1 2-16,2 1 0 16,-2-5 1-16,2 1 0 15,-4-5-3-15,1-2 4 16,-4-2-1-16,0-2 1 0,-3 0 0 15,0 0-1-15,3 0 3 16,-3-10 1 0,3-1 0-16,4-1-1 0,-1-5-3 15,5-2 0-15,-3-2 0 16,-3-1 1-16,-3-5-1 16,-7-2 1-16,-4-5 1 15,0-6-2-15,-3-3-5 16,-11-6-16-16,-3-2-8 15,2 5 4-15,1 7 19 16,4 13 6-16,4 13 3 16,3 9 62-16,3 4 23 0,0 13-88 15,0 20 10 1,1 11 53-16,11 5 1 16,6-2-26-16,4-6-21 0,4-4 25 0,4-6-36 15,0-8-6 1,-5-3-1-1,-7-10-5-15,-8-4-93 0,-7-5-168 16,-3-1-155-16</inkml:trace>
  <inkml:trace contextRef="#ctx0" brushRef="#br0" timeOffset="51152.6">24751 12133 1171 0,'0'0'0'0,"0"0"-116"0,0 0 66 15,0 0-8-15,-3-84-798 0</inkml:trace>
  <inkml:trace contextRef="#ctx0" brushRef="#br0" timeOffset="51312.76">24048 12007 1368 0,'0'0'0'16,"0"0"-9"-16,0 0 5 15,0 0 4-15,97-88-82 16,-42 76-137-16,-5 8-260 16</inkml:trace>
  <inkml:trace contextRef="#ctx0" brushRef="#br0" timeOffset="51779.01">26325 11537 236 0,'0'0'975'15,"0"0"-952"-15,0 0 47 16,0 0 77-16,0 0-82 16,0 0 33-16,-61 116-17 0,47-57-32 15,5-6-25 1,8 1-17-16,1-3 2 0,0-6-9 16,0-5 0-16,10-8-2 15,4-11-88-15,4-11-83 16,7-10-99-16,3-22-145 15</inkml:trace>
  <inkml:trace contextRef="#ctx0" brushRef="#br0" timeOffset="51959.22">26498 11534 1261 0,'0'0'96'15,"0"0"-90"-15,0 0-6 16,-52 92 78-16,34-47 2 15,6 2-47-15,9 0-11 16,3 4-13-16,10-3-3 0,19-4-6 16,5-5-1-16,6-4-43 15,2-11-142-15,-2-14-124 16,-5-10-599-16</inkml:trace>
  <inkml:trace contextRef="#ctx0" brushRef="#br0" timeOffset="52316.62">26911 11343 986 0,'0'0'69'0,"0"0"-68"16,0 0 104-1,0 0 5-15,0 0 0 0,0 0-74 16,9 53-29-1,-3-37-7-15,3-2 0 0,-2-1-17 16,3-5-144 0,-1-5-121-16,2-3-249 0</inkml:trace>
  <inkml:trace contextRef="#ctx0" brushRef="#br0" timeOffset="52459.9">26911 11343 1139 0,'100'-17'106'0,"-100"17"-105"15,0 0 43-15,2 0-16 0,4 0-28 16,4 13-2 0,1 4-22-16,-1 5-93 15,2 4-60-15,-3 1-165 16</inkml:trace>
  <inkml:trace contextRef="#ctx0" brushRef="#br0" timeOffset="52922.83">27645 11314 933 0,'0'0'60'16,"-1"-74"4"-16,1 49 76 0,0 8 67 15,0 11-109 1,0 6 36-16,0 5-103 16,4 26-31-16,8 13 99 15,1 8-20-15,-2 5-53 16,-3-1 0-16,1 1-13 16,1 2-9-16,-3-4-3 15,1-7-1-15,-2-11-1 0,1-11-80 16,-1-11-74-16,0-13-127 15,2-4-104-15,2-31-316 16</inkml:trace>
  <inkml:trace contextRef="#ctx0" brushRef="#br0" timeOffset="53094.86">27860 11184 1361 0,'0'0'21'16,"0"0"2"-16,0 0 84 15,34 98 42-15,-22-55-26 16,5 1-67 0,-2-3-47-16,2 2-4 0,-3-7-5 15,-1-1-1-15,-8-2-52 16,-5-7-165-16,-3-9-158 16,-19-8-499-16</inkml:trace>
  <inkml:trace contextRef="#ctx0" brushRef="#br0" timeOffset="54150.38">27732 11522 248 0,'0'0'861'0,"83"-41"-861"0,-23 19 0 16,7-2 44-16,8 1 11 15,1 0 0-15,1-1-29 16,-9 0-14-16,-16 2-10 15,-21 6 0-15,-17 3 2 16,-13 3 3-16,-1 2 45 16,-12 1 5-16,-12 4 27 15,-4 3-40-15,0 0 12 0,2 0-2 16,8 14-20 0,2 6-15-16,10 3-5 0,6 4 9 15,0 2-7-15,21-3-6 16,7-2-1-16,6-5-7 15,5-5-2-15,3-8 1 16,1-6-1-16,-2 0 0 16,-4-20-1-16,-1-10-16 15,-3-12-9-15,-2-11-4 16,-1-6-11-16,-8-5 4 16,-9-4 22-16,-8-2 8 0,-5 3-23 15,0 4 16 1,-13 14 14-16,-1 13 0 15,-4 13 8-15,6 10 8 16,2 12 38-16,1 1-15 16,1 26-30-16,4 17 0 15,2 10 24-15,2 4-20 16,3 0-4-16,18-2 15 16,6-8-8-16,9-4-14 0,3-8 0 15,0-10-2 1,4-7 0-16,-5-11 0 0,1-7 3 15,-1-6-3-15,-7-21-1 16,-1-11-7-16,-6-13-23 16,-5-10-19-16,-5-9 11 15,-4-6-17-15,-1-5 8 16,-5 3 8-16,-2 10-6 16,-2 9 28-16,0 20 17 15,-8 11 1-15,-3 14 3 16,0 12 36-16,0 2-8 15,1 18-19-15,1 16-2 0,5 15 14 16,4 8-12 0,0 7 42-16,9 5-21 0,11-2-2 15,3 0 3-15,-1-9 17 16,5-8-33-16,3-11-2 16,-2-11-14-16,2-10 2 15,0-13-2-15,0-5 2 16,1-4 1-16,2-19-5 15,-2-8-4-15,-4-7-21 0,-5-1-14 16,-6 2-9 0,-9 6 14-16,-4 8 24 0,-3 11 10 15,0 9 10 1,0 3 61-16,0 0-54 0,0 12-17 16,0 11 0-16,6 4 7 15,10-3-3 1,8-4-1-16,5-8 1 0,0-6-2 15,1-6-1-15,-2 0-1 16,-6-16 3-16,-8-6-2 0,-11-5 6 16,-3 1 0-1,-16-4-2-15,-17 3 27 16,-6 5 10-16,2 5-2 0,4 6-23 16,6 8-13-16,7 3-4 15,3 0-5-15,-1 16-67 16,5 7-149-16,-2-1-241 15</inkml:trace>
  <inkml:trace contextRef="#ctx0" brushRef="#br0" timeOffset="55298.62">30349 10738 155 0,'0'0'1234'0,"0"0"-1230"16,0 0-4-16,0 0 115 15,-11 106 22-15,1-61-27 16,0-2-73-16,8-4-2 0,2-5-32 16,0-6 1-16,12-8-2 15,3-8-1-15,4-6-1 16,3-6 0-16,3-6-32 0,0-16-24 16,-1-9-18-1,-4 0 22-15,-3 1 29 16,-5 9 15-16,-6 9 8 15,-5 6 12-15,1 6 58 0,-1 0-26 16,2 0-37 0,5 2-5-16,6 9 2 15,6-2 11-15,5 0-7 16,5-3-5-16,3-6 1 0,-2 0 1 16,-2 0-2-16,-7-7-2 0,-8-11 3 15,-7-7-1 1,-7-2-3-16,0-1 2 0,-6 0 0 15,-7 1 1 1,0 6 0-16,3 4-2 0,7 9-1 16,2 3 0-1,1 5 1-15,0 0-1 16,4 2-14-16,19 15 10 16,3 8 4-16,3 3 0 15,0 1 7-15,0-3-6 0,-1-6 2 16,-2-6-1-1,-1-6 0-15,-4-8 1 0,-4 0 1 16,-3-6 6-16,-6-14-4 16,-7-8-4-16,-1 1-1 15,-9 0 2-15,-18 3-1 16,-4 5-2-16,0 3 2 16,4 7-2-16,10 2 1 15,7 4 2-15,7 0-1 16,3-1 2-16,0-4 1 0,0-5-5 15,3-4-19 1,6-2 8-16,-3-4-9 16,-6 1-10-16,0-3-28 15,-19 6 38-15,-13 4-11 16,1 11 17-16,4 4 14 16,12 0 30-16,10 0-7 0,5 0-23 15,0 6-4-15,22 4 4 16,7-4 8-16,10-5 3 15,6-1-6-15,0 0-5 16,-2 0 0-16,-1 0 0 16,-3 9 0-16,-2 11 0 15,-3 8 14-15,-7 5 27 16,-6 2-22-16,-3 2-10 16,-5-3 2-16,-1-5-8 15,-4-4-3-15,-1-5-10 0,-2-9-106 16,-2-6-106-16,1-5-116 15,-1-2-188 1</inkml:trace>
  <inkml:trace contextRef="#ctx0" brushRef="#br0" timeOffset="55654.99">31282 10187 814 0,'0'0'133'0,"0"0"-127"16,-1-82 119-16,-2 73 19 0,1 9 9 15,2 0-116 1,0 30-27-16,0 15 16 0,11 13 94 16,3 8-58-1,2 5 0-15,2 3-9 16,1-2 8-16,0-6-50 16,3-12 2-16,0-10-13 0,-1-6 0 15,1-11-1 1,-4-9-24-16,0-9-109 0,-2-9-134 15,-2-4-81 1,-4-23-544-16</inkml:trace>
  <inkml:trace contextRef="#ctx0" brushRef="#br0" timeOffset="56000.06">31653 10172 1372 0,'0'0'0'0,"0"0"12"15,6 103 95 1,-5-53 32-16,1 5-65 0,4 2-1 16,5 0-61-1,1-5-8-15,5-10-2 0,-2-11-2 16,-2-9 0 0,1-10 0-16,-8-4-32 0,-3-8-27 15,-3 0 24-15,0-8 35 16,-24-7-73-16,-13 2 31 15,-10 6 24-15,-4 7 18 0,9 0 2 16,10 0 63 0,12 10-18-16,10 3-23 0,8-3-10 15,2 4-14 1,3-3 2-16,17 0-2 16,10-6-1-16,8-5-64 15,0 0-109-15,-2-8-144 16,-10-17-422-16</inkml:trace>
  <inkml:trace contextRef="#ctx0" brushRef="#br0" timeOffset="56158.68">31869 10201 1233 0,'0'0'70'0,"0"0"-70"16,0 0-1-16,0 0 1 15,-24 84 0-15,24-70-116 0,0-6-186 16</inkml:trace>
  <inkml:trace contextRef="#ctx0" brushRef="#br0" timeOffset="56295.02">31917 10232 1134 0,'0'0'247'0,"0"0"-247"16,0 0 0-1,0 0 28-15,0 0-27 0,0 0-2 16,21 21-19-16,-15-12-218 16,-6-3-337-16</inkml:trace>
  <inkml:trace contextRef="#ctx0" brushRef="#br0" timeOffset="56542.2">32227 9803 1199 0,'0'0'163'0,"91"128"-111"16,-49-27 181-16,-20 13-42 16,-22 8-84-16,-7 10-54 15,-41-4-26-15,-23 1-20 16,-25-5-7-16,-22-10-37 0,-19-16-251 15,-18-27-771 1</inkml:trace>
  <inkml:trace contextRef="#ctx0" brushRef="#br0" timeOffset="59855.16">24627 11487 933 0,'0'0'41'0,"0"0"-41"16,0 0 12-16,0 0 69 0,0 0-13 15,0 0-60-15,-82-18-5 16,57 18 3-16,-4 0 9 15,-6 0 29-15,-7 0 25 16,-9 2-30-16,-6 0-1 16,-1 0 3-16,-4 1 1 15,-7 0-5-15,-4 0-21 16,-8 2-6-16,-2 3 12 16,-1 1 3-16,-3 3 3 15,-2 1 11-15,-1 3 2 16,-4 4-11-16,0 2-13 15,-1 3 13-15,1 1 3 16,4 3-21-16,10 3 0 16,5 1-7-16,10 3 8 0,6-1 1 15,7 3-1 1,9 2-1-16,4 2 3 16,2 2-6-16,4 2 2 15,3 1 2-15,2 1 9 16,8-1-14-16,4 2-5 15,7 1 7-15,5 3 10 0,0 2-7 16,4 3-7-16,0 7 8 16,0 4-6-16,0 8-1 15,0-2 0-15,0 1-2 16,0-3-1-16,0-8-1 16,0-1 8-16,0-6-8 15,5-7 0-15,6-10 0 16,3-11-3-16,5-7 0 0,7-10 0 15,12-10 0 1,11-3 0-16,9 0 0 0,8-8 0 16,1-4 0-16,2 1 0 15,2-1 0-15,2 2 0 16,7-1 0-16,4-2 0 16,6-3 0-16,8-5 0 0,10-5 0 15,11-5-4 1,9-1 3-16,4 1 1 15,-4 3 0-15,-9 3 1 16,-13 7 3-16,-12 5-4 0,-12 4-9 16,-9 0-14-16,-7 4-1 15,-8-4 2-15,-1-1 17 16,0-4-1 0,2-6 6-16,4-1 0 0,-2-3 0 15,-1 1 1 1,-9 3-1-16,-13 4 0 0,-9 3-1 15,-12 2-3-15,-6-3 4 16,0-5-1-16,-1-3 0 16,0-3 1-16,-2-4 3 15,2-1-1-15,-2-3-2 16,1-7 0-16,-3-5 0 0,-2-9 1 16,-4-4 0-16,0-10 0 15,-9-7 0-15,-13-7-1 16,-15-7 2-16,-13-2-2 15,-16 0 0-15,-16-1 1 16,-7 6-1 0,0 11 1-16,-2 18-1 0,0 24 0 15,-3 26-49-15,-8 8-154 16,-8 29-230-16,-1 8-641 16</inkml:trace>
  <inkml:trace contextRef="#ctx0" brushRef="#br0" timeOffset="70144.8">29282 2845 963 0,'0'0'1'16,"0"0"-1"-16,0 0 0 16,0 0 8-16,-12-75 61 15,6 63 20-15,-1 4 31 0,-6 4-80 16,-6 4 1-16,-14 0-24 16,-13 0-17-16,-13 17 1 15,-12 2-2-15,-3 6 1 16,-7-2 0-16,-1-1 3 15,5-1-2-15,3-6-1 16,8-1 9-16,11-1 3 16,6-1-7-16,7 3-1 15,4-1-1-15,5 1-1 16,5 2-2-16,5 3 0 0,1 3 3 16,0 3 5-16,3 6 11 15,0 2-9-15,0 9-1 16,1 5 14-16,-1 9 2 15,-3 10 18-15,0 9 2 16,-2 17-18-16,-1 9 11 16,7 2-19-16,6-3-10 15,11-11 2-15,1-9-2 16,7-7-1-16,16-12-3 16,3-7-2-16,9-14-1 15,8-10 3-15,5-9-5 16,10-13 4-16,8-9-3 15,5 0 3-15,7-13-2 16,5-11-1-16,3 1-2 16,1-3 1-16,0 3-1 0,-2 1 1 15,-6 4 1 1,0 2-1-16,-3 0 0 0,-1 3 3 16,-2-1-2-16,-2 3 1 15,-5-1 0-15,-6 2-2 16,-11-5 0-16,-4-2 0 15,-9-4 3-15,-4-5 2 16,-3-7 6-16,-4-11 20 16,-4-17-17-16,-3-21-6 15,-6-16-3-15,-10-18 1 0,-2-11 1 16,-14-2 3-16,-17-3-7 16,-11 0 1-1,-7 12-4-15,-8 23-1 0,-4 28-3 16,-6 38-75-16,-12 28-181 15,-12 3-371-15</inkml:trace>
  <inkml:trace contextRef="#ctx0" brushRef="#br0" timeOffset="72344.96">22267 4515 890 0,'0'0'42'16,"-91"-17"13"-16,40 16-14 15,-1 1 10 1,-9 0-8-16,-9 0-14 15,-7 0 11-15,-6 9-33 16,-11 2 5-16,-9 7 2 0,-13 4-4 16,-14 0 17-1,-13 3-16-15,-6 5-3 0,-5 2 4 16,4 5-11 0,16 1 9-16,18-2-4 0,19 0 14 15,16 1-2-15,10 2-9 16,11 6 13-16,12 3-9 15,9 9-9 1,8 8-3-16,4 9 3 0,6 7 10 16,8 3-11-16,3 7 3 15,7 3 1-15,3 7 7 16,0 9-11-16,9 4 6 16,10 0 0-16,3 4-2 15,3-6 3-15,-3-3-10 16,0-2 2-16,-1-9-2 15,1-8 2-15,5-13 1 16,5-13-2-16,11-18 2 16,8-15-3-16,13-16 1 15,19-14 1-15,17-1-1 16,23-22 3-16,18-9-4 16,14-9-4-16,4 1 4 0,-1 2-1 15,-8 5 1-15,-8 5-1 16,-3 1 1-16,1-1-19 15,-1-5-15-15,5-9 9 0,3-6 9 16,0-14 8 0,1-5 8-16,-11-3-1 15,-13-2 2-15,-21 1 0 16,-21-5 1-16,-19-4-2 16,-21-5-2-16,-20-5 2 0,-22-4-20 15,-5 0 11-15,-38 0 7 16,-14 2 0-1,-17 4 1-15,-12 1 1 0,-7 5 1 16,-1 8-1-16,5 9 0 16,12 9 0-16,19 14 0 15,21 12-7-15,21 8-62 16,16 12-121-16,22 2-119 0,21 2-305 16</inkml:trace>
  <inkml:trace contextRef="#ctx0" brushRef="#br0" timeOffset="73230.13">24813 4012 709 0,'0'0'18'0,"0"0"32"0,0 0-32 0,26-88 39 16,-20 62 28-16,-5 7-21 0,-1 5-20 16,-19 9 25-16,-23 5-61 15,-16 3-8-15,-18 20 0 16,-15 8 0-16,-10 9 1 16,-12 1 4-16,-4 3-2 0,-7 2 8 15,-2-2-3 1,-5-5-4-16,5-5 8 0,8-5 6 15,12-6 23 1,12-3-12-16,13-4 14 0,13 2-4 16,9 0-5-1,13 4-15-15,11 5-10 0,12 4-7 16,11 8 0-16,12 9 1 16,0 10-2-1,19 20 6-15,5 14 2 0,-4 18 1 0,-9 19 4 16,-8 7 9-1,-3 6-8-15,0 2 3 0,0-7-15 16,0-3-1 0,7-4 6-16,19-9-3 0,9-15-4 15,9-21 1 1,4-18-2-16,4-19 0 0,9-16 0 16,4-16 1-1,8-13 7-15,13-3-3 0,11-23-4 16,14-9 1-1,12-5 0-15,10-3 1 16,9 2-1-16,-3 4 3 16,-7 3-4-16,-6 3-1 0,-16 5-3 15,-7 1 2-15,-6 0-1 16,-3-7 0-16,-1-9 4 16,4-12-2-16,0-10 1 15,1-18 2-15,1-13 0 16,-7-15 2-16,-10-11-3 15,-22-7 6-15,-27-6-1 16,-29-4-7-16,-11-5 8 16,-42 7-4-16,-26 6-2 0,-21 16 2 15,-14 18-3 1,-12 17-2-16,-1 22-2 16,-5 23-37-16,-6 20-175 0,-6 10-366 0</inkml:trace>
  <inkml:trace contextRef="#ctx0" brushRef="#br0" timeOffset="74315.03">30675 2671 897 0,'0'0'3'16,"59"-76"7"-16,-34 48 7 16,-5 3-6-16,-10 10 99 15,-10 8 35-15,0 7-35 16,-9 12-99-16,-18 23-4 16,-13 18 47-16,-7 14 17 15,3 9-32-15,9 9-3 0,16-1-6 16,15 1-23-16,4-6 2 15,28-2-6-15,24-1-2 16,17-1-1-16,17-3-1 16,10-4-85-16,5-7-115 15,4-16-166-15</inkml:trace>
  <inkml:trace contextRef="#ctx0" brushRef="#br0" timeOffset="74711.17">32607 3467 1070 0,'0'0'39'0,"102"20"-27"0,-47 33 33 15,-8 26 106-15,-15 29 17 16,-20 30-36-16,-12 17-38 15,-41 13-34-15,-28 0-50 16,-22-7-4-16,-21-8-6 16,-19-9-75-16,-11-10-165 15,-12-19-158-15,-3-27-446 16</inkml:trace>
  <inkml:trace contextRef="#ctx0" brushRef="#br0" timeOffset="75672.45">22856 7177 1037 0,'0'0'5'0,"0"0"55"16,0 0-9 0,0 0-44-16,0 0-4 0,0 75 108 15,-6 14-32 1,-12 20 43-16,-3 20-91 0,-7 14 48 16,-2 13-57-16,-1 15 23 15,-2 12 4-15,0 9 3 16,2 3 5-16,5-5 0 15,9 1-23-15,11-6-20 16,6-7 2-16,0-5-8 16,1-13-1-16,14-12-6 15,-2-9 1-15,1-13-1 16,-1-7 0-16,-1-14 1 16,2-14-2-16,-4-22-1 15,-1-24 1-15,-2-21-33 16,-5-18-61-16,-2-6-129 15,-2-35-20-15,-23-22-674 16</inkml:trace>
  <inkml:trace contextRef="#ctx0" brushRef="#br0" timeOffset="75988.78">22182 9983 1282 0,'0'0'15'0,"31"95"-9"0,5-19-6 16,10 7 53-1,6 8-7-15,2 3 35 0,1-3-44 16,-3-7-20-16,-8-16 14 16,-7-20-8-16,-7-20-8 15,-3-16-9-15,-2-12 38 16,3-13 49-1,8-34-23-15,13-24-52 0,8-25-8 16,10-17-5-16,8-5 13 16,8 2-12-16,5 13-6 15,-4 20-1-15,-9 25-67 16,-14 27-197-16,-21 28-204 16</inkml:trace>
  <inkml:trace contextRef="#ctx0" brushRef="#br0" timeOffset="76936.53">24655 11648 1073 0,'0'0'58'15,"0"0"-57"-15,41-90 45 16,-23 54 29-16,-2 3-14 16,-8 6 16-16,-8 6-13 0,-3 2-34 15,-27 5-23 1,-24 2-6-16,-27 12-1 0,-29 0-1 15,-26 19 1-15,-22 16-1 16,-23 5 1-16,-17 7 2 16,-15 6 8-16,-9 7 19 15,-1 6 18-15,10 9 4 16,17 5-14-16,26 8 20 16,31 6 12-16,25 10-30 15,23 10-5-15,22 12 1 16,21 13-26-16,30 3 3 0,18 8 0 15,39 1 1 1,48-8 1-16,41-5-4 16,42-15-10-16,33-20 0 15,33-23 2-15,19-32 4 0,21-40-6 16,13-27-1-16,-1-55 1 16,-9-40 0-16,-18-37 11 15,-25-30-9-15,-42-27 0 16,-52-8-2-16,-69 1 0 15,-69 11 8-15,-52 19-6 0,-80 27-2 16,-67 41 0 0,-69 53-9-16,-69 53-150 0,-65 28-390 15</inkml:trace>
  <inkml:trace contextRef="#ctx0" brushRef="#br0" timeOffset="78383.42">22413 5588 1100 0,'0'0'0'0,"0"0"-12"15,0 0-101-15,0 0 26 16,0 0 87-16,-80 9 5 15,70-6 44-15,3 3-24 16,0 1-17-16,2 0 8 16,2-3 11-16,2-2-3 15,1 0 5-15,0-2-2 16,0 0-4-16,0 0-12 0,0 0-11 16,0 0-1-16,4 0-71 15,23-9-168-15,13-13 17 0</inkml:trace>
  <inkml:trace contextRef="#ctx0" brushRef="#br0" timeOffset="78580.09">24752 5025 1213 0,'0'0'0'15,"0"0"-60"1,0 0-173-16,0 0-168 0</inkml:trace>
  <inkml:trace contextRef="#ctx0" brushRef="#br0" timeOffset="98645.07">23251 11440 252 0,'-10'-74'0'0</inkml:trace>
  <inkml:trace contextRef="#ctx0" brushRef="#br0" timeOffset="103654.69">23733 13401 362 0,'0'0'0'16,"0"0"-3"-16,0 0-99 15,0 0 26-15,0 0 76 16,0 0 61-16,0 0 34 16,32 64-29-16,-25-64 22 0,-1 0-45 15,-1 0-8 1,-1 0 49-16,-4-6 5 0,0-7 23 16,0-5 15-16,0-2-26 15,-1-2-44-15,-7-2 33 16,1-4-27-16,1 3 4 15,2 5-7-15,0 5 16 16,3 9-19-16,1 6 52 16,-2 0-80-16,2 7-29 15,0 25 0-15,7 17 36 16,7 14 65-16,1 8-58 16,1 4-17-16,-3 1-18 15,-2 4-5-15,-3 2-3 0,-7-2-9 16,-1-5-120-1,0-11-116-15,-3-16-115 16,-17-16-248-16</inkml:trace>
  <inkml:trace contextRef="#ctx0" brushRef="#br0" timeOffset="103903.18">23487 13800 1520 0,'0'0'14'15,"0"0"-4"-15,43 119-10 16,-19-43 59-16,2 19 60 16,3 11-21-16,4 2-50 15,6-2-8-15,5-20-36 0,3-27-2 16,1-29 11 0,9-30 10-16,7-24 22 0,12-41-12 15,10-33-21-15,16-28-5 16,11-21-7-16,2-13-10 15,-15 3-137-15,-48 8-383 16</inkml:trace>
  <inkml:trace contextRef="#ctx0" brushRef="#br0" timeOffset="105454.86">20418 15900 1171 0,'0'0'76'0,"0"0"-66"16,0 0 26-16,0 0 55 15,0 0 6-15,-98-63-60 16,55 66-3-16,-8 22 11 16,-6 14 16-16,-3 16 8 15,2 13-1-15,8 9-13 16,9 3-10-16,15-5 0 16,13-9-12-16,13-8-5 15,0-10-15-15,24-8-1 16,11-10-7-16,8-7 5 15,11-12-4-15,7-9-6 16,7-2 0-16,4-13 0 16,1-13 0-16,0-4-51 0,0-5-97 15,-3-2-126 1,-1-5-119-16,-11-4-277 0</inkml:trace>
  <inkml:trace contextRef="#ctx0" brushRef="#br0" timeOffset="105794.91">21206 16027 1401 0,'0'0'28'16,"0"0"4"-16,0 0 226 0,0 0-137 15,0 0-73-15,0 0-30 16,10-12-17-16,13 1 0 16,2-1-1-16,2 3-6 15,-6 6-86-15,-9 3-30 16,-5 9-13-16,-7 22 41 0,-1 11 59 16,-19 11 35-16,0-1 9 15,6-8 51-15,8-13 43 16,6-12-17-16,18-10-45 15,24-9-23 1,13-6-18-16,5-25-154 16,-7-11-469-16</inkml:trace>
  <inkml:trace contextRef="#ctx0" brushRef="#br0" timeOffset="108432.79">20191 3923 757 0,'0'0'55'0,"0"0"66"16,0 0-30-16,0 0 5 15,0 0 0-15,0 0-21 16,0 0-26-16,-8-63-9 16,9 73-22-16,12 20-9 15,1 13 105-15,4 12-67 0,-3 0-3 16,0-4-1 0,1-2-12-16,2-11-16 15,-1-6-13-15,2-7 5 16,-3-6-6-16,-1-8 0 0,-2-5-1 15,-4-6 2-15,-1 0-2 16,-2-5 0-16,-1-15 8 16,2-5-7-16,-3-2-1 15,1 9-3-15,-2 7-4 16,3 6 6-16,4 5-6 16,7 0-15-16,9 11 22 15,7 3 1-15,3 1 1 16,0-4-2-16,-5-1 3 0,-5-5-2 15,-4-5 3-15,-7 0 0 16,1-10 10 0,-7-14 27-16,-6-8 22 15,-3-5-29-15,-4-4 10 0,-17 1-12 16,-8 5 0-16,1 6-22 0,4 7-4 16,7 8 3-1,7 8-8-15,9 6-1 0,1 0-17 16,1 0-125-1,23 14-118-15,11 4 46 0,7-4-117 16,2-3-168 0</inkml:trace>
  <inkml:trace contextRef="#ctx0" brushRef="#br0" timeOffset="108594.85">21113 3924 135 0,'0'0'1069'0,"0"0"-1016"16,0 0 76-1,89-21 31-15,-79 42-46 0,-4 8-7 16,-2 10-34-16,1 7-36 16,4 4-27-16,1-2-10 15,4-2-2-15,8-4-10 16,8-3-113-16,7-14-140 16,8-12-152-16</inkml:trace>
  <inkml:trace contextRef="#ctx0" brushRef="#br0" timeOffset="109184.62">23332 3020 1313 0,'0'0'131'0,"0"0"-127"16,0 0 69-1,0 0 11-15,0 0-29 16,0 0 64-16,61 84-76 0,-40-44-11 15,0 1-20-15,-2-6-10 0,-2-1 3 16,1-6-4 0,-6-7-1-16,-2-5-1 0,0-8-3 15,-4-5-14 1,-1-3-38-16,1-2-14 0,3-16 48 16,4-7 19-1,1-3-2-15,5 3 2 0,2 7 3 16,-1 8 0-1,3 8 1-15,6 2 9 0,2 0 6 16,3 2 9-16,1 4 6 16,-1-2-18-1,-6-2-4-15,-4-2 9 0,-5 0 7 16,-8-6 6-16,-6-8 8 0,-5-6 15 16,0-3-16-1,-17-1-18-15,-10-3-5 16,-1 2-15-16,1 2-1 15,8 7-6-15,10 5-82 0,9 7-96 0,3 4-233 32,20 0-250-32</inkml:trace>
  <inkml:trace contextRef="#ctx0" brushRef="#br0" timeOffset="109436.91">24111 3180 1010 0,'0'0'227'0,"0"0"-214"0,0 0 151 16,0 0 34-16,0 0-51 16,0 0-100-16,48 2 0 15,-48 33 18-15,0 2-38 16,0-2-18-16,0-5 1 16,0-8 5-16,0-9-5 15,2-7-1-15,12-6-7 16,10-1 6-16,15-24 1 0,13-13-4 15,7-7-5 1,4-2-9-16,-9 2-108 0,-5 5-108 16,-5 1-240-16</inkml:trace>
  <inkml:trace contextRef="#ctx0" brushRef="#br0" timeOffset="110264.95">25627 2873 1214 0,'0'0'97'0,"0"0"-35"0,0 0 40 15,0 0-26 1,0 0-19-16,0 0 52 0,56 100-45 16,-32-44-40-16,-3-2-19 15,0-2-3-15,1-5-1 16,-2-8-1-16,-1-6 0 15,-1-11 0-15,-6-9-3 16,-3-7-35-16,-2-6-50 16,-1 0-4-16,0-19 66 15,3-12 5-15,3-7-6 16,0 1 25-16,2 9 2 16,0 7 0-16,3 7 8 15,2 8 13-15,4 1 4 0,2 5-1 16,5-2 3-16,0 2-4 15,1-4 12-15,-1-2-4 16,0-5-7-16,-2-5 3 16,-2-8 8-16,-7-2 6 15,-10-4-7-15,-9 1 17 16,0-3-4-16,-12 5-35 16,-12 4-8-16,3 6-4 15,5 7-7-15,7 4-73 16,9 6-128-16,0 0-178 15,7 3-471-15</inkml:trace>
  <inkml:trace contextRef="#ctx0" brushRef="#br0" timeOffset="110684.92">26468 3090 1081 0,'0'0'151'0,"0"0"-142"0,0 0 118 0,0 0 33 16,0 0-55 0,0 0-40-16,-58-67-32 0,58 65-9 15,0 1-1 1,0 0-23-16,15 1-7 0,10 0 7 16,5 0 4-16,4 0 2 15,-1 13 12-15,-3 6 2 16,-3 3-4-1,-5 3-7-15,-2 0 2 0,-3-2-4 16,-3-3-4-16,-1-2 1 16,-2-6-3-16,-2-1 2 15,1-2-1-15,-2 1-2 16,-4-1 2-16,-4 7 1 0,-3 4 3 16,-21 1 13-1,-7 1 6-15,0-2-9 16,1-6-10-16,5-2-6 15,5-5-2-15,1-4-19 16,7-3-58-16,5 0-79 16,7-7-46-16,0-18-134 0,14-12-510 15</inkml:trace>
  <inkml:trace contextRef="#ctx0" brushRef="#br0" timeOffset="111179.69">27902 2235 1521 0,'0'0'104'0,"0"0"-104"0,0 0 0 15,0 0 30-15,0 0 48 0,0 0-36 16,18 98-32-16,-14-68-9 16,2-1-1-16,3-5 0 15,4-5 0-15,1-5-32 16,2-6-56-16,2-8-15 16,2 0 17-16,-1-8 58 15,1-8 8-15,0 2 6 16,0-3 14-16,5 3 8 0,4 0 19 15,3 3 21 1,3 1-1-16,-2-1 8 0,-4 1 10 16,-6 1-10-1,-6-1-3-15,-9-1-9 16,-5 0 3-16,-3-2 8 0,0-2-12 16,-19 0-20-16,-5 0-14 15,-3 3-8-15,3 5-4 16,6 4-23-16,11 3-91 15,7 0-146-15,0 8-157 0,9 0-45 16</inkml:trace>
  <inkml:trace contextRef="#ctx0" brushRef="#br0" timeOffset="111464.73">28560 2204 971 0,'0'0'438'16,"0"0"-427"-16,0 0 40 0,0 0 91 15,0 0-22-15,0 0-48 16,58 40-41-16,-30-40-24 16,2 0-7-16,2-2 3 15,3-11-2-15,-3-2 0 16,-4 2-1-16,-6 3-1 16,-9 7 1-16,-3 3 1 15,-3 0-1-15,-1 16 0 16,2 13 6-16,0 8 7 15,0 6-4-15,1 1-9 0,7-2 0 16,4-4-5 0,8-9-35-16,7-5-143 0,11-10-100 15,6-14-151 1</inkml:trace>
  <inkml:trace contextRef="#ctx0" brushRef="#br0" timeOffset="111994.86">30665 1646 1189 0,'0'0'258'0,"0"0"-253"0,0 0-5 0,0 0 49 16,0 0 50-16,0 0-8 15,23 68-74-15,-21-45-16 16,1-1 1-16,0-4-2 0,0-1-3 15,3-9 1 1,2 0-41-16,2-5-37 0,4-3 18 16,3 0 29-1,3 0 20-15,-1 0 12 16,-2-5 1-16,1 3 0 16,-1-2 6-16,0 1 23 0,-1-1 17 15,-1-3 37 1,-2-2-11-16,-2 1 10 0,-5-4-25 15,-4 2-17-15,-2-1 7 0,0 1-16 16,-9 3-25 0,-9 2-6-16,1 2-6 15,4 3-56-15,4 0-74 16,9 0-117-16,0 0-113 16,3 0 8-16,16 0-183 15</inkml:trace>
  <inkml:trace contextRef="#ctx0" brushRef="#br0" timeOffset="112121.25">31108 1706 744 0,'0'0'328'16,"0"0"-175"-16,64 83 35 16,-44-49-58-16,-5-2-20 15,-7 1-30-15,-5-4-68 16,-3 0-12-16,-4-4-43 0,-20-8-212 16,-10-9-242-1</inkml:trace>
  <inkml:trace contextRef="#ctx0" brushRef="#br0" timeOffset="112234.66">31086 1699 1359 0,'0'0'147'0,"110"-97"-147"16,-37 56 0-16,-3 4 0 0,-9 5 0 16,-10 10-8-1,-18 8-266-15,-24 9-645 0</inkml:trace>
  <inkml:trace contextRef="#ctx0" brushRef="#br0" timeOffset="113376.04">21392 7174 809 0,'0'0'306'0,"0"0"-301"16,-5-90 30-16,5 69 81 15,0 9 73-15,0 8-66 16,0 4-67-16,0 6-56 0,11 27 9 0,5 17 33 31,1 17 38-31,-6 7-21 0,-4 1-42 16,-1-2 11-16,-3-7-3 15,0-4-15-15,2-16-7 16,1-13-1-16,-2-9-1 16,-1-12-1-16,0-8 0 0,-2-4 0 15,1 0 3 1,2-23 9-16,2-18-12 16,2-10-7-16,7 1 6 0,0 3-2 15,4 11 1-15,-1 12-1 16,-2 10 3-16,-2 12 0 15,-1 2 0-15,1 8 0 16,2 13 14-16,1 8 4 16,2 3-14-16,-4-2-4 15,3-1 0-15,1-3-4 16,1-7-76-16,10-9-106 16,4-10-169-16,3-2-169 15</inkml:trace>
  <inkml:trace contextRef="#ctx0" brushRef="#br0" timeOffset="113512.87">22190 7322 1169 0,'0'0'416'0,"0"0"-394"16,0 0-22-16,0 0 80 0,25 78-7 16,-24-39-47-16,9 6-26 15,9 4-13-15,7 0-169 16,9-3-212-16,3-9-596 15</inkml:trace>
  <inkml:trace contextRef="#ctx0" brushRef="#br0" timeOffset="114206.38">24724 6400 681 0,'0'0'507'0,"0"0"-416"0,0 0 25 0,0 0 31 16,0 0-38-16,0 0-64 15,-22 11-34-15,31 35 70 16,1 8-30-16,-4 1-37 16,-3 0-2-16,0-3 8 15,-3-8-16-15,0-8-3 0,2-9-1 16,-1-9 1-16,1-7-1 15,-1-9-1-15,1-2-4 16,-1-2-3 0,8-23-2-16,0-9-6 0,4-3-7 15,7 0 21-15,-1 8 1 16,-2 9 1-16,0 8 1 16,-5 11 5-16,2 1-2 15,-2 8 10-15,1 13 18 16,3 6 4-16,-3 6-17 15,0-1-15-15,-3 0 4 16,4 1-8-16,-2-4-5 16,1 1-57-16,5-5-178 15,1-12-229-15,-1-13-628 16</inkml:trace>
  <inkml:trace contextRef="#ctx0" brushRef="#br0" timeOffset="114460.22">25407 6609 1457 0,'0'0'112'0,"0"0"-97"15,0 0 0-15,0 0 131 0,0 0-102 16,-25 75 2 0,14-37-22-16,4 0-14 0,3-6-10 15,4-11 1-15,4-6-1 16,23-12 0-16,21-3 0 15,16-14 0-15,15-17-4 16,5-11-94-16,2-4-109 16,2-5-80-16,1-8-193 15,2-1-44-15</inkml:trace>
  <inkml:trace contextRef="#ctx0" brushRef="#br0" timeOffset="114952.15">27274 5439 1160 0,'0'0'165'16,"0"0"-163"-16,0 0 23 15,0 0 25-15,0 0 15 16,0 0 45-16,68 57-10 0,-49-9-54 16,-6 6 20-16,-7-1-22 15,-3-1-25-15,-3-9-8 16,0-7-9-16,0-7-1 15,0-8 1-15,0-11 0 16,0-5-2-16,0-5-3 16,0 0 3-16,3-13 6 15,11-15-6-15,6-6-2 16,4-2 2-16,0 7 0 16,-2 8 0-16,-5 8 1 15,-3 8 4-15,-5 5 27 0,-1 0-1 16,-2 0-3-1,3 7-9-15,-2 6-13 16,1-1-6-16,-1 3-1 16,2 0-28-16,-3 2-105 15,2-3-155-15,-2-5-142 16,1-5-474-16</inkml:trace>
  <inkml:trace contextRef="#ctx0" brushRef="#br0" timeOffset="115319.82">27711 5678 1147 0,'0'0'114'15,"0"0"-107"-15,0 0 141 16,0 0-33-16,0 0-31 0,0 0-39 16,-6-48-39-16,25 47-1 15,5 1 6-15,1 0 9 16,1 0 6-16,-2 1-3 15,-2 8-7-15,-4 0 1 16,-3 6-11-16,0-1 1 16,0 1 13-16,0-1-1 15,-2-1-5-15,-2 0-4 16,-3-3 14-16,-3 1-4 16,-5 0-8-16,-3 6 9 0,-25 5-1 15,-15 3-12 1,-7 1-4-16,3-2-4 0,9-8 0 15,13-6-2 1,14-4-33-16,8-6-60 0,3 0-77 16,6-10-80-1,20-18-147-15,5-12-335 0</inkml:trace>
  <inkml:trace contextRef="#ctx0" brushRef="#br0" timeOffset="115715">28606 4920 1183 0,'0'0'235'0,"0"0"-219"0,0 0-16 16,33 99 67-16,-26-57 59 15,0 6-54-15,0-1-39 16,-1-2-24-16,-3-5 0 15,-3-7 0-15,1-10-8 16,-1-7-1 0,0-8 0-16,2-6-3 0,1-2-8 15,4-5-11-15,6-17-10 16,4-7-30-16,2 1 44 16,1 6 14-16,-5 9 4 15,-6 7 6-15,-2 6 34 16,-6 0 8-16,1 12 21 15,-1 6-8-15,1 3-39 16,-2 0-21-16,3-1-1 16,3-1-8-16,6-5-52 15,9-6-135-15,6-8-106 16,6 0-186-16</inkml:trace>
  <inkml:trace contextRef="#ctx0" brushRef="#br0" timeOffset="115905.85">29163 5098 662 0,'0'0'908'0,"0"0"-908"16,0 0 0-16,0 0 55 15,0 0 52-15,0 0-60 16,-18 50-26-16,37-22-8 16,5 9 4-16,1 7 16 15,-5 8-21-15,-1-1 6 16,-5 0-17-16,-3-7-1 0,0-10-23 15,-2-13-93 1,4-14-204-16,1-7-143 0</inkml:trace>
  <inkml:trace contextRef="#ctx0" brushRef="#br0" timeOffset="116395.88">30898 3739 1386 0,'0'0'94'0,"0"0"-86"16,0 74 64-16,0-30 65 16,0 2-53-16,-3 2-25 15,1-3-32-15,-1-6-18 16,0-4-5-16,-1-10-2 16,-1-8-2-16,2-8 0 0,3-4-1 15,0-5-4 1,0 0-41-16,5 0-18 0,11-10 45 15,5-2 19-15,6 6 2 16,-3 1-1-16,-5 5 1 16,1 0 4-16,-7 16 5 15,-1 1 10-15,-5 1 3 16,-4-2-18-16,-1-3-6 16,-2-4-4-16,0-3-60 15,0-6-132-15,3 0-115 0,8-4 13 16,6-19-310-1</inkml:trace>
  <inkml:trace contextRef="#ctx0" brushRef="#br0" timeOffset="116504.95">31227 4055 1079 0,'0'0'51'16,"0"0"55"-16,0 0 36 0,0 0-70 16,57 83-57-16,-48-55-15 0,-6-5-9 15,-3-5-325 1,-9-8-713-16</inkml:trace>
  <inkml:trace contextRef="#ctx0" brushRef="#br0" timeOffset="116635.01">31175 4077 1046 0,'0'0'389'16,"94"-126"-389"-16,-24 63-11 16,5 6 8-16,-15 14-28 15,-26 12-244-15</inkml:trace>
  <inkml:trace contextRef="#ctx0" brushRef="#br0" timeOffset="118174.84">22110 15686 1318 0,'0'0'60'16,"0"0"-46"-16,0 0 88 0,0 0 98 16,0 0-45-16,0 0-130 15,0 0-22-15,-9 90 1 16,9-32 51-16,0 0-24 15,12-3-10-15,10-7-13 16,5-7-5-16,1-10 1 16,1-12-4-16,5-12 0 15,-3-7-1-15,-1-12-7 16,-5-15-22-16,-9-3-10 16,-7 5 4-16,-8 6 17 0,-1 12 19 15,0 2 1 1,0 4 7-16,0 1-3 0,6 0 5 15,8 0-10-15,4 6-9 16,7 1 9-16,3-4 12 16,1-3 2-16,-4 0-5 15,-1-10 2-15,-8-9-1 16,-2-4 3-16,-11-2 2 16,-3-2 0-16,-5 0 1 15,-17 4 8-15,-4 2-16 16,4 6-1-16,6 5-7 15,2 6-3-15,11 4-7 0,3 0-74 16,10 0-93 0,19 4-255-16,7-1 64 0</inkml:trace>
  <inkml:trace contextRef="#ctx0" brushRef="#br0" timeOffset="118376.51">22955 15759 1361 0,'0'0'76'0,"0"0"-71"16,0 0 187-16,13 92-12 16,-12-54-97-16,-1 2-29 15,2-1-32-15,2 2-18 16,3-3-4-16,0-4-1 0,5-4-11 16,0-11-112-1,3-13-124-15,0-6-193 16,-1-18-327-16</inkml:trace>
  <inkml:trace contextRef="#ctx0" brushRef="#br0" timeOffset="118795.02">23183 15286 1465 0,'0'0'0'0,"0"0"10"15,58 72-10 1,-24-15 92-16,2 11 37 16,-5 3-58-16,-5 4-11 15,-5-2-8-15,-2-7-11 0,-1-7-22 16,-6-14-9-16,-1-13-9 16,-6-16 0-16,-2-9-1 15,-3-7 1-15,2-10-1 0,1-24 6 16,1-14-6-1,2-8-65-15,3-2 39 16,2 10 21-16,-2 10-12 16,0 15 8-16,-4 13 9 0,0 7 13 15,-1 3 22 1,6 0 1-16,4 17-25 0,4 6 18 16,2 4 9-16,-4 3-28 15,-1 1-8-15,-3 0-2 16,3-1 0-1,0-4-25-15,7-6-108 0,3-11-133 16,7-9-125-16,-2-2-212 16</inkml:trace>
  <inkml:trace contextRef="#ctx0" brushRef="#br0" timeOffset="119008.2">24073 15570 1364 0,'0'0'150'0,"0"0"-138"16,0 0 30-16,0 73 80 16,3-28 35-16,0 3-101 15,2 0-29-15,0-1-8 16,2-5-16-16,0-4-3 0,-1-6-2 16,0-7-28-16,3-13-129 15,2-12-202-15,1-5-73 0</inkml:trace>
  <inkml:trace contextRef="#ctx0" brushRef="#br0" timeOffset="119566.26">24603 15527 1233 0,'0'0'201'0,"0"0"-201"0,0 0 0 0,115-22 87 16,-40 4-2-16,5-3-40 15,-10 5-41 1,-10 2-4-16,-12 1-4 0,-8 2-18 16,-12-3-111-16,-16-1-188 15,-12-4-354-15</inkml:trace>
  <inkml:trace contextRef="#ctx0" brushRef="#br0" timeOffset="119754.56">24858 15145 1504 0,'0'0'96'16,"0"0"-85"-16,0 0 64 15,29 132 85-15,1-63-52 16,7 3-75-16,3 3-28 16,0 2-5-16,-5-2-1 0,-7-2-25 15,-11-11-125-15,-13-9-207 16,-4-13-353-16</inkml:trace>
  <inkml:trace contextRef="#ctx0" brushRef="#br0" timeOffset="120584.91">25273 14896 568 0,'0'0'677'0,"0"0"-659"0,0 0 109 16,0 0 64-16,0 0-84 15,0 0-49-15,78 108 77 16,-58-58-76-16,-1 0-38 16,-2-5-5-1,0-7-9-15,-4-7-7 0,-1-9 0 16,0-8 0-16,-5-7 0 0,0-7-5 16,-3 0-37-1,1-3-20-15,2-17 14 16,-3-6 25-16,4-2-7 15,-4 6 23-15,-1 7 7 16,0 11 3-16,2 2 1 16,2 2 6-16,7 0-10 0,10 14-14 15,5 0 14 1,6 0 23-16,-2-4-4 0,-4-7-14 16,0-3 8-16,-7 0 4 15,-5-7 2-15,-6-13 10 16,-8-6 13-16,-3-6 4 0,-6-5-22 15,-16 0-6 1,-6-2 1-16,-1 3-16 0,7 7-3 16,8 8 0-1,11 7-6-15,3 9-73 16,19 5-161-16,12 5-334 0</inkml:trace>
  <inkml:trace contextRef="#ctx0" brushRef="#br0" timeOffset="120889.94">26089 15143 733 0,'0'0'407'0,"0"0"-403"16,0 0 180-16,15-80 5 15,-9 76-96-15,-2 4-26 16,-4 9-26-16,0 20-15 15,0 7 15-15,0 3 69 16,-9-3-56-16,1-7-27 16,8-8 12-16,0-6-22 15,16-9-10-15,18-6-7 16,15 0 0-16,7-24 0 0,2-4 0 16,-3-6-17-16,-10-1-105 15,-14-2-123-15,-14 3-267 16</inkml:trace>
  <inkml:trace contextRef="#ctx0" brushRef="#br0" timeOffset="121344.66">26323 14437 1502 0,'0'0'49'16,"0"0"-47"-16,0 0 89 16,17 109-48-16,5-44 75 15,5 5-72-15,-2 3-19 16,-2-2-8-16,-2 0-7 15,-7-6 4-15,-3-14-11 0,-5-14-4 16,-1-14 0 0,-2-15-1-16,2-8-2 15,0-3-4-15,5-31 0 16,7-11 1-16,1-10-21 0,2 8-16 16,-1 10 40-16,-5 14-3 15,-5 14 5-15,-4 5 2 16,1 4 18-16,-2 4 15 0,4 13-4 15,-1 9 5 1,2 3 41-16,0 1-69 0,2 2-8 16,3-2 0-1,4-2 0-15,8 0-6 0,2-9-154 16,2-6-169-16,0-10-145 16</inkml:trace>
  <inkml:trace contextRef="#ctx0" brushRef="#br0" timeOffset="121564.94">26981 14863 1182 0,'0'0'77'0,"0"0"23"16,0 0 167-16,0 0-87 16,0 0-138-16,0 0 24 0,46 96 11 15,-35-64-61 1,4-2 4-16,6-4-17 0,0-7 0 15,2-8-3 1,3-9-4-16,1-2 2 0,4-24-55 16,1-15-117-1,-7-6-219-15,-4-7-330 0</inkml:trace>
  <inkml:trace contextRef="#ctx0" brushRef="#br0" timeOffset="121748.09">27518 14736 1333 0,'0'0'125'16,"90"-24"-104"0,-36 7 21-16,2-1 86 0,1 1-79 15,-9 3-46 1,-10 1-3-16,-19 2-128 16,-19 0-162-16,-5-3-329 15</inkml:trace>
  <inkml:trace contextRef="#ctx0" brushRef="#br0" timeOffset="121907.79">27648 14465 1387 0,'0'0'126'0,"0"0"-126"16,8 101 257-16,15-49-117 16,12 5-85-16,10 1-28 15,8 2-19-15,2-4-8 16,-1 4-27-16,-10 3-101 15,-18-2-102-15,-17-1-272 0</inkml:trace>
  <inkml:trace contextRef="#ctx0" brushRef="#br0" timeOffset="122626.88">28011 14410 945 0,'0'0'175'16,"0"0"-143"-16,0 0 159 16,0 0 19-16,0 0-27 15,0 0-106-15,15 24-36 16,-8 27-7-16,2 5 64 15,-2 4-65-15,3-6-18 16,-1-4-9-16,2-9 1 16,3-10-7-16,-2-11 0 15,-2-9 0-15,-1-7 0 16,-1-4-12-16,5-3-32 0,8-20-6 16,1-9 11-16,4-6-10 15,-4 7-15-15,-7 10 26 16,-3 9-2-16,-3 6 36 15,-2 6 3-15,7 0 1 16,4 0-2-16,6 12 2 16,2-2 17-16,3-1 8 15,-1-3-14-15,0-5 0 16,1-1 2-16,-2-3 7 16,-3-16-5-16,-5-6 12 0,-9-6 15 15,-7-6 1-15,-3-2-19 16,-7-5 2-16,-15-1 1 15,-5 0-14-15,1 4-5 16,2 7 1-16,5 10 3 16,5 11-12-16,7 6 0 15,1 4 0-15,6 3 0 16,0 0 0-16,0 2 0 16,3 15-86-16,17 5-80 15,5 2-7-15,2-4-146 16,1-2-190-16</inkml:trace>
  <inkml:trace contextRef="#ctx0" brushRef="#br0" timeOffset="124284.8">28725 14365 1039 0,'0'0'199'0,"0"0"-185"16,0 0 120-16,0 0 32 16,0 0-71-16,0 0-38 15,5 97 25-15,2-69-55 16,3-4-18-16,0-6-5 0,2-9-1 16,1-4-1-1,2-5 0-15,6-5-1 16,-1-14 1-16,0 0 4 15,-4 1-4-15,-3 5 0 0,-7 6-2 16,-3 6 2 0,-2 1 2-16,4 1 2 0,3 19-1 15,1 4-4 1,-1 3 59-16,-3 1-22 0,0-3-32 16,-3-2-4-1,2-5-2-15,2-4 0 16,2-6-16-16,2-8-71 0,1 0-50 15,-1-13-104-15,2-21-54 16,-8-14-150-16</inkml:trace>
  <inkml:trace contextRef="#ctx0" brushRef="#br0" timeOffset="124644.85">29039 13790 1058 0,'0'0'455'0,"0"0"-430"15,0 0-16-15,0 0 99 16,0 131-35-16,13-55 69 16,5 3-49-16,-1-6-62 15,3-7 1-15,1-9-15 16,0-7-13-16,0-13-4 16,-3-13 0-16,-8-13 0 15,-2-8 0-15,-2-3-21 16,-2-11-41-16,2-16 14 15,2-5 34-15,-1-1-15 16,0 11 19-16,-4 9 10 0,0 9 2 16,-3 4 9-1,0 0 18-15,5 11-8 16,3 12-18-16,3 2-1 0,0 1 12 0,1-4-14 31,1-5-3-31,1-6-30 0,6-5-81 16,0-6-146-16,2 0-50 15,-1-19-97-15</inkml:trace>
  <inkml:trace contextRef="#ctx0" brushRef="#br0" timeOffset="124904.57">29464 14251 789 0,'0'0'605'16,"0"0"-600"-16,0 0 10 0,0 0 114 15,0 0-73-15,0 0-40 16,49-24 0-16,-19 2 9 15,-2-3-8-15,-1 4-17 16,-6 8 0-16,-7 8-1 16,-1 5 1-16,-4 23 0 15,-3 18 0-15,0 16 85 16,-3 9 0-16,1 3-37 0,2-5-15 16,3-11-19-1,0-15-14-15,3-15-4 16,-3-12-23-16,0-11-94 15,-6-3-137-15,-3-25-151 16,0-13-154-16</inkml:trace>
  <inkml:trace contextRef="#ctx0" brushRef="#br0" timeOffset="125300.94">29600 13265 1104 0,'0'0'49'16,"100"-44"-46"-16,-32 28 100 16,2 8 83-16,4 8-71 15,-7 15-36-15,-4 23-29 0,-11 14-5 16,-8 16 13-16,-8 12-25 15,-6 11-21-15,-2 8 15 16,-1 7 7-16,-1 6-8 16,2 7-4-16,2 7-2 15,-2 10 2-15,-3 2 5 16,-4 1-12-16,-12-3 2 16,-7-16-17-16,-2-15 0 15,-18-16 0-15,-16-18 0 16,-14-18 0-16,-15-14 0 0,-11-19-22 15,-14-15-133 1,-17-5-259-16,-19-14-324 0</inkml:trace>
  <inkml:trace contextRef="#ctx0" brushRef="#br0" timeOffset="126037.93">22167 14897 696 0,'0'0'579'0,"0"0"-551"15,0 0-18-15,0 0 61 0,-82 30 21 16,16 14-70-16,-11 7 28 16,-1 6 15-16,6-1-4 15,14-7 2-15,15 3-21 16,9 1-13-1,10 12-9-15,9 14 5 0,10 12 4 16,5 12 18-16,5 5-5 16,19 5-15-16,8 2-2 15,7 8-8-15,10 2-10 16,5-1-7-16,6-3 0 16,8-9 0-16,0-11 0 0,3-12 0 15,10-20 0 1,1-19 0-16,1-22-130 15,-9-15-396-15,-12-11-762 16</inkml:trace>
  <inkml:trace contextRef="#ctx0" brushRef="#br0" timeOffset="126718.05">23584 17184 2011 0,'45'75'36'0,"24"17"-36"0,16-3 0 15,13-24 0-15,14-22-13 16,16-23-30-16,23-20 8 16,19-26 19-1,16-33 16-15,7-18-4 0,-3-12-21 16,-2-10-53-16,-6-2 45 0,3 1 33 16,3 7 1-16,8 11 13 15,6 5 25 1,8 11 14-16,13 10-8 15,9 11-16-15,8 18-11 16,-5 17-4-16,-16 10-14 16,-25 26-4-16,-39 24 4 15,-34 11 0-15,-43 4 1 16,-41 1-1-16,-34-11 0 0,-14-12-1 16,-31-14 1-16,-11-23-1 15,-2-6 0-15,-2-28-4 16,2-22-2-16,2-22-3 15,9-14-16-15,11-11-20 16,19-1-2-16,14 8 17 0,24 11 14 16,30 14 7-1,19 10 9-15,18 11 1 0,23 10 7 16,20 4 19-16,18 2 1 16,18-1-9-1,11-10-14-15,5-7-4 16,-1-12 0-16,-12-8 1 15,-22-4 33-15,-39 1 19 0,-39 5-11 16,-45 1-13-16,-28 5-29 16,-40 1 0-16,-36 7 0 15,-27 4 0-15,-27 9 0 16,-23 3 0-16,-26-3-214 16,-25-6-617-16</inkml:trace>
  <inkml:trace contextRef="#ctx0" brushRef="#br0" timeOffset="128377.46">20423 15823 1219 0,'0'-75'62'0,"-5"6"-62"0,-28 8 0 15,-17 14 16-15,-17 24 56 16,-18 23 44-16,-14 45-56 16,-12 48 7-16,-3 44 18 15,4 40 18-15,11 29-30 16,24 14 0-16,32 5-1 16,36-15-43-16,26-21-29 15,60-28 0-15,39-37 0 16,30-43 0-16,19-49 0 15,6-37 0-15,0-64 0 16,-5-40 0-16,-12-41 0 0,-20-25 0 16,-35-16 0-1,-49-4 0-15,-52-3 0 16,-42 12 0-16,-74 16 0 16,-48 24 0-16,-43 28 0 0,-34 32-244 15,-17 33-396-15</inkml:trace>
  <inkml:trace contextRef="#ctx0" brushRef="#br0" timeOffset="130404.97">29233 10226 1214 0,'0'0'0'0,"0"0"-12"16,0 0-8-16,0 0 20 0,0 0 9 15,-90 24 53 1,9 13-9-16,-20 5-24 0,-11 3-2 16,-10-1 33-16,-4-6 3 15,-6-6-11-15,-7-3-27 16,-7-3-2-16,-9-3-7 15,-2-2-14-15,11-1 13 16,16-6 32-16,24 0-7 16,26 2 4-16,20 4-28 15,19 10 3-15,15 18-10 16,15 21-3-16,11 23 11 0,3 23 21 16,18 16 17-16,2 11-35 15,-11 13-8-15,-8-2-9 16,-4 1 2-16,-9-7-2 15,-5-17-2-15,5-12-1 16,9-20 0-16,0-17 0 16,23-20-1-16,13-19 1 15,12-21-6-15,13-14 0 16,18-7 5-16,16-5-2 16,19-12-1-16,15 0 4 0,12 6 0 15,8 4 7 1,5 0-7-16,4 1-1 0,1-6-5 15,-2-5 3-15,-3-5 2 16,-10-12 1-16,-5-8-13 16,-3-14 7-1,-9-16 5-15,-11-16-5 16,-19-18-3-16,-25-19 1 0,-29-20 5 16,-31-7-1-16,-18-7-16 15,-46 2 14-15,-28 11-7 16,-28 3 8-16,-22 13-7 15,-15 19-43-15,-10 26-194 16,-2 29-218-16</inkml:trace>
  <inkml:trace contextRef="#ctx0" brushRef="#br0" timeOffset="135124.6">32412 2129 740 0,'0'0'201'0,"0"0"-201"16,0 0 1 0,0 0-1-16,0 0 3 0,0 0 9 0,-94-46 38 15,61 40-3 1,-6 2-18-16,-4 2-14 16,-9 2 3-16,-8 0-2 15,-10 9 8-15,-13 7-4 16,-13 7-8-16,-10 2-8 0,-3 0-2 15,-1 1 1 1,5 0 10-16,4-1-10 0,5-1 0 16,8 0 2-1,11-2 0-15,11-5 2 0,10 2 1 16,6-4 2-16,4 0 0 16,4-1-6-1,6-2 4-15,5 1-3 0,6 1 2 16,5 2 1-16,4 4-5 15,3 8-1-15,2 11 1 16,2 10 1-16,-1 9 28 16,4 10-9-16,-2-2 10 15,2 7-10-15,1-4-1 16,0 5 3-16,2-2-2 16,-2-2-2-16,4-3-4 0,-1-5-5 15,1-1 0-15,-1-1-2 16,-2-6-7-16,1-2 0 15,-1-3 4-15,4-7-4 16,0-9-3-16,8-8 1 16,11-10 4-16,6-10-3 15,12-5 2-15,17-10 2 16,13-15-5-16,15-7-1 0,12-3-1 16,11 0-4-1,5-1 2-15,7 4 0 16,4 2-5-16,-4 4 6 15,1 2 0-15,-5 7 2 16,-7 2-1-16,-5 8 1 16,-10 3-1-16,-10 2-5 15,-5 2 3-15,-7 0 3 16,-5 0-3-16,-3 0-1 16,-9-6 0-16,-8-6-3 0,-10-4 7 15,-4-11 0-15,-8-5 1 16,-1-9 1-16,-8-11-1 0,-3-10 0 15,-5-9 1 1,-5-9-2-16,0-7 1 16,-12-5-1-16,-13-2 3 15,-9-2-3-15,-7 8 0 16,-6 11 0-16,-3 15 3 0,-2 13-3 16,-1 14-2-1,-7 19-7-15,-7 14-151 16,-16 2-192-16</inkml:trace>
  <inkml:trace contextRef="#ctx0" brushRef="#br0" timeOffset="136718.34">29358 2799 544 0,'0'0'195'0,"0"0"-189"0,0 0 3 15,0 0 8 1,0 0 41-16,0 0 19 0,0 0 15 16,13-85-42-1,-13 72-37-15,-17-3 35 0,-6 6-21 16,-16 2-11-16,-19 8-7 15,-23 0 14-15,-27 20 0 16,-18 10 0 0,-17 9-2-16,1 0 17 0,4 4 0 15,8 1 5-15,18 3-2 16,24 2-13-16,21 0-13 0,22-2-13 16,15 2-2-16,13 3 1 15,9 5-1-15,8 12 1 16,0 7 3-1,21 17 11-15,1 15-7 0,4 8 0 16,-4 0-5 0,0-5-2-16,-2-18 0 15,1-12 5-15,2-17-5 16,3-16 5-16,3-16-4 0,6-15 0 16,4-13 0-16,7-4 2 15,11-24-1-15,19-13-3 16,15-12-3-16,12-5 3 0,10-2 0 15,5 0-1 1,-3 6 2-16,4 8-1 0,-2 7 2 16,-1 10 0-1,0 7 0-15,-2 7-2 0,-9 4-1 16,-12 7 0-16,-20 0 0 0,-16 0-3 31,-20 0 4-31,-11-10 1 16,-13-13 2-16,-1-19 7 15,-8-23 0-15,-4-21-9 0,0-14 3 16,-23-9 3-16,-10-3-7 16,-6 2 3-16,-7 3-3 15,-4 8 0-15,-2 14-3 16,-9 11-29-16,-12 14-192 16,-23 9-622-16</inkml:trace>
  <inkml:trace contextRef="#ctx0" brushRef="#br0" timeOffset="141150.73">27574 3617 821 0,'0'0'108'0,"-9"-108"-105"16,-27 67-2-16,-21 7 1 15,-19 7 3-15,-19 8-5 16,-10 6 33-16,-10 9 11 15,5 4 13-15,6 17-6 16,13 21 6-16,14 12-19 16,13 14-15-16,12 17 3 15,12 19-2-15,10 20 6 16,9 12 19-16,17 9-14 0,4-2-7 16,26-8-4-1,25-6-19-15,16-12 3 0,12-19 1 16,15-18-1-16,12-28-4 15,5-27 9-15,4-21-10 16,-2-27 2-16,-9-46 0 16,-3-25 3-1,-14-23-7-15,-17-16 2 0,-23-7 7 0,-28-7 5 16,-19 0 1-16,-33 5-5 16,-31 9-10-1,-23 25-1-15,-23 36-11 16,-23 42-126-16,-31 34-251 15</inkml:trace>
  <inkml:trace contextRef="#ctx0" brushRef="#br0" timeOffset="142864.59">25111 4295 762 0,'0'0'0'15,"-11"-79"-1"-15,-11 51 1 16,-8 0 1-16,-10 2 1 16,-11-5 2-16,-9 3 1 15,-7 1-1-15,-8 7 11 0,-10 8 21 16,-15 12-21-16,-14 0 5 15,-18 26-2-15,-19 14 3 16,-13 12-5-16,-15 9 1 16,-3 8 6-16,8 6 3 15,19 7 18-15,26 11-18 16,29 6-5-16,29 4-8 16,29 4-8-16,20 0 3 15,17 3-2-15,5 3 6 16,29 1 2-16,24 1 2 15,23-1-2-15,21-1 4 16,23 0-8-16,18-10-6 16,13-17-4-16,7-16 9 15,0-20-5-15,-7-18 3 16,-11-15-1-16,-3-17 0 0,-5-13 2 16,-1-37 1-16,2-26-1 15,-5-24-2-15,-4-16 8 16,-16-7-4-16,-23 2 3 15,-27 1 11-15,-28 1-12 16,-30-1-8-16,-14 3-3 16,-41 4-1-16,-24 7 0 15,-24 18-1-15,-21 22-4 0,-19 28-56 16,-18 34-48-16,-12 17-74 16,-8 29-191-16</inkml:trace>
  <inkml:trace contextRef="#ctx0" brushRef="#br0" timeOffset="144109.25">22186 5205 632 0,'0'0'0'0,"0"0"-1"15,0-99 1-15,-4 67 13 16,-14-3 1-16,-8-5 13 0,-9 0 20 15,-10-5 19 1,-10 4-45-16,-12 3 49 0,-11 7-33 16,-12 11-25-1,-10 13-4-15,-10 7-7 0,-14 21-1 16,-16 22 1-16,-11 17 2 16,-3 18 4-16,4 16 8 15,10 11 2-15,24 7 7 0,25 7 5 0,25 4-7 31,27 18-8-31,25 3-5 16,14 2 0-16,36-7-3 16,48-25 0-16,41-24-1 15,48-27 9-15,39-26-8 16,14-26 3-16,2-11-3 16,-8-24 0-16,-9-31 1 15,-10-29-2-15,-6-32-5 16,-26-34 3-16,-27-16 0 0,-39-8 20 15,-45 10 37-15,-47 14-10 16,-28 16-14-16,-54 16-23 16,-31 15-10-16,-28 25-3 15,-22 25 0-15,-21 33-3 16,-5 20-26-16,7 35-82 16,8 24-43-16,25 12-107 15,25-3-30-15</inkml:trace>
  <inkml:trace contextRef="#ctx0" brushRef="#br0" timeOffset="151731.29">32688 2521 861 0,'0'0'3'0,"0"-82"-3"0,6 51 33 16,0 0-21-1,1-1 7-15,-2 0 3 0,-5-4 20 16,0 3-4-1,-5-2 10-15,-15 3-22 0,-10 3 5 16,-12 0-17 0,-13 5-11-16,-21 5-2 0,-26 9-1 15,-21 7-2 1,-27 3 2-16,-23 11 2 0,-24 18-2 16,-25 17 0-16,-11 13-1 15,11 16 2 1,23 15 11-16,46 12 19 15,53 6 9-15,43 5-17 16,48 0-15-16,23-3 5 0,51-6-3 16,39-7-4-16,34-11 14 15,32-8 10-15,18-12 7 16,7-14-8-16,-2-16-12 16,-4-22-5-16,-4-14-2 15,0-29-1-15,-4-31-4 16,-13-28 0-16,-23-24 9 15,-31-24 13-15,-40-9 10 16,-44-4 6-16,-33 7 3 16,-68 20-41-16,-52 20-5 15,-49 31-20-15,-54 32-122 16,-42 26-101-16,-43 13-70 0,-34 20-569 16</inkml:trace>
  <inkml:trace contextRef="#ctx0" brushRef="#br0" timeOffset="157430.85">22479 16808 679 0,'0'0'74'16,"0"0"-73"-16,0 0 0 0,0 0 41 16,0 0 36-16,0 0-14 15,0 0-40-15,-8-29 14 16,8 26 9-16,0 3-11 16,0 0 2-16,0 0-7 15,0 0-2-15,0 0-12 16,0 0-4-16,0 0 1 15,0 0 5-15,0 0 2 16,0-1 2-16,0-1 3 16,0 2-4-16,-2-2-8 15,1 0 2-15,-3 0-15 0,-1 0-1 16,-2 0 2-16,-2 2 5 16,-4 0-5-1,-4 0 3-15,-5 2 8 0,-4 12 2 0,0 5 3 16,1 1 9-1,5 4 0-15,6-2 10 0,8 1-8 16,6 1-14 0,0 1-7-16,2-1 8 0,14 0 4 15,2-6-5 1,5-1 0-16,3-6-8 0,3-7 0 16,-1-4 0-16,0 0 7 15,-4-4-10-15,-3-11 5 16,-2-7-5-1,-6-4-1-15,-5-5-1 0,-8 0-1 16,0 0 0-16,-11 5 0 16,-9 5-1-16,-5 9 1 15,-2 5 2-15,-3 4 1 16,-3 3 1-16,-1 3 7 0,2 12-1 16,6 4-9-1,8-5-2-15,7 4-2 16,10-3-8-16,1 2-16 15,4-3-67-15,22-5-98 0,9-9-120 16,6 0-334 0</inkml:trace>
  <inkml:trace contextRef="#ctx0" brushRef="#br0" timeOffset="157580.66">22722 16842 1320 0,'0'0'12'0,"0"0"-8"0,0 0-4 16,0 0 34-16,0 0-31 16,0 0-3-16,-78-5-11 15,78 5-111-15,0 0-101 16,0-10-172-16</inkml:trace>
  <inkml:trace contextRef="#ctx0" brushRef="#br0" timeOffset="157904.66">22795 16656 1280 0,'0'0'93'0,"0"0"-81"15,0 0-12-15,0 0 118 16,0 0 5-16,0 84-82 16,12-69-28-16,10-5-10 15,8-4 6-15,6-6-4 16,6-3 0-16,1-16-3 15,-3-4-2-15,-6 1-11 16,-6 4 2-16,-12 7 0 0,-9 5 7 16,-2 6 1-1,-4 0-4-15,-1 8 1 16,0 21 4-16,0 8 68 0,0 11-13 16,-3 5-19-1,0 0-20-15,2-4-14 0,1-4-2 16,0-7-4-16,13-5-48 15,8-7-91-15,12-12-133 16,7-14-208-16</inkml:trace>
  <inkml:trace contextRef="#ctx0" brushRef="#br0" timeOffset="158650.5">25874 16026 865 0,'0'0'277'0,"0"0"-268"16,0 0 62-16,0 0 107 16,0 0-48-16,0 0-89 15,-85-10 8-15,69 46 19 16,3 3-9-16,10 0-12 16,3-1-24-16,0-7-4 15,14-6-8-15,9-6-7 16,2-8 0-16,7-9 0 0,1-2-2 15,0-7 1 1,-7-12 0-16,-10 0 1 0,-8-5 2 16,-8 1 0-1,-2 1 1-15,-20 1 0 0,-4 6 18 16,-5 4-9-16,1 2 3 0,6 4-15 16,7 1-4-1,9 1-11-15,8 2-80 16,0-1-115-16,11-1-113 15,17-3-141-15</inkml:trace>
  <inkml:trace contextRef="#ctx0" brushRef="#br0" timeOffset="158764.66">26069 16095 1332 0,'0'0'14'0,"0"0"-6"15,0 0-8-15,0 0 0 16,0 0-35-16,0 0-216 15,-25-48-377-15</inkml:trace>
  <inkml:trace contextRef="#ctx0" brushRef="#br0" timeOffset="159077.43">26243 15871 1167 0,'0'0'392'0,"0"0"-380"16,0 0 5-16,0 0 153 15,-31 81-69-15,31-68-88 16,1 1-10-16,17-1 2 16,3-7-3-16,7-6-2 15,5-3-1-15,3-17-22 16,-4-3-14-16,-7 4 12 16,-9 6 17-16,-10 5 8 0,-5 7 4 15,-1 1 4-15,0 6 5 16,0 23-5-16,-1 14 51 15,-8 11-22-15,0 5-21 16,2-3-11-16,5-3-5 16,2-3-2-16,0-5-21 15,0-1-88-15,6-8-214 16,7-11-205-16</inkml:trace>
  <inkml:trace contextRef="#ctx0" brushRef="#br0" timeOffset="159838.62">28612 15409 1089 0,'0'0'65'0,"0"0"-37"16,0 0 160-16,-92-7-39 0,68 29-58 16,4 9-13-1,5 5-10-15,8 3-9 16,7-1-35-16,0-4 5 15,12-6-12-15,12-6-13 0,4-8-2 16,5-10 0 0,4-4-1-16,-2-2 4 15,-7-14-3-15,-10-6-1 16,-12 1 9-16,-6-2 0 16,0-2-7-16,-17 3 4 0,-8 2 0 15,-5 5 20-15,-3 2 6 16,2 5-10-16,2 2-21 15,9 3 2-15,5 2-4 16,4 1-8-16,8 0-62 16,3 0-107-16,0 0-192 15,7 2-139-15</inkml:trace>
  <inkml:trace contextRef="#ctx0" brushRef="#br0" timeOffset="159978.6">28825 15521 677 0,'0'0'893'16,"0"0"-893"-16,0 0 0 15,0 0 3-15,0 0-3 16,0 0-4-16,-56-53-108 16,56 43-203-16,7-4-275 0</inkml:trace>
  <inkml:trace contextRef="#ctx0" brushRef="#br0" timeOffset="160184.5">28939 15330 1334 0,'0'0'122'0,"0"0"-97"16,0 0 14-16,0 0 143 16,0 0-62-16,0 0-26 15,18 72-31-15,-15-47-38 0,7-2-8 16,4-3-4-1,8-6-9-15,12-7-1 16,11-7 0-16,10 0-3 16,3-16-2-16,-6-9-89 0,-20-7-330 15</inkml:trace>
  <inkml:trace contextRef="#ctx0" brushRef="#br0" timeOffset="167925.78">32499 2813 883 0,'4'-79'19'0,"-2"2"15"0,-2 1 2 16,-17 7-19-1,-19 6 13-15,-17 14 8 16,-18 13 3-16,-17 20 11 16,-22 16-9-16,-12 15-23 0,-13 36 3 15,-6 27 7 1,5 22 5-16,11 17 13 0,14 14-5 16,29 5-14-16,28-5-16 15,31-9-1-15,23-16-9 16,39-21 3-16,39-21 0 15,30-21 1-15,23-22 14 16,13-21 3-16,8-6-11 16,0-38-5-16,-6-20-3 15,-7-19-5-15,-18-17-2 16,-17-16 2-16,-28-9 5 0,-27-8-4 16,-34 0 2-1,-21 10 4-15,-55 22-7 0,-36 22-1 16,-28 26-5-16,-18 25-37 15,-9 27-55-15,-1 11-33 0,0 45-49 16,5 29-84 0,11 21-172-16</inkml:trace>
  <inkml:trace contextRef="#ctx0" brushRef="#br0" timeOffset="168975.63">31544 10229 754 0,'0'0'44'16,"0"0"5"-16,76-110 28 15,-76 62-6 1,0-7 14-16,-18-4 5 15,-16 6-22-15,-15 8 9 0,-17 10-46 16,-22 15-21 0,-24 16-4-16,-17 5-6 0,-11 39 1 15,0 23 10-15,4 26 26 16,11 27 18-16,10 26 7 16,21 20-19-16,24 17 27 15,26 1-28-15,33-3 9 16,14-5-27-16,46-7-9 15,26-10-4-15,22-13-2 16,29-24-6-16,15-28 5 0,17-37 0 16,13-38-8-16,5-33 0 15,5-55 2-15,-2-44 5 16,1-30-3-16,-7-23 4 16,-10-15-2-16,-17-7-5 15,-35-3-1-15,-45-2 4 0,-52 8-4 16,-42 18 0-1,-66 22 0-15,-48 27-1 16,-26 25-2-16,-16 23 2 16,-1 23-49-16,11 25-37 0,17 22-64 15,21 12-105 1,29 21-93-16,29 1-484 0</inkml:trace>
  <inkml:trace contextRef="#ctx0" brushRef="#br0" timeOffset="170184.02">32451 4553 847 0,'0'0'9'0,"0"0"0"15,0 0-6 1,0 0 22-16,0 0 95 0,0 0-6 15,-10-67-61-15,20 28-35 16,2-5 31-16,0-2-4 16,0-4-26-16,-5-4 14 15,-2-7-23-15,-5-3-4 16,0-4 4-16,-12-1 4 0,-21 1-6 16,-16 8 3-1,-16 6-2-15,-12 9 3 0,-16 13 0 16,-19 14-3-1,-18 15-6-15,-20 3-3 0,-28 30-2 16,-22 19 2 0,-23 20 0-16,-10 23 11 0,6 16 21 15,27 15 68 1,29 14-37-16,41 20-22 0,42 14-13 16,41 10-7-16,44 4 15 0,25-14-20 15,57-12-8 1,35-18 4-16,31-18-2 0,30-17 3 15,19-25 5 1,18-29-14-16,12-34-3 0,4-23 1 16,2-43 0-1,-6-27 7-15,-16-21-1 0,-17-21-7 16,-27-20 2-16,-37-22 11 16,-42-20-9-16,-55-9 4 15,-42 0-2 1,-73 16-7-16,-54 28-4 0,-47 40-3 15,-37 50-42-15,-36 48-138 16,-32 17-367 0</inkml:trace>
  <inkml:trace contextRef="#ctx0" brushRef="#br0" timeOffset="190894.33">24529 11351 363 0,'0'0'494'15,"0"0"-492"1,0 0-1-16,0 0 18 0,0 0 30 16,0 0-18-16,0 0-22 15,35-62 1-15,-29 59 2 16,-1 3-6-16,-5 0 0 15,0 0 0-15,-2 0 17 16,-28 0 12-16,-20 11-18 16,-23 4-12-16,-9 4 12 15,-5-1 0-15,0-1-7 16,1-1-3-16,-1-2-2 16,1 0 22-16,4-3-10 0,-2 1 3 15,-1-1 0 1,-1 0-12-16,-5 2 2 0,-3 2-6 15,-6-1 2-15,-3 5 3 16,0-1 10-16,8 4 1 16,7 0-8-16,5-1 0 15,4 2-4-15,3-1 7 16,2-1-5-16,3 3-3 16,7-4 8-16,9-1 14 15,10 3 4-15,10-1-9 16,14 2 0-16,4 4-13 0,10 3-1 15,-2 12 11 1,-1 5 6-16,-1 7 16 16,-3 7-19-16,-2 6-5 15,-3 10 3-15,-1 7 15 16,0 6 2-16,1 12-22 0,5 9-13 16,8 6 8-16,4 5 6 15,2 0-12-15,5-5 4 16,10-9-2-16,2-6-1 15,3-12-2-15,1-8-1 16,3-6 4-16,-2-9-4 16,2-6-3-16,-5-7 1 15,2-5-1-15,-2-6-1 16,1-6 0-16,1-8 0 16,1-6 5-16,2-5-4 0,0-5 2 15,6-7-2-15,3-6 5 16,6 0-2-16,11-7 0 0,8-14-2 15,14-11 0 1,11-6-1 0,15-6 0-16,18 1 2 0,12 0 0 15,12 6-3-15,12 4-1 16,0 6-4-16,5 2 4 16,1 4 0-16,-5 3 1 15,-3 0 0-15,-6 5 1 16,-9 2-2-16,-3 4 0 15,-13 1-4-15,-8 3 4 0,-10-2-3 16,-13 1 4 0,-17 2 1-16,-17-2-1 15,-18 2 0-15,-15 0-1 0,-11-2 2 16,-8-8 4-16,-1-7 0 16,-1-13-4-16,0-13 0 15,0-6-2-15,0-9 0 16,-1-8 0-16,-5-8 0 0,3-5-3 15,-1-11 4 1,-1-9-1-16,4-8-2 0,1-13 3 16,0-6 3-1,0-6-3-15,0-1-1 0,0-3-4 16,-13 7 4-16,-16 10-4 16,-26 21 2-1,-35 28-2-15,-38 34-12 0,-53 38-29 16,-34 22-101-1,-29 41-106-15,-13 11-103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6:56:19.1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12147 2486 467 0,'0'0'325'16,"0"0"-317"-1,0 0 16-15,0 0 90 16,0 0-37-16,0 0 4 0,0 0-15 16,-9-27-30-1,9 27 10-15,0 0 3 0,0 0-2 16,0 0-18-16,0 0-16 16,0 0-12-16,0 0-1 0,0 0-4 15,0 4-2 1,6 8 3-16,10 7 3 0,-2 1 2 15,5 5 4 1,-2 1 2-16,1 0 4 0,2-3 3 16,0-2-4-1,4 1-6-15,1-4 6 0,8-2-2 16,0-4 5 0,3-2-5-16,1-3 4 0,1-1 0 15,4-5-4-15,-1-1-4 16,2 0 0-16,-3 0-2 15,-1-7-2-15,3-6 2 16,0-2-1-16,1-3 0 16,5-5-1-16,4-4 2 15,4-1-3-15,1-3 2 16,1 4-1-16,-5 2-1 16,-7 4-1-16,-3 2-1 15,-1 5 0-15,2 0 2 16,3 2 0-16,0 2 0 15,3 0-1-15,4 1-1 0,1 5 1 16,0 0 1-16,0 4 0 16,-1 0 0-16,-2 0 0 15,-4 6 0-15,1 8 1 16,0 3-2-16,-5 5 2 16,-1 2-1-16,-3 4 1 15,-1 3-1-15,-5 0 0 0,1 2 1 16,-4-1 2-1,-1 3 1-15,-3-3-2 0,-4 1 5 16,-3-1-3 0,-5-6 2-16,-6 1-4 15,-1-4-2-15,-3-5 0 16,-4-1 7-16,-1-6-4 0,0-5-3 16,0-2 4-16,0-4-2 15,0 0 2-15,0 0 3 16,0-4 10-16,0-13-5 15,-3-6-12-15,3-5-3 16,0-4 0-16,0 0-2 0,11-1 2 16,3 2-5-1,3 0 6-15,1 2-1 0,-1 3 3 16,5-3 0 0,0 4-1-16,1 1 0 0,7 2-1 15,1 5 1-15,9 1-1 16,5 6 0-1,6 4-1-15,5 4 0 0,1 2 1 16,1 0 1-16,1 10 0 16,-1 9 1-16,-2 7 0 15,-1 6-3-15,0 1 3 16,-2-1 0-16,2-1 1 16,2-4-1-16,1-2 2 15,2-4-1-15,1-6-1 16,-2-5 7-16,-3-6 3 15,-4-1 3-15,-7-3 4 16,-8 0 10-16,-6-16-3 0,-1-7 11 16,-2-4 11-1,-5-5-7-15,-2-6-22 16,-5-1-12-16,-4-6-2 16,-3 2-3-16,-4 1 0 15,-5 5 0-15,0 4-98 0,-12 8-106 16,-27 5-310-16</inkml:trace>
  <inkml:trace contextRef="#ctx0" brushRef="#br0" timeOffset="15493.63">20779 4141 6 0,'0'0'892'0,"0"0"-891"15,0 0 73-15,0 0 42 16,0 0-20-16,0 0 19 16,0 0-33-16,-50-45-28 15,48 45 4-15,1-1-6 16,1 1 1-16,0 0-10 16,0 0-12-16,0 0-16 0,-2 3-15 15,1 19 4-15,-2 9 0 16,-1 7 28-16,4 3-15 15,0 2-2-15,0 3 7 16,0 3-7-16,0 2 7 16,0 0 2-16,2-6-6 15,1-3-7-15,2-7 0 16,-2-5-5-16,0-9-5 16,1-5-1-16,-4-6 1 0,2-6 0 15,-1-2 0 1,-1-2-1-16,0 0 0 0,0 0 7 15,0 0 1 1,0-8 3-16,0-11-10 0,-10-7-1 16,1-6-5-1,-2-4-4-15,2-1-8 0,2 0-4 16,-1 2 5-16,1 4 6 16,1-1 3-16,3 3 6 15,1-1-2-15,2-1-3 16,0 0 2-16,2-1 1 15,13-4-3-15,3 4-2 16,4 1-3-16,3 4-4 16,1 6 12-16,1 4-1 15,1 6 2-15,1 5-2 16,0 3 4-16,0 3-1 16,0 0 0-16,0 9 1 15,-5 7 0-15,-2 3 2 16,-7 5-2-16,-4 1 0 0,-4 4 2 15,-7-1 3-15,0 1-2 16,-7 1 0-16,-15 0 5 16,-6-3-6-16,-3-2 6 15,-1-5-3-15,1-5 2 16,6-4-3-16,3-5-2 16,3-5 1-16,0-1-3 15,1 0-22-15,2 0-141 16,1 0-83-16,3-4-128 15</inkml:trace>
  <inkml:trace contextRef="#ctx0" brushRef="#br0" timeOffset="196279.42">12208 5291 784 0,'0'0'44'15,"0"0"-44"-15,0 0-3 0,0 0 3 16,0 0 4 0,-57-90 2-16,46 63 98 15,0 1-64-15,-5-3-17 0,-4 1 3 16,-7 1-10-16,-4 2 23 15,-9 2-28-15,-5 4-2 16,-10 1-3-16,-8 5-3 16,-7 3-3-16,-3 1 1 15,-8 6-1-15,-5 3 1 16,-8 0 2-16,-6 0 3 16,-4 6-3-16,1 4 7 15,4 0-3-15,8-1 18 16,14 1-7-16,6 2 10 15,6 2-6-15,-1 1-1 16,3 5-11-16,2 6 8 16,8 2-1-16,6 6 15 0,4 6-6 15,6 3 0 1,2 5-11-16,2 0-1 0,5 0-3 16,4-3-3-16,6 0 4 0,5-2-5 15,10 0 0 1,3-2-3-16,0 0-1 0,19 2 10 15,7-2-11 1,12 6 7-16,4 3 5 0,9-4-2 16,7-4 5-1,9-3-8-15,10-9 5 0,6-3-2 16,8-4 10-16,0-3-20 16,0-4 6-16,0 2-7 15,-2 2 3-15,-6 1-4 16,-3 1 0-16,-1 1 1 15,-1-3-1-15,4-3 1 16,0-5 1-16,8-5 0 16,2-4 0-16,2-3 4 15,2 0-5-15,-4-10-1 16,5-9-1-16,-2-9 0 16,1-3 0-16,-4-5 1 0,-8-1 1 15,-14-2 0 1,-12-3 0-16,-13-3 0 15,-12-8 1-15,-8-6 1 16,-9-2-2-16,-11-3 2 16,-5 1-2-16,-5 1-1 15,-20 3 0-15,-9-1 0 0,-8 3 2 16,-4 3-2-16,-3 3 0 16,-1 5 4-16,-3 4-2 15,1 9-2-15,-2 3 0 16,6 10 0-16,2 5-2 15,7 10-3-15,8 5-44 16,4 20-118-16,9 12-107 16,3 0-104-16</inkml:trace>
  <inkml:trace contextRef="#ctx0" brushRef="#br0" timeOffset="197309.54">15223 5259 947 0,'0'0'5'16,"0"0"-5"-1,-119-81-20-15,58 48-18 0,-14-3 36 16,-13 5 2-16,-7 3 23 15,-4 6 13-15,-1 5-19 16,-1 7 4-16,1 6 3 16,1 4 18-16,-2 0-18 15,-5 6 3-15,-5 14 0 16,-9 9 2-16,-1 7 5 0,1 8-16 16,10 5 2-1,18 4 9-15,20 2-2 0,18-1 2 16,17 5-14-1,9 0-5-15,4 2-5 16,16-1-4-16,8 2 0 16,3 3 2-16,32 5 1 15,15-1 10-15,15 0-3 16,13-8-1-16,16 2-2 0,14-2 0 16,14-2 6-16,8-3 17 15,3-6-9-15,-3-10 1 16,-2-11-8-16,0-9-1 15,-1-15 1-15,3-5 2 16,1-11-7-16,-4-19-4 16,0-11-4-16,-5-8-2 15,-9-12 2-15,-13-8 3 0,-10-9-5 16,-15-9 4-16,-16-6-3 16,-14-2 3-16,-19 1 4 15,-22 6-1-15,-10 5-5 16,-40 7 12-16,-30 8-12 15,-26 10 20-15,-26 10-22 16,-24 13-1-16,-20 12-4 16,-13 17 1-16,-9 6-15 15,-1 26-108-15,1 11-109 16,9 2-177-16</inkml:trace>
  <inkml:trace contextRef="#ctx0" brushRef="#br0" timeOffset="199169.13">9414 5234 493 0,'0'0'20'15,"0"0"28"-15,0 0-34 16,0 0 22-16,0 0 28 16,0 0 15-16,-57-7-66 15,48 1 18-15,-4-1-20 16,1 0-10-16,0-3 22 15,-2-1-16-15,-2 3 51 16,-2-4-54-16,-6-1 15 16,-4-1-12-16,-5-2-3 15,-7 2 5-15,-11-1-4 16,-10-1 2-16,-8 2 0 16,-8-2 6-16,-3 0-2 15,0 0 1-15,-3 1 0 16,-1 0 9-16,3 5-10 15,2 1-7-15,5 5 14 0,2 2 4 16,-5 2-12 0,-4 0-7-16,3 12 15 0,4 4-11 15,2 4 1-15,5 3 5 0,0 2-9 16,6 0 0 0,4 2-1-16,6-4 6 0,5 1 2 15,-3 4 3 1,4-1-5-16,3 1-2 0,2 2 0 15,6-1-3 1,4 0 3-16,9-1 0 0,0 1-2 16,3 0 6-1,6 0-2-15,3 1-4 16,2 0 4-16,7-1-2 16,0 1 3-16,0 0-4 0,12-1 5 15,4 2-6-15,2 4 2 16,6 4-2-16,-3 4 8 15,7 3 17-15,-1 1-16 16,3 1-6-16,0-5-6 16,-2-3 7-16,3-3-5 15,2-3 1-15,0-3-4 16,1 0 1-16,-2-1 1 16,-2-1-2-16,-1-4-1 15,3-3 1-15,4-2 3 16,2-4-2-16,1-6 4 15,6-6-1-15,4-1-4 16,8-3 4-16,7 0-3 16,9 0 5-16,3 0-6 15,2-2-1-15,4-3 0 0,1 0 0 16,1 2 0-16,5 1-4 16,-1 2 4-16,2-2-1 15,1-2 1-15,7-6 1 16,1-6-1-16,2-3 4 15,-1-3-1-15,-4 0 1 0,-5-2-3 16,-2-1-1 0,-4-6-2-16,2-8 2 0,1-11 0 15,-3-11 1 1,-8-9-1-16,-16-3 3 0,-19 0 3 16,-21 0-2-16,-21-1 5 15,-19 1 0-15,-36 2-2 16,-20 5-7-16,-18 7 2 15,-8 8-1-15,4 9 0 16,5 10-1-16,9 13-1 16,9 10 1-16,7 9-107 15,3 0-199-15</inkml:trace>
  <inkml:trace contextRef="#ctx0" brushRef="#br0" timeOffset="205415.42">12800 6360 639 0,'0'0'42'0,"0"0"-26"0,15-79-1 16,-15 55 13-16,0-2 30 16,0 2 68-16,-10 1-72 15,-11 0-4 1,-6-2-39-16,-4-1-7 15,-5-4 8-15,-4-5-6 16,-8-1-3-16,-7-5-3 0,-6 2 1 16,-17 1-1-16,-13 3 3 15,-19 8 0-15,-20 9 6 16,-18 16 4-16,-5 2 9 16,-3 13 11-16,11 13-13 15,13 4 23-15,23 3-1 16,21 1-25-16,19 5 3 15,14 2-8-15,15 10-12 16,3 7 13-16,11 6-5 16,10 7 3-16,13 1-1 15,3 1-2-15,19 1-1 0,20-1-4 16,12 0 3-16,19-4 0 16,12-6 0-16,18-7-2 15,10-3 1-15,11-6-1 0,7-10 4 16,8-12-1-1,1-12 3-15,5-13 4 0,0 0-1 16,1-25-2 0,-4-12 2-16,-14-8-4 15,-16-6 9-15,-16-4 9 16,-22-6 1-16,-14-5 5 16,-17-7-6-16,-19-6 4 15,-14 0-3-15,-7-3-23 16,-37-1 8-16,-18 10-2 15,-30 3-11-15,-31 17-1 16,-41 19-6-16,-39 23 0 16,-35 11-133-16,-16 29-85 0,-15 12-122 15</inkml:trace>
  <inkml:trace contextRef="#ctx0" brushRef="#br0" timeOffset="207155.38">12960 7197 650 0,'0'0'257'0,"0"0"-254"16,0 0-1-16,0-77 7 16,0 54 83-16,0 1-11 15,0 2 2-15,-2 1-53 16,-2 1-24-16,-6 0 49 0,-1-1-43 15,-8-5-5 1,-2 1 2-16,-15-2 1 16,-10-2-10-16,-17 4 0 15,-14-2 3-15,-14 2-3 16,-8 4 0-16,-5-1 2 0,4 1-2 16,0 1 0-16,9 2 2 15,4 4-1-15,-1 2 1 16,-1 5 11-16,-1 5-3 15,-2 0-3-15,-5 6 2 0,-2 13 0 16,-2-1-3 0,10 1-2-16,13 1 5 15,15 0-5-15,13 4 8 16,8 6-4-16,14 10 1 16,4 7-4-16,10 9-1 15,7 4 0-15,7 3 15 0,7 5-8 16,16 0 2-16,10-2-9 15,5 0 5-15,3-4-8 16,6-2 5-16,6-4 3 16,8-3 3-16,10-3-4 15,6-2 3-15,9-2 6 16,2-4-1-16,1-3-7 16,8-3-3-16,7-7-2 15,9-4 4-15,14-7-6 16,9-8 4-16,4-8 6 15,-3-2-4-15,-7-1 0 0,-15-14-2 16,-13-8-1 0,-6-8 2-16,-11-8-1 15,-4-16-1-15,-14-9 4 16,-13-13-5-16,-20-11-3 0,-21-8 6 16,-13-5-1-16,-28 2-5 15,-30 4 0-15,-24 9-1 16,-24 15 0-16,-24 23-6 15,-21 26-6-15,-23 22-104 16,-10 30-116-16,5 13-231 16</inkml:trace>
  <inkml:trace contextRef="#ctx0" brushRef="#br0" timeOffset="208891.79">5775 8029 342 0,'0'0'14'0,"0"0"85"16,0 0-29-16,0 0-28 15,0 0-20-15,0 0 21 0,0 0 48 0,16-57-54 32,-14 57-20-32,-1 0-17 0,2 0 0 15,2 13 7-15,2 7 42 16,2 7 7-16,5 9-23 15,2 3 43-15,11 3-49 0,6 0-7 16,7-5-3 0,11-6-4-16,8-4 5 0,7-7 1 15,9-4-1 1,7-9-1-16,4-5-7 0,7-2-6 16,2 0 0-16,10-18-3 0,11-3 2 31,9-9 3-31,10-4-6 15,2-4-1-15,-4-5 1 0,-5 1 0 16,-7 3-2 0,-6 1 4-16,-2 9-3 0,-1 9 2 15,6 13-1-15,-2 7 2 16,2 9-2-16,-2 23-2 16,-7 16 2-16,-3 12 0 15,-9 9 4-15,-16 7 13 16,-18-3-6-16,-17 0-6 15,-17-7-3-15,-15-6 4 16,-11-9-1-16,-3-8 4 16,0-9-5-16,-12-13 0 0,1-9-4 15,-2-10 6-15,0-2 7 16,-2-19 0-16,1-16-12 16,5-18 0-16,5-10-1 15,4-9 0-15,15-5 0 16,16 1 0-16,5-1 0 15,10 6-2-15,4 14 1 16,3 14 2-16,7 17-1 16,4 15 0-16,18 11 1 15,9 8-1-15,7 23 1 16,7 10-1-16,7 7 2 0,4-3-1 16,9-4 4-1,-2-7-5-15,-1-10 1 0,-7-7 2 16,-3-14 4-16,-6-3-1 15,-6-14 4-15,-8-25-2 16,-12-14 1-16,-10-13 1 16,-5-9 32-16,-9-5 4 15,-4 3 6-15,-5 4 1 16,-6 6 11-16,-7 8-21 16,-7 15-14-16,-8 13-19 15,-10 13-10-15,-4 11-1 16,-5 7-25-16,0 7-188 15,-21 20-9-15,-15 4-25 16,-12-2-548-16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7:00:10.8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12312 4460 757 0,'0'0'0'0,"0"0"14"16,0 0 59-16,0 0-33 15,0 0-32-15,0 0 13 0,0 0 2 16,-17-49-23 0,30 49 4-16,2 14 23 0,7 4-3 15,1 7 13-15,-1 1 19 16,1 0-29-16,-1-4 6 16,-4-5-12-16,1-4-1 15,0-6 15-15,0-2-21 16,3-5 16-16,8-5 44 15,12-25 0-15,16-19-26 16,19-22-6-16,25-23-13 0,25-21-10 16,26-17 1-1,23-10-13-15,6-1-7 0,-13 11-3 16,-28 27 2 0,-34 28 0-16,-39 34-2 0,-28 24-43 15,-22 19-107-15,-16 14-112 16,-2 18-29-16</inkml:trace>
  <inkml:trace contextRef="#ctx0" brushRef="#br0" timeOffset="2164.07">17491 5573 347 0,'0'0'295'0,"0"0"-292"0,0 0-3 16,0 0 3-16,0 0 15 15,0 0 49-15,6-12 5 16,-6 12-32-16,0 0-13 16,0-1-5-16,0 0 15 15,0-4 39-15,0-4 3 16,-1-4-28-16,-13-3-48 0,-5-7 0 16,-5-1 0-1,-6-4 3-15,-7 0 3 0,-10 0-7 16,-6 2 10-1,-4-2-9-15,0 1 3 0,2 3 4 16,1 1-4 0,-5 5 4-16,-6 2-8 0,-3 2-2 15,-5 2 2-15,-7 0 1 0,-6 3-3 16,-10 0 0 0,-5 1 8-16,-2-3 8 0,-1 1-16 15,1-3 45 1,5-1-35-16,5 2 1 15,4-1-3-15,2 5 8 16,-2 2-8-16,-2 1-7 0,-3 4-1 16,-3 1 4-1,-5 0 0-15,-5 4-2 0,-2 8 0 16,-2 3-1-16,5 2 0 16,1 1-1-16,5 2 3 15,3 2-3-15,3-1 2 16,4 1 4-16,5 3-6 15,6 0 0-15,-2 2 3 16,-2 2-2-16,2-3-1 16,-4 0 0-16,2-3 2 15,2 2 0-15,4-4-1 0,6 0 0 16,7-1 0 0,14-2 0-16,6 2 2 15,8-1-3-15,8 3 2 16,4-1-1-16,5 1 0 15,4 1-1-15,0 4 0 16,8 2-1-16,0 5 1 0,3 7-1 16,4 3 1-1,0 5 0-15,0 2 1 0,1-2-2 16,13 1 1-16,7-4 0 16,6 0 1-16,5-6-1 15,9-1 0-15,8-7 2 16,8-5 0-16,5-2 1 15,7-6 2-15,4 0-4 16,5-5 8-16,-1 3-8 16,5-3 1-16,2 3-2 15,-2 1 3-15,6 0-2 16,6 0 1-16,8 3 1 0,6-5-3 16,7 2 4-16,4-2-8 15,0 1 5-15,0-1-1 16,2 2 3-16,-5 0-3 15,-1 1 1-15,0 0-1 16,10 1 2-16,0-2 0 16,11 0 1-16,4-9-3 15,1-6 0-15,0-3 0 16,-2-2 1-16,-3-12 1 16,-5-6 2-16,2 0-2 15,1-5 1-15,4-7 0 0,2-5-3 16,-6 0 0-1,-7-5 0-15,-11 0 0 16,-16 1 1-16,-12-6-1 16,-16-5 0-16,-12-7 2 0,-14-8-1 15,-17-10 1-15,-16-8 2 16,-13-5-4-16,-27-1 0 16,-36 4-2-16,-26 6 2 0,-22 5 0 15,-16 7-1 1,-8 9 1-16,2 10 4 15,4 15-4-15,7 15-4 16,10 17-15-16,12 3-158 0,9 5-195 16</inkml:trace>
  <inkml:trace contextRef="#ctx0" brushRef="#br0" timeOffset="9884.33">12942 7749 734 0,'0'0'15'0,"0"0"-11"15,0 0 43-15,0 0 68 16,0 0-70-16,0 0 17 16,-95-56-16-16,63 51 12 0,0-2-7 15,-3 1-19 1,1-3-2-16,-2 0-22 0,-4 1 12 15,-2-5-18 1,-7 2 17-16,-1-1 0 0,-3-2 15 16,-1 1-2-1,2 2 8-15,-3-1-24 0,-2 4-5 16,-3 0-2-16,-2 0-5 16,-1 2-3-16,-6 0 5 15,2-4 9-15,-1 0 7 16,1 0-11-16,1-1-3 15,2 1 14-15,-4 1-1 16,1-1 1-16,-3 0 0 16,-1 4-6-16,-7-2-6 15,-4 3-3-15,-11 2-4 16,-5 0-2-16,-6 0 1 16,-10 3 0-16,1-2-2 0,-8 2 0 15,-3 0 0-15,0-2-1 16,-3 0-1-16,-5-4 2 15,4-1 0 1,-2-2 1-16,4 2 1 0,-2 1 0 16,0 0-1-16,-2 2-1 15,-3 4 0-15,0 0-2 16,-5 0 2-16,-4 0-2 16,-3 0 2-16,1 0 2 15,3 0-1-15,1 0 1 0,6 0-2 16,2 0 0-1,4 0-3-15,3 0 0 0,0-4 3 16,-4-3 0 0,5 0 1-16,-1 1 1 0,7 0 1 15,2 1-1-15,7 0-2 16,2 1-2-16,5 1-1 16,2-1 3-16,-2 2-2 15,-3-2 1-15,0 1 1 16,-2-1 0-16,7-1 2 0,1 1 1 15,7 1 0 1,1-3-2-16,3 2-1 0,4 1-1 16,5 1-2-1,2 2 2-15,-1 0-2 0,-4 0 3 16,2 7 0 0,-1 1 1-16,-1-1 0 0,-3 3-1 15,4 0 1-15,-2-1-1 16,4-1 0-16,4-1 0 15,0-1 1-15,-2 1 0 16,2 0-1-16,2 4 0 16,3-3-2-16,7 4-1 15,5-2 2-15,0-1 1 0,-2 0 0 16,1 2-1 0,-7 0 1-16,0 2 1 15,4 2 0-15,2-3 0 16,8 3-1-16,4 2 0 0,-1 0 0 15,1 5 0 1,-1 3 0-16,2 2-1 0,4 1 1 16,6 0 0-1,4 2 3-15,5 2-5 0,1 3 5 16,5 2-2-16,-1 0-1 0,5 0 2 16,5-3-2-1,4-3 2-15,9 5 4 0,0 1-1 16,16 3 11-1,8 1-8-15,7 0-1 0,5-4-2 16,2 2-3 0,4-5 8-16,7-1 2 0,3-1-3 15,9-3-1-15,6 1 4 16,6 1-11 0,5 1 9-16,1 1-3 0,3-1-7 15,6-1 3-15,1-1-1 16,-2-5-1-16,4 0 2 15,3 0 1-15,6-5-1 16,8-3-1-16,6-4-2 16,6-3-3-16,5 0 0 15,6-3 3-15,5-2 4 16,-2-3-4-16,2 0 2 16,7-2 3-16,2 0 2 15,7 0-7-15,6 0-2 16,-1 0 0-16,4 0 2 15,-4 0-2-15,-5 0 2 0,0 0 5 16,-1 0-5 0,4-6 3-16,2-2-3 0,-2 2-5 15,-1 0 5 1,-5 2 0-16,-6 1 1 0,-3 3-1 16,0 0 2-16,-1 0 3 0,4-1-5 15,3-4-6 1,-2 3 5-16,4-1 1 0,-5 0 0 15,-9 2 0 1,-4 1 0-16,1 0 6 0,-9 0-5 16,-1 0-1-1,0-1-4-15,-3-2 2 0,4-2-2 16,1 1 4-16,-1-1 0 16,-1 0 2-16,3-2 1 15,0 2-3-15,-1-3 5 16,1 2-5-16,-1 0-4 15,-4 1 3-15,-3 2 0 16,-4 2 1-16,-3 1-3 16,-6 0 3-16,-5 0 1 15,-4 1 1-15,-1 4-1 16,-1-1 2-16,-3-1 0 16,-3 0-3-16,-7 0-6 0,2-1 6 15,-4-2-1 1,-2 0 1-16,-5 0-2 0,-6 0 2 15,-4 0-2 1,-8 0 2-16,-1 0 1 0,-8 0 4 16,-3 0-5-1,-7 0 0-15,-8 0 0 0,-7 0 1 16,-3 0-2-16,-6 0 3 16,-3 0 1-16,0-15 2 15,3-5-3-15,0-8 0 16,2-7-2-16,0-6 1 15,0-7-1-15,-4-7 1 16,-2-5 0-16,-5-13-1 16,0-12 0-16,-14-5 2 15,-20-3-2-15,-20-2 0 16,-16 8 2-16,-16 1-2 16,-13 9 0-16,-13 15 4 15,-5 12-4-15,-2 17-7 16,2 18-8-16,-1 15-136 0,8 2-123 15,8 20-198-15</inkml:trace>
  <inkml:trace contextRef="#ctx0" brushRef="#br0" timeOffset="10961.62">20528 8068 236 0,'0'0'679'16,"0"0"-646"-16,0 0-24 0,0 0 67 16,42-77 65-1,-36 70-9-15,2 1-55 0,1 0-30 16,-2 3-12-16,1 3-10 16,1 0-17-16,3 0-7 15,1 10 18-15,5 10 4 16,0 9 23-16,-3 3-6 15,-3 5 10-15,-2-1-12 16,-1-3-14-16,-1-3 7 16,1-7-13-16,2-5-1 15,0-6-2-15,2-5 5 16,2-6 6-16,9-1-1 16,10-16 14-16,20-21 4 0,19-17-18 15,20-14-11 1,19-13-5-16,14-11 2 0,12-11-1 15,8-10-5 1,9-1-5-16,-4 2 0 16,-14 13 0-16,-19 16 0 15,-28 15 0-15,-26 18 0 16,-23 13 0-16,-27 14-134 0,-17 13-277 16</inkml:trace>
  <inkml:trace contextRef="#ctx0" brushRef="#br0" timeOffset="13156.92">4849 9558 777 0,'0'0'28'0,"0"0"19"16,0 0-24-16,0 0 28 15,0 0 52-15,0 0-42 0,0 0-48 16,14 29 6-1,10 3 70-15,6 12 1 0,4 3-47 16,4 2-24-16,5-2-6 16,9-4 0-16,5-5 21 15,4-3-2-15,8-6 1 16,5-1-9-16,13-8 1 16,7-7 2-16,12-6-6 15,1-7-13-15,5 0-7 16,1-3 0-16,-2-10-2 0,-1 0 2 15,-5-3-1 1,-4-1 0-16,-3-2-1 0,1-4 1 16,6 0 2-1,3-3 3-15,7-1-5 16,0 5-1-16,0 5-3 0,-9 10 4 16,-8 7 0-16,-12 1 0 15,-12 19-1-15,-8 9 1 16,-7 3 0-16,-2 5 0 15,-9 2 1-15,1 0 1 16,-10 2 2-16,-6 0 0 16,-8 2 1-16,-10-4 3 15,-9-2-3-15,-6-4-1 16,0-8-3-16,-16-4-1 0,0-9 2 16,-1-7 0-16,0-5 4 15,1-7 5 1,-3-20-11-16,2-13 0 0,1-11 0 15,7-6-23 1,9-8 6-16,0 1 3 16,16 6 8-16,10 8 6 15,5 8-1-15,7 10 2 0,4 12-1 16,12 5 3-16,13 7-2 16,12 6 16-16,8 2 1 15,11 0-7-15,-4 0-2 0,2 0 4 16,-7 0-5-1,-8 0 0-15,-5-6 5 16,-15-8 1-16,-13-4-1 16,-7-7 5-16,-11-8 3 0,-12-5 15 15,-6-9 1 1,-6-9-16-16,-6-7 22 0,0-10-19 16,0 3-11-16,-10 5 5 15,2 12-18-15,-1 12-7 16,-1 12-7-16,-5 14-94 15,-4 12-71-15,-14 3-228 16</inkml:trace>
  <inkml:trace contextRef="#ctx0" brushRef="#br0" timeOffset="21795.27">10552 9772 818 0,'0'0'0'0,"0"0"-2"0,0 0 0 15,0 0-10 1,0 0 12-16,0 0 11 0,0 0 15 16,39 10 72-1,-3 8-71-15,13 3 27 0,13 3-20 16,10 0 7-16,13-1-8 16,5-1-19-1,2-2-8-15,-2 0 5 0,-2 0-3 16,0-7-2-16,6-3-2 15,7-7 11-15,10-3 2 16,13-1 1-16,10-17-12 16,8-6-4-16,2-2 2 15,-1-1 7-15,-5 2-3 16,-8 1-4-16,-10 0-1 16,-5 1-2-16,-2 2 1 15,0 0-1-15,0 0-1 16,2 1-1-16,0-1 1 15,3 1-2-15,2 0 2 16,-2 3 0-16,-5 3 0 0,-5 5 1 0,-9 4 0 31,-4 5-1-31,-2 0 0 0,-4 3 0 16,1 7 0-16,2-2 0 16,5-1-1-16,9-1 0 15,6 1 1-15,3 3 0 0,-4 4 1 16,-4 5-1-1,-10 6 2-15,-9 6-1 16,-10 4 0-16,-6 6 0 16,-8 3-1-16,-8 2 12 0,-10 1 17 15,-8-3-26 1,-6-3 12-16,-1-5-5 0,-4-9-6 16,-3-5-4-16,-3-8 0 15,-3-8 0-15,-5-4 0 16,0-2 3-16,0-2 0 15,2-17 2-15,5-12-5 16,4-7-4-16,3-6-3 16,1-4 5-16,5-2 0 15,5-1 2-15,7-6-1 16,8-1 1-16,10 3-1 16,6 3 1-16,2 8 0 15,2 9 0-15,-3 8 0 16,2 10 0-16,-1 7 0 15,5 8 0-15,4 2 0 16,5 0 1-16,2 8-1 16,6 7-2-16,7 6 2 15,9 5-2-15,1 2 2 16,4 3 0-16,-2 0 0 0,-3-2 0 16,-6 1 1-16,-4-4 0 15,-6-7 0-15,-8 0-1 16,-4-9 3-16,-8-6 0 15,-6-3 5-15,0-1-2 16,0-3 5-16,-3-12-3 16,0-3-1-16,1-5 0 15,-6-2-4-15,-2-3 2 16,-5-6 0-16,-9 1 0 0,-7-5-2 16,-6-3 1-1,-6 1 7-15,-6-2 7 16,-5 3 50-16,-7-1-7 0,-6 2-33 15,0 3 33-15,-7 1-56 16,-23 7-5-16,-19 3-149 16,-24 4-219-16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7:00:48.9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25282 12409 921 0,'0'0'0'0,"0"0"-20"15,0 0 12-15,-80-26 6 0,47 26 2 16,-11-2 0-1,-14 2 0-15,-12 0 1 16,-15 0-1-16,-12 2 5 16,-18 6 18-16,-16 2-12 15,-17 1-3-15,-18-1-8 16,-16 1 0-16,-13-4 10 16,-8 0 4-16,-10 0 21 0,-4-1 9 15,-3 0-12-15,-8 0-10 16,-5-3-18-16,-9 0 2 15,-10-1-1-15,-11 2-4 16,-13 1-1-16,-10-3-3 16,-14 9 3-16,-10-1 3 15,-11 5-3-15,-7 2-1 16,-7 3 1-16,-3 3 1 0,-2 2-1 16,-7 2 0-1,4 0-1-15,0-2 1 0,6-2 0 16,1-2 0-1,4-5 2-15,5-1-4 16,4-3 3-16,7 0-1 16,3-4 0-16,6 0 0 0,4-6 0 15,4-2-3-15,10 0 3 16,10 0 3-16,12-6-3 16,16-6 0-16,8 0 2 15,15 3-1-15,12-1-2 16,2 3 0-16,8 1-1 15,2 3 2-15,0 1 1 16,8 2-1-16,5 0 0 16,6 0-1-16,8 0-1 15,1 4-3-15,7-4 5 16,6 0 0-16,9 0 1 16,11-2 1-16,9-2-2 0,6-4-3 15,11 2 3-15,1-1-1 16,6 0 1-16,4 2 1 15,0 1 4-15,7 4-5 16,-1 0 2-16,0 0-2 16,1 4 1-16,3 5-1 15,7-1-1-15,5 2-5 16,3 2 6-16,2-4 0 16,2 3 0-16,2-3-1 15,1 3 1-15,0-1 2 16,0-1-1-16,4-3-1 0,1 1-1 15,0-3 1 1,5 1 5-16,-1-5-5 0,2 0 0 16,2 0 0-1,8 0 0-15,1 0-2 0,6 0 2 16,0 0 0-16,2 0-2 16,1 9 0-16,3 3 2 15,-6 5-1-15,1 4 0 16,-4 4 1-16,1 7 0 15,0 1 1-15,5 8-1 16,0 0 0-16,12 6 7 16,1 6-3-16,4 6 1 0,4 7 24 15,-2 6-11-15,7 4 2 16,0 4 5-16,3 5-4 16,2 9-1-16,3 8-5 15,0 3 9-15,1 9-12 16,0 3-2-16,-1 7 4 15,1 4 2-15,-5 3 4 16,1 1-10-16,-1 8 3 16,4 5-2-16,4 2-1 0,4-1 0 15,1-3 1 1,0-5-6-16,0-2-1 16,3-3 2-16,6 3-1 15,1-4 10-15,4-1-9 16,3-5-3-16,6-11-1 15,7-9-1-15,7-8 0 16,8-8 1-16,8-9-1 16,7-3 0-16,9-6 2 0,6-1-1 15,5-2 0-15,9-3 0 16,2-1-1-16,11-4 0 0,8-6 0 16,7-5 0-1,12 0-1-15,6-1-1 16,8-2 0-16,5-2 1 0,11-2 0 15,4-3 1 1,6-4 0-16,5-2 2 0,11-2-3 16,6-4 0-1,7-3-3-15,4-5 3 16,8-3 1-16,1-1 0 0,5-4 3 16,6-2-4-16,1-1-2 15,3-5-1-15,4 1 4 0,3-5-1 0,3 0 3 31,7 0-3-31,-1 0-3 16,4 0 3-16,1 0 4 16,4 0-3-16,4 0-1 15,-3-4-4-15,5-1 4 16,-3 1 4-16,2-3-2 16,1 1-2-16,-5-1 0 15,3-2 0-15,-2 1 0 16,3-1 0-16,0 1 0 0,-1-4-2 15,2 1 2 1,1-2 3-16,3-2-3 0,2-3 0 16,1-1 0-1,-4-1 0-15,-1 2 2 0,-4 0-2 16,-4 1-2-16,-2-2 1 16,-3 3 1-16,-1-2 2 15,0-2-2-15,-2-3 0 16,-3-3-3-16,0-2 3 15,-4 0 2-15,3-2-2 0,-1 1-1 16,-6 0 1 0,-1-2 0-16,-7 1 1 0,-6-2 1 15,-5 1-2-15,-6-2-2 16,-10-3 0 0,-2 3 2-16,-7-3 1 15,-4 2 2-15,-3 2-3 0,-5-1-2 16,-3 2-1-16,-8 2 3 15,-8 0 0-15,-5 1 3 16,-10 1-1-16,-8 2-1 16,-7 2-1-16,-9 1-4 15,-5 3 3-15,-8 0 0 16,-7-1 1-16,-5 1 0 0,-7-3 1 16,-7 2-1-16,-4-3 1 0,-6 1 0 15,-4 0-2 1,-8-3-1-1,-6-1-3-15,-14 1 2 0,-4-7 3 16,-9-1 0 0,-5-4-1-16,-4-5 1 0,-5-7 0 15,-2-4 1-15,-4-3 0 16,-2-5 0-16,-1-8-1 16,-1-5 2-16,0-2 4 15,0-5 7-15,0 3-8 16,-4 1 0-16,-1 0-3 15,-1-2-1-15,-1-4-2 16,-1-5 2-16,1-6-1 0,-2-5 0 16,-3-8 0-1,-3-12 1-15,-6-2-1 0,-4-5 0 16,-9-2-1-16,-7 5 1 16,-5-4 0-16,-3-9-2 15,-7-3-1-15,0-14 3 16,-7-8-1-16,-4-6 1 15,-7-6 0-15,-4 0 0 16,-4-1 0-16,-3 8 6 16,-6 14 0-16,-11 30-6 15,-17 34 0-15,-30 25-154 16,-35 12-721-16</inkml:trace>
  <inkml:trace contextRef="#ctx0" brushRef="#br0" timeOffset="1140.25">8631 13429 711 0,'0'0'0'16,"0"0"-3"-16,-33-80-3 16,9 56 6-16,-12 6 17 0,-15 5 28 15,-7 12-12-15,-12 1 15 16,-5 19 38-16,-5 21 0 16,2 15-33-16,2 16-11 15,12 20 10-15,16 17 0 16,14 11-4-16,19 3-5 15,15-6-10-15,16-17 21 16,41-18 1-16,28-23-19 16,24-19-16-16,18-20-4 15,7-19-10-15,2-9-1 0,-8-29-2 16,-9-16 1 0,-14-11 1-16,-9-15-4 0,-10-9 4 15,-14-4-3-15,-17 0-1 16,-21 11 3-16,-25 12-3 15,-12 10 1-15,-31 12 1 16,-11 10-3-16,-1 11-1 0,7 15 0 16,6 12-5-1,11 0-54-15,19 18-93 16,9 13-59-16,37 6 39 0,27 1-115 16</inkml:trace>
  <inkml:trace contextRef="#ctx0" brushRef="#br0" timeOffset="1620.37">11183 13248 990 0,'0'0'17'0,"0"0"-8"0,-116-65-9 15,68 50 3 1,-9 6 18-16,-4 9 39 0,-3 3-29 16,4 29 26-1,2 13-33-15,3 16 6 0,10 13 6 16,12 14 2-16,13 12-11 16,15 12 24-16,5 9-6 15,31-7-22-15,21-9 13 16,20-25-7-16,24-21-24 15,18-22 9-15,12-25-3 0,5-12-2 16,-4-30-7 0,-8-24 5-16,-17-15-5 0,-11-15 0 15,-21-9-1 1,-25 0 1-16,-23 1 0 0,-22 7-4 16,-19 7 2-16,-35 9-6 15,-22 10-1 1,-17 13 2-16,-5 18 3 0,-1 15 1 15,13 13-13-15,17 10-81 16,17 24-126-16,24 9-71 16,19 0-256-16</inkml:trace>
  <inkml:trace contextRef="#ctx0" brushRef="#br0" timeOffset="1827.67">13590 13374 670 0,'0'0'0'0</inkml:trace>
  <inkml:trace contextRef="#ctx0" brushRef="#br0" timeOffset="2152.44">13372 13295 864 0,'0'0'110'0,"0"0"25"16,0 0-121-16,0 0 14 0,-81 0-25 15,57 38 17-15,4 19 21 16,4 13 30-16,13 11-27 15,3 17 4 1,6 4 3-16,20 0-6 0,4-6-22 16,8-17-16-16,7-21-7 15,6-18 6-15,9-19-1 16,4-19 10-16,5-6-4 16,2-35 1-16,4-24-5 15,-4-20-3-15,-6-15 0 16,-15-6-2-16,-18 3 2 0,-25 9-2 15,-7 9 0 1,-39 5-2-16,-17 11-3 0,-13 12 3 16,-7 19-1-1,0 21 0-15,4 15-6 0,11 11-7 16,13 27-52-16,23 14-105 16,20 9-54-16,7-1-144 15</inkml:trace>
  <inkml:trace contextRef="#ctx0" brushRef="#br0" timeOffset="2658.43">15583 13264 611 0,'0'0'123'0,"0"0"-93"0,0 0-10 16,-100-24 13-16,70 30 34 15,-1 22 6-15,-4 19-27 16,2 16 32-16,4 17-23 15,8 8 5-15,15 11-4 16,6 5-8-16,18-7-17 16,23-8 1-16,12-16-14 0,15-23-9 15,12-16 5-15,8-23-1 16,6-11 3-16,1-32-5 16,1-29-7-16,-2-23 3 15,-6-21-7-15,-11-6 0 16,-20 0 2-16,-25 8 0 15,-24 9-1-15,-8 13 5 16,-39 12-1-16,-15 16 3 0,-14 17-8 16,-10 22-2-1,2 14-2-15,2 20-5 0,13 26-54 16,14 13-93 0,19 4-106-16,22-3-279 0</inkml:trace>
  <inkml:trace contextRef="#ctx0" brushRef="#br0" timeOffset="3242.48">18140 13337 979 0,'0'0'0'0,"0"0"-21"0,0 0-53 0,0 0 72 16,-113-37 4 0,62 37 7-16,-4 11 65 15,-2 15-8-15,2 11-16 16,0 14-22-16,5 15 4 0,11 11 21 16,14 12-12-16,19 7 22 15,8-1-31-15,40-2 10 16,23-10 0-1,19-11-26-15,16-16-6 0,15-17 1 16,5-22-5-16,6-17-2 16,-1-32-4-16,-6-28 0 15,-11-20 1-15,-15-13 2 16,-21-10-1-16,-30 4 6 16,-28 5-2-16,-16 9-5 15,-46 12 8-15,-26 9-5 0,-21 15-1 16,-10 17-3-1,5 17-2-15,15 15 0 0,21 1-24 16,28 22-105 0,27 4-69-16,12 0-110 0,43-9-95 15</inkml:trace>
  <inkml:trace contextRef="#ctx0" brushRef="#br0" timeOffset="3690.13">20081 13169 1203 0,'0'0'57'0,"0"0"-57"0,0 0-15 0,0 0 15 16,0 0 1-16,0 0 1 0,-76-26-2 15,40 54 11 1,2 16 1-16,4 18 14 0,7 20 25 16,9 8-5-16,9 8 29 15,5 2-25-15,14-4-37 16,26-7 0-16,18-10-7 16,15-18-1-16,15-21-2 15,12-25 2-15,7-15-3 16,6-36 4-16,0-28-2 0,-5-19 0 15,-10-12 1-15,-22-4-5 16,-24 1 0-16,-24 5 0 16,-25 4 3-1,-6 10 4-15,-40 13-2 0,-18 12-5 16,-18 19 0-16,-12 15-3 16,0 18-1-16,6 2-22 15,18 19-30-15,15 10-62 16,19 6-80-16,21-4-150 15,12-7-194-15</inkml:trace>
  <inkml:trace contextRef="#ctx0" brushRef="#br0" timeOffset="4251.14">23644 13089 206 0,'0'0'740'0,"0"0"-677"0,0 0-33 0,-96-36 43 16,38 60-12-16,-3 27 46 15,1 26 25-15,10 21-4 16,11 20-39-16,14 10-11 16,14 7-36-16,11-3 2 15,25-9-25-15,31-12-6 0,27-18-3 16,29-18-7 0,25-21-1-16,25-29 0 0,14-25 2 15,5-15 4-15,1-39 17 16,-16-16-7-16,-20-14-6 15,-35-6-9-15,-44 1 23 16,-39 8-11-16,-28 8-8 16,-25 16-7-16,-33 13 0 15,-24 7-95-15,-27 2-258 16,-27-4-737-16</inkml:trace>
  <inkml:trace contextRef="#ctx0" brushRef="#br0" timeOffset="12296.32">13406 5934 862 0,'0'0'1'15,"0"0"-1"-15,-81-44 0 16,55 32 8-16,-1-5-8 16,0 1 19-16,3 2 7 15,3-1 7-15,2 4 13 16,3 1-21-16,1 3-13 0,-6 3-6 16,0-1-5-16,-8 4 3 15,-4 0-3-15,1 1 2 16,-5 0 0-16,-4 0 0 15,-2 0 13-15,-8 0-4 16,-8 0 1-16,-7 0 10 16,-6 0 4-16,-4-5 6 15,0-3-16-15,-3-2-3 16,0 1-6-16,0-2 3 0,0 0 6 16,6 4-6-16,-4 0-11 15,-3 5 5-15,-3 0-3 16,0 2-1-16,3 0-1 15,1 0 0-15,1 8 1 16,-1 2-1-16,0 2-1 16,0-2 1-16,1-1 3 15,4-2-3-15,5-4 0 16,5 0 1-16,4-3-1 0,1 0-1 16,4 0 1-1,-2-6 0-15,6-3 3 0,-3-3-3 16,-2 0 0-1,1 0 0-15,-5 3-2 0,4 2 1 16,-3 5-1 0,-4 1 2-16,-1 1-1 0,-4 0-1 15,5 0 2-15,3 0 0 16,8 0-2-16,3-4 2 16,2 3 0-16,1 1 3 0,1 0-3 15,-4 0-1 1,0 0 0-16,0 7 0 15,0-1 1-15,4-1-2 16,3-4 2-16,5-1 1 0,2 0-1 16,1-1 0-1,0-6 0-15,-2-1 0 0,-3 1 0 16,-1 4-3-16,-1 2 2 16,4 1 1-16,0 0-1 15,6 5 1-15,5 6-2 16,2 5-3-1,7 2 5-15,3 0-2 0,2 4 2 16,5 5-8-16,-1 4 7 16,-5 4 1-16,4 2 0 15,-2 1 0-15,-3 0 0 16,-3-1 0-16,2-1 2 16,2-4-2-16,-2-3 1 15,6-2 2-15,4 1-2 16,1 5 2-16,4 3 0 0,0 7 8 15,0 2-3 1,0 2 3-16,3 3-8 0,4 0 0 16,-2 3 3-1,5-1 2-15,-1 2-4 0,0 0-1 16,3-1 2-16,-3-2 8 16,3-2-13-16,1 2 7 15,-1 1 0-15,5 2-1 16,-2-1-1-16,5-8-4 15,3-3 0-15,1-9 4 16,9-3-3-16,0-5-1 16,5-7 6-16,1-3-6 15,1-6 6-15,6-6-5 0,4-3 1 16,13 0-2-16,8 0 0 16,8-9 0-16,14 1-1 15,9-2 0-15,5 6 0 16,1 4-4-16,1 0 4 15,-1 4 0-15,-5 10 0 16,4-2 2-16,5-5 0 16,4-4-1-16,8-3-1 15,0 0-4-15,6-6 4 16,5-9 0-16,1 0 0 0,-1-1-2 16,-1 0 2-1,-1 3 0-15,-2 0 0 0,-4 1-4 16,-3 3-12-1,-9 2-2-15,-5 1 12 0,-7 0-1 16,-3 2 3 0,0 0 4-16,-5-1-5 0,-1 0-5 15,-3-1 0-15,3 2 7 0,-1-1 2 16,-1 3 0 0,-5 0-7-16,-11 1-12 0,-9-1 13 15,-6 1-19 1,-6-3 23-16,-10-2 2 15,-5 1 1-15,-7-1 0 16,-8-4 0-16,-3-1 1 0,-5-5 3 16,-5-4 0-1,0-6 5-15,-7-4 3 0,-1-8-7 16,-4-1 3-16,0-4-2 16,0-2 1-16,0-2 0 15,0-3 2 1,-1-7-9-16,-10-5 3 15,-5-4-1-15,-6-3-2 0,-5-5 2 16,-8-2 5-16,-3 1-1 16,-6 6-5-16,-5 4 6 15,-3 9 2-15,5 4-9 16,0 8 0-16,10 6 1 16,2 9-1-16,2 14-1 15,-3 12-91-15,-10 3-173 16,-12 7-371-16</inkml:trace>
  <inkml:trace contextRef="#ctx0" brushRef="#br0" timeOffset="19731.73">9075 9118 363 0,'0'0'71'0,"0"0"-26"0,0 0 34 16,0 0 53-16,0 0-64 0,0 0 47 16,0 0-30-1,0 0-59-15,-7-36-8 0,7 36 18 16,0 0 10-1,0 0-15-15,-2 0-16 0,1 0-9 16,1 0 1 0,-2 0-5-16,2 0-2 0,0 0 0 15,2 0-1 1,20 0 1-16,17 0 39 0,19-3-3 16,12-14-17-1,12-4-7-15,2-2 2 16,-8 2-3-16,-5 0-6 15,-7 5 0-15,-5 3-2 16,-8 3-2-16,-5 1-1 0,-15 5 4 16,-11 2-3-16,-10 2-1 15,-10 0 1-15,-18 0 6 16,-27 17 40-16,-26 10-32 16,-13 4-12-16,-7 1 4 15,9-4 2-15,15-5-2 16,19-9-3-16,15-4-2 15,12-4-4-15,5-2 0 16,5 0 0-16,8-4-37 16,3 0-180-16,0 0-236 15</inkml:trace>
  <inkml:trace contextRef="#ctx0" brushRef="#br0" timeOffset="23502.38">9432 10396 749 0,'-6'-14'16'0,"1"12"74"16,1 2-74-16,-1 0-8 15,-2 0 62-15,4 0-4 16,3 0-22-16,0 0-20 16,0 0-16-16,0 0-6 15,18 0 3-15,16 0 16 16,23-17 43-16,17-9-18 0,14-11-30 16,6-1 1-1,-10 8 7-15,-20 9 6 0,-27 9-2 16,-25 12-14-1,-16 0-9-15,-57 16 33 0,-42 27 21 16,-48 28-46 0,-34 26-13-16,-14 18-6 0,-8-15-298 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7:01:32.4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24995 11140 818 0,'0'0'19'0,"0"0"-19"16,0 0 1-16,0 0-1 16,0 0 88-16,0 0-24 15,0 0-21-15,0 0-4 16,-35-50 1-16,27 49-13 15,-4 1-11-15,-8 0 11 16,-9 0 0-16,-2 0-7 16,-7 0 11-16,0 0-4 15,-2 2-7-15,-1 0 2 0,-1-2-14 16,1 0 6-16,3 0-4 16,6 0 2-16,3 0 23 15,4 0 33-15,1 0-56 16,-3 0-11-16,0 0 3 15,5 0-3-15,7 0 2 16,2 0 3-16,2 0-5 16,-2 0 0-16,-1 7-1 15,-5 4-1-15,5 1 1 0,2-2 0 16,2 0 0-16,7-2-1 16,2 1-3-16,-1 3 3 15,0 2 1 1,1 3 4-16,1-2 17 0,0 6-12 15,-3-3 4-15,0 5 19 16,-3 5 3-16,-4 3-11 16,2 3 0-16,1 3 4 15,2 0-17-15,2 5 2 16,3 0-2-16,0-1 5 16,5 1 8-16,4-2-8 15,1 1-2-15,3-2 3 16,0 2-6-16,1 0 1 15,-2 3-3-15,-3-1-6 0,2 0 0 16,-5-2 4 0,-2-2-3-16,1 1-3 0,-4-3 3 15,-1-1-1-15,0-3 3 16,0-3-3-16,0-5-1 16,0-5 0-16,0-1-1 15,0-6 1-15,0-3-1 16,0-3 0-16,3-1 0 0,0-2 1 15,-1-1 0 1,-1 0-2-16,3-1 1 0,-2-1 0 16,2 0 0-1,1-1 0-15,1 4 2 0,5-2-2 16,5-2 0-16,8 3 0 16,10-3 1-16,8 0-1 15,8 0-1-15,7-9 0 0,4-1 0 16,5-1-3-1,1 1 3 1,2 3-1-16,-5 0 1 0,-6 1 0 16,-7 2 0-16,-12 0 1 15,-8 0 0-15,-9 1-1 16,-10-1 0-16,0-3 2 16,-6-5 4-16,0-3-6 15,-3-7 0-15,-3-3-1 16,0-6-1-16,0-9-16 0,0-7 9 15,0-7 8 1,-4-8-17-16,-4-5 15 0,-5-3-3 16,-2 1 4-1,-7-2 2-15,-2 2 0 16,1 5 0-16,1 7-1 0,3 7 1 16,2 7 1-16,2 4-1 15,0 5-23-15,-4 5-134 0,-6 5-219 16,-4 1-875-1</inkml:trace>
  <inkml:trace contextRef="#ctx0" brushRef="#br0" timeOffset="1489.05">23349 11221 851 0,'0'0'75'15,"0"0"-68"-15,0 0-4 16,0 0 59-16,0 0 19 16,0 0-29-16,-10-67-26 15,7 64-1-15,-3 2 15 0,-4 1 10 16,-5-1-23-16,-6 1-17 16,-7 0-6-16,-6 0 6 15,-10 0 17-15,-8 0-13 16,-4 2 1-16,-3 1 17 15,4 0 1-15,0-1-18 16,6-2 23-16,4 0-10 0,5 0-3 16,5 0 2-16,7-3-16 15,3-2-1 1,7 3-1-16,3-1-1 0,4 0-7 16,7 0 3-1,2 3-3-15,-1 0-1 0,-1 3 1 16,-2 16-1-1,0 3 6-15,5 6 9 0,-1 5 1 16,2 0 2-16,-2 7 4 16,-1 3 0-16,-1 4-1 15,-2 9 4-15,-1-1-11 16,2 1 7-16,4-3-8 16,1-2-11-16,0 1 5 15,0 2-5-15,0 2 8 16,0 6-7-16,0-3-2 15,0-2 13-15,-5-4-6 16,2-9 1-16,2-3-6 16,1-8-1-16,0-5 0 0,0-3 0 15,0-4-2-15,0-2 0 16,0-3 1-16,0-5-1 16,0-1 0-16,0-4 0 15,0 0 0-15,0-4 0 16,0 0 0-16,0-2-2 15,0 0 2-15,0 0 1 16,1 0 3-16,2 0-4 16,8 0 0-16,11-2-1 15,15-12 0-15,15-6 2 0,5-1-1 16,0 1 0-16,1 2 0 16,-1 1-1-16,4 2-1 15,2 0 2-15,-4 5 0 16,-5 4-1-16,-8 1-5 15,-7 3-3-15,-3 0 1 16,0-1 6-16,0 1-2 16,-1-3 2-16,-2 1 1 15,-7 0 0-15,-7 0 0 16,-10-2 1-16,-5 2 1 16,1-8 7-16,-2-3-1 0,-3-11-7 15,0-6-2 1,0-8-3-16,-9-8-3 15,-8-8 8-15,-5-3-7 16,0-6 4-16,-2 0 2 16,1 3 1-16,0 2 1 15,-4 7 2-15,1 6 4 16,4 8-1-16,1 6 0 0,6 6-1 16,3 5-5-16,3 8 0 15,5 3-11-15,-1 9-82 16,-8 2-272-16,-8 4-384 0</inkml:trace>
  <inkml:trace contextRef="#ctx0" brushRef="#br0" timeOffset="3305.56">22667 13450 833 0,'0'0'154'0,"0"0"-154"16,0 0 3-16,0 0 17 15,0 0 68-15,0 0-20 0,-33-86-57 16,24 71-2-16,-4 0 12 16,-1 2 12-16,-7 0 14 15,-3 2-13-15,-7 7-8 16,-11 2-7-16,-13 2-8 15,-9 4-7-15,-5 16 4 0,-1 8 17 16,3 5 12 0,10 3-9-16,3 7 0 0,7 4 7 15,8 6-6-15,8 2-5 16,5 4 10-16,14 3-8 16,8 3-3-16,4-2-13 15,10-4 14-15,22-9-20 16,10-6 0-16,11-9-4 15,5-13 0-15,6-13 0 16,8-9 4-16,12-20 4 16,7-27-1-16,3-11-2 15,-9-10-4-15,-20 5 5 16,-24 6 0-16,-22 6-2 0,-18 8 2 16,-1 0-4-1,-17 1-2-15,-9 5 3 16,-8 3-2-16,0 5-1 15,1 7 0-15,3 4-4 0,9 8 1 16,5 7-20 0,5 3-86-16,1 8-110 15,2 23-112-15,1 11 20 16,2 8-392-16</inkml:trace>
  <inkml:trace contextRef="#ctx0" brushRef="#br0" timeOffset="3924.14">22798 13999 249 0,'0'0'469'0,"0"0"-469"0,-49-72-1 15,25 53 1-15,2 0 116 16,-2 7 45-16,1 1-96 16,-2 7-30-16,-4 4 5 15,0 0 23-15,-6 6 18 16,1 15-17-16,-1 4-16 15,3 5-5-15,3 11-1 16,4 4-7-16,4 8 37 0,8 7-41 16,3 1-4-1,8 6 29-15,2-3-31 0,5-5-5 16,20-4 23-16,9-7-34 16,12-11-7-1,9-7 4-15,7-11-2 0,0-11 0 16,2-8-4-16,2-8 6 15,-3-20-2-15,-4-11-1 0,-9-4-3 16,-12-4 0 0,-16-5-4-16,-14 0-8 0,-8 1 2 15,-1 1 2-15,-22 5 8 16,-3 6-1-16,-6 9 1 16,-2 3 1-16,3 6 2 15,4 5-3 1,8 6-3-16,8 6-9 0,9 4-65 15,2 1-109-15,4 21-145 16,18 9 188-16,5 4-94 16,2 3-271-16</inkml:trace>
  <inkml:trace contextRef="#ctx0" brushRef="#br0" timeOffset="4430.83">23923 13994 1085 0,'0'0'0'0,"0"0"-18"16,0 0 18-16,-13-86 64 15,0 79 102-15,-7 7-86 16,-10 0-78-16,-4 11 31 16,-8 16 32-16,-1 9-2 15,7 8-7-15,6 3-14 16,10 10-5-16,9 4 1 0,8 4 6 16,3 2-16-16,14 0-18 15,18-3-8-15,11-2 6 16,11-7 0-16,7-13-3 15,4-9-4-15,4-17-1 16,1-11-3-16,2-5-10 16,0-24-29-16,-5-17 9 15,-8-11 9-15,-13-8 9 16,-19-3 14-16,-21-4-3 16,-6 1 4-16,-23 3 0 0,-15 5 1 15,-5 13 3 1,-5 7 13-16,-4 9 2 15,3 8-3-15,3 6-14 16,11 8-2-16,13 3-16 16,14 4-71-16,8 0-80 15,6 8-146-15,23 7 104 16,11 1-290-16</inkml:trace>
  <inkml:trace contextRef="#ctx0" brushRef="#br0" timeOffset="4904.93">25004 13443 1170 0,'0'0'65'0,"-111"-27"-65"0,50 27-33 0,-4 0 33 16,6 19 133-16,5 15-3 16,6 9-71-16,14 11-18 15,9 7 13-15,12 6-13 16,13 7 16-16,0 2-33 16,22 1-4-16,12-8 9 15,10-6 0-15,9-13-24 16,5-8-2-16,9-15-3 15,3-13 1-15,2-14-1 16,-2-14 0-16,-2-22-5 16,-3-14 5-16,-9-12 1 15,-14-7 0-15,-17-3 4 0,-18-3 7 16,-7 3-10-16,-24 7 3 16,-15 8 0-16,-15 7 2 15,-8 5-7-15,-12 12-3 16,-9 11-39-16,-10 16-129 15,-7 6-121-15,-11 24-163 16</inkml:trace>
  <inkml:trace contextRef="#ctx0" brushRef="#br0" timeOffset="9564.2">19480 10205 765 0,'0'0'0'0,"0"0"6"0,0 0-2 16,0 0-3-1,0 0 7-15,0 0 19 0,0 0-22 16,13-6 25-1,13 22 15-15,2 3 6 0,5 4-16 16,3-2-15 0,4 2 11-16,9 2 16 0,8 2-28 15,7-2-1-15,6 3-7 16,3-3-2-16,3 0 1 16,1 1-7-16,0-1-3 0,2-4 6 15,0-3-5 1,1-3-1-16,3-5 2 0,6-7 5 15,5-3-4 1,2 0-2-16,3-8 0 16,-1-5-2-16,-1 3 0 15,-2 4 1-15,-2 1 0 16,-1 1 1-16,2 1-1 16,2-4 1-16,2-4 0 0,6-6 1 15,9-5-1-15,4-6 3 16,4-1-2-1,1-1-1-15,-2 2-2 0,-7 4 0 16,-5 2 1-16,-7 0 0 16,-1 5 0-16,-6 0 0 15,1 2 0-15,4 1 0 16,0-1 1-16,2 4-1 16,0 0-1-16,1 0 1 15,3 2 0-15,0 6-1 16,-3 3 1-16,-8 0 0 0,-9 13 0 15,-11 8 0 1,-5 4 0-16,-8 0 1 0,-3 3-1 16,-4 2 0-1,3-2 1-15,1-3 1 16,-2-4 2-16,0-2-1 0,-7-4 2 16,-3-2-5-16,-7-1 2 15,-5-2-2-15,-7 0 1 16,-6-2-1-16,-7-4 0 15,-7-3-1-15,0-1 1 16,-4 0 0-16,3 0 0 16,5-2 2-16,7-15 3 15,7-5-5-15,9-6-2 16,8-5-1-16,7-4-6 0,5-1 6 16,12-2-15-16,2 6 7 15,6 3 7-15,1 7 4 16,-3 4 0-16,-2 6 0 15,0 4 1-15,0 6 0 16,7 3 9-16,3 1-4 16,8 0 3-16,3 0-1 15,5 5-7-15,5 1 0 16,6 5 5-16,4-1-5 16,-1 5-1-16,-2 1 3 15,-7 1 1-15,-5 1 0 0,-2 1 0 16,-5-5-3-1,1-2 4-15,-5-2-5 0,-2-6 1 16,1-1-1 0,-2-3 6-16,3 0 2 0,5 0-4 15,1 0 14-15,0 0-11 0,1 0 1 16,-4 0-1 0,-2-1-3-16,-3-9-2 15,-4-1-1-15,-1-2 5 16,-4-3-6-16,-2-3 1 15,-8-1-1-15,-3-3-1 16,-3-2 1-16,0-2 7 16,-1 2 3-16,-1-3 0 15,-1-3-7-15,-3-2-3 16,-2 1 1-16,-6-1-1 0,-5 5 4 16,-7 4 18-1,-5 4 13-15,-5 5 10 0,-5 5-7 16,-8 1 4-16,-5 4-2 15,-2 3-34-15,-2 2-6 16,-2 0-4-16,-29 0-105 16,-24 10-214-16,-28-3-244 15</inkml:trace>
  <inkml:trace contextRef="#ctx0" brushRef="#br0" timeOffset="11074.23">23998 9118 554 0,'0'0'55'0,"0"0"-55"16,0 0 5-16,0 0 13 15,-26-81 65 1,25 70-3-16,-2 3-23 0,-5 6 9 15,-4 2-49-15,-9 0-17 16,-5 2 21-16,-4 15 19 16,-5 8-2-16,1 7 23 15,-2 5 6-15,-2 5-23 16,0 1 12-16,4 0-20 16,4-3-11-16,9 3-1 15,6 0 11-15,6 4-7 16,2 4-4-16,5 3-12 15,2 2 3-15,0 0 0 0,0-2 8 16,11-2-13 0,2-1-7-16,5-1 8 15,-3-4-10-15,0-1 6 0,-2-7-7 16,7-3 1-16,1-7-1 16,7-6 7-16,3-5-3 15,8-7-2 1,3-6-1-16,8-4 5 0,4 0 0 15,6-17-1-15,3-8-3 16,-1-8 4-16,1-9-5 16,-2-5 0-16,-4-6 1 15,-5-8-1-15,-9-4 4 16,-16-3-4-16,-15-1 0 16,-12 0-1-16,-15 3 0 15,-18 2-3-15,-4 4 2 0,-2 1 0 16,-1 9 0-1,1 7-2-15,3 11 3 0,6 13-1 16,7 7-1-16,11 10-5 16,7 2-78-16,5 1-107 15,0 17-73-15,8 5-18 16</inkml:trace>
  <inkml:trace contextRef="#ctx0" brushRef="#br0" timeOffset="11958.71">25752 9124 722 0,'0'0'42'0,"0"0"-31"16,0 0 39-16,-100-45 72 16,66 40-73-16,-1 5-16 15,-5 0 22-15,0 1-17 16,-5 17 13-16,-3 10 6 15,3 12 17-15,2 9-59 16,6 4 32-16,9 5-31 16,2 0-3-16,10 1-5 15,1 2 15-15,6 2-2 0,6 1 12 16,3 3-18-16,0-4 10 16,21-5-5-16,4-4-10 15,8-8 4-15,7-6-7 16,2-10-1-16,3-8 1 15,1-9 0-15,2-11 4 16,1-2-4-16,9-11 2 16,7-17 0-16,2-10-6 15,4-9 1-15,-7-9-1 16,-3-9-3-16,-8-8 0 16,-9-8-3-16,-17-1 1 15,-19 5 2-15,-8 3-1 16,-28 6 1-16,-10 7-3 0,-8 7 3 15,4 10 3 1,2 10-3-16,4 10-1 0,8 8 1 16,7 8 0-1,9 8-24-15,5 0-98 0,7 17-115 16,0 10-18-16,14 0-285 16</inkml:trace>
  <inkml:trace contextRef="#ctx0" brushRef="#br0" timeOffset="12698.94">28458 9086 684 0,'0'0'41'0,"0"0"18"0,0 0 23 16,0 0-9-16,-85-55-22 16,42 52 35-16,-5 3-40 15,0 0 21-15,4 9 1 16,7 13-29-1,5 12-14-15,8 17 16 0,3 17-7 16,4 13 24-16,3 5-14 16,5 2-5-16,9-5-23 15,0-5 1-15,16-7 28 16,11-14-23-16,9-9-10 16,8-13 8-16,6-12-9 0,8-13 6 15,7-10-3 1,0-10 2-16,4-23-13 15,1-10-2-15,-5-17 2 16,-3-10 0-16,-14-11 0 0,-16-5 2 16,-20-4 6-1,-12-3 5-15,-41 5-12 0,-27 13-4 16,-26 20-3-16,-34 20-63 0,-33 11-344 16</inkml:trace>
  <inkml:trace contextRef="#ctx0" brushRef="#br0" timeOffset="15340.07">14240 2919 638 0,'0'0'13'16,"0"0"59"-16,0 0-33 16,-106-67-13-1,73 67 50-15,-4 0-38 0,-6 17 16 16,-5 12-1-16,-6 9-19 15,-5 9 5-15,1 7-7 16,-1 7 3-16,3 10 8 16,6 5-7-16,7 6 2 15,12 3-1-15,17 5 0 0,11 4-2 16,3 6-12 0,8 0 3-16,14 0 13 15,8-5-10-15,7-9-17 16,8-10-5-16,9-12-5 15,7-14 5-15,8-14-3 16,7-18 1-16,3-13 2 16,4-5-1-16,5-27 2 15,0-24 2-15,5-19-4 16,-1-26 0-16,1-20-1 0,-4-15-2 16,-15-3 4-16,-22 9 7 15,-30 10-5-15,-22 17-8 16,-31 11-1-16,-28 13 5 15,-13 10-3-15,-8 12 0 16,-3 14-1-16,-1 13-1 16,2 13 4-16,8 12-4 15,10 0-7-15,12 20 4 0,16 11-5 16,6 9-41-16,13 9-89 16,13 7-53-16,4-2-64 15,3-5-119-15</inkml:trace>
  <inkml:trace contextRef="#ctx0" brushRef="#br0" timeOffset="17098.87">16527 4014 781 0,'0'0'82'15,"0"0"-82"1,0 0-10-16,0 0 10 0,0 0 4 16,0 0 44-1,0 0-27-15,-16 27 0 16,24-9 49-16,8-4-34 0,0 0-11 16,8-8 4-16,7-3 16 15,8-3-30-15,9 0 3 16,5-17 3-16,6-7-7 15,2-3 13-15,-3-5-10 16,-4-1-7-16,-3-3-1 0,-10-3 4 16,1-8 4-16,-5-10-5 15,-4-7-5 1,-4-5 2-16,-11-4-6 0,-10 5 18 16,-8 4-17-16,-8 0 2 15,-25 3 6-15,-12 4-6 16,-13 5-4-16,-14 3-2 15,-10 9 3-15,-9 5-2 16,0 4-1-16,3 6-2 16,2 10 2-16,6 13 4 15,0 2 14-15,2 34-11 16,1 17 2-16,3 15-2 0,9 13 1 16,13 8 16-1,14 0 9-15,16 4 6 0,16-3-5 16,6-6-13-1,11-9 17-15,25-10 6 16,13-12-2-16,12-6-6 16,10-12-12-16,10-7-17 0,4-11 3 15,-1-6-10-15,1-6 2 0,-2-3-4 16,0 0-60 0,0-3-189-16,-9-19-177 15</inkml:trace>
  <inkml:trace contextRef="#ctx0" brushRef="#br0" timeOffset="17828.9">17852 3709 935 0,'0'0'39'0,"0"0"-38"0,0 0-1 16,0 0 11-16,0 0 20 15,0 0-8-15,-2 50 69 16,18-35-69-16,6-5-5 15,5-3 21-15,4-7 7 16,6 0-12-16,4-1-3 16,5-13-16-16,2-5 4 15,1-9-7-15,-1-7 8 16,-2-7 3-16,-6-6 2 0,-4-6-1 16,-11-4 6-16,-10-5 0 15,-13-5-20-15,-2-7-5 16,-24-4-4-16,-17 0-1 15,-17-1 0-15,-13 5-1 16,-13 6 1-16,-8 17 0 16,-7 16-1-16,-4 22-3 15,-1 14 4-15,0 11-1 16,5 26 2-16,11 17 4 0,16 15 4 16,19 15 8-1,25 8 12-15,25 4 16 0,11-1 17 16,37-8-21-1,18-9 3-15,14-12-21 16,5-10-14-16,9-12 0 16,3-10-4-16,-1-10-3 0,1-7-2 15,-8-6-14-15,-8-1-109 0,-14-1-93 16,-22-6-198 0,-18-3-393-16</inkml:trace>
  <inkml:trace contextRef="#ctx0" brushRef="#br0" timeOffset="28048.99">16684 4113 574 0,'0'0'28'16,"0"0"29"-16,0 0-32 15,-49-75-8-15,38 57 60 16,4 2 6-16,1 8 54 16,3 3-91-16,3 5 33 0,0 0-73 15,15 4-3 1,6 11 17-16,4 5 12 15,0 3 14-15,1 2 7 16,-1 4-11-16,5 5 27 16,4 3 10-16,2 6-23 15,3 4 14-15,-2 2-29 0,-3 1 4 16,-2-3-20-16,-5-4-10 16,1-4-5-16,0-4-10 15,1-6-2-15,-2-5 1 0,-4-2 0 16,-7-5-17-1,-8-2-110-15,-8 2-71 0,-12-2-88 16,-20-5-265 0</inkml:trace>
  <inkml:trace contextRef="#ctx0" brushRef="#br0" timeOffset="28328.74">16844 4649 1140 0,'0'0'16'0,"0"0"-16"16,0 0 0-16,68 79 14 16,-42-25 46-16,2 12 42 15,3 3-45-15,4-1-12 16,5-11-22-16,6-11 1 16,2-9-11-16,4-14 2 15,-1-14-6-15,-5-9 4 16,2-11 7-16,-3-26 9 15,5-24 7-15,4-23-13 0,5-21-11 16,6-15-1 0,2-3 0-16,-4 8-5 15,-11 18-4-15,-15 19-2 0,-13 23 0 16,-14 24-109-16,-10 20-161 16,-7 11-135-16</inkml:trace>
  <inkml:trace contextRef="#ctx0" brushRef="#br0" timeOffset="29418.78">21719 5061 873 0,'0'0'33'16,"0"0"-30"-16,0 0 30 15,0 0 78-15,0 0-45 16,0 0 17-16,0 0-23 16,-25-2-22-16,25 2-2 15,0 0 7-15,0-2 7 16,0 1 0-16,0-3-13 16,13-6-10-16,14-7 9 15,18-9 42-15,9-5-46 16,-2-1-21-16,-7 7-11 0,-12 6-2 15,-10 5 1 1,-8 7-33-16,-3 3-116 0,-7 4-156 16,-5 10-137-1</inkml:trace>
  <inkml:trace contextRef="#ctx0" brushRef="#br0" timeOffset="29560.34">21873 5289 1283 0,'0'0'0'0,"0"0"-3"16,97-47 3-16,-54 10 38 16,-3-2-29-16,-1 1-9 0,1 1-8 15,-2-1-90 1,-2 1-70-16,-4-2-181 0</inkml:trace>
  <inkml:trace contextRef="#ctx0" brushRef="#br0" timeOffset="29782.81">22589 4582 1033 0,'0'0'474'16,"0"0"-474"-16,0 0 1 0,0 0 60 16,0 0 78-1,20 77 59-15,-4-34-166 0,2 3-22 16,4 8-10-1,0 5-1-15,0 10-42 0,-3 4-176 16,-6 2-178 0,-9-10-262-16</inkml:trace>
  <inkml:trace contextRef="#ctx0" brushRef="#br0" timeOffset="30503.99">21737 5739 903 0,'0'0'170'0,"0"0"-170"0,96-11 0 0,-34-7 15 15,15-1 74 1,11-2-21-16,4-1-11 0,2 2-22 16,0-4-15-1,-6 2 1-15,-3-3-1 0,-3-2-2 16,-6-5-2-16,0-7-7 16,-6-4 5-16,-6-8 0 15,-7-8 5-15,-12-9 0 0,-11-11 11 16,-13-14-11-1,-15-12-10-15,-6-9-6 16,-21-7-3-16,-22-3 0 16,-15 4-2-16,-14 5-2 0,-17 11 6 15,-16 14-2-15,-20 20 0 16,-18 21 3-16,-14 27-2 16,-16 22 0-1,-10 32-1-15,-7 40 7 0,-9 28 15 16,1 32 27-16,9 23 2 15,29 18 8-15,41 4-18 16,56-8-12-16,51-16-14 16,27-31-4-16,55-23-10 15,33-23 7-15,19-18-3 16,16-13 0-16,9-14-5 16,-1-9 0-16,-2-7-3 15,-7-7-90-15,-16-6-124 0,-23-2-128 16,-29-16-526-1</inkml:trace>
  <inkml:trace contextRef="#ctx0" brushRef="#br0" timeOffset="31983.79">27108 3953 1184 0,'0'0'27'0,"0"0"-19"15,0 0 0 1,0 0 2-16,0 0 56 16,-103-11 31-16,60 32-29 15,0 5-30-15,-4 3-10 16,-3 6 16-16,-1 0 17 16,2 5-5-16,-2-1-17 15,0 3 2-15,3-1-22 16,4-3 2-16,10-5-6 0,12-8-7 15,15-7-7 1,7-4-1-16,10-4 0 0,20-4 0 16,11-5 4-1,11-1 0-15,10-6 0 0,7-10 0 16,3-3-2-16,2 3 0 16,-7-1 1-16,-5 7-3 15,-10 2-2-15,-16 8 1 0,-14 0 1 0,-12 0-3 31,-10 13-2-31,-20 17 5 0,-25 12 6 16,-28 12-1 0,-17 11-1-16,-5 7 2 15,-5 6-6-15,7 1-1 16,15-6-1-16,19-11 2 16,20-17 0-16,23-17-2 15,13-13 1-15,3-10-3 16,19-5 4-16,29 0 8 0,21-17-2 15,19-14 5-15,13-8-4 16,8-4-3-16,-3 6 0 16,-7 4-4-16,-13 7-3 15,-17 11-1-15,-19 8-36 16,-18 7-110-16,-22 7-65 16,-10 21-84-16,-18 10-227 15</inkml:trace>
  <inkml:trace contextRef="#ctx0" brushRef="#br0" timeOffset="32253.79">26726 5373 1321 0,'0'0'136'0,"0"0"-132"16,0 0 22-16,0 0 88 16,0 0 12-16,0 0-68 15,0 0 36-15,0 102-55 0,0-68-34 16,0-2-5 0,0-3 1-16,0-6-2 0,2-2-1 15,-2-5-68 1,0-6-102-16,0-9-165 0,-8-1-121 15</inkml:trace>
  <inkml:trace contextRef="#ctx0" brushRef="#br0" timeOffset="32428.93">26643 5284 1450 0,'0'0'163'15,"0"0"-156"1,0 0-7-16,0 0 77 0,0 0-7 15,0 0-55 1,-12-45-15-16,12 40-58 0,4 0-167 16,11-1-246-1</inkml:trace>
  <inkml:trace contextRef="#ctx0" brushRef="#br0" timeOffset="32700.7">26959 5378 1452 0,'0'0'138'0,"0"0"-136"0,0 0-2 16,82-82 7-16,-63 70-3 16,-8 4-4-16,-5 6-2 15,-5 2-12-15,-1 12-36 16,0 20 31-16,-9 10 19 15,-10 7 8-15,-4-3 3 16,4-6 6-16,9-11 21 16,10-12-30-16,0-8-8 15,12-9 0-15,16-5-18 16,11-23-96-16,5-10-218 0,-2-9-140 16</inkml:trace>
  <inkml:trace contextRef="#ctx0" brushRef="#br0" timeOffset="32876.78">27309 5249 1097 0,'0'0'298'0,"0"0"-298"16,0 79 122-16,0-38 3 0,0 0-67 15,10-2-7-15,3 0-36 16,3-4-15-16,1-4-3 16,-8-8-48-16,-3-7-72 0,-6-9-53 15,0-7-72 1,-12-5-23-16,-17-29-429 0</inkml:trace>
  <inkml:trace contextRef="#ctx0" brushRef="#br0" timeOffset="33287.6">26595 3609 1372 0,'0'0'77'0,"0"0"-77"0,0 0 0 16,0 0 77 0,31 85 65-16,-20-45-74 0,-1-4-23 15,3 3-13-15,-3-6-29 16,-3-5-3-16,-2 0 0 15,-5-2-48-15,0-2-149 0,-29-7-172 16,-16-11-387 0</inkml:trace>
  <inkml:trace contextRef="#ctx0" brushRef="#br0" timeOffset="33448.92">26371 3796 1609 0,'0'0'0'0,"93"-108"-58"15,-22 41 58-15,7-2 3 16,5 13 2-16,-2 11-5 16,-3 15 0-16,-10 21-61 15,-13 9-250-15,-13 9-198 16</inkml:trace>
  <inkml:trace contextRef="#ctx0" brushRef="#br0" timeOffset="33948.79">27996 3801 1409 0,'0'0'45'15,"0"0"-43"-15,11 81-2 0,-6-29 17 16,-5 12 56-16,0 11-2 16,0 3-37-16,-15 0-5 15,-7-6-19-15,-6-12-4 16,-5-6-3-16,-6-10 1 15,0-12 0-15,0-9-2 16,9-10 3-16,8-12-3 16,6-1 4-16,4-8 6 15,1-16-7-15,1-5-5 0,7-4-3 16,3-2 2 0,0 4 0-16,13 5 0 0,4 3 1 15,2 7 0 1,2 2 7-16,8 7 2 0,5 3-7 15,4 4 2 1,1 0 0-16,0 11-3 0,0 9-1 16,-5 3-5-1,-3 1 2-15,-1-1-53 0,2 2-70 16,0-4-37-16,-3-5-79 0,-8-6-152 16</inkml:trace>
  <inkml:trace contextRef="#ctx0" brushRef="#br0" timeOffset="34418.93">28521 4120 1096 0,'0'0'165'0,"0"0"-165"0,0 0 75 16,0 0 86-16,0 0-1 0,0 0-54 16,3-57-79-1,-3 57-20-15,0 0 0 16,2 10-7-16,-2 12 0 15,0 6 36-15,0 8 3 0,0 0-27 16,0 5 10 0,-2 1-1-16,-2 1 0 0,-3 2 4 15,6 0-8-15,1 1 7 0,0-5-7 16,6-4-8 0,12-8-9-16,0-7 0 0,3-5 0 15,2-7 0 1,3-7 0-16,6-3 0 0,1-5 0 15,0-14 0 1,-4-6-59-16,-8-3-91 16,-8-2-153-16,-10-1-187 15,-3 0-555-15</inkml:trace>
  <inkml:trace contextRef="#ctx0" brushRef="#br0" timeOffset="34604.91">28387 4503 625 0,'0'0'540'16,"0"0"-540"-16,0 0 0 15,0 0 41-15,100-62 26 16,-54 48-53-16,2-2-14 16,-1 6-54-16,-12 1-175 15,-11 2-513-15</inkml:trace>
  <inkml:trace contextRef="#ctx0" brushRef="#br0" timeOffset="34842.9">28876 4399 706 0,'0'0'608'15,"0"0"-608"-15,0 0 0 16,0 0 71-16,0 0 63 15,0 0-84-15,0 42 19 16,0-16-6-16,0 4-6 16,0 1-19-16,-3-2-24 15,0-2-14-15,2-4-4 0,1-2-33 16,0-6-74 0,0-3-57-16,0-7-85 0,7-5-56 15,1-3-334-15</inkml:trace>
  <inkml:trace contextRef="#ctx0" brushRef="#br0" timeOffset="35338.69">29163 4348 1118 0,'0'0'126'15,"0"0"-117"-15,0 0 42 16,0 0 118-16,0 0-52 16,0 0-65-16,0 3 2 0,0-3 15 15,0 0-27 1,0 0-11-16,0 0-9 0,0 0-12 15,0 1-1 1,0-1 0-16,0 0-7 0,0 0-2 16,0 0 1-16,0 0 0 15,0 0-1-15,0 0 0 16,0 0 0-16,0 0 0 16,0 0 1-16,0 0-1 15,0 0 0-15,0 1 0 16,0 6-2-16,3 3-10 15,0 4 12-15,1 3 11 16,1 1-7-16,-4 1 0 16,2-3 1-16,-3 0-3 15,0-2 0-15,0-4-2 0,0 0-2 16,0-4-48 0,0-3-91-16,0-3-142 15,0-7-142-15</inkml:trace>
  <inkml:trace contextRef="#ctx0" brushRef="#br0" timeOffset="35512.19">29092 4132 1459 0,'0'0'6'0,"0"0"1"0,0 0 90 0,0 0-75 16,0 0-22-16,0 0-65 15,47-11-148-15,-8 4-161 16</inkml:trace>
  <inkml:trace contextRef="#ctx0" brushRef="#br0" timeOffset="35838.71">29659 4091 1371 0,'0'0'127'0,"0"0"-102"16,0 0 168-1,0 0-51-15,0 0-65 16,0 0-58-16,63-65-19 0,-24 49-1 16,1 4-4-1,-7 5-32-15,-6 5-67 0,-12 2-136 16,-11 6-52-1,-4 20 33-15,-10 14 164 0,-13 6 29 16,0-2 23 0,6-7 43-16,8-12 105 0,6-10 36 15,3-9-76-15,7-6-24 0,20 0-21 0,11-13-10 32,5-13-10-32,5-9-179 15,-8-5-342-15</inkml:trace>
  <inkml:trace contextRef="#ctx0" brushRef="#br0" timeOffset="36045.79">30138 3800 594 0,'0'0'723'0,"0"0"-709"16,0 0 118-16,0 0 7 0,0 0-43 16,0 0-49-16,18 46 54 15,-5-4-66-15,0 4-23 16,-3 4-7-16,0 1-4 15,-4 3-1-15,-1-3-1 16,-1-7-41-16,-1-9-126 16,-3-10-82-16,0-12-59 15,0-13-345-15</inkml:trace>
  <inkml:trace contextRef="#ctx0" brushRef="#br0" timeOffset="37110.65">30198 2564 1196 0,'0'0'0'0,"-115"-54"2"16,42 36-1-1,-12 5 0-15,-12 7 24 0,-13 6-12 16,-13 0-8 0,-11 15-3-16,-6 1-2 0,-12 4-1 15,-8 2-1 1,-13 3 2-16,-17 6 0 0,-13 0-1 16,-10 3 3-16,-3 1-4 15,-5 5 0-15,5 1-1 16,5 2 3-16,7 0 3 15,17-4-1-15,19-5-2 16,14 0-4-16,12-5 3 16,7 1 1-16,3 1 1 15,4 3 2-15,9 4 2 16,2 9 5-16,13 5 34 0,10 7 49 16,16 6-4-1,21 4-33-15,16 11-28 0,11 12 1 16,5 13-1-1,4 14-7-15,0 10-9 0,2 9-2 16,2 9 5 0,-1 7 3-16,3 3-13 0,0 8 20 15,9-3-2-15,6-2-18 16,0-13 0-16,26-15 0 16,10-17 0-16,11-13 0 15,9-12 0-15,9-9-1 16,7-8-2-16,5-9 1 0,7-2-2 15,10-10 2 1,12-11-6-16,16-11 3 0,15-16-1 16,17-14 2-1,13-3-2-15,19-29 3 16,18-17 0-16,20-10-2 16,16-7-1-16,7-3-5 15,14-2-12-15,5-1-6 0,2 3-12 16,2 2-19-16,-17 5 37 15,-10 5-1-15,-21 6-7 16,-15 3-1-16,-13 2-17 16,-19-1-5-16,-11 0-29 15,-15 2 47-15,-11 4 22 0,-13 4-24 16,-19 5 15 0,-14 1 17-16,-20 4 2 0,-15 2-1 15,-11 2 10 1,-10 3 6-16,-8 1-7 0,-8 0 15 15,-3 0-1 1,-5-5 7-16,1-4-10 0,-2-1-1 16,-2-5-6-1,-3-7-6-15,-5-5 8 0,-1-4-8 16,-1-4-4-16,-14-7-3 16,-4-3 2-16,1-8-2 15,-5-12 0-15,0-10 0 16,3-12 3-16,-1-15 0 15,8-11 1-15,-2-9 2 16,0 0 3-16,-7 2-6 16,-11 1 23-16,-18 2 17 15,-13 8 10-15,-14 10-29 16,-13 13 6-16,-10 19 11 0,-21 16-36 16,-23 22-5-16,-37 25-13 15,-35 23-62-15,-36 19-170 16,-38 22-248-16</inkml:trace>
  <inkml:trace contextRef="#ctx0" brushRef="#br0" timeOffset="39230.69">28081 7099 1372 0,'0'0'42'0,"0"0"-40"0,0 0 3 16,0 0 55-16,0 0-21 15,0 0-5-15,30 82 101 16,-27-14-73-16,-3 11-35 16,-23 6 32-16,-19 5-15 15,-11-7-14-15,-8-10-18 0,-3-10-1 16,-4-11-6-1,3-13 4-15,2-12-8 0,3-13 1 16,8-12 1 0,12-2-3-16,7-22 5 15,14-12-3-15,11-5-2 16,8-4 0-16,9 3-5 16,20 7 1-16,5 10 4 0,3 11-3 15,6 12 2-15,5 0 0 16,6 12 1-16,2 10 13 15,-2 2 5-15,-7 2-10 16,-7 2-6-16,-9 4-2 16,-2-1-1-16,-4 2 0 15,-3-2-15-15,-1-3-33 16,-4-5-20-16,-1-4-77 16,-1-6-7-16,4-9-67 0,2-4-46 15,6-8-113-15</inkml:trace>
  <inkml:trace contextRef="#ctx0" brushRef="#br0" timeOffset="39485.51">28317 7415 1094 0,'0'0'86'0,"0"0"18"0,0 0 21 0,0 0-32 15,0 0-40 1,0 0 74-16,7 92-28 15,-3-46-47-15,1 0-15 16,3 0 18-16,2 2-5 16,-1-3-16-16,0-4-7 15,6-4-20-15,1-9-3 0,8-5-4 16,4-9 0-16,2-10 0 16,1-4-24-16,1-4-82 15,-2-20-144-15,-12-5-197 16,-14-7-656-16</inkml:trace>
  <inkml:trace contextRef="#ctx0" brushRef="#br0" timeOffset="39620.46">28384 7789 1035 0,'0'0'0'15,"0"0"-84"-15,107-39 81 16,-66 19-99-1,-4 1-744-15</inkml:trace>
  <inkml:trace contextRef="#ctx0" brushRef="#br0" timeOffset="39828.89">28843 7636 1300 0,'0'0'77'15,"0"0"-71"-15,0 0 84 16,0 0 34-16,0 0-56 16,-40 88-51-16,39-67-17 15,-1 1-2-15,2-4-11 16,0-4-125-16,0-6-75 16,8-8-135-16,2 0-346 0</inkml:trace>
  <inkml:trace contextRef="#ctx0" brushRef="#br0" timeOffset="40049.03">29164 7385 637 0,'0'0'793'0,"0"0"-793"15,0 0 0-15,5 89 21 16,-2-59 54-16,1 4-27 15,5 0-29-15,-3-3-19 16,0-6-1-16,3-6-45 16,1-7-88-16,4-10-184 15,2-2-281-15</inkml:trace>
  <inkml:trace contextRef="#ctx0" brushRef="#br0" timeOffset="40479">29633 7216 1322 0,'0'0'0'0,"0"0"-8"0,0 0 8 16,86 9 101-1,-32-5-12-15,5 0-49 0,5 1-19 16,2-1 7 0,-3 1 2-16,-5-2 2 0,-11 0-24 15,-12 1-5 1,-9 2-2-16,-12 3 3 0,-11 3 5 16,-3 7 6-16,-19 3 27 15,-18 9 6-15,-15 7-16 16,-6 6-6-16,-1 2 21 15,2 2-2-15,7-2-2 16,6-2-16-16,6-3-3 16,11-5-15-16,9-10-7 15,12-6-2-15,6-5-5 16,0-7-5-16,15-4-28 16,9-4-73-16,6-3-76 15,4-16-88-15,0-11-141 16</inkml:trace>
  <inkml:trace contextRef="#ctx0" brushRef="#br0" timeOffset="40898.92">30555 7119 1166 0,'0'0'15'0,"0"0"-6"0,0 0 137 16,0 0 18-16,0 0-75 16,0 0-38-16,-55 34 1 15,47 1 5-15,6 3-12 16,2 2-11-1,0-1-2-15,20-3-19 16,8-5-4-16,8-9-5 0,3-6 6 16,4-11-9-16,3-5 2 15,-2-5 1-15,-3-21-1 16,-13-2 0-16,-12-4 2 16,-15-6 39-16,-1-1-15 15,-30-5-8-15,-12 2-14 16,-13 3-7-16,-6 5 0 15,1 9-1-15,5 4-37 16,12 7-104-16,10 6-159 16,9-1-158-16</inkml:trace>
  <inkml:trace contextRef="#ctx0" brushRef="#br0" timeOffset="41718.86">30772 6397 1449 0,'0'0'95'15,"0"0"-93"-15,-123-86-2 16,57 69 4-16,-21 9 22 16,-19 8-4-16,-22 6-2 15,-21 18-20-15,-16 4 1 16,-9 3-1-16,-9-2 0 15,-2 1-1-15,-2-3 0 16,1-2-12-16,2-6 1 16,4-3 4-16,5-5 8 15,6 1 0-15,14 1 3 16,14 2 2-16,12 4-4 0,19-1 22 16,15 5 2-1,14 4 4-15,11 8-6 16,17 10 13-16,10 12 3 15,12 12-5-15,10 15-9 0,6 11 13 16,3 5-30 0,4 9 1-16,1-1-5 0,1 10 10 15,2 3-7 1,-1 3 2-16,1-4 0 0,0-3 6 16,4-8-5-16,0-9-9 15,16-11 1-15,12-13-1 16,5-17-2-16,1-18-3 15,2-14 2-15,6-11 2 16,7-12 3-16,15-4-2 0,18-8 0 16,21-19 1-1,24-10 0-15,25-5 2 0,18-4 1 16,17 0-5 0,7 2-4-16,7 2 0 15,4 2 2-15,5 5 1 16,0 5 1-16,-1 6-8 0,-7 6-10 15,-16 6 2 1,-13 3 10-16,-18 5-8 0,-10 2 5 16,-15 1 6-16,-9-3-9 15,-14-1-3-15,-9-2 6 16,-15-7-8-16,-10-3 8 16,-12-7 6-16,-13-9 3 15,-14-4 1-15,-10-13-1 16,-8-9 6-16,-5-10-2 15,-1-11-4-15,-1-12 6 16,-3-7-5-16,-6-4 2 0,0-4 4 16,-21 1-7-1,-21 3 4-15,-22 4 1 16,-22 14-5-16,-16 6-1 0,-11 10-17 16,-9 12-52-16,-2 8-252 15,6 4-212-15</inkml:trace>
  <inkml:trace contextRef="#ctx0" brushRef="#br0" timeOffset="56952.3">7165 4520 635 0,'0'0'0'16,"0"0"-18"-16,0 0 5 15,33-81 13-15,-28 61 3 16,-4 4 39-16,-1 1 24 16,0 5-31-16,0 5-4 15,0 2 13-15,-3 3 25 16,-10 0-27-16,-7 0-28 15,-8 0-12-15,-6 8-1 0,-9 2-1 16,-5 5 6 0,-3-3 9-16,3 0 38 15,5-3-15-15,4 0 10 0,6-1-11 16,8 2-13-16,0 3-3 16,5 5-1-16,-2 5-3 15,1 5 14-15,4 3-19 16,1 4 7-16,7 7-4 15,-1 5 3-15,7 1 5 16,3 5 7-16,0-3-18 16,0 0 13-16,0-4-13 15,7 0-7-15,4-1-2 0,-2-1 4 16,2-1 5 0,3-5-1-16,2-3-1 0,1-6-1 15,4-7-1-15,4-4 0 16,6-6 3-16,11-5 7 15,7-7-1-15,7 0 10 16,0-8-12-16,4-14-5 16,1 0 6-16,2-3-4 15,0-4 6-15,-1-3-4 16,-2-5-11-16,-5-6 9 16,-3-8 0-16,-10-3-1 15,-6-6-3-15,-12-12-3 16,-15 0 3-16,-9-1-5 15,-6 3 2-15,-24 7-2 16,-11 7-3-16,-9 11 0 16,-13 12-3-16,-16 23 0 15,-19 12-39-15,-26 35-194 0,-27 12-272 16</inkml:trace>
  <inkml:trace contextRef="#ctx0" brushRef="#br0" timeOffset="60228.8">9664 5829 580 0,'0'0'3'16,"0"0"-3"-16,0 0 14 15,0 0 83-15,0 0-6 16,0 0-13-16,0 0-23 15,0 0-9-15,-6-10-7 16,6 10 5-16,0 0-8 16,0-2-19-16,8 0-11 15,17-4-3-15,11-4 3 16,9-1-2-16,4 1-2 16,9 0 2-16,-3 6 1 15,1 1-3-15,2 3 0 16,2 0 0-16,2 0 0 15,4 0 4-15,1 0-4 16,0 0 3-16,-1 0 2 16,-2 0-1-16,-3 5-3 0,-1-1-2 15,-2 1 0-15,0 4 2 16,0-1-3-16,-1 1 0 16,6-1 1-16,4-6-1 0,3-2-3 15,5 0 3 1,0 0 1-16,0 0-1 15,0 0 0-15,-5 0 0 16,0 0 1-16,-4 0-1 0,-2 4 1 16,4 3-1-1,1-1 1-15,4 0 2 0,3 1-3 16,-1-2 0-16,-5 2-1 16,1 0-2-16,0 1 3 15,-1-1 0-15,1 0 0 16,1-3-1-16,-3 0 1 15,1-2 0-15,4 1 0 16,-2-1 1-16,1-2-1 16,-7 0 1-16,-2 0 0 15,-5 0 0-15,0 0 1 16,-1 0 3-16,3 0-2 16,2-5 9-16,1 1 15 0,-2-3-4 15,3 1 2 1,3-2 13-16,6 1-14 15,-3 0-2-15,-5 0-16 16,-7 2-2-16,-12 0 1 16,-8 3-1-16,-11 0-2 15,-7 2-2-15,-12 0 0 16,-8 0-1-16,-1 0-2 0,-4 0-35 16,-29 9-164-16,-17-2-180 15</inkml:trace>
  <inkml:trace contextRef="#ctx0" brushRef="#br0" timeOffset="66148.82">25746 8168 671 0,'0'0'113'0,"-6"-77"-110"0,3 46 46 0,-4 3 96 16,-2 1-48-16,1 6-8 0,1 3 8 15,-1 2-7 1,2 8-45-16,3 2-19 0,0 6 22 16,3 0-24-1,-1 0-17-15,-4 4-6 0,-1 14 5 16,-2 13 18-16,-3 11-3 16,-1 11 55-16,-1 7-14 15,-1 7-7-15,1 2 2 0,2 0-18 16,4 0 9-1,2 0-14-15,4-2-7 0,1-2-3 16,0-3 3 0,0-5-5-16,9-8-2 0,1-5-20 15,2-4 0-15,-3-4 0 16,0-4 0-16,-1-3 0 16,0-5 0-16,0-4 0 15,-2-6 0-15,-3-3 0 16,-1-5 0-16,-2-6 0 15,0 2-23-15,0-2-83 16,-6 0-79-16,-14-6-165 16,-8-16-186-16</inkml:trace>
  <inkml:trace contextRef="#ctx0" brushRef="#br0" timeOffset="66484.09">25384 8688 1035 0,'0'0'26'0,"0"0"-21"16,0 0 0-16,0 0 105 16,0 0-18-16,0 0-15 15,86 107-24-15,-70-56 3 16,-5 3-1-16,-1-5 10 0,1-8-42 0,1-9 2 31,0-11 29-31,-1-7-43 0,3-8 7 16,2-6 7-16,11-1 7 15,15-28 24-15,16-17-23 16,12-15-28-16,14-12-5 16,7-8-3-16,1 0 2 15,-1 3-7-15,-13 9-148 16,-27 12-297-16</inkml:trace>
  <inkml:trace contextRef="#ctx0" brushRef="#br0" timeOffset="68256.64">23375 11081 555 0,'0'0'75'0,"0"0"3"16,0 0 39-16,0 0 11 0,0 0-42 16,0 0 9-1,0 0-45-15,23-47-21 16,-23 47-11-16,0 0 6 15,-3 0 5-15,-20 0 0 16,-13 9-23-16,-10 2-3 16,-6-1-3-16,-8-3 3 15,-1-3 0-15,-7-3-3 16,1-1 0-16,-2 0 0 0,5 0-1 16,5 0 2-1,9-1 7-15,13-1 11 0,10 0 36 0,10 1-40 31,5 1 18-31,9 0 1 0,3 0-19 16,0 0-15 0,0 11 0-16,0 15 0 0,2 13 39 15,6 8-27-15,2 9 22 16,-4 7 72-16,-3 8-77 16,-3 14 17-16,0 5 4 15,0 8-11-15,-3-1-6 16,-8-3-20-16,-2-4 3 15,2-5 6-15,2-5-8 16,-1-13-4-16,1-9-7 16,1-10-1-16,2-11-2 15,2-13 0-15,1-10 1 0,3-10-2 16,0-4 1-16,0 0 0 16,0 0 0-16,18-15 0 15,13-10 0-15,10-8-1 16,6-1 0-16,0 7 0 15,5 1-5-15,3 4-1 16,8 2 3-16,10 3 4 16,6 4 0-16,2 1 2 15,-1 2-2-15,-5 1 0 0,-5 0-6 16,-12-2 5 0,-10-2 1-16,-11-1-2 0,-12-4 2 15,-10-1 1 1,-9-10 2-16,-6-8 2 0,0-6-4 15,-15-5 1-15,-7-5-1 16,-2-7 0-16,-1-5-1 16,1-7-1-1,3 2-1-15,1 2-4 0,3 6-6 16,3 8 3-16,2 4-4 16,0 4-44-16,3 5 2 15,2 4-90-15,1-1-102 16,3-3-116-16,3-10-382 15</inkml:trace>
  <inkml:trace contextRef="#ctx0" brushRef="#br0" timeOffset="69372.77">23726 8170 712 0,'0'0'28'0,"0"0"20"16,0 0-19-16,-26-89 35 16,18 71 19-16,2 2-8 15,0 5 9-15,1 6-11 16,4 0-28-16,1 5 21 0,0 0-44 16,0 18-17-1,0 19 60-15,0 15 52 0,0 9-20 16,0 5-6-1,0 2-2-15,0 3-44 0,4-2-8 16,2 1-12 0,3-5 0-16,1-5-4 0,1-5-14 15,0-7-5-15,-1-7 2 16,-4-4-4-16,-3-7 0 16,-2-4 0-16,-1-5-2 15,0-4-45-15,-15-2-58 16,-10-6-129-16,-9-9-53 0,-8-11-166 15</inkml:trace>
  <inkml:trace contextRef="#ctx0" brushRef="#br0" timeOffset="69687.22">23472 8597 909 0,'0'0'138'0,"0"0"-138"15,0 0-6-15,91 39 6 16,-73-4 27-16,-3 9 70 16,0 9-29-16,-3 0-31 15,0 0 7-15,0-8-23 0,0-8 2 16,0-11-4-16,-2-8 8 16,-1-8 6-16,3-10-6 15,6-2 19 1,10-27 42-16,13-21-30 0,12-16-38 15,7-13-7 1,9-10 3-16,2-7-9 0,-2-2-7 16,-7 5-2-1,-9 17-5-15,-15 20-139 0,-12 19-196 16,-20 16-322-16</inkml:trace>
  <inkml:trace contextRef="#ctx0" brushRef="#br0" timeOffset="70408.77">25436 8174 1098 0,'0'0'122'0,"0"0"-113"0,0 0-9 15,0 0 0-15,0 0 48 16,0 0 122-16,71 113-69 16,4-57-46-16,16 1-22 0,7 0-24 15,7 2-6 1,-5-6-3-16,-12-3-2 0,-17-7 1 15,-21-10-38 1,-23-4-102-16,-17-13-109 0,-10-14-55 16,0-8-395-16</inkml:trace>
  <inkml:trace contextRef="#ctx0" brushRef="#br0" timeOffset="70584.48">26077 8182 1433 0,'0'0'62'0,"-119"37"-60"16,17 30 48 0,-35 19 113-16,-30 20-28 15,-21 17-97-15,-4 20-38 0,10 14-9 16,21 4-235-16,25-7-407 16</inkml:trace>
  <inkml:trace contextRef="#ctx0" brushRef="#br0" timeOffset="82338.86">6224 15299 588 0,'0'0'1'0,"0"0"31"16,0 0 19 0,0-83-13-16,-3 60-8 15,0-1 49-15,3 2 19 0,0 6-29 16,0 6-51-1,0 5 40-15,0 5-18 0,0 0-36 16,0 0-4-16,3 14 0 16,15 8 5-16,3 9 21 15,10 2 5-15,4 8-14 16,6 1-8-16,6-1 8 16,6 0 0-16,5-4-5 0,8-1 11 15,13-3-7 1,6-1-9-16,9-5 4 0,7-5-7 15,4-6 1 1,7-9-4-16,-3-5 3 16,3-2 1-16,-9 0 2 15,-1-16-3-15,-5-3-2 16,2-9 2-16,7 2 1 0,4-4-5 16,2 4 5-16,-1 7-5 15,-1 2 0-15,-4 6-3 16,4 1 2-16,-2 0 0 15,4-2-1-15,2-3 4 0,3-3-2 16,11-3 1 0,5 1 3-16,3 8-3 15,4 8-2-15,-6 4 0 0,-11 14 1 0,-12 16 0 32,-12 8-1-32,-8 5-2 0,-6-1 3 15,-10 2 0-15,-5-1 1 16,1-5 4-16,-2 0 1 15,1 1 23-15,-4-3-3 16,-8 3 5-16,-7-1-28 16,-17-1 4-16,-7-4-3 15,-12-2 1-15,-3-3-4 16,-9-2 9-16,-3-6-5 0,0-7-2 16,0-4 1-1,-11-6 12-15,-2-3 7 16,-8 0-9-16,1-21-7 15,0-13-3-15,5-9-1 0,4-9-1 16,11-4-2 0,0-3-1-16,17 2 0 0,11 4 1 15,9-3-2-15,14 1 0 0,13 2 2 16,14 0 0 0,11 7 0-16,5 6-1 0,2 9-2 15,1 11 3 1,3 6 1-16,-2 12 1 0,7 2 0 15,8 2-1 1,9 18 0-16,7 4-1 0,5 7 0 16,0 2-3-1,4 2 2-15,-1-1-2 0,-3 0 3 16,-1-1 0-16,7-2 1 16,-4-5 3-1,4-4-3-15,3-3-1 0,-7-6-1 16,-5-6 1-16,-4-4 0 15,-9-3 3-15,-12 0 13 16,-14-17 12-16,-11-6-4 16,-8-7 7-16,-9-4-1 15,-8-8 5-15,-9-2-4 16,-12-1-26-16,-15-5-5 16,-15 4-8-16,-8-4-175 15,-55-5-283-15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7:03:54.8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11215 8732 574 0,'0'0'63'0,"0"0"-10"16,0 0-21-16,0 0 25 15,0 0-31-15,-16-74 39 16,8 59 2 0,0-2-6-16,2-3-5 0,0 1-40 15,2-1-4-15,-7 0-7 16,-1 3 2-16,-10 1-4 15,-9 2 4-15,-11 5-6 16,-10 5-1-16,-5 4 0 16,2 0 8-16,2 7-2 15,3 13 12-15,3 4-1 16,0 7-2-16,-2 6 24 16,-2 4 3-16,0 5-11 15,3 1-1-15,4 1 8 16,5-1-7-16,6-1-7 15,11 1 2-15,1-1 17 16,7 5 19-16,4 2-47 16,3 1 1-16,5 5 11 0,2-1-3 15,0-1-9-15,13-2-8 16,4-3-1-16,5-3 1 16,2-7 0-16,7-6-3 15,1-5 3-15,2-7 1 16,8-6-1-16,7-6-2 15,8-11 7-15,7-1-3 16,3-14-1-16,5-13-4 16,2-8 2-16,-4-6-5 0,-1-6 2 15,-6-6-2 1,-5-6 1-16,-9-1 2 0,-12 2-2 16,-8 1 0-1,-13 1 0-15,-6-1 1 0,-8-2-2 16,-2-1 1-16,0-2-2 0,-9 3 1 31,-10 5 1-31,-4 5 0 0,0 8-2 16,-2 7 1-16,0 10-1 0,3 10-2 15,4 8-3 1,3 6-4-16,9 0-60 16,6 14-131-16,0 15-54 15,12 6-5-15,12 0-267 16</inkml:trace>
  <inkml:trace contextRef="#ctx0" brushRef="#br0" timeOffset="1212.55">14087 8696 613 0,'0'0'74'0,"0"0"-58"0,-38-97 14 16,23 67 82 0,-1 2-32-16,-2 1-19 15,2 6 34-15,-4 6-61 16,-2 4 35-16,-7 6-2 0,-8 5-51 16,-8 0-11-16,-5 13 17 15,-3 6-14-15,0 5 4 16,2 1 7-16,9-1 4 15,8 2-5-15,6-3 6 16,4 5 2-16,0 3 4 16,3 3-10-16,-1 3 0 15,1 1 28-15,6 2-18 16,-3 0-17-16,10 0 4 16,2-1 12-16,5 0-16 15,1 1-10-15,0 3 0 16,0 4 9-16,4-2-4 15,1 8-3-15,-2 0 6 16,3-4-1-16,1-3-7 16,1-5 1-16,1-8-2 15,2 2-1-15,5-3 3 0,3-2 3 16,2-2 5-16,6-4-7 16,4-4 0-16,2-2-3 15,5-2 2-15,-2-2-3 16,-3-3 0-16,0-2-1 15,1-2 2-15,-1-2 0 16,2 0 0-16,-1-5-1 16,3 0 0-16,5 0 2 15,0-12-1-15,2-6 1 16,0-5-2-16,-2-3 1 16,-1-1 1-16,-5-4 0 15,-5-5-1-15,-2-5 0 16,-3-3 1-16,1-9-2 0,-4-6-1 15,1-4 1-15,-10-2-1 16,-3 3 1-16,-6 2-1 16,-5 1 3-16,0 2-2 15,-3 2-1-15,-17 4 0 0,-4 2 3 16,-7 1-3-16,-9 2 0 16,-2 2 2-16,-3 6-5 15,2 7 5 1,-1 4-3-16,1 6 1 15,0 5-2-15,9 6 2 16,2 4-8-16,7 6-3 0,4 0-75 16,6 14-55-16,3 13-88 15,2 3-73-15,2 3-343 16</inkml:trace>
  <inkml:trace contextRef="#ctx0" brushRef="#br0" timeOffset="2173.94">17109 8725 285 0,'0'0'324'0,"0"0"-297"16,-35-75 16-16,19 55 51 15,-3 2-10-15,-4 2 4 16,0 2-4-16,-4 3-17 0,-4 6 33 15,-5 5-56 1,-6 0-4-16,-4 6-17 0,-3 16 25 16,1 8-30-16,3 4 18 15,8 7-5-15,5 7 5 16,6 12-19-16,6 7 12 16,7 13 1-16,10 5-5 15,3 0-9-15,12-3 7 16,19-9-8-16,11-8 9 15,10-10-17-15,15-14 12 0,8-13 2 16,5-14-4 0,-1-14-3-16,-1 0-9 0,-6-31-4 15,-2-15 5-15,-2-19 5 16,-8-10 3-16,-18-7 13 16,-19-4 13-1,-23 2-24-15,-14 2-4 0,-34 7-7 16,-15 10-1-16,-11 16 0 15,-10 16-4-15,-8 17-12 16,-13 16-128 0,-9 19-90-16,-15 22-189 0</inkml:trace>
  <inkml:trace contextRef="#ctx0" brushRef="#br0" timeOffset="2859.94">11006 10082 502 0,'0'0'422'0,"0"0"-371"0,-9-90-2 0,45 61-32 16,20 1 14-16,20 5 18 0,14 8 24 16,13 15 5-16,4 9-37 15,5 35-3-15,10 19-11 16,10 21 1-16,14 18 0 16,14 18 10-16,8 6-5 15,7 4-10-15,4-2 14 16,3-7-11-16,-2-6 7 15,-8-11 2-15,-8-10-10 16,-25-13-15-16,-21-7-9 16,-26-15-1-16,-25-4-2 0,-19-14 1 15,-20-12-9-15,-13-9-74 16,-9-16-61-16,-6-4-43 16,0-28-2-1,-9-24-742-15</inkml:trace>
  <inkml:trace contextRef="#ctx0" brushRef="#br0" timeOffset="3143.32">14115 10044 1507 0,'0'0'0'16,"0"0"-2"-1,0 0-4-15,-106 72 6 16,49-10 6-16,-7 17 20 16,-6 20 33-16,-5 10-8 0,2 8 4 15,-4 4-34 1,4-6-14-16,10-9-1 0,17-13 0 16,22-16-6-16,15-17-1 15,9-14-17-15,35-20-98 16,19-17-66-16,22-11-60 15,15-38-193-15</inkml:trace>
  <inkml:trace contextRef="#ctx0" brushRef="#br0" timeOffset="3488.9">15986 9994 1217 0,'0'0'110'0,"0"0"-110"15,0 0 0-15,0 0 40 16,0 0 88-16,0 0-7 16,-130 49-71-16,8 11-1 0,-34 19-6 15,-27 17-2 1,-20 13 3-16,-12 7-7 0,-15 3-2 15,-11 5-15 1,-1-5 1-16,18-5-18 0,33-13 1 16,45-21 2-1,46-19 3-15,36-16-8 16,24-11-1-16,19-9-11 0,12-5-81 16,9-4-126-16,37-6-102 15,17-3-21-15</inkml:trace>
  <inkml:trace contextRef="#ctx0" brushRef="#br0" timeOffset="3805.43">14565 12140 1379 0,'0'0'59'16,"0"0"-51"-16,0 0 77 15,0 0 92-15,0 0-43 16,0 0-95-16,16-37-31 16,-16 75 0-16,0 15 51 15,0 6-45-15,0 0-14 16,1-3 1-16,5-5-2 15,1-8-1-15,2-5-18 16,7-11-98-16,3-13-97 16,4-12-61-16,1-4-92 0</inkml:trace>
  <inkml:trace contextRef="#ctx0" brushRef="#br0" timeOffset="4349.2">15049 11699 1645 0,'0'0'0'16,"0"0"-82"-1,-130-10 24-15,42 27 58 0,-22 10 6 16,-11 4-1-16,-6 2 13 16,11-2-8-16,14-3-8 15,16-3 1 1,18-3 5-16,15 1 4 0,11 0 9 15,10 0 7 1,10 6-8-16,10 11 3 0,11 9 18 16,1 13 31-16,3 10-42 15,13 12 2-15,-4 9 7 16,-6 3-14-16,-1 10 1 16,-5-6-7-16,4-1-6 0,7-11-5 15,6-14-4 1,6-16-4-16,2-16 1 15,1-16-2-15,7-14-1 16,14-12-1-16,17-2 2 16,23-15-8-16,16-5-11 0,12 4 16 15,7 3-2 1,5 7 6-16,0-2-3 0,1-1 3 16,-4-7 3-16,-12-12-1 15,-12-11 3-15,-14-17 1 16,-17-18 16-16,-14-14 1 15,-19-19-4-15,-25-10-2 16,-15-13-17-16,-41-7 0 16,-26 8-1-16,-30 20-18 15,-31 26-53-15,-47 39-307 16,-51 32-871-16,-49 22 1250 16</inkml:trace>
  <inkml:trace contextRef="#ctx0" brushRef="#br0" timeOffset="9530.31">12029 6582 365 0,'0'0'24'0,"0"0"20"16,0 0-14-16,0 0 96 0,0 0-113 15,-85-53 81-15,76 46 39 16,3 2-92-16,2 3-3 15,2 2 35-15,1 0-58 16,1 0-15-16,0 13 0 16,0 6 6-16,10 8 38 15,5 3 0-15,2 2-28 16,2-1-1-16,6-4-9 16,5-4 2-16,3-8-5 15,6-4 4-15,5-7 0 16,9-4-4-16,6 0 0 0,7-9-3 15,5-12 4 1,1-2-3-16,4-5-1 0,-3-2 0 0,1 3 0 16,-5 4 1-1,-4 11-1-15,-10 12 1 16,-6 0-1-16,-5 17-1 0,-1 9 1 16,-4 7 2-1,-4 1-2-15,-6 1-1 0,-7 0 1 16,-8-1 3-1,-6 0-2-15,-6-7 3 0,-2-1-1 16,0-5-2 0,0-7 0-16,-7-6 1 0,2-7-2 15,-1-1 5-15,0-12-5 16,1-13-11-16,1-8-15 16,4-6 15-16,0-1 8 15,20 1 0-15,8 2 2 16,8 4 1-16,7 3 5 15,3 2 6-15,9-3-5 16,2 5-1-16,3 2 4 16,-7 3-1-16,-5 4-5 0,-7 2 4 15,-4 7-3 1,-13 3 3-16,-5 3-6 16,-11 2-1-16,-1 0-3 15,0 0 2-15,7 6-4 16,13 7-49-16,10 3-67 15,9 1-181-15,2-1-396 0</inkml:trace>
  <inkml:trace contextRef="#ctx0" brushRef="#br0" timeOffset="10154.29">15026 6621 1088 0,'0'0'3'0,"0"0"-3"0,0 0 3 16,0 0 1-16,-86-26-3 15,68 42 17-15,3 9 26 16,9 6-29-16,6 5-4 15,8 0-6-15,20-1 5 16,12-6-8-16,14-9 0 16,9-5-4-16,10-10 3 15,7-3-1-15,8-2 0 16,8 0 1-16,5-4-2 16,3 1 0-16,-3 3 1 0,-9 0-4 15,-9 11 1 1,-12 10 3-16,-16 6 0 0,-18 4 1 0,-18 0-1 31,-17 1 4-31,-2 1 0 0,-22 2 3 16,-14-8-1-16,-2-6 0 15,0-9-2-15,5-11 2 16,5-1 3-16,1-20-6 0,6-15-3 16,2-6-1-1,8-8 1-15,9 2-1 0,2 4 1 16,14 1 1-1,19 2 8-15,8 0-9 0,6 0 1 16,8 3 1 0,3-2 7-16,5-1-1 0,-2 1 2 15,-6 7-5-15,-14 9 1 16,-16 9-4-16,-16 10-2 16,-9 4 1-16,0 0 9 15,0 0-10-15,0 11-41 16,0 9-104-16,14 1-17 15,12-1-218-15</inkml:trace>
  <inkml:trace contextRef="#ctx0" brushRef="#br0" timeOffset="10809.12">18416 6631 689 0,'0'0'12'0,"0"0"4"0,0 0-9 0,0 0 46 15,-86-14 26 1,72 14 86-16,4 5-90 0,2 11-69 16,5 2-6-1,3 2 17-15,2-2-14 0,25-5 3 16,13-3 4 0,15-8 6-16,12-2-3 0,11 0-8 15,1-4-4-15,3 0 1 16,-3 4-2-16,-4 0 5 15,-4 18 0-15,-6 10 1 16,-7 7-4-16,-8 1 2 16,-8-3-1-16,-10-2 1 15,-15-4-4-15,-15-4 2 0,-2-2 5 16,-24 0 9 0,-9-6-8-16,-1-4-6 0,4-7-1 15,6-4 0 1,9-4 0-16,6-20-1 0,9-9-5 15,0-7 3-15,21-4-5 16,14 0 4-16,4 5 3 16,9 3 0-16,5 3 0 15,-1 0 2-15,2-4 10 16,-4 1 19-16,-5-3 5 0,-5 1 27 16,-13-3-10-1,-15 2 26-15,-12-1 15 16,-8-1-31-16,-31 2-51 15,-20 3-12-15,-14 11 0 0,-12 16-16 16,-6 9-142 0,-12 5-183-16</inkml:trace>
  <inkml:trace contextRef="#ctx0" brushRef="#br0" timeOffset="11942.25">14873 8151 977 0,'0'0'4'15,"0"0"1"1,0 0-2-16,0 0-3 15,0 0 9-15,0 0 27 16,-6-19-36-16,9 36 3 0,13 8-1 16,10 7 17-1,5-5-13-15,8-3 2 0,7-6 10 16,7-11-12-16,10-7 13 0,7 0-9 16,14-13-4-1,7-13-1-15,9-1-1 0,1-1 4 16,-5 4-5-1,-8 7-3-15,-6-1-3 16,-3 2 2-16,6 2 1 16,3 0 0-16,0 3 0 0,-2 5 0 15,-3 6 1 1,-3 0 7-16,-10 4 2 0,-8 23 1 16,-12 7-6-16,-15 11 0 15,-16 5-4-15,-12 2 4 16,-7-4 1-16,-4-8 3 15,-14-9-4-15,0-12-4 16,0-7 5-16,6-11 0 16,-1-1 1-16,1-5-7 15,-1-17 0-15,4-13-8 16,1-12-9-16,6-9 13 0,2-3 2 16,0 3-4-1,20 10 2-15,10 9 3 16,11 10 1-16,9 8 0 15,8 6 0-15,8 5 12 0,7 6 10 16,0 0 14-16,7 2-15 16,4 0-6-16,6 0 6 15,1-4-5-15,-3-4-6 16,-7-5-6-16,-7-1 3 16,-8-6 4-16,-10 1 5 15,-13-1 5-15,-17 2-6 16,-13 0 18-16,-13-1 31 15,0 1 23-15,-16-2-66 16,-12 0-21-16,-10 5-1 0,-7 5-87 16,-10 4-110-16,-14 2-107 0,-14 4-538 15</inkml:trace>
  <inkml:trace contextRef="#ctx0" brushRef="#br0" timeOffset="14186.27">17983 6992 763 0,'0'0'123'16,"0"0"-64"-16,0 0-45 0,0 0 8 15,0 0 41-15,0 0 35 16,3-68-12-16,-10 58-41 16,-15-2-36-16,-11-2-9 15,-12 2-4-15,-12 1 3 16,-14 2-2-16,-12 1 2 15,-9 1 1-15,-9 1 2 16,-5 0 0-16,-6 2-2 16,0-2 1-16,-4 0 0 0,1-1-1 15,0-2 2-15,1 2 0 16,1 1-2 0,-3 1-2-16,1-1 0 0,-3 0 2 15,-1-1 3-15,-1 3-1 16,2 1-2-16,1 0 3 15,7 0-2-15,9-2 0 16,13-1-1-16,9 2-1 16,7 0 1-16,4 3 0 15,-2 1 10-15,0 0-9 0,-2 0 0 16,-6 5-1 0,1 10 0-16,-2 1-1 0,5 5 3 15,10-1-2 1,11 1 4-16,8 2-4 0,8 2 0 15,4 6 1 1,2 6 6-16,2 10 6 0,2 6 3 16,6 5 11-1,5 3 0-15,5 1-8 0,5 4 11 16,5 3 17-16,1 1-36 16,0 2-8-16,0-5 2 15,0 1-3-15,9-2 6 0,5 2 13 16,0 0-12-1,0-1-6-15,1-3-1 0,3-5-2 16,1-4 0 0,8-7 0-16,4-9 0 15,8-6 2-15,12-10-2 0,10-12 0 16,11-5 0-16,11-6 0 16,9 0-1-16,9-16 2 15,9-5-1-15,8-5 2 16,13 2-1-16,12 2 2 15,8 1 0-15,10 3-3 16,5 0-1-16,-5 4-3 16,-3 3 3-16,-7 3 1 15,-7 1 2-15,4 1-1 16,-3 1 1-16,6-4-2 0,-4-1-2 16,-11 0-1-16,-6-1 3 15,-20 1 0-15,-14 3 0 16,-16 1 0-16,-14 2 1 15,-13 0-1-15,-9-2 0 16,-7-5-1 0,-4-1 0-16,-3-7 0 0,-5-5 2 15,-5-7 0-15,-4-10 2 16,-1-8-2-16,-6-9 1 16,-1-10 0-16,-3-7 0 15,-5-6-1-15,0-3-1 16,0 7 1-16,0 7 0 0,-12 11 1 15,-6 7 4 1,-5 13-5-16,-9 5-1 0,-12 22 0 16,-25 12-65-1,-37 8-360-15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7:09:22.7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4046 11674 765 0,'0'0'79'16,"0"0"-79"-16,0 0 2 15,0 0 38-15,0 0 35 16,0 0-17-16,0 0 3 16,-51-58-50-16,38 52 26 15,-4 1-8-15,-1 0 10 16,-10 1-16-16,1 3 1 16,-7-1-17-16,1-4 6 15,-1 2 7-15,-2-1-5 16,-5 0 4-16,-3 4-7 15,-4-3 11-15,-7 1-3 0,-2 0-7 16,-4 2-4-16,3-1-9 16,-2 2 6-16,2 0 1 15,0 0-5-15,1 0 9 0,-10 0 19 16,0 12-5 0,0 0-14-16,1-2-4 0,5 0-1 15,1-1-3 1,-1-5-2-16,6-4 1 15,0 0-1-15,4 0-1 0,3-4 6 16,5-3 1-16,-2 1 4 16,2 2 4-16,1 2 1 15,-4 2-11-15,2 0 5 16,-3 0-5-16,0 0-2 16,1 0-2-1,1 6 0-15,4 5 5 0,2 1 6 16,3 2 1-16,5 1 4 15,-2 5-8-15,-3 2 1 16,3 6-7-16,-5 1 4 16,-1 4-7-16,0 2 0 15,3 0 2-15,3 2 3 16,2-2-3-16,-3-1 1 16,7 0 8-16,-6-1-5 15,2 0 6-15,-2-1-5 16,0-1-1-16,2 0 4 15,7-3 0-15,0-1-6 16,6-2 3-16,3 0 1 0,5 2 1 0,4 2-3 31,3 1 6-31,1 3-5 0,2 4 0 16,0 2 0-16,0 2 3 16,0-1-2-16,5 2-3 15,8-3 2-15,2-1 1 16,4 0-5-16,1 0 0 15,4-5 1-15,-2-5-3 16,2-6 0-16,-6-3 0 0,6-5 1 16,-2-1-1-1,2-5 0-15,3-1 1 0,3-3-1 16,7-4 1-16,5 0 0 16,10 0 0-16,12-15 0 15,6-3 3-15,5-5-5 16,-2 2-1-16,-1 2 0 15,-2 3-2-15,4 6 2 16,1 2 1-16,-1 6-2 16,1 0 2-16,0 0 0 0,4 0 0 15,0-2 2 1,-3 0-2-16,1-2 1 0,-2-1 1 16,-3 5 0-1,1 2 0-15,-3 0-2 0,-4 0 0 16,-5 0-5-1,-6 0 5-15,3 0-5 0,2 0 5 16,-1 0 0-16,-3-8 0 16,-1-6 0-16,-3 0-1 15,-7 0 1-15,-5 1-1 16,-7 1 1-16,-2 4 0 16,-7 0 0-16,-1 1 0 15,-4 1 0-15,0 1 1 16,-4-2-1-16,-1-4 1 0,5-2 0 15,-1-5 2 1,-3-6-1-16,1-1 0 16,-2 0-1-16,-5-1 0 0,-5 1 0 15,-1 0 3 1,-3-4-2-16,0-4-2 16,0-4 0-16,0-6 0 0,-10-3 0 15,-5-8 1 1,-6-4 0-16,-4-3-1 0,-5 1 0 15,-1 2 2-15,-2 5 0 16,3 8-2-16,0 4 1 0,6 9-1 16,0 8 1-16,2 5-1 15,3 7-1-15,5 6-7 16,3 6-78 0,4 4-130-16,3 26-111 15,1 11-248-15</inkml:trace>
  <inkml:trace contextRef="#ctx0" brushRef="#br0" timeOffset="1949.67">6018 12908 1035 0,'0'0'0'0,"0"0"-9"0,0 0-28 15,-81-19 37-15,47 8 12 16,1-1 32-16,-4-1 7 16,-2-1-1-16,-7 0-49 15,-11 3 2-15,-14-3 0 0,-1 1 7 16,-6-2 10 0,-5-5-18-16,4-4 20 0,-5-4 5 15,-8-6-25 1,-2 1 5-16,3 0-4 0,3 4 20 15,4 4-20 1,1 6 0-16,2 4 8 16,-8 5-8-16,-10 5 21 0,-5 5 1 15,-1 0-5-15,0 0-17 16,6 6 5-16,5-2-2 0,0-3-3 16,3-1 1-1,8 0 0-15,-1 1 8 0,3 2 7 16,5 3 3-1,-1 4-9-15,-5 3 1 16,-2 6-12-16,-1 2 4 16,0-1-6-16,9 2 0 0,6-5 0 15,11-1-2 1,3-3 2-16,2-4 0 0,5 0 0 16,6-2 0-16,1 2 3 15,-3 3-1-15,-3 4 1 16,-7 4 0-16,0-2-3 15,0-1 2-15,2-3-1 16,6-6 0-16,3-1 1 16,1-4 2-16,0 0-3 15,4 0 1-15,-1 1 0 16,3 2-1-16,4-1-1 16,3 0 0-16,9-2 0 15,3 2 3-15,2 0-2 16,-1-1-1-16,1 0 0 15,1 2 0-15,-4 4 0 16,1 3 0-16,-3 7 0 0,-3 5 0 16,-3 4 0-1,-1 5 1-15,-2 1 0 0,3 3 4 16,3 3 5-16,-1-2-4 16,4 1 0-16,7-1 8 15,0 2-7-15,0 6-1 16,-1 5 5-16,2 7 10 15,-5 2-5-15,6-2-5 16,-1 2-6-16,1-3 0 16,1-2-4-16,4 1 10 15,1-3-9-15,4-2 2 16,1 0 0-16,-1 0-4 0,-1 6 7 16,3 4-3-16,0 0-2 15,0 0 3 1,5-7-4-16,11-4 1 0,7-7-1 15,5-5 4-15,5-6-3 16,10-5 2-16,8-7 1 0,7-4 2 16,10-7-1-1,13-6 2-15,10-4-2 0,11 0-3 16,11-1-1 0,6-9-1-16,5-2-1 0,3 3 1 15,0 3 0 1,-3-1 1-16,-2 2 0 0,-1 4 2 15,-3 0-2 1,-4 1 1-16,-6 0-3 0,1 0 0 16,-5 0-2-16,-2-2 2 15,5-5 1-15,-4-4-1 16,1-6 5-16,-5-2-1 16,1-6-2-16,-3 3 2 15,-1-2 0-15,-7 3-4 16,-7 5-2-16,-7 2 2 15,-7 3-3-15,1 1 2 16,-2-2-1-16,3 0 1 16,-1 1 1-16,-1 0 0 0,-2 0 0 15,-3-1 0 1,-5 2 0-16,-7 1 0 16,-7 1 2-16,-8 1-2 0,-6 3 0 15,-8-1 0-15,-2-1 1 16,-4 3 0-16,-4-4 1 15,1 0 1-15,-2-3 1 16,1-5 0-16,0-1 2 16,1-9-3-16,2-10-1 15,-4-7-1-15,-1-10 2 16,-3-14 0-16,-7-13 1 16,0-10-1-16,0-7-2 15,-4 1 5-15,-11 5 11 16,-7 5 7-16,-6 8-16 15,-5 5-5-15,-6 9-3 16,-12 11-2-16,-16 17 1 16,-30 29-33-16,-39 13-262 0,-41 37-483 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7:09:31.7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11255 6997 682 0,'0'0'42'15,"0"0"-39"-15,0 0 9 16,-23-72 17-16,6 44 12 15,-4-4 59-15,-2-2-83 16,-7-1-3-16,-7 0-3 16,-11 5 10-16,-7 0-12 0,-6 7 2 15,-6 6 1-15,-6 9-1 16,-9 7 8-16,-5 1-2 16,1 9 25-1,3 16 33-15,3 12-56 0,5 9 4 16,1 12 0-16,4 12 9 15,4 17 10-15,9 11-3 16,14 9-10-16,19 5-1 16,20-2-1-16,4-2-3 15,34-2-10-15,24-3 1 16,17-9-4-16,11-9-5 0,16-4 2 16,14-13-4-1,8-11 0-15,6-17 3 16,5-17-7-16,-6-19 0 15,-7-8 3-15,-4-30 2 0,-10-26 0 16,-7-21-3-16,-7-21 5 0,-7-19 0 16,-16-14-2-1,-26-5-2 1,-29 3 1-16,-20 4-2 0,-49 14-2 16,-27 21-1-16,-20 20 0 15,-13 26-6-15,-8 26 4 16,-4 26-5-16,-2 15-132 15,-5 38-211-15</inkml:trace>
  <inkml:trace contextRef="#ctx0" brushRef="#br0" timeOffset="786.04">11094 8046 762 0,'0'0'16'15,"0"0"-11"-15,0 0 29 16,0 0 13-16,-33-72 49 16,33 72 3-16,0 0-39 0,4 14-59 15,14 13 52-15,6 11 36 16,-1 6-21-16,2 6-38 16,2 3 4-16,-2 2-21 15,-1 2-5-15,-5 0-7 16,-1 5-1-16,-3 4 0 15,-5 0-68-15,-8-3-128 16,-2-8-67-16,-25-14-276 16</inkml:trace>
  <inkml:trace contextRef="#ctx0" brushRef="#br0" timeOffset="1055.64">10916 8538 1263 0,'0'0'0'0,"0"0"-5"16,0 0-10-16,0 0 15 16,49 92 37-16,-16-27-3 15,3 9-13-15,6 1-14 16,-2-9-1-16,0-13 0 16,0-12 14-16,-2-13-7 15,-5-10 14-15,-2-13-19 16,0-5 15-16,2-27 17 0,2-25 6 15,2-23-26-15,6-19-15 0,-1-14-4 16,0 2-1 0,-5 1-13-16,-27-1-267 15</inkml:trace>
  <inkml:trace contextRef="#ctx0" brushRef="#br0" timeOffset="13134.86">7094 2935 655 0,'0'0'24'0,"0"0"-24"15,-78-22-7-15,44-2 7 16,-8-2 17-16,-6-4 61 15,-7-4 39-15,-3-3-20 16,1-9-48-16,2-3-10 16,4-2-23-16,-1 2-5 15,-4 2-4-15,-9 6 4 0,-5 4 9 16,-9 3 1 0,-2 6-11-16,-5 5 10 0,-5 4 3 15,0 7-10 1,0 2-4-16,0 2-5 0,-3 4-1 15,0 0 10-15,0 2 2 0,0 0 1 16,0 2-7 0,-2 0-5-16,-5 0-2 15,-2-2 6-15,-3 2-5 16,2 0 0-16,5 0 2 16,4 0-3-16,1 10 0 15,-3 9 10-15,0 2-4 16,-1 5-8-16,5 4 10 15,9 3-9-15,1 5 0 0,1 1-1 16,9 3 6-16,1 1 0 16,8-4 3-16,-3 1 0 15,11-1 3 1,0-2-5-16,2 4 2 0,5 6-5 16,4 4-1-16,9 4-1 15,8 1 6-15,7-4-4 16,11-3-2-16,5-5-1 15,5-3 1-15,0-4-2 16,15-1-5-16,12 1 5 16,9 1-1-16,13 3 1 0,9-2 1 15,14-1-1 1,13-2 0-16,10-7 2 0,10-4-2 16,8-5 1-1,5-4 2-15,13-5-1 0,12-4 1 16,16-7 0-1,15 0-3-15,11 0 0 0,6-9 0 16,-1 4 1-16,-5 5 1 16,-3 0 1-16,-9 7-3 15,-3 15 0-15,-12 5-3 16,-6 3 2-16,-10 0 1 16,-9-3 2-16,-2-10-2 15,-1-13 1-15,2-4-1 16,0-15 5-16,-4-22-5 0,-7-9 0 15,-5-13 4 1,-14-5-3-16,-17-9 4 0,-18-9 3 16,-21-13-1-1,-29-11 2-15,-17-4-2 0,-45-1-5 16,-46 7-1-16,-48 16 1 16,-43 21-1-16,-46 36-1 15,-38 31-2-15,-34 46-244 16,-31 27-939-16,-18 2 1185 15</inkml:trace>
  <inkml:trace contextRef="#ctx0" brushRef="#br0" timeOffset="18460.34">17882 5697 268 0,'0'0'511'0,"0"0"-507"15,0 0 7-15,0 0 13 16,0 0 40-16,0 0-17 15,0 0 5-15,-48-18-5 0,44 14 27 16,-1 2-8 0,-1-4-30-16,-6-2-3 0,-1-1-15 15,-6-2-14-15,-5 1 0 16,-2 0 19-16,-5 0-3 16,-5-1-11-16,-4-1 4 15,-4 1-3-15,-3 0-9 16,-1 0 13-16,-3 0-7 15,-2 1 1-15,-1 2-1 16,-3-2-6-16,-3 2 6 16,-6 0-3-16,-11 6-1 15,-11 2-3-15,-6 0 0 16,2 0-3-16,5 2 3 16,8 2-1-16,5-2-1 15,2 1 2-15,2-3-1 16,2 0 1-16,-3 0 0 15,1 0 2-15,-2 0-2 16,-2 0 1-16,4 0-1 0,1 0 0 0,1 0 0 16,2 0 1-16,0 0 2 15,1 0-3 1,2 0 0-16,6 0-1 16,8 0 1-16,1 6 0 0,5-1 0 15,-5 2-2 1,-2-2 4-16,-1 0-4 0,-4 0 4 15,-1-4-4 1,4-1 2-16,1 0 0 16,4 0 3-16,2 0 2 15,-3 0 0-15,5 1-5 0,-5 1 2 16,2 1 0-16,0 1-2 16,1 0 0-16,2 2 1 15,7 0 0-15,5 0-1 16,5 2 1-16,4-3 2 15,2 1 0-15,5 2-3 16,-2 3-3-16,-1 4 3 16,-2 3 0-16,-4 1 0 15,2 3-1-15,1 0 0 16,-1 5-1-16,-1 2 2 16,4 0 0-16,-2 2 0 0,3 3-1 15,2 0 2 1,1 0 4-16,4 0 0 15,2-3 4-15,2 1-5 0,4 1 2 16,0-2-2-16,2 0 8 16,1-1-8-16,0 1-2 15,0-2 8-15,0 2-7 16,0 2 4-16,7-1 0 16,2 1 0-16,0 2 3 15,-2 0 0-15,0 1 4 16,-3 1-7-16,-3 0-1 15,-1-1 1-15,0-3-3 0,3-1-1 16,0 1-1-16,3-2 2 16,2-2 4-1,-1-1-5-15,5-3-1 16,3 0 3-16,1-2 4 0,4 0-7 16,-1-1 2-1,5 1-3-15,1 2 0 0,4-1 0 16,0 1-1-16,3 0 2 15,4 1-2-15,4 4 0 0,6-3 2 16,4 1-2 0,5-1 1-16,1-3 0 15,4-3-1-15,-2 0 0 16,0-4 2-16,-1-3-2 16,5-2 2-16,3-2 3 15,0-5-5-15,3 1 1 0,-4-2-1 16,0 2 2-1,-3-2-1-15,2 2-1 16,3 0 2-16,2-3-1 0,2 0-1 16,-1 0-1-16,0-3-1 15,5 0 2-15,-2 0 0 16,-4 1-1-16,-3 3 1 16,-9 4 0-16,-1-1 0 0,-1-4 0 15,2-3 0 1,3 0-1-16,2 0 1 15,2-12 3-15,0-1-1 16,-1 1 0-16,-2-1-2 0,-2 5 1 16,-3 4 0-16,-3 4-1 0,-2 0 0 31,-1 0-2-31,-3 0 2 16,0 0-4-16,2 0 3 0,1 0 1 15,3-4 0 1,0-6 0-16,0-1 0 0,-2 3-1 15,-5-2 1-15,0 0 0 16,-3 2-1-16,-2-2 1 16,0-1 1-16,-1-2-1 15,-3 0-1-15,-3 1-1 16,-2-3 3-16,-3 5-1 16,2-3 0-16,-2 1 0 0,1 1 0 15,-4 0 0 1,-7 2 0-16,-2 3-1 0,-4 2 1 15,2 1-3-15,1-3 1 16,2-2 2 0,0 1 0-16,-1-1 0 0,-1-3 0 15,3-2 0-15,-1-1 0 16,2-2 0-16,-4-1-2 0,0-1 2 16,-1 0 1-1,0-1-1-15,0 2 0 16,-1-1 0-16,-4-1 0 15,-1-3 2-15,-5-2-2 16,2-2-1-16,-2-4 1 16,0 3 0-16,0-2 0 15,-3 3 0-15,0-2 0 0,0-1 1 16,0 1-2-16,0 1 1 16,0 2 0-1,0 0 0-15,0 2 0 16,0 2 0-16,0-2 0 0,0 1 1 15,0-2 0-15,0-2-1 0,0-1 0 16,0-2 1 0,0-4-1-16,0 1 0 15,0-2-2-15,-3 0 2 16,-1-1 0-16,-8-2 1 16,-2 2 0-16,-5-3 0 15,-4 2-1-15,-2 1 4 16,-3-2-4-16,-3 2 3 15,-1-1-3-15,-2 0-2 0,-4-1 1 16,0 4 1-16,-1-1 0 16,-7 4 0-16,-3 7 0 15,-13 6-3-15,-13 16-28 0,-19 1-138 16,-29 10-276 0</inkml:trace>
  <inkml:trace contextRef="#ctx0" brushRef="#br0" timeOffset="41053.35">6776 11519 753 0,'0'0'0'0,"0"0"8"0,0 0 12 16,0 0 0 0,0 0 7-16,0 0 27 0,0 0-3 15,-45-66-45 1,45 88-5-16,6 11 7 0,12 7 21 15,6 7 27-15,7-2-35 16,4 0 15-16,2 1-5 16,8-6-7-16,-2-2-5 0,9-3 12 15,2-3-21 1,-2-5 4-16,3-5-3 16,-4-7 2-16,1-6-8 15,-4-8 1-15,3-1 2 16,1-10-1-16,2-14 1 15,1-6-6-15,0-5 2 0,6-4-4 16,-1-1 4-16,1 4-4 16,2 1 2-1,4 6-2-15,3 5 1 0,6 8 0 16,0 6-1 0,3 4-1-16,0 6-2 0,6 0 2 15,2 0 1-15,2 9 0 16,-1 0-1-16,-1 1 0 15,0 4 2-15,-4 4 0 0,-3 5 0 16,-8 9-1 0,-6 2 1-16,-8 8 1 15,-10 2-1-15,-2 2 0 16,-12-3 7-16,-8-1 2 16,-11-6 9-16,-7-5-4 15,-6-5-9-15,-2-7 4 16,0-5-3-16,0-6 7 15,0-3-9-15,0-2 1 0,0-2 3 16,0-1 7-16,0 0 0 16,0 0-1-16,0-15-15 15,1-9-1-15,7-4-2 16,13-4-1-16,3 0 1 16,8 2-1-16,6-1 3 15,1 1-2-15,8 3-1 16,9-2 4-16,5 4-2 0,9 3 2 15,0 2 0-15,2 7 0 16,-1 4-1-16,-4 4-1 16,-3 5 3-16,2 0-1 15,0 1 0-15,3 10 0 16,5 4 0-16,4-1 1 16,8 0 1-16,2-3-2 15,2 1 0-15,-1-4-1 16,2-6-1-16,0-2 2 15,-7 0 0-15,-5-2 2 16,-9-12 0-16,-10-3-1 16,-7-4 0-16,-5-4 6 15,-5-6-3-15,-4-6-3 16,-4-7 0-16,-6-6 5 16,-3 1-4-16,-6 1 18 0,-6 4-1 15,-3 6-1 1,-4 3 12-16,-6 5-16 0,1 5-4 15,-2 3-10-15,0 7-6 0,0 7-22 16,-19 6-130 0,-20 2-293-16</inkml:trace>
  <inkml:trace contextRef="#ctx0" brushRef="#br0" timeOffset="43358">13124 11344 696 0,'0'0'37'16,"0"0"-20"-16,0 0-17 0,0 0 0 15,0 0 2-15,0 0 58 16,0 0 30-16,-72-16-74 16,72 23-15-16,2 13 5 15,12 7 67-15,2 5-38 16,6 1-4-16,4 1-9 0,2-1-7 16,5-3 5-1,4-2 3-15,2-4-3 0,4-2 3 16,6-7-2-1,6-4-18-15,4-4 2 0,3-4 10 16,4-3-10-16,0 0 5 16,-2 0-8-16,-1-4-2 15,-2-7 5-15,-2-3-3 16,1-3 1-16,0-2-3 16,1-5 0-16,1 0 0 15,6 1 2-15,5-3 0 16,7-1-1-16,2 1 0 15,-2 1-2-15,0 3-2 16,1 2 3-16,-2 4 0 16,0 5 0-16,-6 3-1 15,-1 3 1-15,-1 5-1 16,1 0 1-16,-2 0 0 16,-3 0 0-16,-3 9 1 15,-2 6-1-15,-3 5 1 0,1 5-1 16,-2 8 0-1,-8 8-1-15,-6 4 1 0,-10 4 0 16,-11 2 0-16,-7-3-3 16,-9-2 3-16,-4-7 1 15,-3-3 0-15,0-10-1 16,0-4 5-16,0-8-4 16,-1-3 0-16,-4-9-1 15,1-2 9-15,-2-4-9 16,0-19-2-16,5-7-37 0,1-9 8 15,1-3-18-15,21-1 22 16,5-3 15-16,3 4-1 16,0 0 8-16,3 7 4 15,0 1 0-15,2 7 0 16,4 4 1-16,1 3 0 16,4 4 0-16,5 5 1 15,2 5-1-15,7 1 4 16,5 4-2-16,1 1 7 15,3 0-3-15,4 0 0 16,1 8-1-16,1 3 6 16,8 3 1-16,2 3-5 15,4 2 1-15,-2-1-3 16,-2-1-4-16,2 0 4 16,2 1-2-16,1-6 22 0,-1 1-3 15,-4-2-7 1,-4-5 1-16,-7-4-7 0,-8-2 3 15,-6 0-1-15,-4-2 18 16,-9-13 6-16,-3-5-19 16,-4-5 8-16,-7-7-1 0,-1-6 9 15,-7-4-13 1,1-3-1-16,-5-4-14 16,-9 2 2-16,-6 7-6 15,-4 7-1-15,-26 6-149 16,-28-1-253-16</inkml:trace>
  <inkml:trace contextRef="#ctx0" brushRef="#br0" timeOffset="52925">23698 8217 996 0,'0'0'0'0,"0"0"-94"15,0 0 94-15,0-78 91 16,-2 50-44-16,-5 2 34 16,-4-1-36-16,-4 1-5 15,0 3 43-15,-4 0-67 16,-1 3 32-16,-2 0-37 16,-3 3 12-16,-2 4 28 15,-4 7-33-15,-4 6 19 16,-2 0-14-16,-2 22-8 15,1 10 21-15,0 13-1 0,8 9 12 16,5 4 3-16,10-1 1 16,10-6-16-16,5-10-22 15,0-5 4-15,13-13-13 0,7-3-3 16,5-13 14 0,7-6-14-16,4-1 7 0,7-14-2 15,5-16-1 1,3-13-4-16,-1-6 1 15,-2-4-2-15,-8-4 0 0,-4 9-3 16,-6 7 2-16,-6 4-1 16,-5 10 2-1,-5 9 1-15,-8 7-1 0,-3 7 1 16,-2 4-1 0,-1 0-3-16,2 11-9 0,1 16 6 15,0 9 6-15,4 1 1 16,-1 7-1-16,3 1 0 15,4 2 0-15,-1-2-3 16,3-7-46-16,2-6-104 16,2-9-67-16,-2-11-106 15,2-12-268-15</inkml:trace>
  <inkml:trace contextRef="#ctx0" brushRef="#br0" timeOffset="53358.15">24752 7375 1210 0,'0'0'40'0,"0"0"-39"0,0 0 48 16,0 0 87-16,0 0-49 15,0 0-67 1,-89-8-2-16,47 62 3 0,-4 21 15 16,-5 15 25-16,2 12-7 15,0 7 2-15,8 3 1 16,10 0-34-16,16-5 14 15,15-10-16-15,12-12-16 16,27-13 2-16,13-16-4 16,14-11-3-16,5-16 0 15,11-17-2-15,5-12-25 16,-2-11-101-16,-3-21-132 16,-15-12-144-16,-16-7-658 15</inkml:trace>
  <inkml:trace contextRef="#ctx0" brushRef="#br0" timeOffset="55483.97">2697 8809 826 0,'0'0'31'16,"0"0"-31"-16,0 0 2 15,0 0 0-15,0 0 6 16,-6-79 15-16,-7 54 24 16,-8 2 38-16,-6 4-29 15,-6 5-9-15,-9 5-28 16,-8 6 0-16,-13 3-14 15,-6 10-3-15,-11 17 0 16,-4 8-1-16,-2 9 13 16,2 4 2-16,5 9 6 15,3 10 21-15,6 8-9 16,1 1-2-16,11 2 8 16,15-4-4-16,15-6 17 15,17-3-13-15,11-4-20 16,13-7-6-16,23 2 1 15,17-7 10-15,9-2 0 0,14-5-6 16,6-8-1-16,12-6-8 16,6-10 10-16,0-6-6 15,2-6-2-15,0-6-3 16,-3-6 1-16,-2-23-6 16,-3-13 7-16,3-12-3 15,-3-15 2-15,-3-12-3 16,-9-7 1-16,-19-4-1 15,-21 3 1-15,-25 6-1 16,-17 5-4-16,-25 5-1 16,-30 4 2-16,-18 8-1 0,-15 11 0 15,-8 14-3-15,-1 17-1 16,3 17-3 0,11 2-6-16,8 24-15 15,14 14-94-15,18 9-110 0,7-4-264 16</inkml:trace>
  <inkml:trace contextRef="#ctx0" brushRef="#br0" timeOffset="56769.36">25524 7415 996 0,'0'0'46'15,"0"0"-43"-15,0 0 51 16,0 0 56-16,0 0 54 16,0 0-59-16,0 0-20 0,-65-48-64 15,31 82-12 1,-10 12 34-16,-1 6 15 15,0-1-10-15,6-2-23 0,11-7-6 16,9-8-4-16,8-6-14 16,11-3 0-16,0-8-1 15,11-1 4-15,18-3-4 16,14-6 0-16,10-2 4 16,8-2-2-16,4 2-2 15,-2 3 3-15,-7 6-1 16,-10 2-2-16,-15 6 0 15,-12 1-1-15,-17 3 1 16,-2 6 0-16,-36 0 6 0,-10 0 5 16,-11-2 4-1,-4-2 18-15,3-5 3 0,5-4-2 16,9-8-14 0,11-8-9-16,9-3-3 0,11 0-5 15,7 0-3 1,1 0 0-16,5-3-25 0,6-6-65 15,22-1-166-15,16-3-67 16,6-1-72-16</inkml:trace>
  <inkml:trace contextRef="#ctx0" brushRef="#br0" timeOffset="57019.62">25922 7878 1039 0,'0'0'223'0,"0"0"-214"16,0 0 63-16,0 0 95 16,0 0-63-16,0 0-45 15,0 46-16-15,-3-7 68 0,-4 5-49 16,2 0-32-16,4-4-15 16,1 2-7-16,0-1 0 15,0-8-6-15,0-3-2 16,3-12-7-16,1-11-66 15,2-7-131-15,-2-12-86 0,-2-28-82 16</inkml:trace>
  <inkml:trace contextRef="#ctx0" brushRef="#br0" timeOffset="57281.31">25884 7745 958 0,'0'0'222'0,"0"0"-219"16,0 0-3-16,0 0 84 0,0 0 32 0,14-80-26 31,-14 69-57-31,0 4 37 16,0 4 12-16,-7 0-10 16,-8 3 7-16,0 0-48 15,-4 0-24-15,5 0-5 16,5 2-2-16,8 4-7 15,1 4-30-15,0 6-134 16,8 6-28-16,12 1-129 0,4 1-187 16</inkml:trace>
  <inkml:trace contextRef="#ctx0" brushRef="#br0" timeOffset="57568.11">26425 8015 734 0,'0'0'531'15,"0"0"-530"-15,0 0 8 0,0 0 102 16,0 0 35 0,0 0-55-16,1-57-25 15,-17 57-32-15,-8 0-7 0,-1 2 26 16,-4 7-35-16,4 1-12 15,7-3-3-15,5 0-3 16,7-5 0-16,4 0-6 16,2 0-69-16,0 0-93 15,0-2-71-15,18 0-32 16,6-15-355-16</inkml:trace>
  <inkml:trace contextRef="#ctx0" brushRef="#br0" timeOffset="57798.05">26720 7669 1180 0,'0'0'155'15,"0"0"-153"-15,0 0 149 0,0 0-9 16,0 0-49 0,0 0-56-16,5 45 50 15,-4-9-30-15,-1 5-39 16,0-1-7-16,0 3-2 15,0-1-4-15,0-2-5 0,0-8 0 16,5-7-3-16,4-6-56 16,2-5-93-16,3-7-127 15,7-7-144-15</inkml:trace>
  <inkml:trace contextRef="#ctx0" brushRef="#br0" timeOffset="58063.88">27435 7617 1435 0,'0'0'100'0,"0"0"-94"16,0 0 46-16,0 0 106 15,0 0 9-15,-54 115-97 16,23-59-38-16,0-1-21 0,4-1-1 15,1-2-7 1,8-4-3-16,4-7-1 0,3-4-29 16,5-7-79-16,4-9-118 15,2-15-207-15,0-6-441 16</inkml:trace>
  <inkml:trace contextRef="#ctx0" brushRef="#br0" timeOffset="60163.5">27860 7553 1102 0,'0'0'0'0,"0"0"-18"15,0 0 18-15,0 0 43 16,0 0 20-16,0 0 15 15,20-24-29-15,6 3-10 16,4-6-12-16,5-4-13 16,1-6-4-16,0-2-3 0,-1-4-4 15,-8-4-2-15,-11-2 1 16,-13-2-2-16,-3 1 3 16,-12 7-3-16,-15 7 0 15,-2 6 4-15,-3 11 19 16,1 6-13-16,1 4-5 15,-1 7 19-15,4 2-15 0,3 2-4 16,6 14 16 0,3 12-7-16,6 13-6 15,6 12-4-15,3 13 8 16,0 4 13-16,5 7 9 0,11 1-2 16,4 5-19-1,2 1 27-15,0-5-31 16,-2-4 5-16,-1-9-4 15,-5-9-3-15,-4-7-5 0,-4-7-1 16,-3-14 0-16,-2-7-1 0,1-8 0 16,-1-8 0-1,1-5 2-15,-1-1-1 0,1 0 18 16,1-23 5 0,6-12-24-16,1-10 0 0,9-6-6 15,6 2 4 1,1 7 0-16,3 6 0 0,-2 9 0 15,-7 12 2-15,2 7-3 16,-5 5 2 0,-2 3-9-16,2 5 6 15,0 15 4-15,0 7 19 16,-1 4-10-16,-4 5 7 16,-1 0 16-16,0-1-22 15,-3-6-9-15,3-1-1 0,-1-6 0 16,0-3-26-16,1-6-75 0,-1-3-94 15,4-8-52 1,2-2-89-16,2-10-403 16</inkml:trace>
  <inkml:trace contextRef="#ctx0" brushRef="#br0" timeOffset="60427.78">28618 7755 1152 0,'0'0'11'15,"0"0"28"-15,0 0 77 16,0 0-53-16,0 0-26 0,0 0-14 16,35 27 97-1,-22 0-32-15,-1 2-31 0,-3 7-13 16,-4 3 15-16,0 0-16 0,-4-3-26 16,-1-5-13-1,0-4 5-15,0-7-8 0,0-8 0 16,0-5 0-1,0-4-2-15,0-3 0 0,-7 0-16 16,-8-14-81 0,-3-10-102-16,-3-10-74 0,-1-8-72 15,1-8-283-15</inkml:trace>
  <inkml:trace contextRef="#ctx0" brushRef="#br0" timeOffset="60719.82">28557 7481 414 0,'0'0'513'0,"0"0"-513"15,0 0 9 1,0 0 108-16,0 0-23 16,0 0-19-16,34-28 9 15,-32 28-24-15,-2-1-13 16,0 1 17-16,0 0 12 15,0 0 26-15,0 0-17 16,0 0-25-16,-3 0-23 16,-3 0-28-16,-3 0-9 0,4 0-4 15,2 0-7-15,3 0-71 16,0 0-107-16,0 0-92 16,0 0-92-16,8 0-60 15</inkml:trace>
  <inkml:trace contextRef="#ctx0" brushRef="#br0" timeOffset="61011.46">28775 6719 1260 0,'0'0'0'15,"122"-10"3"-15,-35 10 77 16,8 25 78-16,8 25 10 16,-2 27-42-16,-7 37-45 15,-19 22-37-15,-26 21-7 0,-34 6-22 16,-19-6-7 0,-51-2-5-16,-25-16-4 0,-18-6 1 15,-12-9-129 1,-4-24-204-16,-1-22-295 15</inkml:trace>
  <inkml:trace contextRef="#ctx0" brushRef="#br0" timeOffset="62705.8">23228 9806 778 0,'0'0'25'0,"0"0"-25"0,0 0 0 15,82-27 24-15,-30 17 62 0,19-3-2 16,19 0-25 0,18-5-10-16,15-3-9 0,19-7-20 15,16-6 5 1,21-7 2-16,21-4 4 0,17-5 16 15,12-3-23-15,4-7 5 0,10 3-1 16,6-1 2-16,9 1-9 16,1 4-6-1,-6-3-4-15,4-3 5 0,-4 0 6 16,4 0-3 0,-1 2-13-16,-9 4-4 15,-8 2-1-15,-14 3 5 16,-14 0-5-16,-15 4-1 0,-26 3 0 15,-22 8-1-15,-30 5-1 0,-26 10 2 32,-21 3 0-32,-19 3 1 15,-14 0 0-15,-8 2-1 0,-6-1 0 16,-6-5 5 0,-3-4-5-16,-3-5 0 0,1-3 6 15,-2-2-6-15,0-1 1 16,-1 2-1-16,-3-3 1 15,2 0-1-15,0-3 0 16,-2 1-2-16,-1-7 2 16,-1 0-1-16,4-8 1 15,1-8 0-15,8-4-3 16,3-6 0-16,4-4 3 0,-2-2-4 16,-8-6-1-16,-5-8 1 15,-10-8-1-15,0-9-11 16,-13-10 3-16,-16-5 13 15,-8-4 0-15,-12-7 0 16,-4 0-36-16,0 4 23 16,8 8 1-16,8 12 8 0,10 16 3 15,6 11 2 1,-1 8-1-16,-4 9 0 0,-5 4 0 16,-6 5 1-1,-7 3 2-15,-5 8 10 16,-1 5-11-16,-3 5 4 15,-5 5-4-15,-5 5 0 0,-11 4-1 16,-10 11-1 0,-15 7 0-16,-15 0 3 0,-10 7 5 15,-7 13-2-15,-3 6-6 16,-2 3-3-16,-1 3 0 16,-9 1 2-16,-3 2 1 15,-6 0 3-15,-10 2-2 16,-2 3 1-16,-14 1-2 15,-14 3-4-15,-17 1 1 0,-18 4 3 16,-7 3 2-16,-2 4 0 0,5 0-2 16,7-3-4-1,8 1 4-15,-1-2 2 16,10 2-1-16,13-2-1 16,14-3-2-16,19 0 0 15,12-8 2 1,5-1-3-16,16-2 3 0,7-1 1 15,15 0-1-15,6 1 2 16,14 0-1-16,14-3-1 16,12-4-6-16,14-2 3 15,9-3 2-15,4 0 1 16,3-4-1-16,6-2 0 16,4 1 1-16,-3 2 0 15,-2 7-3-15,0 2 1 16,-4 5 0-16,4 2-1 15,2 2 2-15,-2 6 1 16,3 4 1-16,3 10-1 16,3 10 1-16,6 7 8 0,7 13 1 15,3 19 2-15,3 26 5 16,-1 21-3-16,1 19 0 16,0 9 4-16,3-6 7 15,16-2 13-15,5-6-13 16,3-8 5-16,0-12 7 15,-1-15-16-15,3-27-10 16,-1-21-6-16,6-21 4 16,5-20-6-16,6-16-5 0,6-13 2 15,9-5-19 1,4-6-198-16,-8-7-200 0</inkml:trace>
  <inkml:trace contextRef="#ctx0" brushRef="#br0" timeOffset="91217.83">8790 3261 646 0,'0'0'151'0,"0"0"-124"15,0 0-26-15,0 0-1 16,0 0-1-16,-84-38-2 16,70 21 6-16,3-4 15 0,2-5 23 15,5 0-30 1,4-1 1-16,0-3-6 0,24-7-5 15,12-1-1-15,7-3 0 16,5 2-2-16,-2 12-1 16,-9 10 0-16,-6 13-12 15,-5 4-2-15,-3 4 13 16,0 17 3-16,-4 8-1 16,-5 8 0-16,-1 6 1 15,-4 4 1-15,-4 6 8 16,2 5 14-16,0 4 4 15,1 2-6-15,10 0-3 16,1 1 6-16,7-1-11 0,2-6 4 16,11-5-9-16,7-6-1 15,5-9-1-15,7-9 0 0,0-15-5 16,-1-8 1 0,-5-6 0-16,-6 0 0 15,-8-8-1-15,-14-8 0 16,-11 2 1-16,-13 0-1 15,0 0-3-15,-27 7 0 0,-12 7-18 16,-7 0 12 0,-3 22 7-16,1 11 1 0,2 8 1 15,16 7 0-15,9 9 1 16,11 12 0-16,8 8 0 16,2 7 4-1,0 7-3-15,6 2-1 0,3 3-1 16,2-2 1-16,0-6 1 15,-3-5-2-15,-5-11 0 16,-3-4 1-16,-11-6 8 16,-29-8 1-16,-19-6 13 15,-16-3-2-15,-13-7-13 0,-3-9-6 16,3-7-2 0,7-11-5-16,-1-11-125 15,-3 0-426-15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7:11:14.2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11868 6807 1314 0,'0'0'4'0,"-61"-98"-5"16,28 67 3-16,-6 1-4 16,-13 4 2-16,-12-1-4 15,-15-1 0-15,-17 2-4 0,-19-4 5 16,-18 3-1 0,-16-1 3-16,-13 1 0 0,-5 1 1 15,-2 4 2-15,-9 1-2 0,-7 1-4 16,-10-2 2-1,-6 1-4-15,-11 1-4 16,-3-4 10-16,-6 1-1 16,-13 2-2-16,-6 0 1 15,-11 2 2-15,-1 3 4 16,-5 2-2-16,-5 3-1 16,5 5 1-16,-7 0 3 15,6 4 0-15,9 2-4 16,-5 0-1-16,6 0 0 15,-8 11 4-15,5 11-3 0,1 7-1 0,-4 6-2 16,-1 7 2-16,-5 5 0 16,2 9 1-1,0 4 1-15,-3 9-2 0,9 6-4 16,0 7 4 0,16 8 3-16,15 16-3 15,3 15 0-15,5 11 0 16,-5 15 3-16,6 9 5 0,14 3-1 15,13 8-2-15,18 6-4 16,10 8-1-16,8 8 0 16,19 5 5-16,24-7-3 0,27-5 12 15,30-4 1 1,27 0-5-16,22 3 3 16,13 5-11-16,30 2 2 15,14-4 2-15,18 5 7 16,14 5 4-16,12 2-1 15,13 4-7-15,10-7-6 16,16-11 5-16,20-11-3 16,17-7 0-16,19-10-2 15,17-7-2-15,6-5 2 16,5-12 4-16,9-5 2 16,7-6-1-16,15-12 1 0,12-7-8 15,17-9 6 1,12-9 0-16,15-15 8 15,16-8-15-15,10-14 3 0,18-12 2 16,7-9-4-16,10-7 0 16,10-7-1-16,9-6 5 15,5-4-5-15,12 0 0 16,4-4 2-16,-2-14-2 0,2-10 0 16,0-7 3-1,-4-13-3-15,4-13-1 16,-3-8 0-16,-12-12 0 15,-7-10 0-15,-9-14 1 16,-17-11 0-16,-16-13-1 0,-22-17 1 16,-18-17 1-1,-22-12 3-15,-19-8-2 0,-18-9-1 16,-20-2 9-16,-20-8-6 16,-20-10 0-16,-22-8-3 15,-24-5 1-15,-23-6 3 16,-28-4-3-16,-26-14-2 15,-22-12 0-15,-25-10 0 0,-19-13 1 16,-23-3-1 0,-40-6-3-16,-29 0 2 15,-36 8 0-15,-35 10 2 16,-40 21 0-16,-43 30 3 16,-46 35 9-16,-44 39 7 15,-33 43-8-15,-29 39-8 16,-12 44-4-16,1 33-4 15,3 58-1-15,18 34-104 16,21 22-147-16,38 5-209 0</inkml:trace>
  <inkml:trace contextRef="#ctx0" brushRef="#br0" timeOffset="1421.53">8107 9078 785 0,'0'0'72'0,"0"0"-8"16,0 0-39-16,0 0-14 16,0 0 30-16,0 0 32 15,-47-50 8-15,47 44-21 16,2 0-30-16,18-3-30 16,15 1 1-16,7-1 2 0,16 1-3 15,11 0 6 1,13 2-5-16,10 2 5 0,7 4 0 15,2 0-4 1,5 0 1-16,2 10 2 0,3 2 1 16,15-1-3-1,13-5-1-15,13-3 0 16,25-3 2-16,7-3-3 0,5-13-1 16,1-1 1-16,-7 0 1 15,-7 2 3-15,-13 2-5 16,-8 1-1-16,-13 0-2 15,-12-1 3-15,-8-4 0 16,-9-3 0-16,-5-7 4 0,-7-9-3 16,-4-6 2-1,-6-5 5-15,-10-3-6 0,-10-2 3 16,-18 4 3 0,-15-2-4-16,-17 0 5 0,-9-2 9 15,-10-6-9 1,-2-7 4-16,-9-9 3 15,-17-5-12-15,-15 1-4 0,-16 1 4 16,-16 4-2-16,-14-2-4 16,-17-3 0-16,-14-1 0 15,-16 0-1-15,-19 1 2 16,-9 10 1-16,-14 12 1 16,-12 12 2-16,-10 13-6 15,-14 10 2-15,-11 11-1 16,-7 8 1-16,-5 2 1 15,2 9 0-15,5 19 0 16,1 10 0-16,2 10-3 0,7 9 3 16,9 9 1-16,23 10-1 15,17 12 0-15,14 12-5 16,15 17 4-16,11 22 0 16,25 9 1-16,28 9 4 15,37 0-2-15,39-13 5 16,22-10 4-16,50-17 0 15,27-15 11-15,24-17 2 16,17-18 1-16,22-25 1 16,17-23-3-16,16-19-8 15,11-9-14-15,-6-21-1 16,-13-3-3-16,-24 5-23 0,-22 10-131 16,-17 8-122-1,-26 4-240-15</inkml:trace>
  <inkml:trace contextRef="#ctx0" brushRef="#br0" timeOffset="3516.74">8059 8884 783 0,'0'0'31'0,"0"0"-23"0,0 0 8 16,0 0 26-16,0 0-28 16,0 0-7-16,0 0 14 15,-7-77 9-15,-11 69 24 16,-3 0-22-16,-4-1 44 15,-1 2-63-15,-8 1-11 0,4 1 4 16,-3-2 8-16,-7 1 30 16,-7-1-31-16,-6 1-3 15,-10-3 11-15,-1-2 20 16,-6 0-15-16,-3-1 2 16,-9 2 14-16,-9 3-22 15,-3 4-15-15,-6 3-3 16,-8 0 5-16,-8 0-4 15,0 6-3-15,-7 6 1 16,-2-2-2-16,-2 2 3 16,-7-2 2-16,-5-3-1 15,2-1 1-15,1-4 1 16,2 1-3-16,5-2 2 16,4-1 0-16,1 0-3 0,5 0-1 15,-5 0 0 1,3 0 0-16,-4 0 0 0,4 0 6 15,0 0-4-15,-1 0-2 16,6 2 3-16,1-2-3 16,4 0-2-16,6 0 2 0,0 0-3 15,0 0 3 1,3 0 0-16,-1 0 0 16,1-6 0-16,4-2 4 15,4 2-4-15,3-1 0 16,-3 1 0-16,3 0 0 15,7 4 0-15,-1 0-2 0,2 2 2 16,-2 0 0-16,-4 0-1 16,-2 3 1-16,-5 7-3 15,0 2 3-15,1 0 3 16,5 1-3-16,6-2 0 16,4 1 1-16,7 0 0 15,3-1 0-15,9-1-1 16,10 2-3-16,11-1 2 15,7 1 1-15,9 0-2 16,0-2 2-16,6-2-2 16,0-1-1-16,3 2 3 0,0 1 0 15,-1 0 0 1,2 1-1-16,0 1 0 0,3 8-1 16,-2 9 0-1,5 5 2-15,-2 9-4 0,-1 5 4 16,-8 10 0-1,3 5 1-15,-7 5-1 0,1 3 0 16,1-3 1-16,3-7-5 0,9-3 9 16,9-5-8-1,0-9 6-15,18-5-3 0,16-5 0 16,11-8 1 0,9-6 2-16,17-8 3 15,7-4 0-15,16-5 2 16,18-3-3-16,7 0 5 15,14 0-6-15,7 0-4 0,5-6 0 16,9 1 6-16,-4 3-5 16,1 1 1-16,4 1 0 15,0 0 5-15,2 0-7 16,4 0-3-16,-7 3 2 16,-5 7 1-16,-6-2 3 15,-5-1-2-15,0 0 4 16,7-4 0-16,1-3-2 15,6 0 0-15,2 0-2 16,-5 0 2-16,-1 0-3 0,-5-3 4 16,0-3-3-1,2-1 7-15,7-2 2 0,6-4-9 16,2-4-1-16,4-2-1 16,5 0 0-16,-8-4 1 15,-4 1 1 1,-2-1 1-16,-5 0 2 0,1 1-4 15,-2-1-2-15,-7 3 1 16,-6-2-2-16,-8 0 3 16,-12-1 0-16,-11-3 1 15,-4-2 0-15,-7-3 2 16,-7 0-1-16,-4-5 3 16,-12-4-5-16,-18-2 1 15,-14-1 3-15,-17 0 4 0,-17-1 3 16,-5-5-5-1,-24-2 8-15,-24-4-5 0,-16 1 13 16,-12 1 14 0,-9 10-32-16,-8 8-4 0,-2 14-1 15,-11 20-16-15,-16 1-166 0,-26 10-321 16</inkml:trace>
  <inkml:trace contextRef="#ctx0" brushRef="#br0" timeOffset="9516.7">6099 10543 614 0,'0'0'127'0,"0"0"-127"0,0 0-2 15,0 0 1-15,0 0 1 16,0 0 8-16,0 0 49 15,0 0 20-15,-57-10-51 16,70 10-25-16,7 5 25 16,14 6 5-16,6 2-17 15,4 3 13-15,5 5-12 16,2-1-5-16,2 5-8 0,4 0 5 16,4 2 0-1,3-3 2-15,5 0 4 0,4-3 3 16,6-3 0-1,6-1-3-15,6-3-5 0,11-2-3 16,11-1 6-16,11-2 8 0,9 1-4 31,10 2-5-31,6 2-4 0,12 3-4 0,11-1 4 16,10 1-3 0,3 5-3-16,-6 2-1 0,-14 1 1 15,-14 0 2 1,-8-3 1-16,0-2-2 0,1 0 3 15,11-1-4 1,6 0 1-16,-1-1 0 0,-1 0-1 16,0-8 2-16,-6-4-2 15,4-6 3-15,1 0-2 16,9-10 3-16,3-11-2 16,2-5-1-16,-5 1 1 15,-5-2-1-15,-8 2 0 16,-6 0 0-16,-2-1 0 15,0 0-1-15,0-3 0 16,-1-4-3-16,-6-3 3 16,-11-1 1-16,-7-1-1 15,-15-5 0-15,-8 2 1 16,-11-3-1-16,-5-2 1 16,-5 2-1-16,-8-5 1 15,-6 0-1-15,-11-6-1 16,-10-4-1-16,-6-2 2 0,-3-2 2 15,-8-5-2-15,-1-3 0 0,-5-6 0 32,-4-5 0-32,-1-1 0 0,-7 2-1 0,-7 7 2 15,-3 5 0 1,-27 8 2-16,-12 10-3 0,-14 10 0 16,-14 7 0-1,-11 8 0-15,-1 1 3 0,0-2-1 16,3 2 5-1,3-1 8-15,-5-1-8 0,-6 1-6 16,-9-4 6-16,-9 0-7 16,-10 3 10-16,-13 1-7 15,-18 10 14 1,-18 9-11-16,-15 7-4 0,-14 0-2 16,-8 0 2-1,5 0-2-15,8 0 3 0,6 0 6 16,18-6 13-16,9 2-1 15,0 1-18-15,-2 3-1 16,-14 0-2-16,-14 2 3 16,-9 11-2-16,-6 7 0 15,3 5 4-15,3 6-5 16,-1 0-7-16,5-4 7 16,14-7-1-16,13-8 1 15,16-2 3-15,17-2-2 16,15-2-2-16,6 6-1 15,2 2 0-15,-11 4 0 0,-7 7 2 16,-14 4 2-16,-6 11-2 16,-4 3-1-16,1 5 1 15,12 0 1-15,14-3-1 16,17-5-3-16,16-8 1 16,10-3 2-16,6 0-2 15,-3 1 1-15,4 3 2 16,-4 6-2-16,-6 1-1 0,3 4 1 15,6 3 1-15,4 1 2 16,5 5-2-16,7 4-1 16,4 8 0-16,8 8 0 15,5 3 1-15,14 3 0 16,11-2-1-16,14-2 1 16,1 5 4-16,19 3-3 15,26 0 4-15,22-2 3 16,30-8 3-16,36-11-4 15,31-13 0-15,30-15 1 16,24-19 0-16,37-15-2 16,25-3 5-16,20-23-4 15,10-2-7-15,-5 7-155 16,-20 0-181-16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1-03T07:11:34.9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26216 6561 1044 0,'0'0'107'15,"0"0"-106"-15,0 0 9 0,0 0 54 16,0 0 62-16,0 0-57 15,0 0-60-15,0-56 13 16,0 56 3-16,0 0-9 16,0 0-10-16,3 0-6 15,9 16-6-15,4 4 6 16,5 6 12-16,1 4-10 16,0 0 1-16,3-1 3 15,-1-1 7-15,-2-3-2 16,-2-5-7-16,-1-5-1 15,-1-3 4-15,-2-7 4 16,6-5 4-16,8-1 4 0,12-23 35 16,10-15-10-16,12-14-21 15,11-10-6-15,16-13 1 16,12-13-11-16,9-11-7 16,9-6-1-16,1-2-3 15,-1 4 3-15,-5 11 0 16,-13 13-1-16,-15 16-4 15,-14 13 2-15,-18 14-37 16,-16 12-31-16,-16 11-27 0,-9 9-92 16,-13 5-156-16,-2 0-438 15</inkml:trace>
  <inkml:trace contextRef="#ctx0" brushRef="#br0" timeOffset="2379.92">23405 8772 859 0,'0'0'127'0,"0"0"-127"0,0 0 0 15,0 0 45-15,0 0 46 16,0 0-28 0,0-4-37-16,2 4-26 0,1 0-3 15,4 4 3-15,5 11 12 16,3 3 33-16,3 3 5 16,0 0-27-16,3 0 18 15,1-5-12-15,-1-1 4 0,3-4-13 16,0-4 4-1,1-3-6-15,3-4 9 16,8 0-14-16,11-20 3 0,15-19-1 16,19-19 0-1,17-18-1-15,17-14 2 0,16-4 3 16,9-7-10-16,5 1 5 16,-1 4-4-1,-10 7 17-15,-16 13-4 16,-14 15-20-16,-23 12-2 0,-22 9-1 15,-17 14-16-15,-19 9-40 16,-13 7-31-16,-10 5-56 16,-2 3-50-16,-23 2-198 15</inkml:trace>
  <inkml:trace contextRef="#ctx0" brushRef="#br0" timeOffset="3953.88">23748 7725 919 0,'0'0'89'0,"0"0"-89"0,0 0-2 15,0 0 2 1,0 0 2-16,0 0 83 16,11-56-26-16,-20 42-44 15,-15-2-9-15,-7-1-4 16,-13-3 1-16,-11-4 2 16,-11-5-5-16,-11-9 4 15,-14-4-4-15,-20-8 2 16,-9-3 1-16,-18-4-6 0,-11-2-4 15,-8 2-24-15,-16 6-15 16,-4 13 5-16,-12 19 31 16,-9 16 7-16,-7 3 2 15,-9 21-2-15,0 10 3 16,-1 2 7-16,4 3 3 16,11 3 19-16,11 3-5 15,13 3 2-15,13 7-23 16,11 6 23-16,9 7-5 15,10 9 13-15,11 3-6 0,7 9-2 16,10 3-3-16,11 1-17 16,14 3 0-16,16 4-5 15,15-3 1-15,19 1-2 16,15-3 4-16,15-5 5 16,7 1-6-16,29 0 0 15,19 0-1-15,18-6 4 16,21-2-4-16,12-8-1 15,15-10-1-15,13-7 1 0,14-13-1 16,13-11 2 0,17-11-2-16,21-9 2 0,19-8 2 15,17-3 6 1,6 0-10-16,-7-15 0 0,-11-5 0 16,-10-2 1-16,-4-9 5 15,-1-11-4-15,5-9-1 16,0-12 4-16,2-11 6 15,3-9 7-15,-3-11 4 0,0-12 2 16,-8-8 0 0,-19-10 6-16,-27-5-1 15,-34 4-5-15,-38 0-9 16,-40 11-3-16,-38 7-2 0,-23 3-2 16,-57 10 6-1,-43 9-8-15,-40 10-6 0,-43 15-6 16,-41 26-22-1,-32 29-166-15,-25 12-135 0</inkml:trace>
  <inkml:trace contextRef="#ctx0" brushRef="#br0" timeOffset="9819.68">24779 9839 520 0,'0'0'319'16,"0"0"-319"-16,0 0 0 0,0 0 59 15,0 0 7 1,0 0-8-16,0 0-36 15,-92-45 19-15,78 37 9 0,-1-2-16 0,-2 0-10 16,-6-1-20 0,-5-1-2-16,-3-2 16 0,-7 0-6 15,-5 0-12 1,-11 0 2-16,-5-2 1 0,-7 2-2 16,-4 1 2-1,-5 1-2-15,-1 1 4 0,-4-3-5 16,-5 2 3-1,-1-2-3-15,-3 1 3 16,-4-2 0-16,-1 2-1 16,-4 2-1-16,-6 1-1 0,-4 7 4 15,-5 0-3-15,1 3 3 16,3-1-3 0,6-2 0-16,6-2 12 0,6-4-6 15,2 1 28-15,5 0-21 16,-3 1-1-16,1-1-5 15,-2 1-5-15,-5 0 0 0,-4 3-2 16,-7 2 3 0,-3 1-4-16,0 0-1 15,2-3 1-15,3 2 0 16,1-2 2-16,-1 1 2 16,4-4 2-16,-4 0 7 15,-1 4-10-15,-4 1-3 16,-4 2 2-16,-5 0 5 15,-2 0-6-15,-3 0-1 16,-4 5-2-16,-3 2 2 16,-8 1 0-16,-1 2 2 0,-2 3-2 15,0 3 0-15,-1 6 1 16,6 3 0-16,-1 6-1 16,4 3-1-16,11 4-1 15,6 0 1-15,8 4 1 16,6-2 4-16,9 3 1 15,6 0-4-15,9 1 0 16,4 5 2-16,4 0-1 0,2 4 9 16,3 2-5-1,5 2-6-15,6 4 1 16,7 0-1-16,8 3 3 0,6 0-2 16,4 1 0-16,5 0 3 15,5-2-3-15,2-7 5 16,6-3 5-16,6-1-9 0,3-5 6 15,0-2-6 1,6-4 8-16,15-4 1 16,4-7-3-16,6-4 1 15,7-1 21-15,8-7-30 16,11-1 4-16,9-2 3 16,8-5-1-16,5 1-6 15,9 2-1-15,8 0-2 16,11 0 3-16,7-3 1 15,10 1-1-15,6-3 0 16,5 0 0-16,10 1 5 0,5-1-2 16,10 0-2-16,10-1-1 15,6-4-1-15,6-3-1 16,6 0 2-16,12 0 3 16,6-10 2-16,7-3-4 15,2 1-1-15,-12 4-2 16,-14 7 1-16,-14 1-1 15,-12 0 2-15,-10 12-7 0,-4-3-7 16,2-1-4-16,-1-6 16 16,6-2 0-16,-1 0 2 15,-5-2-4 1,-3-6 1-16,-4-1-7 0,-8 1-11 16,-1 0-11-16,-7-2 7 15,-8 2 19-15,-5-2 3 16,-7 1 3-16,-6-4-1 15,-2-2 1-15,-1-8 2 16,5-5-2-16,6-6 1 16,4-5 0-16,-1-2 0 0,-7-3-1 15,-11 3-3 1,-15 2 3-16,-15 4 2 16,-16 2 0-16,-11-1-1 15,-10-5 3-15,-5-6 0 16,-2-12 1-16,-8-7-3 15,-5-5 2-15,-7-4-3 16,0-1-1-16,-4 2 2 0,-20 3 0 16,-7 6 0-16,-10 6 0 0,-7 8 11 15,-8 11 0 1,-7 7 11-16,-4 5-20 16,1 8-4-16,1 3-27 0,-6 5-142 15,-3 1-199 1</inkml:trace>
  <inkml:trace contextRef="#ctx0" brushRef="#br0" timeOffset="42435.44">18118 13174 1091 0,'0'0'6'16,"0"0"-6"-16,0 0-6 15,0 0 4-15,0 0 2 16,0 0 0-16,0 0 0 0,0 0 9 15,-75 54 0 1,75-29-5-16,0-1 18 0,0 1-10 16,3-2-4-1,8-2 28-15,6-1-12 16,4 0 0-16,2-3 18 16,10 1-20-16,4-3 14 0,6-1-3 15,9-4-5 1,4-2-1-16,10-7 13 0,2-1-23 15,0 0-13-15,4-3 4 16,1-10 2-16,2-4-6 16,2-3 1-16,4-3 2 0,1-1-6 15,3-5 1 1,6 1 2-16,6 0-4 16,8 2 2-16,2 0-2 15,0 2-1-15,0 0 0 16,0 1 1-16,0 2-1 15,-7 1 1-15,0 2 0 16,-3 1 1-16,2 1-1 0,2 5 1 16,5 5 2-1,7 4-2-15,6 2-1 0,4 7-6 16,-3 15 5-16,-3 8 1 16,-7 7-1-16,-9 4 1 15,-14 2 0-15,-5 2 0 16,-10-1 0-16,-5-3 1 15,1-1 0-15,-5-1-1 16,-6-6 2-16,0 3-2 16,-12 0 0-16,-8-3 0 15,-9-2-1-15,-10 2 1 16,-4-2-1-16,-11 0-1 0,-3-1 2 16,0-4 0-1,-20-2 4-15,1-7 4 0,-1-8-7 16,0-9 5-1,2 0 4-15,-3-18-2 0,0-14-8 16,6-8-7-16,7-8 0 16,8-5 7-16,0-4-8 15,26-4-4-15,5-3 6 16,9 0 4-16,8 1-2 16,3 1 3-16,6 4 0 15,1 3 0-15,3 7 0 16,-3 6-1-16,-2 12 4 0,-6 6-5 15,1 11 4-15,-2 5-2 16,6 5 1 0,8 3 0-16,7 0 0 0,11 0 0 15,1 5 2-15,1 7-1 16,7 4 1-16,1 1-1 16,4 3 5-16,3-1-2 15,6-1-4-15,0-1 1 16,5 1-2-16,2-6 2 15,-6-2 3-15,-5-1 4 16,-4-4-5-16,-11-3 8 16,-9-2-1-16,-6 0-4 15,-7-7 9-15,-7-10 1 16,-5-9-5-16,-6-9 6 16,-6-7 1-16,-5-9-6 0,-6-6-6 15,-4-5 3 1,-4-4-4-16,-3 1 2 15,-3 3 11-15,-1 7 9 16,-2 8 6-16,-1 9-21 16,-4 9-8-16,-1 4-3 0,-4 7-1 15,2 6-2-15,-1 5-2 16,-2 4-50-16,1 3-65 16,-1 0-38-16,0 0-65 15,0 0-63-15,-6 6-51 16</inkml:trace>
  <inkml:trace contextRef="#ctx0" brushRef="#br0" timeOffset="43433.84">22098 11687 185 0,'0'0'0'0</inkml:trace>
  <inkml:trace contextRef="#ctx0" brushRef="#br0" timeOffset="43547.59">21800 11630 210 0,'0'0'26'0,"0"0"5"15,-97-33 2-15,71 19-33 16,6 2-4-16,3-2-68 16</inkml:trace>
  <inkml:trace contextRef="#ctx0" brushRef="#br0" timeOffset="43977.02">21466 11159 472 0,'0'0'93'0,"0"0"-72"15,-32-81-11-15,23 57 14 16,-2 3 2-16,1 0 28 16,3 4 74-16,1 7-56 15,2 4-18-15,2 5 44 16,2 1-65-16,0 0-33 16,0 6-6-16,0 17 6 15,0 13 22-15,9 11 60 16,0 6-38-16,2 7 27 0,-3 3-25 15,1-1 13-15,-1-1 13 0,-1 0-24 16,2 1-25 0,0-3-1-16,-1-4-4 15,3-6 9-15,-3-2-20 16,-2-5-4-16,0-3 1 16,-1-1-2-16,-4-3-1 15,1-5-1-15,-2-7-2 0,0-3-62 16,0-5-123-1,-3-7-8-15,-16-5-49 0,-10-3-233 16</inkml:trace>
  <inkml:trace contextRef="#ctx0" brushRef="#br0" timeOffset="44253.96">21177 11728 1174 0,'0'0'0'15,"0"0"-27"-15,0 0 23 16,0 0 4-16,45 118 3 16,-35-61 3-16,0 4 16 15,2-3 13-15,1-8-7 16,1-10-7-16,-1-12 12 0,0-13-25 16,0-11-1-1,3-4 15-15,7-14 47 16,10-25 6-16,12-23-50 15,6-16-21-15,1-8-2 0,-1 0 1 16,-12 3-3-16,-6 5-6 0,-9 9-147 16,-4 8-72-1,-5 9-156-15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8857C-4E64-7902-1E69-7E8B1B6E7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C9B43-013D-5598-AD23-0FBD22D5C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7F5CA-E0D2-4950-37E2-DBC2971AC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2A6E-0E8F-49E3-86F6-40E617826D3B}" type="datetimeFigureOut">
              <a:rPr lang="en-IN" smtClean="0"/>
              <a:t>13/01/26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E87BC-C546-B797-6F3D-5CBB28698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13D5A-9BC1-C41A-39D8-46839930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E96-5572-4607-B2BA-2996E8946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91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64FBF-CF7C-DDED-0DD2-4B81D78E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BD528-8B35-5617-FCE2-419F1BD9C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DD34A-0B35-0DD1-D811-938FA7E29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2A6E-0E8F-49E3-86F6-40E617826D3B}" type="datetimeFigureOut">
              <a:rPr lang="en-IN" smtClean="0"/>
              <a:t>13/01/26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07C99-8DBB-0500-2EEC-AE4258C8C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22C65-07F0-6E8D-B186-97D5AC38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E96-5572-4607-B2BA-2996E8946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891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26F61-CDDC-29AE-EE94-8A82CA295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89127-5CE9-DB9C-8A98-D5D8AB10B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3BAA4-7A87-3DBB-B81B-F77793247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2A6E-0E8F-49E3-86F6-40E617826D3B}" type="datetimeFigureOut">
              <a:rPr lang="en-IN" smtClean="0"/>
              <a:t>13/01/26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88F4A-87AC-D3C2-218D-E1E4C36EC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F9E31-8270-D919-9D6C-1A2E962C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E96-5572-4607-B2BA-2996E8946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96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2E516-6F2A-0B2A-3BF9-0FB6DD775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2A115-D7AC-8C21-2D6F-578CD6529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5667F-D059-8EAC-E314-28DAD61D7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955AA-1E40-D9A6-0DB8-0F27000A8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2A6E-0E8F-49E3-86F6-40E617826D3B}" type="datetimeFigureOut">
              <a:rPr lang="en-IN" smtClean="0"/>
              <a:t>13/01/26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2447C-C3A4-2B35-80B0-92D40EA06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A6A96-BD21-5819-98F6-F977A678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E96-5572-4607-B2BA-2996E8946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813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FF0D5-94D9-4827-DA63-7FC2832B5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7C1FF-8B8E-CEC9-4906-06CD6D657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85047-DE06-BC34-B229-8B95D4819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C5BF27-2E11-356A-97B8-45020C6CB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E0D490-C647-1C4B-2AD1-2A22DAAAC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2BFFDC-E1A0-0312-A4BD-E6C1BECE3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2A6E-0E8F-49E3-86F6-40E617826D3B}" type="datetimeFigureOut">
              <a:rPr lang="en-IN" smtClean="0"/>
              <a:t>13/01/26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22903-3A8B-8D13-9F80-CBCB39DAC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26D02E-6965-14B5-DF29-B5059A2E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E96-5572-4607-B2BA-2996E8946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792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346B-3E50-11F9-FF37-6B63DD3C1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3499B9-B0CA-8082-ED54-A26BFBDF3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2A6E-0E8F-49E3-86F6-40E617826D3B}" type="datetimeFigureOut">
              <a:rPr lang="en-IN" smtClean="0"/>
              <a:t>13/01/26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0C599F-778A-D8D8-279D-852BEB022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FC70F2-C994-61DD-8345-1416C185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E96-5572-4607-B2BA-2996E8946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80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F4029C-2CFC-755C-A170-F3715E6B9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2A6E-0E8F-49E3-86F6-40E617826D3B}" type="datetimeFigureOut">
              <a:rPr lang="en-IN" smtClean="0"/>
              <a:t>13/01/26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B3BFB8-0528-D28A-3FCC-EC4832176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18B85-6A68-0055-EC45-B8D91F904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E96-5572-4607-B2BA-2996E8946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32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476F0-EA57-89EB-6451-1FFED7B54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92BCE-AF94-D60D-AF1F-E2FD45A15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F568D-3C83-8EA9-7518-3AACDC381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4468E-9AA3-6A5B-915B-F90FECFBE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2A6E-0E8F-49E3-86F6-40E617826D3B}" type="datetimeFigureOut">
              <a:rPr lang="en-IN" smtClean="0"/>
              <a:t>13/01/26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191E9-6B90-2C20-AAC7-75B5D355D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B2AF6-4163-F5E8-9D4A-3CED3B93F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E96-5572-4607-B2BA-2996E8946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075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5BA5B-D260-6B46-20C2-CF31651C6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8DA1AE-534D-D109-4229-6E96421EDF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1C591-8CB9-F0F5-8CBF-8AC5EA491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1306C-311A-F040-B8EC-C448AFE71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2A6E-0E8F-49E3-86F6-40E617826D3B}" type="datetimeFigureOut">
              <a:rPr lang="en-IN" smtClean="0"/>
              <a:t>13/01/26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04A9E-4943-701F-0045-438E672BD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0791A-5E2B-E6A8-9CFB-B8C9125EE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E96-5572-4607-B2BA-2996E8946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331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F02E9-0866-B5D4-961D-8717B2365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9CA94-ED48-91DB-E7CD-7F13E69F9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08CE7-B492-945A-D6D5-985B7AD01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2A6E-0E8F-49E3-86F6-40E617826D3B}" type="datetimeFigureOut">
              <a:rPr lang="en-IN" smtClean="0"/>
              <a:t>13/01/26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4CF01-DE23-3992-269B-DD31AF9E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A7FBB-E791-3BA7-9C90-D9892802A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E96-5572-4607-B2BA-2996E8946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921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1DB89D-E759-0AEA-F0D9-F6AE8DC283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4AD26-0220-2D6E-F8AA-C782DC591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435AA-73F5-F5CC-48ED-AC7708335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2A6E-0E8F-49E3-86F6-40E617826D3B}" type="datetimeFigureOut">
              <a:rPr lang="en-IN" smtClean="0"/>
              <a:t>13/01/26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D392B-4446-2667-AA95-70404B729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6FA06-B02F-86E7-2A78-E88B72F60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8E96-5572-4607-B2BA-2996E8946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636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DCD60A-93B9-AA32-F3D5-751148225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0BC7A-9316-BD9F-31B2-378823D59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CB85F-B340-C027-5A4D-08002A65A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02A6E-0E8F-49E3-86F6-40E617826D3B}" type="datetimeFigureOut">
              <a:rPr lang="en-IN" smtClean="0"/>
              <a:t>13/01/26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4BF9A-E6C5-D28F-1F03-01085EF6F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0CA3E-5FD1-5DD8-8AD1-D220DAF5B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228E96-5572-4607-B2BA-2996E8946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358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customXml" Target="../ink/ink2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0" Type="http://schemas.openxmlformats.org/officeDocument/2006/relationships/customXml" Target="../ink/ink25.xml"/><Relationship Id="rId4" Type="http://schemas.openxmlformats.org/officeDocument/2006/relationships/customXml" Target="../ink/ink22.xml"/><Relationship Id="rId9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customXml" Target="../ink/ink3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customXml" Target="../ink/ink36.xml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customXml" Target="../ink/ink3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diagramLayout" Target="../diagrams/layout1.xml"/><Relationship Id="rId7" Type="http://schemas.openxmlformats.org/officeDocument/2006/relationships/customXml" Target="../ink/ink4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89EED9-F54D-4F20-A2C6-949DE4176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46F721-3785-414D-8697-16AF490E6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4BCB35-BF48-5F6F-FB9F-4CC73B6E340A}"/>
              </a:ext>
            </a:extLst>
          </p:cNvPr>
          <p:cNvSpPr txBox="1"/>
          <p:nvPr/>
        </p:nvSpPr>
        <p:spPr>
          <a:xfrm>
            <a:off x="8115300" y="1562669"/>
            <a:ext cx="3389515" cy="2380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Seq2Seq &amp; Attention in NLP</a:t>
            </a:r>
          </a:p>
        </p:txBody>
      </p:sp>
      <p:pic>
        <p:nvPicPr>
          <p:cNvPr id="7" name="Picture 6" descr="Close-up of hopscotch on a sidewalk">
            <a:extLst>
              <a:ext uri="{FF2B5EF4-FFF2-40B4-BE49-F238E27FC236}">
                <a16:creationId xmlns:a16="http://schemas.microsoft.com/office/drawing/2014/main" id="{F82446C0-3181-CA9E-C996-65BCE9F1DD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12" r="11976" b="-2"/>
          <a:stretch>
            <a:fillRect/>
          </a:stretch>
        </p:blipFill>
        <p:spPr>
          <a:xfrm>
            <a:off x="20" y="1"/>
            <a:ext cx="7665573" cy="6857999"/>
          </a:xfrm>
          <a:custGeom>
            <a:avLst/>
            <a:gdLst/>
            <a:ahLst/>
            <a:cxnLst/>
            <a:rect l="l" t="t" r="r" b="b"/>
            <a:pathLst>
              <a:path w="7665593" h="6857999">
                <a:moveTo>
                  <a:pt x="0" y="0"/>
                </a:moveTo>
                <a:lnTo>
                  <a:pt x="7363783" y="0"/>
                </a:lnTo>
                <a:lnTo>
                  <a:pt x="7372954" y="18152"/>
                </a:lnTo>
                <a:cubicBezTo>
                  <a:pt x="7378508" y="27417"/>
                  <a:pt x="7383821" y="35694"/>
                  <a:pt x="7386404" y="41707"/>
                </a:cubicBezTo>
                <a:lnTo>
                  <a:pt x="7389058" y="60832"/>
                </a:lnTo>
                <a:lnTo>
                  <a:pt x="7394074" y="60137"/>
                </a:lnTo>
                <a:lnTo>
                  <a:pt x="7394443" y="67241"/>
                </a:lnTo>
                <a:lnTo>
                  <a:pt x="7394565" y="83099"/>
                </a:lnTo>
                <a:cubicBezTo>
                  <a:pt x="7395324" y="92994"/>
                  <a:pt x="7394122" y="120511"/>
                  <a:pt x="7395957" y="130584"/>
                </a:cubicBezTo>
                <a:cubicBezTo>
                  <a:pt x="7401306" y="133490"/>
                  <a:pt x="7404223" y="137975"/>
                  <a:pt x="7405574" y="143540"/>
                </a:cubicBezTo>
                <a:lnTo>
                  <a:pt x="7405725" y="155795"/>
                </a:lnTo>
                <a:lnTo>
                  <a:pt x="7418615" y="226869"/>
                </a:lnTo>
                <a:lnTo>
                  <a:pt x="7419579" y="236641"/>
                </a:lnTo>
                <a:lnTo>
                  <a:pt x="7423900" y="241933"/>
                </a:lnTo>
                <a:cubicBezTo>
                  <a:pt x="7424763" y="245974"/>
                  <a:pt x="7424206" y="257579"/>
                  <a:pt x="7424760" y="260885"/>
                </a:cubicBezTo>
                <a:cubicBezTo>
                  <a:pt x="7425580" y="261177"/>
                  <a:pt x="7426400" y="261469"/>
                  <a:pt x="7427220" y="261761"/>
                </a:cubicBezTo>
                <a:cubicBezTo>
                  <a:pt x="7431152" y="272291"/>
                  <a:pt x="7444241" y="311893"/>
                  <a:pt x="7448344" y="324055"/>
                </a:cubicBezTo>
                <a:cubicBezTo>
                  <a:pt x="7444563" y="326484"/>
                  <a:pt x="7450535" y="331924"/>
                  <a:pt x="7451833" y="334727"/>
                </a:cubicBezTo>
                <a:cubicBezTo>
                  <a:pt x="7449286" y="335161"/>
                  <a:pt x="7448510" y="341947"/>
                  <a:pt x="7450776" y="343948"/>
                </a:cubicBezTo>
                <a:cubicBezTo>
                  <a:pt x="7463202" y="391652"/>
                  <a:pt x="7437523" y="367773"/>
                  <a:pt x="7453791" y="395003"/>
                </a:cubicBezTo>
                <a:cubicBezTo>
                  <a:pt x="7454869" y="399820"/>
                  <a:pt x="7453841" y="403723"/>
                  <a:pt x="7451939" y="407147"/>
                </a:cubicBezTo>
                <a:lnTo>
                  <a:pt x="7448030" y="412254"/>
                </a:lnTo>
                <a:lnTo>
                  <a:pt x="7455416" y="432021"/>
                </a:lnTo>
                <a:cubicBezTo>
                  <a:pt x="7457991" y="441758"/>
                  <a:pt x="7459699" y="452007"/>
                  <a:pt x="7460479" y="462523"/>
                </a:cubicBezTo>
                <a:cubicBezTo>
                  <a:pt x="7455275" y="464882"/>
                  <a:pt x="7462669" y="473136"/>
                  <a:pt x="7464133" y="477020"/>
                </a:cubicBezTo>
                <a:cubicBezTo>
                  <a:pt x="7460734" y="477060"/>
                  <a:pt x="7459104" y="485663"/>
                  <a:pt x="7461914" y="488716"/>
                </a:cubicBezTo>
                <a:cubicBezTo>
                  <a:pt x="7474065" y="552879"/>
                  <a:pt x="7442314" y="516775"/>
                  <a:pt x="7461353" y="555280"/>
                </a:cubicBezTo>
                <a:cubicBezTo>
                  <a:pt x="7462345" y="561721"/>
                  <a:pt x="7460642" y="566553"/>
                  <a:pt x="7457829" y="570585"/>
                </a:cubicBezTo>
                <a:lnTo>
                  <a:pt x="7450804" y="577839"/>
                </a:lnTo>
                <a:lnTo>
                  <a:pt x="7453309" y="583524"/>
                </a:lnTo>
                <a:cubicBezTo>
                  <a:pt x="7453505" y="604977"/>
                  <a:pt x="7446306" y="611303"/>
                  <a:pt x="7453558" y="623785"/>
                </a:cubicBezTo>
                <a:cubicBezTo>
                  <a:pt x="7438483" y="642230"/>
                  <a:pt x="7452055" y="636019"/>
                  <a:pt x="7454362" y="650049"/>
                </a:cubicBezTo>
                <a:cubicBezTo>
                  <a:pt x="7457368" y="661117"/>
                  <a:pt x="7463152" y="640798"/>
                  <a:pt x="7464006" y="651645"/>
                </a:cubicBezTo>
                <a:cubicBezTo>
                  <a:pt x="7460114" y="663380"/>
                  <a:pt x="7472201" y="662829"/>
                  <a:pt x="7467442" y="675032"/>
                </a:cubicBezTo>
                <a:cubicBezTo>
                  <a:pt x="7458335" y="672068"/>
                  <a:pt x="7469207" y="699114"/>
                  <a:pt x="7461251" y="699956"/>
                </a:cubicBezTo>
                <a:cubicBezTo>
                  <a:pt x="7472628" y="710321"/>
                  <a:pt x="7458614" y="715529"/>
                  <a:pt x="7462119" y="729331"/>
                </a:cubicBezTo>
                <a:cubicBezTo>
                  <a:pt x="7466423" y="735831"/>
                  <a:pt x="7467162" y="740521"/>
                  <a:pt x="7462533" y="746910"/>
                </a:cubicBezTo>
                <a:cubicBezTo>
                  <a:pt x="7483486" y="776851"/>
                  <a:pt x="7463470" y="765024"/>
                  <a:pt x="7471529" y="793043"/>
                </a:cubicBezTo>
                <a:cubicBezTo>
                  <a:pt x="7480002" y="817184"/>
                  <a:pt x="7485500" y="844550"/>
                  <a:pt x="7505730" y="867898"/>
                </a:cubicBezTo>
                <a:cubicBezTo>
                  <a:pt x="7511461" y="872184"/>
                  <a:pt x="7513630" y="882707"/>
                  <a:pt x="7510576" y="891400"/>
                </a:cubicBezTo>
                <a:cubicBezTo>
                  <a:pt x="7510049" y="892894"/>
                  <a:pt x="7509385" y="894278"/>
                  <a:pt x="7508604" y="895508"/>
                </a:cubicBezTo>
                <a:cubicBezTo>
                  <a:pt x="7511698" y="915692"/>
                  <a:pt x="7525520" y="989520"/>
                  <a:pt x="7529143" y="1012510"/>
                </a:cubicBezTo>
                <a:cubicBezTo>
                  <a:pt x="7521781" y="1014371"/>
                  <a:pt x="7535067" y="1025997"/>
                  <a:pt x="7530347" y="1033444"/>
                </a:cubicBezTo>
                <a:cubicBezTo>
                  <a:pt x="7526204" y="1038777"/>
                  <a:pt x="7529270" y="1043549"/>
                  <a:pt x="7529596" y="1049120"/>
                </a:cubicBezTo>
                <a:cubicBezTo>
                  <a:pt x="7526339" y="1056460"/>
                  <a:pt x="7532220" y="1080398"/>
                  <a:pt x="7536437" y="1086639"/>
                </a:cubicBezTo>
                <a:cubicBezTo>
                  <a:pt x="7551094" y="1101553"/>
                  <a:pt x="7540210" y="1135442"/>
                  <a:pt x="7551438" y="1147834"/>
                </a:cubicBezTo>
                <a:cubicBezTo>
                  <a:pt x="7553086" y="1152330"/>
                  <a:pt x="7553752" y="1156729"/>
                  <a:pt x="7553808" y="1161047"/>
                </a:cubicBezTo>
                <a:lnTo>
                  <a:pt x="7552572" y="1173130"/>
                </a:lnTo>
                <a:lnTo>
                  <a:pt x="7549434" y="1176566"/>
                </a:lnTo>
                <a:lnTo>
                  <a:pt x="7550211" y="1183950"/>
                </a:lnTo>
                <a:lnTo>
                  <a:pt x="7549733" y="1186066"/>
                </a:lnTo>
                <a:cubicBezTo>
                  <a:pt x="7548807" y="1190108"/>
                  <a:pt x="7548001" y="1194099"/>
                  <a:pt x="7547683" y="1198047"/>
                </a:cubicBezTo>
                <a:cubicBezTo>
                  <a:pt x="7563423" y="1192855"/>
                  <a:pt x="7547566" y="1230782"/>
                  <a:pt x="7560295" y="1219849"/>
                </a:cubicBezTo>
                <a:cubicBezTo>
                  <a:pt x="7561281" y="1240644"/>
                  <a:pt x="7573138" y="1224782"/>
                  <a:pt x="7561835" y="1249779"/>
                </a:cubicBezTo>
                <a:cubicBezTo>
                  <a:pt x="7574707" y="1282065"/>
                  <a:pt x="7569916" y="1332957"/>
                  <a:pt x="7589445" y="1358245"/>
                </a:cubicBezTo>
                <a:cubicBezTo>
                  <a:pt x="7581989" y="1355103"/>
                  <a:pt x="7576204" y="1368711"/>
                  <a:pt x="7579904" y="1378136"/>
                </a:cubicBezTo>
                <a:cubicBezTo>
                  <a:pt x="7550647" y="1367117"/>
                  <a:pt x="7606267" y="1415404"/>
                  <a:pt x="7586303" y="1423699"/>
                </a:cubicBezTo>
                <a:cubicBezTo>
                  <a:pt x="7604838" y="1424108"/>
                  <a:pt x="7636267" y="1466352"/>
                  <a:pt x="7621059" y="1486236"/>
                </a:cubicBezTo>
                <a:cubicBezTo>
                  <a:pt x="7624771" y="1516526"/>
                  <a:pt x="7640092" y="1537976"/>
                  <a:pt x="7633966" y="1569734"/>
                </a:cubicBezTo>
                <a:cubicBezTo>
                  <a:pt x="7636447" y="1570719"/>
                  <a:pt x="7638522" y="1572334"/>
                  <a:pt x="7640304" y="1574384"/>
                </a:cubicBezTo>
                <a:lnTo>
                  <a:pt x="7644628" y="1581242"/>
                </a:lnTo>
                <a:lnTo>
                  <a:pt x="7644313" y="1582567"/>
                </a:lnTo>
                <a:cubicBezTo>
                  <a:pt x="7644257" y="1587776"/>
                  <a:pt x="7645302" y="1590443"/>
                  <a:pt x="7646831" y="1591983"/>
                </a:cubicBezTo>
                <a:cubicBezTo>
                  <a:pt x="7647577" y="1592347"/>
                  <a:pt x="7648323" y="1592711"/>
                  <a:pt x="7649069" y="1593074"/>
                </a:cubicBezTo>
                <a:lnTo>
                  <a:pt x="7651326" y="1599230"/>
                </a:lnTo>
                <a:lnTo>
                  <a:pt x="7657195" y="1610539"/>
                </a:lnTo>
                <a:lnTo>
                  <a:pt x="7656957" y="1613422"/>
                </a:lnTo>
                <a:lnTo>
                  <a:pt x="7663730" y="1631673"/>
                </a:lnTo>
                <a:lnTo>
                  <a:pt x="7663189" y="1632289"/>
                </a:lnTo>
                <a:cubicBezTo>
                  <a:pt x="7662131" y="1634085"/>
                  <a:pt x="7661641" y="1636199"/>
                  <a:pt x="7662326" y="1639024"/>
                </a:cubicBezTo>
                <a:cubicBezTo>
                  <a:pt x="7651979" y="1640024"/>
                  <a:pt x="7659188" y="1642819"/>
                  <a:pt x="7662125" y="1651067"/>
                </a:cubicBezTo>
                <a:cubicBezTo>
                  <a:pt x="7646711" y="1654462"/>
                  <a:pt x="7660667" y="1674670"/>
                  <a:pt x="7653812" y="1683345"/>
                </a:cubicBezTo>
                <a:cubicBezTo>
                  <a:pt x="7656316" y="1689330"/>
                  <a:pt x="7658683" y="1695719"/>
                  <a:pt x="7660803" y="1702414"/>
                </a:cubicBezTo>
                <a:lnTo>
                  <a:pt x="7661867" y="1756201"/>
                </a:lnTo>
                <a:lnTo>
                  <a:pt x="7649453" y="1812530"/>
                </a:lnTo>
                <a:cubicBezTo>
                  <a:pt x="7649183" y="1833366"/>
                  <a:pt x="7644573" y="1851408"/>
                  <a:pt x="7647823" y="1869041"/>
                </a:cubicBezTo>
                <a:cubicBezTo>
                  <a:pt x="7644238" y="1876204"/>
                  <a:pt x="7642789" y="1882956"/>
                  <a:pt x="7648156" y="1889503"/>
                </a:cubicBezTo>
                <a:cubicBezTo>
                  <a:pt x="7646365" y="1908946"/>
                  <a:pt x="7638702" y="1913653"/>
                  <a:pt x="7644679" y="1925974"/>
                </a:cubicBezTo>
                <a:cubicBezTo>
                  <a:pt x="7632281" y="1936898"/>
                  <a:pt x="7637013" y="1937545"/>
                  <a:pt x="7640564" y="1942678"/>
                </a:cubicBezTo>
                <a:lnTo>
                  <a:pt x="7640816" y="1943410"/>
                </a:lnTo>
                <a:lnTo>
                  <a:pt x="7639044" y="1944904"/>
                </a:lnTo>
                <a:lnTo>
                  <a:pt x="7638223" y="1947993"/>
                </a:lnTo>
                <a:lnTo>
                  <a:pt x="7638752" y="1956430"/>
                </a:lnTo>
                <a:lnTo>
                  <a:pt x="7639407" y="1959603"/>
                </a:lnTo>
                <a:cubicBezTo>
                  <a:pt x="7639690" y="1961788"/>
                  <a:pt x="7639658" y="1963239"/>
                  <a:pt x="7639396" y="1964244"/>
                </a:cubicBezTo>
                <a:lnTo>
                  <a:pt x="7639249" y="1964361"/>
                </a:lnTo>
                <a:lnTo>
                  <a:pt x="7639521" y="1968708"/>
                </a:lnTo>
                <a:cubicBezTo>
                  <a:pt x="7640315" y="1976045"/>
                  <a:pt x="7641402" y="1983186"/>
                  <a:pt x="7642694" y="1989983"/>
                </a:cubicBezTo>
                <a:cubicBezTo>
                  <a:pt x="7634556" y="1995729"/>
                  <a:pt x="7644169" y="2020842"/>
                  <a:pt x="7628828" y="2018094"/>
                </a:cubicBezTo>
                <a:cubicBezTo>
                  <a:pt x="7630116" y="2027262"/>
                  <a:pt x="7636485" y="2032807"/>
                  <a:pt x="7626423" y="2029720"/>
                </a:cubicBezTo>
                <a:cubicBezTo>
                  <a:pt x="7626559" y="2032738"/>
                  <a:pt x="7625703" y="2034598"/>
                  <a:pt x="7624364" y="2035929"/>
                </a:cubicBezTo>
                <a:lnTo>
                  <a:pt x="7623733" y="2036314"/>
                </a:lnTo>
                <a:lnTo>
                  <a:pt x="7626847" y="2056711"/>
                </a:lnTo>
                <a:lnTo>
                  <a:pt x="7626090" y="2059419"/>
                </a:lnTo>
                <a:lnTo>
                  <a:pt x="7629618" y="2072712"/>
                </a:lnTo>
                <a:lnTo>
                  <a:pt x="7630641" y="2079581"/>
                </a:lnTo>
                <a:lnTo>
                  <a:pt x="7632577" y="2081522"/>
                </a:lnTo>
                <a:cubicBezTo>
                  <a:pt x="7633753" y="2083617"/>
                  <a:pt x="7634261" y="2086620"/>
                  <a:pt x="7633251" y="2091658"/>
                </a:cubicBezTo>
                <a:lnTo>
                  <a:pt x="7632707" y="2092825"/>
                </a:lnTo>
                <a:lnTo>
                  <a:pt x="7635575" y="2101184"/>
                </a:lnTo>
                <a:cubicBezTo>
                  <a:pt x="7636900" y="2103876"/>
                  <a:pt x="7638586" y="2106260"/>
                  <a:pt x="7640772" y="2108190"/>
                </a:cubicBezTo>
                <a:cubicBezTo>
                  <a:pt x="7629093" y="2136655"/>
                  <a:pt x="7639778" y="2163513"/>
                  <a:pt x="7637758" y="2194409"/>
                </a:cubicBezTo>
                <a:cubicBezTo>
                  <a:pt x="7619585" y="2207765"/>
                  <a:pt x="7641835" y="2261154"/>
                  <a:pt x="7659453" y="2268824"/>
                </a:cubicBezTo>
                <a:cubicBezTo>
                  <a:pt x="7644015" y="2268997"/>
                  <a:pt x="7665037" y="2307714"/>
                  <a:pt x="7665583" y="2317700"/>
                </a:cubicBezTo>
                <a:cubicBezTo>
                  <a:pt x="7665764" y="2321029"/>
                  <a:pt x="7663671" y="2321166"/>
                  <a:pt x="7657195" y="2315619"/>
                </a:cubicBezTo>
                <a:cubicBezTo>
                  <a:pt x="7658997" y="2326231"/>
                  <a:pt x="7650972" y="2337185"/>
                  <a:pt x="7644431" y="2331209"/>
                </a:cubicBezTo>
                <a:cubicBezTo>
                  <a:pt x="7658433" y="2363448"/>
                  <a:pt x="7644510" y="2411031"/>
                  <a:pt x="7650869" y="2447461"/>
                </a:cubicBezTo>
                <a:cubicBezTo>
                  <a:pt x="7635485" y="2467322"/>
                  <a:pt x="7649719" y="2456555"/>
                  <a:pt x="7646841" y="2477156"/>
                </a:cubicBezTo>
                <a:cubicBezTo>
                  <a:pt x="7661004" y="2471521"/>
                  <a:pt x="7638896" y="2502164"/>
                  <a:pt x="7654880" y="2503292"/>
                </a:cubicBezTo>
                <a:cubicBezTo>
                  <a:pt x="7653849" y="2507005"/>
                  <a:pt x="7652348" y="2510567"/>
                  <a:pt x="7650720" y="2514131"/>
                </a:cubicBezTo>
                <a:lnTo>
                  <a:pt x="7649876" y="2516003"/>
                </a:lnTo>
                <a:lnTo>
                  <a:pt x="7649263" y="2523483"/>
                </a:lnTo>
                <a:lnTo>
                  <a:pt x="7645633" y="2525592"/>
                </a:lnTo>
                <a:lnTo>
                  <a:pt x="7642233" y="2536851"/>
                </a:lnTo>
                <a:cubicBezTo>
                  <a:pt x="7641494" y="2541069"/>
                  <a:pt x="7641323" y="2545607"/>
                  <a:pt x="7642069" y="2550622"/>
                </a:cubicBezTo>
                <a:cubicBezTo>
                  <a:pt x="7648404" y="2562959"/>
                  <a:pt x="7640640" y="2582170"/>
                  <a:pt x="7641110" y="2599544"/>
                </a:cubicBezTo>
                <a:lnTo>
                  <a:pt x="7643071" y="2607523"/>
                </a:lnTo>
                <a:lnTo>
                  <a:pt x="7639801" y="2633566"/>
                </a:lnTo>
                <a:cubicBezTo>
                  <a:pt x="7639166" y="2640978"/>
                  <a:pt x="7638833" y="2648672"/>
                  <a:pt x="7639065" y="2656773"/>
                </a:cubicBezTo>
                <a:lnTo>
                  <a:pt x="7640624" y="2671810"/>
                </a:lnTo>
                <a:lnTo>
                  <a:pt x="7639332" y="2675751"/>
                </a:lnTo>
                <a:cubicBezTo>
                  <a:pt x="7639476" y="2682617"/>
                  <a:pt x="7644027" y="2691703"/>
                  <a:pt x="7638498" y="2690893"/>
                </a:cubicBezTo>
                <a:lnTo>
                  <a:pt x="7640415" y="2698606"/>
                </a:lnTo>
                <a:lnTo>
                  <a:pt x="7636002" y="2706218"/>
                </a:lnTo>
                <a:cubicBezTo>
                  <a:pt x="7634978" y="2707053"/>
                  <a:pt x="7633887" y="2707679"/>
                  <a:pt x="7632770" y="2708079"/>
                </a:cubicBezTo>
                <a:lnTo>
                  <a:pt x="7634220" y="2718854"/>
                </a:lnTo>
                <a:lnTo>
                  <a:pt x="7631061" y="2727688"/>
                </a:lnTo>
                <a:lnTo>
                  <a:pt x="7633127" y="2735389"/>
                </a:lnTo>
                <a:lnTo>
                  <a:pt x="7632661" y="2738584"/>
                </a:lnTo>
                <a:lnTo>
                  <a:pt x="7631098" y="2746529"/>
                </a:lnTo>
                <a:cubicBezTo>
                  <a:pt x="7630002" y="2750602"/>
                  <a:pt x="7628681" y="2755160"/>
                  <a:pt x="7627624" y="2760235"/>
                </a:cubicBezTo>
                <a:lnTo>
                  <a:pt x="7627140" y="2764511"/>
                </a:lnTo>
                <a:lnTo>
                  <a:pt x="7621827" y="2773820"/>
                </a:lnTo>
                <a:cubicBezTo>
                  <a:pt x="7617811" y="2780593"/>
                  <a:pt x="7615104" y="2785923"/>
                  <a:pt x="7617284" y="2791840"/>
                </a:cubicBezTo>
                <a:cubicBezTo>
                  <a:pt x="7612094" y="2801924"/>
                  <a:pt x="7597550" y="2808970"/>
                  <a:pt x="7601430" y="2823567"/>
                </a:cubicBezTo>
                <a:cubicBezTo>
                  <a:pt x="7594841" y="2819137"/>
                  <a:pt x="7600633" y="2839778"/>
                  <a:pt x="7593865" y="2842217"/>
                </a:cubicBezTo>
                <a:cubicBezTo>
                  <a:pt x="7588415" y="2843342"/>
                  <a:pt x="7588901" y="2849866"/>
                  <a:pt x="7586893" y="2854834"/>
                </a:cubicBezTo>
                <a:cubicBezTo>
                  <a:pt x="7581327" y="2858374"/>
                  <a:pt x="7576244" y="2883372"/>
                  <a:pt x="7577046" y="2892075"/>
                </a:cubicBezTo>
                <a:cubicBezTo>
                  <a:pt x="7582584" y="2916606"/>
                  <a:pt x="7560175" y="2936338"/>
                  <a:pt x="7564026" y="2955950"/>
                </a:cubicBezTo>
                <a:cubicBezTo>
                  <a:pt x="7563501" y="2961086"/>
                  <a:pt x="7562240" y="2965343"/>
                  <a:pt x="7560529" y="2969031"/>
                </a:cubicBezTo>
                <a:lnTo>
                  <a:pt x="7554631" y="2978222"/>
                </a:lnTo>
                <a:lnTo>
                  <a:pt x="7550747" y="2978564"/>
                </a:lnTo>
                <a:lnTo>
                  <a:pt x="7548359" y="2985429"/>
                </a:lnTo>
                <a:lnTo>
                  <a:pt x="7547120" y="2986826"/>
                </a:lnTo>
                <a:cubicBezTo>
                  <a:pt x="7544741" y="2989483"/>
                  <a:pt x="7542480" y="2992194"/>
                  <a:pt x="7540621" y="2995267"/>
                </a:cubicBezTo>
                <a:cubicBezTo>
                  <a:pt x="7555200" y="3003715"/>
                  <a:pt x="7527208" y="3022799"/>
                  <a:pt x="7541739" y="3023946"/>
                </a:cubicBezTo>
                <a:cubicBezTo>
                  <a:pt x="7534059" y="3042303"/>
                  <a:pt x="7549904" y="3038579"/>
                  <a:pt x="7530781" y="3050462"/>
                </a:cubicBezTo>
                <a:cubicBezTo>
                  <a:pt x="7527838" y="3088204"/>
                  <a:pt x="7503338" y="3127251"/>
                  <a:pt x="7508515" y="3164510"/>
                </a:cubicBezTo>
                <a:cubicBezTo>
                  <a:pt x="7503888" y="3155782"/>
                  <a:pt x="7493770" y="3162549"/>
                  <a:pt x="7492866" y="3173520"/>
                </a:cubicBezTo>
                <a:cubicBezTo>
                  <a:pt x="7474179" y="3140376"/>
                  <a:pt x="7498581" y="3226463"/>
                  <a:pt x="7479395" y="3217191"/>
                </a:cubicBezTo>
                <a:cubicBezTo>
                  <a:pt x="7493905" y="3232643"/>
                  <a:pt x="7501608" y="3293915"/>
                  <a:pt x="7481475" y="3298298"/>
                </a:cubicBezTo>
                <a:cubicBezTo>
                  <a:pt x="7472089" y="3326890"/>
                  <a:pt x="7475493" y="3357480"/>
                  <a:pt x="7457722" y="3379292"/>
                </a:cubicBezTo>
                <a:cubicBezTo>
                  <a:pt x="7459285" y="3382143"/>
                  <a:pt x="7460273" y="3385199"/>
                  <a:pt x="7460850" y="3388381"/>
                </a:cubicBezTo>
                <a:lnTo>
                  <a:pt x="7461482" y="3397694"/>
                </a:lnTo>
                <a:lnTo>
                  <a:pt x="7460695" y="3398556"/>
                </a:lnTo>
                <a:cubicBezTo>
                  <a:pt x="7458532" y="3402904"/>
                  <a:pt x="7458275" y="3406007"/>
                  <a:pt x="7458858" y="3408553"/>
                </a:cubicBezTo>
                <a:lnTo>
                  <a:pt x="7460185" y="3411299"/>
                </a:lnTo>
                <a:lnTo>
                  <a:pt x="7459468" y="3418333"/>
                </a:lnTo>
                <a:lnTo>
                  <a:pt x="7459515" y="3432662"/>
                </a:lnTo>
                <a:lnTo>
                  <a:pt x="7458154" y="3434902"/>
                </a:lnTo>
                <a:lnTo>
                  <a:pt x="7456091" y="3455825"/>
                </a:lnTo>
                <a:cubicBezTo>
                  <a:pt x="7455865" y="3455850"/>
                  <a:pt x="7455638" y="3455877"/>
                  <a:pt x="7455413" y="3455903"/>
                </a:cubicBezTo>
                <a:cubicBezTo>
                  <a:pt x="7453843" y="3456557"/>
                  <a:pt x="7452596" y="3457940"/>
                  <a:pt x="7451989" y="3460886"/>
                </a:cubicBezTo>
                <a:cubicBezTo>
                  <a:pt x="7443388" y="3453296"/>
                  <a:pt x="7447961" y="3461529"/>
                  <a:pt x="7446929" y="3470886"/>
                </a:cubicBezTo>
                <a:cubicBezTo>
                  <a:pt x="7433341" y="3461186"/>
                  <a:pt x="7436171" y="3489615"/>
                  <a:pt x="7427213" y="3491353"/>
                </a:cubicBezTo>
                <a:cubicBezTo>
                  <a:pt x="7426761" y="3498443"/>
                  <a:pt x="7426037" y="3505767"/>
                  <a:pt x="7424990" y="3513143"/>
                </a:cubicBezTo>
                <a:lnTo>
                  <a:pt x="7424186" y="3517424"/>
                </a:lnTo>
                <a:cubicBezTo>
                  <a:pt x="7424132" y="3517438"/>
                  <a:pt x="7424077" y="3517453"/>
                  <a:pt x="7424024" y="3517467"/>
                </a:cubicBezTo>
                <a:cubicBezTo>
                  <a:pt x="7423536" y="3518305"/>
                  <a:pt x="7423153" y="3519678"/>
                  <a:pt x="7422883" y="3521896"/>
                </a:cubicBezTo>
                <a:lnTo>
                  <a:pt x="7422723" y="3525229"/>
                </a:lnTo>
                <a:lnTo>
                  <a:pt x="7421163" y="3533534"/>
                </a:lnTo>
                <a:lnTo>
                  <a:pt x="7419650" y="3536108"/>
                </a:lnTo>
                <a:lnTo>
                  <a:pt x="7417640" y="3536718"/>
                </a:lnTo>
                <a:lnTo>
                  <a:pt x="7417697" y="3537534"/>
                </a:lnTo>
                <a:cubicBezTo>
                  <a:pt x="7419749" y="3544077"/>
                  <a:pt x="7423989" y="3546875"/>
                  <a:pt x="7409814" y="3551598"/>
                </a:cubicBezTo>
                <a:cubicBezTo>
                  <a:pt x="7412376" y="3566128"/>
                  <a:pt x="7404108" y="3567090"/>
                  <a:pt x="7397719" y="3584844"/>
                </a:cubicBezTo>
                <a:cubicBezTo>
                  <a:pt x="7401116" y="3593573"/>
                  <a:pt x="7398130" y="3599358"/>
                  <a:pt x="7393057" y="3604546"/>
                </a:cubicBezTo>
                <a:cubicBezTo>
                  <a:pt x="7391792" y="3622895"/>
                  <a:pt x="7383125" y="3638008"/>
                  <a:pt x="7377811" y="3657793"/>
                </a:cubicBezTo>
                <a:cubicBezTo>
                  <a:pt x="7379886" y="3680874"/>
                  <a:pt x="7366255" y="3689531"/>
                  <a:pt x="7360624" y="3710685"/>
                </a:cubicBezTo>
                <a:cubicBezTo>
                  <a:pt x="7367950" y="3731637"/>
                  <a:pt x="7347999" y="3723947"/>
                  <a:pt x="7341489" y="3734006"/>
                </a:cubicBezTo>
                <a:lnTo>
                  <a:pt x="7340478" y="3737028"/>
                </a:lnTo>
                <a:lnTo>
                  <a:pt x="7340489" y="3745476"/>
                </a:lnTo>
                <a:lnTo>
                  <a:pt x="7340950" y="3748687"/>
                </a:lnTo>
                <a:cubicBezTo>
                  <a:pt x="7341098" y="3750887"/>
                  <a:pt x="7340976" y="3752333"/>
                  <a:pt x="7340653" y="3753314"/>
                </a:cubicBezTo>
                <a:lnTo>
                  <a:pt x="7340500" y="3753419"/>
                </a:lnTo>
                <a:lnTo>
                  <a:pt x="7340506" y="3757774"/>
                </a:lnTo>
                <a:cubicBezTo>
                  <a:pt x="7340847" y="3765147"/>
                  <a:pt x="7341495" y="3772345"/>
                  <a:pt x="7342369" y="3779218"/>
                </a:cubicBezTo>
                <a:cubicBezTo>
                  <a:pt x="7333890" y="3784348"/>
                  <a:pt x="7341949" y="3810090"/>
                  <a:pt x="7326800" y="3806225"/>
                </a:cubicBezTo>
                <a:cubicBezTo>
                  <a:pt x="7327524" y="3815461"/>
                  <a:pt x="7333545" y="3821456"/>
                  <a:pt x="7323686" y="3817640"/>
                </a:cubicBezTo>
                <a:cubicBezTo>
                  <a:pt x="7323637" y="3820659"/>
                  <a:pt x="7322668" y="3822449"/>
                  <a:pt x="7321247" y="3823678"/>
                </a:cubicBezTo>
                <a:lnTo>
                  <a:pt x="7320595" y="3824018"/>
                </a:lnTo>
                <a:lnTo>
                  <a:pt x="7322453" y="3844579"/>
                </a:lnTo>
                <a:lnTo>
                  <a:pt x="7321532" y="3847225"/>
                </a:lnTo>
                <a:lnTo>
                  <a:pt x="7324238" y="3860736"/>
                </a:lnTo>
                <a:lnTo>
                  <a:pt x="7324840" y="3867658"/>
                </a:lnTo>
                <a:lnTo>
                  <a:pt x="7326655" y="3869733"/>
                </a:lnTo>
                <a:cubicBezTo>
                  <a:pt x="7327701" y="3871909"/>
                  <a:pt x="7328023" y="3874942"/>
                  <a:pt x="7326706" y="3879891"/>
                </a:cubicBezTo>
                <a:lnTo>
                  <a:pt x="7326093" y="3881013"/>
                </a:lnTo>
                <a:lnTo>
                  <a:pt x="7328442" y="3889558"/>
                </a:lnTo>
                <a:cubicBezTo>
                  <a:pt x="7329602" y="3892339"/>
                  <a:pt x="7331138" y="3894839"/>
                  <a:pt x="7333203" y="3896924"/>
                </a:cubicBezTo>
                <a:cubicBezTo>
                  <a:pt x="7319795" y="3924445"/>
                  <a:pt x="7328820" y="3952004"/>
                  <a:pt x="7324908" y="3982658"/>
                </a:cubicBezTo>
                <a:cubicBezTo>
                  <a:pt x="7325522" y="4017325"/>
                  <a:pt x="7327874" y="4041416"/>
                  <a:pt x="7327588" y="4064228"/>
                </a:cubicBezTo>
                <a:cubicBezTo>
                  <a:pt x="7328735" y="4074940"/>
                  <a:pt x="7329351" y="4153102"/>
                  <a:pt x="7323186" y="4146664"/>
                </a:cubicBezTo>
                <a:cubicBezTo>
                  <a:pt x="7335189" y="4179829"/>
                  <a:pt x="7318370" y="4199117"/>
                  <a:pt x="7322488" y="4235901"/>
                </a:cubicBezTo>
                <a:cubicBezTo>
                  <a:pt x="7305909" y="4254573"/>
                  <a:pt x="7320783" y="4244884"/>
                  <a:pt x="7316645" y="4265209"/>
                </a:cubicBezTo>
                <a:cubicBezTo>
                  <a:pt x="7331133" y="4260631"/>
                  <a:pt x="7307179" y="4289560"/>
                  <a:pt x="7323069" y="4291857"/>
                </a:cubicBezTo>
                <a:cubicBezTo>
                  <a:pt x="7321814" y="4295483"/>
                  <a:pt x="7320095" y="4298923"/>
                  <a:pt x="7318251" y="4302359"/>
                </a:cubicBezTo>
                <a:lnTo>
                  <a:pt x="7317295" y="4304161"/>
                </a:lnTo>
                <a:lnTo>
                  <a:pt x="7316223" y="4311573"/>
                </a:lnTo>
                <a:lnTo>
                  <a:pt x="7312469" y="4313411"/>
                </a:lnTo>
                <a:lnTo>
                  <a:pt x="7306447" y="4403491"/>
                </a:lnTo>
                <a:cubicBezTo>
                  <a:pt x="7308849" y="4411399"/>
                  <a:pt x="7308497" y="4436984"/>
                  <a:pt x="7303688" y="4442497"/>
                </a:cubicBezTo>
                <a:cubicBezTo>
                  <a:pt x="7302637" y="4447969"/>
                  <a:pt x="7304327" y="4453942"/>
                  <a:pt x="7299181" y="4457128"/>
                </a:cubicBezTo>
                <a:cubicBezTo>
                  <a:pt x="7296154" y="4469016"/>
                  <a:pt x="7289197" y="4496240"/>
                  <a:pt x="7285530" y="4513823"/>
                </a:cubicBezTo>
                <a:cubicBezTo>
                  <a:pt x="7288769" y="4518560"/>
                  <a:pt x="7287100" y="4524649"/>
                  <a:pt x="7284412" y="4532609"/>
                </a:cubicBezTo>
                <a:lnTo>
                  <a:pt x="7282601" y="4540125"/>
                </a:lnTo>
                <a:lnTo>
                  <a:pt x="7291785" y="4563650"/>
                </a:lnTo>
                <a:lnTo>
                  <a:pt x="7284191" y="4636427"/>
                </a:lnTo>
                <a:lnTo>
                  <a:pt x="7292797" y="4672055"/>
                </a:lnTo>
                <a:cubicBezTo>
                  <a:pt x="7294304" y="4686552"/>
                  <a:pt x="7294421" y="4700466"/>
                  <a:pt x="7295425" y="4713953"/>
                </a:cubicBezTo>
                <a:cubicBezTo>
                  <a:pt x="7296104" y="4744441"/>
                  <a:pt x="7280378" y="4723911"/>
                  <a:pt x="7292574" y="4762180"/>
                </a:cubicBezTo>
                <a:cubicBezTo>
                  <a:pt x="7286719" y="4766152"/>
                  <a:pt x="7286266" y="4770971"/>
                  <a:pt x="7288689" y="4779168"/>
                </a:cubicBezTo>
                <a:cubicBezTo>
                  <a:pt x="7288592" y="4793971"/>
                  <a:pt x="7274303" y="4792486"/>
                  <a:pt x="7282355" y="4807636"/>
                </a:cubicBezTo>
                <a:cubicBezTo>
                  <a:pt x="7278556" y="4806204"/>
                  <a:pt x="7277539" y="4813202"/>
                  <a:pt x="7276505" y="4819678"/>
                </a:cubicBezTo>
                <a:lnTo>
                  <a:pt x="7273752" y="4823797"/>
                </a:lnTo>
                <a:lnTo>
                  <a:pt x="7283683" y="4847794"/>
                </a:lnTo>
                <a:cubicBezTo>
                  <a:pt x="7296832" y="4890479"/>
                  <a:pt x="7302379" y="4941877"/>
                  <a:pt x="7311552" y="4978326"/>
                </a:cubicBezTo>
                <a:cubicBezTo>
                  <a:pt x="7284161" y="4998846"/>
                  <a:pt x="7309660" y="4989594"/>
                  <a:pt x="7304880" y="5015024"/>
                </a:cubicBezTo>
                <a:cubicBezTo>
                  <a:pt x="7330355" y="5012307"/>
                  <a:pt x="7291032" y="5044485"/>
                  <a:pt x="7319932" y="5050993"/>
                </a:cubicBezTo>
                <a:cubicBezTo>
                  <a:pt x="7318148" y="5055414"/>
                  <a:pt x="7315506" y="5059493"/>
                  <a:pt x="7312641" y="5063537"/>
                </a:cubicBezTo>
                <a:lnTo>
                  <a:pt x="7311153" y="5065661"/>
                </a:lnTo>
                <a:lnTo>
                  <a:pt x="7310197" y="5075032"/>
                </a:lnTo>
                <a:lnTo>
                  <a:pt x="7303683" y="5076576"/>
                </a:lnTo>
                <a:lnTo>
                  <a:pt x="7297768" y="5089898"/>
                </a:lnTo>
                <a:cubicBezTo>
                  <a:pt x="7296519" y="5095057"/>
                  <a:pt x="7296302" y="5100805"/>
                  <a:pt x="7297750" y="5107454"/>
                </a:cubicBezTo>
                <a:cubicBezTo>
                  <a:pt x="7309447" y="5125240"/>
                  <a:pt x="7295812" y="5147341"/>
                  <a:pt x="7297014" y="5169708"/>
                </a:cubicBezTo>
                <a:lnTo>
                  <a:pt x="7300719" y="5180532"/>
                </a:lnTo>
                <a:lnTo>
                  <a:pt x="7295705" y="5210620"/>
                </a:lnTo>
                <a:lnTo>
                  <a:pt x="7296901" y="5212749"/>
                </a:lnTo>
                <a:cubicBezTo>
                  <a:pt x="7296704" y="5218058"/>
                  <a:pt x="7294377" y="5228574"/>
                  <a:pt x="7294523" y="5242477"/>
                </a:cubicBezTo>
                <a:lnTo>
                  <a:pt x="7297776" y="5296160"/>
                </a:lnTo>
                <a:lnTo>
                  <a:pt x="7289955" y="5304499"/>
                </a:lnTo>
                <a:lnTo>
                  <a:pt x="7286210" y="5305374"/>
                </a:lnTo>
                <a:lnTo>
                  <a:pt x="7286995" y="5320092"/>
                </a:lnTo>
                <a:lnTo>
                  <a:pt x="7281550" y="5330613"/>
                </a:lnTo>
                <a:lnTo>
                  <a:pt x="7285354" y="5340890"/>
                </a:lnTo>
                <a:lnTo>
                  <a:pt x="7281914" y="5354491"/>
                </a:lnTo>
                <a:cubicBezTo>
                  <a:pt x="7280017" y="5359352"/>
                  <a:pt x="7277725" y="5364763"/>
                  <a:pt x="7275918" y="5370917"/>
                </a:cubicBezTo>
                <a:lnTo>
                  <a:pt x="7267655" y="5384350"/>
                </a:lnTo>
                <a:lnTo>
                  <a:pt x="7263791" y="5406610"/>
                </a:lnTo>
                <a:cubicBezTo>
                  <a:pt x="7260956" y="5423841"/>
                  <a:pt x="7257650" y="5440271"/>
                  <a:pt x="7251522" y="5456222"/>
                </a:cubicBezTo>
                <a:cubicBezTo>
                  <a:pt x="7253699" y="5469913"/>
                  <a:pt x="7252931" y="5482529"/>
                  <a:pt x="7242311" y="5493751"/>
                </a:cubicBezTo>
                <a:cubicBezTo>
                  <a:pt x="7236636" y="5529727"/>
                  <a:pt x="7245809" y="5539513"/>
                  <a:pt x="7231835" y="5561252"/>
                </a:cubicBezTo>
                <a:cubicBezTo>
                  <a:pt x="7236311" y="5568555"/>
                  <a:pt x="7238499" y="5573475"/>
                  <a:pt x="7239152" y="5577121"/>
                </a:cubicBezTo>
                <a:cubicBezTo>
                  <a:pt x="7241111" y="5588065"/>
                  <a:pt x="7229268" y="5587525"/>
                  <a:pt x="7224043" y="5605355"/>
                </a:cubicBezTo>
                <a:cubicBezTo>
                  <a:pt x="7216774" y="5624244"/>
                  <a:pt x="7213225" y="5590845"/>
                  <a:pt x="7209229" y="5609118"/>
                </a:cubicBezTo>
                <a:cubicBezTo>
                  <a:pt x="7212098" y="5628346"/>
                  <a:pt x="7194168" y="5628785"/>
                  <a:pt x="7198222" y="5648700"/>
                </a:cubicBezTo>
                <a:cubicBezTo>
                  <a:pt x="7212577" y="5642705"/>
                  <a:pt x="7189541" y="5689259"/>
                  <a:pt x="7201221" y="5689771"/>
                </a:cubicBezTo>
                <a:cubicBezTo>
                  <a:pt x="7181618" y="5708428"/>
                  <a:pt x="7201258" y="5715573"/>
                  <a:pt x="7192555" y="5739098"/>
                </a:cubicBezTo>
                <a:cubicBezTo>
                  <a:pt x="7184486" y="5750478"/>
                  <a:pt x="7182208" y="5758416"/>
                  <a:pt x="7187522" y="5768603"/>
                </a:cubicBezTo>
                <a:cubicBezTo>
                  <a:pt x="7148692" y="5821144"/>
                  <a:pt x="7181577" y="5799065"/>
                  <a:pt x="7162500" y="5846928"/>
                </a:cubicBezTo>
                <a:lnTo>
                  <a:pt x="7160827" y="5850799"/>
                </a:lnTo>
                <a:lnTo>
                  <a:pt x="7163312" y="5866636"/>
                </a:lnTo>
                <a:cubicBezTo>
                  <a:pt x="7163884" y="5867070"/>
                  <a:pt x="7164455" y="5867505"/>
                  <a:pt x="7165029" y="5867939"/>
                </a:cubicBezTo>
                <a:lnTo>
                  <a:pt x="7142501" y="5914339"/>
                </a:lnTo>
                <a:lnTo>
                  <a:pt x="7143151" y="5921221"/>
                </a:lnTo>
                <a:lnTo>
                  <a:pt x="7123808" y="5950546"/>
                </a:lnTo>
                <a:lnTo>
                  <a:pt x="7116299" y="5966186"/>
                </a:lnTo>
                <a:lnTo>
                  <a:pt x="7106117" y="5983669"/>
                </a:lnTo>
                <a:lnTo>
                  <a:pt x="7109622" y="5995569"/>
                </a:lnTo>
                <a:cubicBezTo>
                  <a:pt x="7114727" y="6023526"/>
                  <a:pt x="7092983" y="6067450"/>
                  <a:pt x="7116605" y="6077139"/>
                </a:cubicBezTo>
                <a:cubicBezTo>
                  <a:pt x="7102148" y="6089933"/>
                  <a:pt x="7125501" y="6101908"/>
                  <a:pt x="7127573" y="6115892"/>
                </a:cubicBezTo>
                <a:cubicBezTo>
                  <a:pt x="7118381" y="6127056"/>
                  <a:pt x="7126331" y="6132595"/>
                  <a:pt x="7128098" y="6142737"/>
                </a:cubicBezTo>
                <a:cubicBezTo>
                  <a:pt x="7122429" y="6147329"/>
                  <a:pt x="7122724" y="6155912"/>
                  <a:pt x="7129375" y="6158833"/>
                </a:cubicBezTo>
                <a:cubicBezTo>
                  <a:pt x="7144709" y="6154689"/>
                  <a:pt x="7137060" y="6184499"/>
                  <a:pt x="7147635" y="6186714"/>
                </a:cubicBezTo>
                <a:cubicBezTo>
                  <a:pt x="7149842" y="6204016"/>
                  <a:pt x="7136414" y="6279145"/>
                  <a:pt x="7153343" y="6291871"/>
                </a:cubicBezTo>
                <a:cubicBezTo>
                  <a:pt x="7161381" y="6326852"/>
                  <a:pt x="7134450" y="6377408"/>
                  <a:pt x="7134923" y="6392273"/>
                </a:cubicBezTo>
                <a:cubicBezTo>
                  <a:pt x="7103997" y="6407024"/>
                  <a:pt x="7185503" y="6478818"/>
                  <a:pt x="7187236" y="6541940"/>
                </a:cubicBezTo>
                <a:cubicBezTo>
                  <a:pt x="7184250" y="6550446"/>
                  <a:pt x="7184290" y="6554993"/>
                  <a:pt x="7191340" y="6557275"/>
                </a:cubicBezTo>
                <a:cubicBezTo>
                  <a:pt x="7195412" y="6573685"/>
                  <a:pt x="7202070" y="6606060"/>
                  <a:pt x="7211670" y="6640404"/>
                </a:cubicBezTo>
                <a:cubicBezTo>
                  <a:pt x="7219591" y="6666216"/>
                  <a:pt x="7212698" y="6793331"/>
                  <a:pt x="7221085" y="6827708"/>
                </a:cubicBezTo>
                <a:lnTo>
                  <a:pt x="7227698" y="6857999"/>
                </a:lnTo>
                <a:lnTo>
                  <a:pt x="0" y="6857999"/>
                </a:lnTo>
                <a:close/>
              </a:path>
            </a:pathLst>
          </a:cu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7ACF400-30DE-927F-E61C-DB274EBB02BB}"/>
                  </a:ext>
                </a:extLst>
              </p14:cNvPr>
              <p14:cNvContentPartPr/>
              <p14:nvPr/>
            </p14:nvContentPartPr>
            <p14:xfrm>
              <a:off x="7586280" y="291960"/>
              <a:ext cx="3904560" cy="4092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7ACF400-30DE-927F-E61C-DB274EBB02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76920" y="282600"/>
                <a:ext cx="3923280" cy="411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9056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E57D85-A4AB-1F2D-C889-B8B5B995AB2C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Session Agenda – Seq2Seq &amp; Attention in NLP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8F3D4E-778B-B4EE-AC28-E1FFC9FBF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286664"/>
              </p:ext>
            </p:extLst>
          </p:nvPr>
        </p:nvGraphicFramePr>
        <p:xfrm>
          <a:off x="4143653" y="961812"/>
          <a:ext cx="6978095" cy="4930988"/>
        </p:xfrm>
        <a:graphic>
          <a:graphicData uri="http://schemas.openxmlformats.org/drawingml/2006/table">
            <a:tbl>
              <a:tblPr firstRow="1" bandRow="1"/>
              <a:tblGrid>
                <a:gridCol w="2176608">
                  <a:extLst>
                    <a:ext uri="{9D8B030D-6E8A-4147-A177-3AD203B41FA5}">
                      <a16:colId xmlns:a16="http://schemas.microsoft.com/office/drawing/2014/main" val="1383101128"/>
                    </a:ext>
                  </a:extLst>
                </a:gridCol>
                <a:gridCol w="2425647">
                  <a:extLst>
                    <a:ext uri="{9D8B030D-6E8A-4147-A177-3AD203B41FA5}">
                      <a16:colId xmlns:a16="http://schemas.microsoft.com/office/drawing/2014/main" val="3605004128"/>
                    </a:ext>
                  </a:extLst>
                </a:gridCol>
                <a:gridCol w="2375840">
                  <a:extLst>
                    <a:ext uri="{9D8B030D-6E8A-4147-A177-3AD203B41FA5}">
                      <a16:colId xmlns:a16="http://schemas.microsoft.com/office/drawing/2014/main" val="890226681"/>
                    </a:ext>
                  </a:extLst>
                </a:gridCol>
              </a:tblGrid>
              <a:tr h="6634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Part</a:t>
                      </a:r>
                      <a:endParaRPr lang="en-IN" sz="1800"/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Task</a:t>
                      </a:r>
                      <a:endParaRPr lang="en-IN" sz="1800"/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Learner Expectations</a:t>
                      </a:r>
                      <a:endParaRPr lang="en-IN" sz="1800"/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211921"/>
                  </a:ext>
                </a:extLst>
              </a:tr>
              <a:tr h="932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Introduction (0–5 min)</a:t>
                      </a:r>
                      <a:endParaRPr lang="en-IN" sz="1800"/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Speaker introduction; discuss NLP applications</a:t>
                      </a:r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Understand session context; recall prior learning</a:t>
                      </a:r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79442"/>
                  </a:ext>
                </a:extLst>
              </a:tr>
              <a:tr h="1201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Encoder-Decoder Fundamentals (5–25 min)</a:t>
                      </a:r>
                      <a:endParaRPr lang="en-IN" sz="1800"/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Sequential processing, NMT example, limitations</a:t>
                      </a:r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Grasp basics of encoder-decoder models and their challenges</a:t>
                      </a:r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944878"/>
                  </a:ext>
                </a:extLst>
              </a:tr>
              <a:tr h="1201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Attention Models (25–65 min)</a:t>
                      </a:r>
                      <a:endParaRPr lang="en-IN" sz="1800"/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Motivation, mathematics, integration with encoder-decoder</a:t>
                      </a:r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Learn how attention improves translation; understand dynamic context vectors</a:t>
                      </a:r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467547"/>
                  </a:ext>
                </a:extLst>
              </a:tr>
              <a:tr h="932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Doubt Resolution (65–85 min)</a:t>
                      </a:r>
                      <a:endParaRPr lang="en-IN" sz="1800"/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Peer Q&amp;A, clarifications, discussion</a:t>
                      </a:r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Resolve doubts; participate actively</a:t>
                      </a:r>
                    </a:p>
                  </a:txBody>
                  <a:tcPr marL="89654" marR="89654" marT="44827" marB="448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2984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BCF564F-BBD2-1639-C616-C979A30B47F4}"/>
                  </a:ext>
                </a:extLst>
              </p14:cNvPr>
              <p14:cNvContentPartPr/>
              <p14:nvPr/>
            </p14:nvContentPartPr>
            <p14:xfrm>
              <a:off x="3692880" y="2528640"/>
              <a:ext cx="2541960" cy="3345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BCF564F-BBD2-1639-C616-C979A30B47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83520" y="2519280"/>
                <a:ext cx="2560680" cy="336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6963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286D25-5FAF-B84E-E92C-2448ED010D43}"/>
              </a:ext>
            </a:extLst>
          </p:cNvPr>
          <p:cNvSpPr txBox="1"/>
          <p:nvPr/>
        </p:nvSpPr>
        <p:spPr>
          <a:xfrm>
            <a:off x="374301" y="197346"/>
            <a:ext cx="1034728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Rule-Based Spam Email Classification (Without Machine Learning)</a:t>
            </a:r>
          </a:p>
          <a:p>
            <a:pPr>
              <a:buNone/>
            </a:pPr>
            <a:r>
              <a:rPr lang="en-US" b="1"/>
              <a:t>Objective</a:t>
            </a:r>
            <a:br>
              <a:rPr lang="en-US"/>
            </a:br>
            <a:r>
              <a:rPr lang="en-US"/>
              <a:t>Automatically classify emails as </a:t>
            </a:r>
            <a:r>
              <a:rPr lang="en-US" i="1"/>
              <a:t>Spam</a:t>
            </a:r>
            <a:r>
              <a:rPr lang="en-US"/>
              <a:t> or </a:t>
            </a:r>
            <a:r>
              <a:rPr lang="en-US" i="1"/>
              <a:t>Not Spam</a:t>
            </a:r>
            <a:r>
              <a:rPr lang="en-US"/>
              <a:t> using predefined logical rules.</a:t>
            </a:r>
          </a:p>
          <a:p>
            <a:pPr>
              <a:buNone/>
            </a:pPr>
            <a:r>
              <a:rPr lang="en-US" b="1"/>
              <a:t>Key Spam Indicators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Sender Email Address:</a:t>
            </a:r>
            <a:r>
              <a:rPr lang="en-US"/>
              <a:t> Unrecognized or suspicious sender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Content Quality:</a:t>
            </a:r>
            <a:r>
              <a:rPr lang="en-US"/>
              <a:t> High number of typos or spelling mistakes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Spam Keywords:</a:t>
            </a:r>
            <a:r>
              <a:rPr lang="en-US"/>
              <a:t> Presence of words like </a:t>
            </a:r>
            <a:r>
              <a:rPr lang="en-US" i="1"/>
              <a:t>offers, congratulations, redeem, urgent</a:t>
            </a:r>
            <a:endParaRPr lang="en-US"/>
          </a:p>
          <a:p>
            <a:pPr>
              <a:buNone/>
            </a:pPr>
            <a:r>
              <a:rPr lang="en-US" b="1"/>
              <a:t>Classification Logic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Check sender against trusted 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Count spelling errors beyond a defined threshold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Scan email content for spam-related keywords</a:t>
            </a:r>
          </a:p>
          <a:p>
            <a:pPr>
              <a:buNone/>
            </a:pPr>
            <a:r>
              <a:rPr lang="en-US" b="1"/>
              <a:t>Decision Rule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If </a:t>
            </a:r>
            <a:r>
              <a:rPr lang="en-US" b="1"/>
              <a:t>all conditions are met → SPAM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Otherwise → </a:t>
            </a:r>
            <a:r>
              <a:rPr lang="en-US" b="1"/>
              <a:t>NOT SPAM</a:t>
            </a:r>
            <a:endParaRPr lang="en-US"/>
          </a:p>
          <a:p>
            <a:pPr>
              <a:buNone/>
            </a:pPr>
            <a:r>
              <a:rPr lang="en-US" b="1"/>
              <a:t>Key Characteristics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Simple and explainable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No training data required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Easy to implement, but limited in handling complex spam</a:t>
            </a:r>
            <a:endParaRPr lang="en-US" dirty="0"/>
          </a:p>
        </p:txBody>
      </p:sp>
      <p:pic>
        <p:nvPicPr>
          <p:cNvPr id="7" name="Picture 6" descr="A diagram of a code&#10;&#10;AI-generated content may be incorrect.">
            <a:extLst>
              <a:ext uri="{FF2B5EF4-FFF2-40B4-BE49-F238E27FC236}">
                <a16:creationId xmlns:a16="http://schemas.microsoft.com/office/drawing/2014/main" id="{F5029ADD-2303-346D-3C6C-67775B6F9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848" y="2549955"/>
            <a:ext cx="4557155" cy="24614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1CC9D5-ED43-1A62-6E92-988F1B465C91}"/>
                  </a:ext>
                </a:extLst>
              </p14:cNvPr>
              <p14:cNvContentPartPr/>
              <p14:nvPr/>
            </p14:nvContentPartPr>
            <p14:xfrm>
              <a:off x="2342160" y="258840"/>
              <a:ext cx="9301320" cy="5627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1CC9D5-ED43-1A62-6E92-988F1B465C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32800" y="249480"/>
                <a:ext cx="9320040" cy="564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453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AC2696-BF2F-3486-9932-E39EBDCED206}"/>
              </a:ext>
            </a:extLst>
          </p:cNvPr>
          <p:cNvSpPr txBox="1"/>
          <p:nvPr/>
        </p:nvSpPr>
        <p:spPr>
          <a:xfrm>
            <a:off x="464735" y="434986"/>
            <a:ext cx="95534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How Machine Learning Improves Classification</a:t>
            </a:r>
          </a:p>
          <a:p>
            <a:pPr>
              <a:buNone/>
            </a:pPr>
            <a:r>
              <a:rPr lang="en-US" dirty="0"/>
              <a:t>In a machine learning approach: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Input:</a:t>
            </a:r>
            <a:r>
              <a:rPr lang="en-US" dirty="0"/>
              <a:t> Email content (subject, body, sender metadata)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Output:</a:t>
            </a:r>
            <a:r>
              <a:rPr lang="en-US" dirty="0"/>
              <a:t> Labels (Spam / Not Spam)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model automatically learns: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Word usage patterns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Writing style differences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Contextual clues beyond simple keywords</a:t>
            </a:r>
          </a:p>
          <a:p>
            <a:pPr>
              <a:buNone/>
            </a:pPr>
            <a:r>
              <a:rPr lang="en-US" dirty="0"/>
              <a:t>Instead of manually defining rules, the model </a:t>
            </a:r>
            <a:r>
              <a:rPr lang="en-US" b="1" dirty="0"/>
              <a:t>infers decision boundaries</a:t>
            </a:r>
            <a:r>
              <a:rPr lang="en-US" dirty="0"/>
              <a:t> from data, making it more adaptable and scalable.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C1593D3-4E4D-2B6C-3E23-7AE00C530495}"/>
                  </a:ext>
                </a:extLst>
              </p14:cNvPr>
              <p14:cNvContentPartPr/>
              <p14:nvPr/>
            </p14:nvContentPartPr>
            <p14:xfrm>
              <a:off x="6694920" y="1398960"/>
              <a:ext cx="4985280" cy="3374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C1593D3-4E4D-2B6C-3E23-7AE00C5304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85560" y="1389600"/>
                <a:ext cx="5004000" cy="339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26064A9-DA7C-E859-52F9-43B31F33E06C}"/>
                  </a:ext>
                </a:extLst>
              </p14:cNvPr>
              <p14:cNvContentPartPr/>
              <p14:nvPr/>
            </p14:nvContentPartPr>
            <p14:xfrm>
              <a:off x="649080" y="2946240"/>
              <a:ext cx="7522560" cy="2646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26064A9-DA7C-E859-52F9-43B31F33E0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9720" y="2936880"/>
                <a:ext cx="7541280" cy="266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2878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3A051B-0FA0-1024-8537-7764F4BC4D9A}"/>
              </a:ext>
            </a:extLst>
          </p:cNvPr>
          <p:cNvSpPr txBox="1"/>
          <p:nvPr/>
        </p:nvSpPr>
        <p:spPr>
          <a:xfrm>
            <a:off x="663191" y="612844"/>
            <a:ext cx="1125415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Autofill Text Prediction: From Simple Statistics to Context-Aware Models</a:t>
            </a:r>
          </a:p>
          <a:p>
            <a:pPr>
              <a:buNone/>
            </a:pPr>
            <a:r>
              <a:rPr lang="en-US" b="1" dirty="0"/>
              <a:t>Use Case</a:t>
            </a:r>
            <a:br>
              <a:rPr lang="en-US" dirty="0"/>
            </a:br>
            <a:r>
              <a:rPr lang="en-US" dirty="0"/>
              <a:t>Autofill assistance in official platforms (e.g., Slack) when someone types "I'm not well, working from," the tool should predict "home" as the next word.</a:t>
            </a:r>
          </a:p>
          <a:p>
            <a:pPr>
              <a:buNone/>
            </a:pPr>
            <a:r>
              <a:rPr lang="en-US" b="1" dirty="0"/>
              <a:t>Basic Statistical Approach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Extract sentences starting with: </a:t>
            </a:r>
            <a:r>
              <a:rPr lang="en-US" i="1" dirty="0"/>
              <a:t>“not well, working from”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Count common next-word completions: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home</a:t>
            </a:r>
            <a:r>
              <a:rPr lang="en-US" dirty="0"/>
              <a:t> → 100 occurrences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room</a:t>
            </a:r>
            <a:r>
              <a:rPr lang="en-US" dirty="0"/>
              <a:t> → 50 occurrences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H</a:t>
            </a:r>
            <a:r>
              <a:rPr lang="en-US" dirty="0"/>
              <a:t> (typo) → 6 occurrences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Compute probabilities for each completion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 the next word using random sampling from the distribution</a:t>
            </a:r>
          </a:p>
          <a:p>
            <a:pPr>
              <a:buNone/>
            </a:pPr>
            <a:r>
              <a:rPr lang="en-US" b="1" dirty="0"/>
              <a:t>Limitations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semantic understanding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Fails on unseen but similar phrases (e.g., </a:t>
            </a:r>
            <a:r>
              <a:rPr lang="en-US" i="1" dirty="0"/>
              <a:t>“operating from”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Relies strictly on exact word matches</a:t>
            </a:r>
          </a:p>
          <a:p>
            <a:pPr>
              <a:buNone/>
            </a:pPr>
            <a:r>
              <a:rPr lang="en-US" b="1" dirty="0"/>
              <a:t>Evolution to Advanced Models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Modern NLP models learn </a:t>
            </a:r>
            <a:r>
              <a:rPr lang="en-US" b="1" dirty="0"/>
              <a:t>context and meaning</a:t>
            </a:r>
            <a:r>
              <a:rPr lang="en-US" dirty="0"/>
              <a:t>, not just frequency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generalize across similar phrases and unseen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These advancements paved the way for </a:t>
            </a:r>
            <a:r>
              <a:rPr lang="en-US" b="1" dirty="0"/>
              <a:t>transformer-based models</a:t>
            </a:r>
            <a:r>
              <a:rPr lang="en-US" dirty="0"/>
              <a:t>, which excel at understanding and generating natural language text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C68984E-DEFC-BA47-7A97-9841FBA3A9D8}"/>
                  </a:ext>
                </a:extLst>
              </p14:cNvPr>
              <p14:cNvContentPartPr/>
              <p14:nvPr/>
            </p14:nvContentPartPr>
            <p14:xfrm>
              <a:off x="2215680" y="244010"/>
              <a:ext cx="9976320" cy="4907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C68984E-DEFC-BA47-7A97-9841FBA3A9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06320" y="234650"/>
                <a:ext cx="9995040" cy="492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5126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3B79F3-A897-44E4-F5BC-92C2634A38CD}"/>
              </a:ext>
            </a:extLst>
          </p:cNvPr>
          <p:cNvSpPr txBox="1"/>
          <p:nvPr/>
        </p:nvSpPr>
        <p:spPr>
          <a:xfrm>
            <a:off x="766188" y="289455"/>
            <a:ext cx="939269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Word2Vec – Capturing Semantic Meaning with Vectors</a:t>
            </a:r>
          </a:p>
          <a:p>
            <a:pPr>
              <a:buNone/>
            </a:pPr>
            <a:r>
              <a:rPr lang="en-US" b="1" dirty="0"/>
              <a:t>What is Word2Vec?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language model that converts words into </a:t>
            </a:r>
            <a:r>
              <a:rPr lang="en-US" b="1" dirty="0"/>
              <a:t>numerical vector representations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computers to process language using numbers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apple</a:t>
            </a:r>
            <a:r>
              <a:rPr lang="en-US" dirty="0"/>
              <a:t> → </a:t>
            </a:r>
            <a:r>
              <a:rPr lang="en-US" dirty="0">
                <a:latin typeface="Courier New" panose="02070309020205020404" pitchFamily="49" charset="0"/>
              </a:rPr>
              <a:t>[0.1, 0.2, -0.3, 0.6, 0.3]</a:t>
            </a:r>
            <a:endParaRPr lang="en-US" dirty="0"/>
          </a:p>
          <a:p>
            <a:pPr>
              <a:buNone/>
            </a:pPr>
            <a:r>
              <a:rPr lang="en-US" b="1" dirty="0"/>
              <a:t>Core Objective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Capture </a:t>
            </a:r>
            <a:r>
              <a:rPr lang="en-US" b="1" dirty="0"/>
              <a:t>semantic relationships</a:t>
            </a:r>
            <a:r>
              <a:rPr lang="en-US" dirty="0"/>
              <a:t> between 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Words with similar meanings should have </a:t>
            </a:r>
            <a:r>
              <a:rPr lang="en-US" b="1" dirty="0"/>
              <a:t>vectors close to each other</a:t>
            </a:r>
            <a:endParaRPr lang="en-US" dirty="0"/>
          </a:p>
          <a:p>
            <a:pPr>
              <a:buNone/>
            </a:pPr>
            <a:r>
              <a:rPr lang="en-US" b="1" dirty="0"/>
              <a:t>Measuring Similarity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Similarity is commonly measured using </a:t>
            </a:r>
            <a:r>
              <a:rPr lang="en-US" b="1" dirty="0"/>
              <a:t>Euclidean distance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Smaller distance → higher semantic similarity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king</a:t>
            </a:r>
            <a:r>
              <a:rPr lang="en-US" dirty="0"/>
              <a:t> ↔ </a:t>
            </a:r>
            <a:r>
              <a:rPr lang="en-US" i="1" dirty="0"/>
              <a:t>queen</a:t>
            </a:r>
            <a:r>
              <a:rPr lang="en-US" dirty="0"/>
              <a:t> → small distance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king</a:t>
            </a:r>
            <a:r>
              <a:rPr lang="en-US" dirty="0"/>
              <a:t> ↔ </a:t>
            </a:r>
            <a:r>
              <a:rPr lang="en-US" i="1" dirty="0"/>
              <a:t>apple</a:t>
            </a:r>
            <a:r>
              <a:rPr lang="en-US" dirty="0"/>
              <a:t> → large distance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18EB2E8-9D5A-8F58-EE98-B35AF8606C4D}"/>
                  </a:ext>
                </a:extLst>
              </p14:cNvPr>
              <p14:cNvContentPartPr/>
              <p14:nvPr/>
            </p14:nvContentPartPr>
            <p14:xfrm>
              <a:off x="1452600" y="1551240"/>
              <a:ext cx="10612440" cy="4620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18EB2E8-9D5A-8F58-EE98-B35AF8606C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3240" y="1541880"/>
                <a:ext cx="10631160" cy="46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F52AFE1-A3F5-E483-2573-39405414219B}"/>
                  </a:ext>
                </a:extLst>
              </p14:cNvPr>
              <p14:cNvContentPartPr/>
              <p14:nvPr/>
            </p14:nvContentPartPr>
            <p14:xfrm>
              <a:off x="1372680" y="2859480"/>
              <a:ext cx="10819080" cy="3998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F52AFE1-A3F5-E483-2573-3940541421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63320" y="2850120"/>
                <a:ext cx="10837800" cy="401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3466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59376-E200-E9AA-F1A5-50897C736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E45FC8-94CC-85B5-C74C-128A774B5DA9}"/>
              </a:ext>
            </a:extLst>
          </p:cNvPr>
          <p:cNvSpPr txBox="1"/>
          <p:nvPr/>
        </p:nvSpPr>
        <p:spPr>
          <a:xfrm>
            <a:off x="203479" y="321556"/>
            <a:ext cx="60943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Core Limitation of Word2Vec</a:t>
            </a:r>
          </a:p>
          <a:p>
            <a:pPr>
              <a:buNone/>
            </a:pPr>
            <a:r>
              <a:rPr lang="en-US" b="1" dirty="0"/>
              <a:t>Static Embeddings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 word → one vector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Same vector regardless of context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“bats” (animal)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“bats” (sports)</a:t>
            </a:r>
          </a:p>
          <a:p>
            <a:pPr>
              <a:buNone/>
            </a:pPr>
            <a:r>
              <a:rPr lang="en-US" dirty="0"/>
              <a:t>❌ Cannot differentiate meanings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C8A1F-04CD-9F55-D517-36019A35505A}"/>
              </a:ext>
            </a:extLst>
          </p:cNvPr>
          <p:cNvSpPr txBox="1"/>
          <p:nvPr/>
        </p:nvSpPr>
        <p:spPr>
          <a:xfrm>
            <a:off x="5237704" y="3136373"/>
            <a:ext cx="60943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Word2Vec uses context to </a:t>
            </a:r>
            <a:r>
              <a:rPr lang="en-US" b="1" i="1" dirty="0"/>
              <a:t>learn</a:t>
            </a:r>
            <a:r>
              <a:rPr lang="en-US" b="1" dirty="0"/>
              <a:t> embeddings, but it produces </a:t>
            </a:r>
            <a:r>
              <a:rPr lang="en-US" b="1" i="1" dirty="0"/>
              <a:t>one fixed vector per word</a:t>
            </a:r>
            <a:r>
              <a:rPr lang="en-US" b="1" dirty="0"/>
              <a:t>.</a:t>
            </a:r>
            <a:br>
              <a:rPr lang="en-US" dirty="0"/>
            </a:br>
            <a:r>
              <a:rPr lang="en-US" dirty="0"/>
              <a:t>So even though </a:t>
            </a:r>
            <a:r>
              <a:rPr lang="en-US" i="1" dirty="0"/>
              <a:t>“bats”</a:t>
            </a:r>
            <a:r>
              <a:rPr lang="en-US" dirty="0"/>
              <a:t> appears in different contexts during training, </a:t>
            </a:r>
            <a:r>
              <a:rPr lang="en-US" b="1" dirty="0"/>
              <a:t>the final output is still a single embedding</a:t>
            </a:r>
            <a:r>
              <a:rPr lang="en-US" dirty="0"/>
              <a:t> for “bats”.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5EE008-8E45-B21A-52D2-06CC6514D7B2}"/>
              </a:ext>
            </a:extLst>
          </p:cNvPr>
          <p:cNvSpPr txBox="1"/>
          <p:nvPr/>
        </p:nvSpPr>
        <p:spPr>
          <a:xfrm>
            <a:off x="5372099" y="436303"/>
            <a:ext cx="60943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“context” means in Word2Vec</a:t>
            </a:r>
          </a:p>
          <a:p>
            <a:pPr>
              <a:buNone/>
            </a:pPr>
            <a:r>
              <a:rPr lang="en-US" dirty="0"/>
              <a:t>In Word2Vec: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Context is used </a:t>
            </a:r>
            <a:r>
              <a:rPr lang="en-US" b="1" dirty="0"/>
              <a:t>during training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model learns a word’s vector by predicting: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Surrounding words (Skip-gram), 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target word from surrounding words (CBOW)</a:t>
            </a:r>
          </a:p>
          <a:p>
            <a:pPr>
              <a:buNone/>
            </a:pPr>
            <a:r>
              <a:rPr lang="en-US" dirty="0"/>
              <a:t>Example sentences: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“The </a:t>
            </a:r>
            <a:r>
              <a:rPr lang="en-US" b="1" dirty="0"/>
              <a:t>bats</a:t>
            </a:r>
            <a:r>
              <a:rPr lang="en-US" dirty="0"/>
              <a:t> are flying at night”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“He bought new </a:t>
            </a:r>
            <a:r>
              <a:rPr lang="en-US" b="1" dirty="0"/>
              <a:t>bats</a:t>
            </a:r>
            <a:r>
              <a:rPr lang="en-US" dirty="0"/>
              <a:t> for the match”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B3422B-266F-086C-2DF5-97ECF1D55EF2}"/>
              </a:ext>
            </a:extLst>
          </p:cNvPr>
          <p:cNvSpPr txBox="1"/>
          <p:nvPr/>
        </p:nvSpPr>
        <p:spPr>
          <a:xfrm>
            <a:off x="5372099" y="4843195"/>
            <a:ext cx="60943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During training: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That vector is updated using </a:t>
            </a:r>
            <a:r>
              <a:rPr lang="en-US" i="1" dirty="0"/>
              <a:t>all occurrences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result is an </a:t>
            </a:r>
            <a:r>
              <a:rPr lang="en-US" b="1" dirty="0"/>
              <a:t>average of all contexts</a:t>
            </a:r>
            <a:endParaRPr lang="en-US" dirty="0"/>
          </a:p>
          <a:p>
            <a:pPr>
              <a:buNone/>
            </a:pPr>
            <a:r>
              <a:rPr lang="en-US" dirty="0"/>
              <a:t>👉 This is why Word2Vec embeddings are called </a:t>
            </a:r>
            <a:r>
              <a:rPr lang="en-US" b="1" dirty="0"/>
              <a:t>static embeddings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B59872-AFAB-33E8-CEB2-64AF2904ED80}"/>
              </a:ext>
            </a:extLst>
          </p:cNvPr>
          <p:cNvSpPr txBox="1"/>
          <p:nvPr/>
        </p:nvSpPr>
        <p:spPr>
          <a:xfrm>
            <a:off x="283867" y="3136373"/>
            <a:ext cx="42881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Lack of Context Awareness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Word2Vec assigns </a:t>
            </a:r>
            <a:r>
              <a:rPr lang="en-US" b="1" dirty="0"/>
              <a:t>one vector per word</a:t>
            </a:r>
            <a:r>
              <a:rPr lang="en-US" dirty="0"/>
              <a:t>, regardless of context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bats</a:t>
            </a:r>
            <a:r>
              <a:rPr lang="en-US" dirty="0"/>
              <a:t> (animal) vs </a:t>
            </a:r>
            <a:r>
              <a:rPr lang="en-US" i="1" dirty="0"/>
              <a:t>bats</a:t>
            </a:r>
            <a:r>
              <a:rPr lang="en-US" dirty="0"/>
              <a:t> (sports equipment)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Same vector → different meanings ignored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6DB23F3-953B-3D0A-F0F1-58C5BAD62CF0}"/>
                  </a:ext>
                </a:extLst>
              </p14:cNvPr>
              <p14:cNvContentPartPr/>
              <p14:nvPr/>
            </p14:nvContentPartPr>
            <p14:xfrm>
              <a:off x="5863320" y="2118240"/>
              <a:ext cx="4203360" cy="3607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6DB23F3-953B-3D0A-F0F1-58C5BAD62C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3960" y="2108880"/>
                <a:ext cx="4222080" cy="362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0757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012FE-0051-1C10-163B-CE75B1F84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B4448F-598C-0D9B-8537-18331893E8D6}"/>
              </a:ext>
            </a:extLst>
          </p:cNvPr>
          <p:cNvSpPr txBox="1"/>
          <p:nvPr/>
        </p:nvSpPr>
        <p:spPr>
          <a:xfrm>
            <a:off x="464737" y="442856"/>
            <a:ext cx="89304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Static Embeddings Fail in Real NLP Tasks</a:t>
            </a:r>
          </a:p>
          <a:p>
            <a:pPr>
              <a:buNone/>
            </a:pPr>
            <a:r>
              <a:rPr lang="en-US" b="1" dirty="0"/>
              <a:t>Sentiment Analysis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“The movie is good” → Positive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“The movie is so good it cured my insomnia” → Negative (sarcasm)</a:t>
            </a:r>
          </a:p>
          <a:p>
            <a:pPr>
              <a:buNone/>
            </a:pPr>
            <a:r>
              <a:rPr lang="en-US" dirty="0"/>
              <a:t>Word2Vec: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Focuses on “good”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Misses </a:t>
            </a:r>
            <a:r>
              <a:rPr lang="en-US" b="1" dirty="0"/>
              <a:t>sequence-level meaning</a:t>
            </a:r>
            <a:endParaRPr lang="en-US" dirty="0"/>
          </a:p>
          <a:p>
            <a:pPr>
              <a:buNone/>
            </a:pPr>
            <a:r>
              <a:rPr lang="en-US" dirty="0"/>
              <a:t>👉 </a:t>
            </a:r>
            <a:r>
              <a:rPr lang="en-US" b="1" dirty="0"/>
              <a:t>Word meaning alone is insufficient — we need sentence meaning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F589255-C64E-CCDD-DF5B-203E3A1D4AB4}"/>
                  </a:ext>
                </a:extLst>
              </p14:cNvPr>
              <p14:cNvContentPartPr/>
              <p14:nvPr/>
            </p14:nvContentPartPr>
            <p14:xfrm>
              <a:off x="1850040" y="737640"/>
              <a:ext cx="5866560" cy="1143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F589255-C64E-CCDD-DF5B-203E3A1D4A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40680" y="728280"/>
                <a:ext cx="5885280" cy="116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2178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F171BC-7E0A-F866-B593-9C936FB19EB8}"/>
              </a:ext>
            </a:extLst>
          </p:cNvPr>
          <p:cNvSpPr txBox="1"/>
          <p:nvPr/>
        </p:nvSpPr>
        <p:spPr>
          <a:xfrm>
            <a:off x="233624" y="197346"/>
            <a:ext cx="1141241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From Context Limitations to Encoder–Decoder Models in NLP</a:t>
            </a:r>
          </a:p>
          <a:p>
            <a:pPr>
              <a:buNone/>
            </a:pPr>
            <a:r>
              <a:rPr lang="en-US" b="1" dirty="0"/>
              <a:t>Recap: Limitations of Earlier NLP Models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Traditional models (e.g., n-grams, Word2Vec) struggle with </a:t>
            </a:r>
            <a:r>
              <a:rPr lang="en-US" b="1" dirty="0"/>
              <a:t>context-specific meanings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Same word may have different meanings depending on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Leads to errors in tasks such as </a:t>
            </a:r>
            <a:r>
              <a:rPr lang="en-US" b="1" dirty="0"/>
              <a:t>sentiment analysis</a:t>
            </a:r>
            <a:endParaRPr lang="en-US" dirty="0"/>
          </a:p>
          <a:p>
            <a:pPr>
              <a:buNone/>
            </a:pPr>
            <a:r>
              <a:rPr lang="en-US" b="1" dirty="0"/>
              <a:t>Need for Advanced Models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Modern NLP tasks require: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Context preservation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Understanding of long and complex sentences</a:t>
            </a:r>
          </a:p>
          <a:p>
            <a:pPr>
              <a:buNone/>
            </a:pPr>
            <a:r>
              <a:rPr lang="en-US" b="1" dirty="0"/>
              <a:t>Encoder–Decoder Architecture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powerful framework for </a:t>
            </a:r>
            <a:r>
              <a:rPr lang="en-US" b="1" dirty="0"/>
              <a:t>sequence-to-sequence transformation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7D6C31F-B0FA-F587-D9E9-534B8F885514}"/>
                  </a:ext>
                </a:extLst>
              </p14:cNvPr>
              <p14:cNvContentPartPr/>
              <p14:nvPr/>
            </p14:nvContentPartPr>
            <p14:xfrm>
              <a:off x="8162280" y="856440"/>
              <a:ext cx="3312000" cy="1618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7D6C31F-B0FA-F587-D9E9-534B8F8855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52920" y="847080"/>
                <a:ext cx="3330720" cy="163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016C0BD-15CB-1224-441A-25C0497DE661}"/>
                  </a:ext>
                </a:extLst>
              </p14:cNvPr>
              <p14:cNvContentPartPr/>
              <p14:nvPr/>
            </p14:nvContentPartPr>
            <p14:xfrm>
              <a:off x="2559600" y="549000"/>
              <a:ext cx="9487800" cy="5906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016C0BD-15CB-1224-441A-25C0497DE6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50240" y="539640"/>
                <a:ext cx="9506520" cy="592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3539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DEC8-9DC2-5608-B596-4596CD5D1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8D2DA8-BEF3-95A2-A718-DA8B3A90DDFD}"/>
              </a:ext>
            </a:extLst>
          </p:cNvPr>
          <p:cNvSpPr txBox="1"/>
          <p:nvPr/>
        </p:nvSpPr>
        <p:spPr>
          <a:xfrm>
            <a:off x="535074" y="388210"/>
            <a:ext cx="1010612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Encoder–Decoder Architecture (Overview)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encoder–decoder architecture</a:t>
            </a:r>
            <a:r>
              <a:rPr lang="en-US" dirty="0"/>
              <a:t> is a widely used framework for </a:t>
            </a:r>
            <a:r>
              <a:rPr lang="en-US" b="1" dirty="0"/>
              <a:t>sequence-to-sequence tasks</a:t>
            </a:r>
            <a:r>
              <a:rPr lang="en-US" dirty="0"/>
              <a:t>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Sentiment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Machine translation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consists of two main components: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Encoder:</a:t>
            </a:r>
            <a:r>
              <a:rPr lang="en-US" dirty="0"/>
              <a:t> Converts an input sentence into a vector representation that captures contextual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Decoder:</a:t>
            </a:r>
            <a:r>
              <a:rPr lang="en-US" dirty="0"/>
              <a:t> Uses this vector representation to perform the desired task (e.g., classification or translation)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architecture typically employs </a:t>
            </a:r>
            <a:r>
              <a:rPr lang="en-US" b="1" dirty="0"/>
              <a:t>Recurrent Neural Networks (RNNs)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RNNs process the sentence </a:t>
            </a:r>
            <a:r>
              <a:rPr lang="en-US" b="1" dirty="0"/>
              <a:t>sequentially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allows the model to capture </a:t>
            </a:r>
            <a:r>
              <a:rPr lang="en-US" b="1" dirty="0"/>
              <a:t>context and word order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Enables more accurate understanding of sentence meaning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Input and output sequences may differ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Length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Vocabulary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Structure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53DB814-E577-D21B-7A11-66DCBA85A778}"/>
                  </a:ext>
                </a:extLst>
              </p14:cNvPr>
              <p14:cNvContentPartPr/>
              <p14:nvPr/>
            </p14:nvContentPartPr>
            <p14:xfrm>
              <a:off x="1188360" y="578880"/>
              <a:ext cx="11003400" cy="6193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53DB814-E577-D21B-7A11-66DCBA85A77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9000" y="569520"/>
                <a:ext cx="11022120" cy="621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7028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196A7-83F0-78C9-65E0-314C27F74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9A650-CBB8-C94A-32A3-D7EEF51039E7}"/>
              </a:ext>
            </a:extLst>
          </p:cNvPr>
          <p:cNvSpPr txBox="1"/>
          <p:nvPr/>
        </p:nvSpPr>
        <p:spPr>
          <a:xfrm>
            <a:off x="464737" y="358115"/>
            <a:ext cx="91012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How the Encoder Works (Sequential Processing)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Reads the input sequence </a:t>
            </a:r>
            <a:r>
              <a:rPr lang="en-US" b="1" dirty="0"/>
              <a:t>token by token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Updates its </a:t>
            </a:r>
            <a:r>
              <a:rPr lang="en-US" dirty="0">
                <a:highlight>
                  <a:srgbClr val="FFFF00"/>
                </a:highlight>
              </a:rPr>
              <a:t>hidden state </a:t>
            </a:r>
            <a:r>
              <a:rPr lang="en-US" dirty="0"/>
              <a:t>at each time step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 hidden state summarizes the entire input sequence</a:t>
            </a:r>
          </a:p>
          <a:p>
            <a:pPr>
              <a:buNone/>
            </a:pPr>
            <a:r>
              <a:rPr lang="en-US" b="1" dirty="0"/>
              <a:t>Output of Encoder: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fixed-length </a:t>
            </a:r>
            <a:r>
              <a:rPr lang="en-US" b="1" dirty="0"/>
              <a:t>context vector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Intended to capture semantic and syntactic information of the input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E62ADCA-BECB-CCDF-2450-18DB0F66B284}"/>
                  </a:ext>
                </a:extLst>
              </p14:cNvPr>
              <p14:cNvContentPartPr/>
              <p14:nvPr/>
            </p14:nvContentPartPr>
            <p14:xfrm>
              <a:off x="525240" y="1495440"/>
              <a:ext cx="9698040" cy="5083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E62ADCA-BECB-CCDF-2450-18DB0F66B2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5880" y="1486080"/>
                <a:ext cx="9716760" cy="510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5795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031A3-D409-D11A-CA78-E0FFD155E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8D5456-3DA8-4837-DC9F-E9129620EB9F}"/>
              </a:ext>
            </a:extLst>
          </p:cNvPr>
          <p:cNvSpPr txBox="1"/>
          <p:nvPr/>
        </p:nvSpPr>
        <p:spPr>
          <a:xfrm>
            <a:off x="374301" y="325792"/>
            <a:ext cx="80060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How the Decoder Works (Sequential Generation)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Generates the output sequence </a:t>
            </a:r>
            <a:r>
              <a:rPr lang="en-US" b="1" dirty="0"/>
              <a:t>one token at a time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 each step, the decoder: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Uses the previous output token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Uses its previous hidden state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Conditions on the encoder’s context vector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Continues until an end-of-sequence token is produced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E6B652-9DC8-B100-2431-0A277E3FC6EC}"/>
                  </a:ext>
                </a:extLst>
              </p14:cNvPr>
              <p14:cNvContentPartPr/>
              <p14:nvPr/>
            </p14:nvContentPartPr>
            <p14:xfrm>
              <a:off x="847440" y="417960"/>
              <a:ext cx="6989040" cy="1683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E6B652-9DC8-B100-2431-0A277E3FC6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080" y="408600"/>
                <a:ext cx="7007760" cy="170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0960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6B1174-A22A-06F1-7034-8C9E423CA610}"/>
              </a:ext>
            </a:extLst>
          </p:cNvPr>
          <p:cNvSpPr txBox="1"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1"/>
              <a:t>Encoder – Sequential Context Building with RNN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The </a:t>
            </a:r>
            <a:r>
              <a:rPr lang="en-US" sz="1000" b="1"/>
              <a:t>Encoder</a:t>
            </a:r>
            <a:r>
              <a:rPr lang="en-US" sz="1000"/>
              <a:t> processes the input sentence </a:t>
            </a:r>
            <a:r>
              <a:rPr lang="en-US" sz="1000" b="1"/>
              <a:t>one word at a time</a:t>
            </a:r>
            <a:r>
              <a:rPr lang="en-US" sz="1000"/>
              <a:t> using an RNN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For the first word </a:t>
            </a:r>
            <a:r>
              <a:rPr lang="en-US" sz="1000" b="1"/>
              <a:t>“The”</a:t>
            </a:r>
            <a:r>
              <a:rPr lang="en-US" sz="1000"/>
              <a:t>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The RNN performs matrix operations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Generates an initial </a:t>
            </a:r>
            <a:r>
              <a:rPr lang="en-US" sz="1000" b="1"/>
              <a:t>context (hidden state)</a:t>
            </a:r>
            <a:endParaRPr lang="en-US" sz="1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This context is passed to the next RNN cell along with the next word </a:t>
            </a:r>
            <a:r>
              <a:rPr lang="en-US" sz="1000" b="1"/>
              <a:t>“movie”</a:t>
            </a:r>
            <a:endParaRPr lang="en-US" sz="1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Each RNN cell: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Takes the </a:t>
            </a:r>
            <a:r>
              <a:rPr lang="en-US" sz="1000" b="1"/>
              <a:t>previous context</a:t>
            </a:r>
            <a:endParaRPr lang="en-US" sz="100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Combines it with the </a:t>
            </a:r>
            <a:r>
              <a:rPr lang="en-US" sz="1000" b="1"/>
              <a:t>current word</a:t>
            </a:r>
            <a:endParaRPr lang="en-US" sz="100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Produces a </a:t>
            </a:r>
            <a:r>
              <a:rPr lang="en-US" sz="1000" b="1"/>
              <a:t>new, updated context</a:t>
            </a:r>
            <a:endParaRPr lang="en-US" sz="1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All RNN cells </a:t>
            </a:r>
            <a:r>
              <a:rPr lang="en-US" sz="1000" b="1"/>
              <a:t>share the same weights</a:t>
            </a:r>
            <a:r>
              <a:rPr lang="en-US" sz="1000"/>
              <a:t>, allowing: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Handling of sentences of </a:t>
            </a:r>
            <a:r>
              <a:rPr lang="en-US" sz="1000" b="1"/>
              <a:t>any length</a:t>
            </a:r>
            <a:endParaRPr lang="en-US" sz="100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Consistent learning across positions in the sentence</a:t>
            </a:r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DD5E5823-05E0-6E6A-669D-31015EC08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652625"/>
            <a:ext cx="6389346" cy="356206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924322-736E-87D6-002D-5A07C679F9E0}"/>
                  </a:ext>
                </a:extLst>
              </p14:cNvPr>
              <p14:cNvContentPartPr/>
              <p14:nvPr/>
            </p14:nvContentPartPr>
            <p14:xfrm>
              <a:off x="3652200" y="714600"/>
              <a:ext cx="8082720" cy="5409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924322-736E-87D6-002D-5A07C679F9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42840" y="705240"/>
                <a:ext cx="8101440" cy="542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8678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D208A7-CD7C-0302-5B4A-8858FF5BDA5F}"/>
              </a:ext>
            </a:extLst>
          </p:cNvPr>
          <p:cNvSpPr txBox="1"/>
          <p:nvPr/>
        </p:nvSpPr>
        <p:spPr>
          <a:xfrm>
            <a:off x="585317" y="412212"/>
            <a:ext cx="990516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Decoder, Training, and Advantages over Word2Vec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After processing all words, the encoder produces a </a:t>
            </a:r>
            <a:r>
              <a:rPr lang="en-US" b="1" dirty="0"/>
              <a:t>final vector representation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Captures the </a:t>
            </a:r>
            <a:r>
              <a:rPr lang="en-US" b="1" dirty="0"/>
              <a:t>overall context and meaning</a:t>
            </a:r>
            <a:r>
              <a:rPr lang="en-US" dirty="0"/>
              <a:t> of the sentence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vector is passed to the </a:t>
            </a:r>
            <a:r>
              <a:rPr lang="en-US" b="1" dirty="0"/>
              <a:t>Decoder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Typically, a </a:t>
            </a:r>
            <a:r>
              <a:rPr lang="en-US" b="1" dirty="0"/>
              <a:t>feed-forward neural network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Performs tasks such as </a:t>
            </a:r>
            <a:r>
              <a:rPr lang="en-US" b="1" dirty="0"/>
              <a:t>sentiment classification</a:t>
            </a:r>
            <a:r>
              <a:rPr lang="en-US" dirty="0"/>
              <a:t> (positive / negative)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During training: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Initial predictions may be inaccurate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Model improves by </a:t>
            </a:r>
            <a:r>
              <a:rPr lang="en-US" b="1" dirty="0"/>
              <a:t>adjusting weights using feedback (loss minimization)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Limitations of basic RNNs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Long sentences may cause earlier context to fade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Recent words can dominate the representation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Improvements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LSTMs and Bidirectional LSTMs help retain long-range dependencies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B1B55A-4D61-204E-4CA9-ED8A1A23C797}"/>
              </a:ext>
            </a:extLst>
          </p:cNvPr>
          <p:cNvSpPr txBox="1"/>
          <p:nvPr/>
        </p:nvSpPr>
        <p:spPr>
          <a:xfrm>
            <a:off x="585317" y="4591986"/>
            <a:ext cx="97242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Advantage over Word2Vec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Encoder–Decoder models produce </a:t>
            </a:r>
            <a:r>
              <a:rPr lang="en-IN" b="1" dirty="0"/>
              <a:t>context-sensitive representations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Unlike Word2Vec’s </a:t>
            </a:r>
            <a:r>
              <a:rPr lang="en-IN" b="1" dirty="0"/>
              <a:t>static word embeddings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Results in better performance on complex NLP tasks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13D9808-DC51-AF56-C6ED-93524059B0FB}"/>
                  </a:ext>
                </a:extLst>
              </p14:cNvPr>
              <p14:cNvContentPartPr/>
              <p14:nvPr/>
            </p14:nvContentPartPr>
            <p14:xfrm>
              <a:off x="2526840" y="898560"/>
              <a:ext cx="5931720" cy="2597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13D9808-DC51-AF56-C6ED-93524059B0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7480" y="889200"/>
                <a:ext cx="5950440" cy="261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DE9468-BA39-BFE1-B9E1-A00507F26BE6}"/>
                  </a:ext>
                </a:extLst>
              </p14:cNvPr>
              <p14:cNvContentPartPr/>
              <p14:nvPr/>
            </p14:nvContentPartPr>
            <p14:xfrm>
              <a:off x="4578120" y="3193200"/>
              <a:ext cx="7613640" cy="3592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DE9468-BA39-BFE1-B9E1-A00507F26B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68760" y="3183840"/>
                <a:ext cx="7632360" cy="361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9318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810DE-CB91-D852-D1EC-3535869E8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E5ACE0-6BF4-E48C-C077-7DF5FA3F587D}"/>
              </a:ext>
            </a:extLst>
          </p:cNvPr>
          <p:cNvSpPr txBox="1"/>
          <p:nvPr/>
        </p:nvSpPr>
        <p:spPr>
          <a:xfrm>
            <a:off x="414494" y="436325"/>
            <a:ext cx="963385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Sequential Nature of Encoder–Decoder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Both encoder and decoder operate </a:t>
            </a:r>
            <a:r>
              <a:rPr lang="en-US" b="1" dirty="0"/>
              <a:t>sequentially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time step depends on the previous 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Consequences: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Limited parallelization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Slower training and inference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Error propagation in long sequences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B09138-9CAD-909B-7D1E-44918ED744E9}"/>
                  </a:ext>
                </a:extLst>
              </p14:cNvPr>
              <p14:cNvContentPartPr/>
              <p14:nvPr/>
            </p14:nvContentPartPr>
            <p14:xfrm>
              <a:off x="1942560" y="1449360"/>
              <a:ext cx="9386640" cy="3863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B09138-9CAD-909B-7D1E-44918ED744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3200" y="1440000"/>
                <a:ext cx="9405360" cy="388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693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C6D45-75DB-9CE2-11AE-2D1B8D1EC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37AFDB-884A-C289-178A-79F0C1D75C09}"/>
              </a:ext>
            </a:extLst>
          </p:cNvPr>
          <p:cNvSpPr txBox="1"/>
          <p:nvPr/>
        </p:nvSpPr>
        <p:spPr>
          <a:xfrm>
            <a:off x="424543" y="340196"/>
            <a:ext cx="98951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Encoder–Decoder for Neural Machine Translation (NMT)</a:t>
            </a:r>
          </a:p>
          <a:p>
            <a:pPr>
              <a:buNone/>
            </a:pPr>
            <a:r>
              <a:rPr lang="en-US" b="1" dirty="0"/>
              <a:t>Workflow for Translation: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Encoder reads the source language sentence</a:t>
            </a:r>
            <a:br>
              <a:rPr lang="en-US" dirty="0"/>
            </a:br>
            <a:r>
              <a:rPr lang="en-US" i="1" dirty="0"/>
              <a:t>e.g., English sentence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Context vector represents the meaning of the sentence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Decoder generates the translated sentence</a:t>
            </a:r>
            <a:br>
              <a:rPr lang="en-US" dirty="0"/>
            </a:br>
            <a:r>
              <a:rPr lang="en-US" i="1" dirty="0"/>
              <a:t>e.g., French or German or Hindi</a:t>
            </a:r>
            <a:endParaRPr lang="en-US" dirty="0"/>
          </a:p>
          <a:p>
            <a:pPr>
              <a:buNone/>
            </a:pPr>
            <a:r>
              <a:rPr lang="en-US" b="1" dirty="0"/>
              <a:t>Outcome:</a:t>
            </a:r>
            <a:r>
              <a:rPr lang="en-US" dirty="0"/>
              <a:t> End-to-end learning of translation without manual feature engineering</a:t>
            </a:r>
          </a:p>
        </p:txBody>
      </p:sp>
      <p:pic>
        <p:nvPicPr>
          <p:cNvPr id="5" name="Picture 4" descr="A diagram of a decoder&#10;&#10;AI-generated content may be incorrect.">
            <a:extLst>
              <a:ext uri="{FF2B5EF4-FFF2-40B4-BE49-F238E27FC236}">
                <a16:creationId xmlns:a16="http://schemas.microsoft.com/office/drawing/2014/main" id="{72815709-9E09-C92F-385E-FCDEE0F82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967" y="3429000"/>
            <a:ext cx="5494496" cy="282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11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A32FB6-C020-1790-93CD-2C52618E422E}"/>
                  </a:ext>
                </a:extLst>
              </p:cNvPr>
              <p:cNvSpPr txBox="1"/>
              <p:nvPr/>
            </p:nvSpPr>
            <p:spPr>
              <a:xfrm>
                <a:off x="504930" y="287947"/>
                <a:ext cx="11482754" cy="25870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Translate a sentence from </a:t>
                </a:r>
                <a:r>
                  <a:rPr lang="en-IN" b="1" dirty="0"/>
                  <a:t>Language A (source)</a:t>
                </a:r>
                <a:r>
                  <a:rPr lang="en-IN" dirty="0"/>
                  <a:t> to </a:t>
                </a:r>
                <a:r>
                  <a:rPr lang="en-IN" b="1" dirty="0"/>
                  <a:t>Language B (target)</a:t>
                </a:r>
                <a:r>
                  <a:rPr lang="en-IN" dirty="0"/>
                  <a:t> using an </a:t>
                </a:r>
                <a:r>
                  <a:rPr lang="en-IN" b="1" dirty="0"/>
                  <a:t>Encoder–Decoder architecture</a:t>
                </a:r>
                <a:r>
                  <a:rPr lang="en-IN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Input sentence (Language A):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Output sentence (Language B):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IN" dirty="0"/>
                  <a:t>= number of words in the source sentence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ar-AE" dirty="0"/>
                  <a:t>= </a:t>
                </a:r>
                <a:r>
                  <a:rPr lang="en-IN" dirty="0"/>
                  <a:t>number of words in the translated sentence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IN" dirty="0"/>
                  <a:t>in general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A32FB6-C020-1790-93CD-2C52618E4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30" y="287947"/>
                <a:ext cx="11482754" cy="2587055"/>
              </a:xfrm>
              <a:prstGeom prst="rect">
                <a:avLst/>
              </a:prstGeom>
              <a:blipFill>
                <a:blip r:embed="rId2"/>
                <a:stretch>
                  <a:fillRect l="-478" t="-941" b="-2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2189AC8-100F-1069-74E4-0A04AFCDD49F}"/>
              </a:ext>
            </a:extLst>
          </p:cNvPr>
          <p:cNvSpPr txBox="1"/>
          <p:nvPr/>
        </p:nvSpPr>
        <p:spPr>
          <a:xfrm>
            <a:off x="504929" y="3288718"/>
            <a:ext cx="1002574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Encoder–Decoder for Translation?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Source and target sentences may have: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 lengths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 word orders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 grammatical structures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Encoder–Decoder architecture: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Encodes the source sentence into a </a:t>
            </a:r>
            <a:r>
              <a:rPr lang="en-US" b="1" dirty="0"/>
              <a:t>context representation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Decodes it into a target sentence </a:t>
            </a:r>
            <a:r>
              <a:rPr lang="en-US" b="1" dirty="0"/>
              <a:t>one word at a time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Naturally handles </a:t>
            </a:r>
            <a:r>
              <a:rPr lang="en-US" b="1" dirty="0"/>
              <a:t>variable-length sequences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5566EE3-E684-F084-CBCA-C7130F408027}"/>
                  </a:ext>
                </a:extLst>
              </p14:cNvPr>
              <p14:cNvContentPartPr/>
              <p14:nvPr/>
            </p14:nvContentPartPr>
            <p14:xfrm>
              <a:off x="458640" y="624600"/>
              <a:ext cx="11699280" cy="6179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5566EE3-E684-F084-CBCA-C7130F4080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280" y="615240"/>
                <a:ext cx="11718000" cy="619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7267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A1F48F-0212-1AF3-FC73-73D1E5505FFE}"/>
                  </a:ext>
                </a:extLst>
              </p:cNvPr>
              <p:cNvSpPr txBox="1"/>
              <p:nvPr/>
            </p:nvSpPr>
            <p:spPr>
              <a:xfrm>
                <a:off x="374301" y="440680"/>
                <a:ext cx="9895113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Encoder — Sequential Context Encoding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Encoder processes the source sentence sequentially using an </a:t>
                </a:r>
                <a:r>
                  <a:rPr lang="en-IN" b="1" dirty="0"/>
                  <a:t>RNN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Starts with an initial context (hidden state):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1" i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ar-AE" b="1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For each 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IN" dirty="0"/>
                  <a:t>the encoder updates its context: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dirty="0"/>
                  <a:t>is a nonlinear function (e.g., RNN, LSTM, GRU)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A1F48F-0212-1AF3-FC73-73D1E5505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01" y="440680"/>
                <a:ext cx="9895113" cy="2308324"/>
              </a:xfrm>
              <a:prstGeom prst="rect">
                <a:avLst/>
              </a:prstGeom>
              <a:blipFill>
                <a:blip r:embed="rId2"/>
                <a:stretch>
                  <a:fillRect l="-493" t="-1055" b="-34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7F1CD5-B57D-E9C8-DC36-0EE2B3F1A99B}"/>
                  </a:ext>
                </a:extLst>
              </p:cNvPr>
              <p:cNvSpPr txBox="1"/>
              <p:nvPr/>
            </p:nvSpPr>
            <p:spPr>
              <a:xfrm>
                <a:off x="374301" y="3429000"/>
                <a:ext cx="9191730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Final Context Vector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After processing all source words: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This </a:t>
                </a:r>
                <a:r>
                  <a:rPr lang="en-IN" b="1" dirty="0"/>
                  <a:t>final context vector</a:t>
                </a:r>
                <a:r>
                  <a:rPr lang="en-IN" dirty="0"/>
                  <a:t>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Encapsulates the meaning of the entire source sentence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Acts as a summary representation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Passed to the decoder to begin translation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7F1CD5-B57D-E9C8-DC36-0EE2B3F1A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01" y="3429000"/>
                <a:ext cx="9191730" cy="2031325"/>
              </a:xfrm>
              <a:prstGeom prst="rect">
                <a:avLst/>
              </a:prstGeom>
              <a:blipFill>
                <a:blip r:embed="rId3"/>
                <a:stretch>
                  <a:fillRect l="-531" t="-1502" b="-39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312CE05-C26F-146B-BCDD-3BB7953BF3EE}"/>
                  </a:ext>
                </a:extLst>
              </p14:cNvPr>
              <p14:cNvContentPartPr/>
              <p14:nvPr/>
            </p14:nvContentPartPr>
            <p14:xfrm>
              <a:off x="318960" y="1200600"/>
              <a:ext cx="11872800" cy="3853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312CE05-C26F-146B-BCDD-3BB7953BF3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9600" y="1191240"/>
                <a:ext cx="11891520" cy="387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8681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0286E-B895-5ABF-DF57-DB454D719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35D6CF-98C8-7D93-305A-C003528E7804}"/>
                  </a:ext>
                </a:extLst>
              </p:cNvPr>
              <p:cNvSpPr txBox="1"/>
              <p:nvPr/>
            </p:nvSpPr>
            <p:spPr>
              <a:xfrm>
                <a:off x="193431" y="261986"/>
                <a:ext cx="9322358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Decoder — Generating the Translation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Decoder generates the target sentence </a:t>
                </a:r>
                <a:r>
                  <a:rPr lang="en-IN" b="1" dirty="0"/>
                  <a:t>one word at a time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Initialized using: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The final encoder context: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A special start token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At each step: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IN" dirty="0"/>
                  <a:t>is a nonlinear function (RNN-based)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35D6CF-98C8-7D93-305A-C003528E7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31" y="261986"/>
                <a:ext cx="9322358" cy="2862322"/>
              </a:xfrm>
              <a:prstGeom prst="rect">
                <a:avLst/>
              </a:prstGeom>
              <a:blipFill>
                <a:blip r:embed="rId2"/>
                <a:stretch>
                  <a:fillRect l="-589" t="-1064" b="-25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decoder&#10;&#10;AI-generated content may be incorrect.">
            <a:extLst>
              <a:ext uri="{FF2B5EF4-FFF2-40B4-BE49-F238E27FC236}">
                <a16:creationId xmlns:a16="http://schemas.microsoft.com/office/drawing/2014/main" id="{889EFB43-8FFC-1956-9833-505814B6E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75" y="3638121"/>
            <a:ext cx="5494496" cy="282726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93412B2-C064-F1C0-E2EA-D4F6AB060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718" y="3897591"/>
            <a:ext cx="460968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encoder context vector is used only to initialize the decoder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(at the first-time step).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that, the decoder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 not revisit the encoder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future decoding steps depend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on the decoder’s own hidden states and previous outputs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7AFC74A-5369-FE05-1612-36CA74EB6691}"/>
                  </a:ext>
                </a:extLst>
              </p14:cNvPr>
              <p14:cNvContentPartPr/>
              <p14:nvPr/>
            </p14:nvContentPartPr>
            <p14:xfrm>
              <a:off x="1785240" y="3364920"/>
              <a:ext cx="3998520" cy="3092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7AFC74A-5369-FE05-1612-36CA74EB669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75880" y="3355560"/>
                <a:ext cx="4017240" cy="31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8033588-82B9-7FAD-D708-F633947FFDF3}"/>
                  </a:ext>
                </a:extLst>
              </p14:cNvPr>
              <p14:cNvContentPartPr/>
              <p14:nvPr/>
            </p14:nvContentPartPr>
            <p14:xfrm>
              <a:off x="534960" y="498960"/>
              <a:ext cx="10506240" cy="5947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8033588-82B9-7FAD-D708-F633947FFDF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5600" y="489600"/>
                <a:ext cx="10524960" cy="596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B40A31A-626E-9E32-7077-2FF9530D643A}"/>
                  </a:ext>
                </a:extLst>
              </p14:cNvPr>
              <p14:cNvContentPartPr/>
              <p14:nvPr/>
            </p14:nvContentPartPr>
            <p14:xfrm>
              <a:off x="1699920" y="5756400"/>
              <a:ext cx="3855960" cy="750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B40A31A-626E-9E32-7077-2FF9530D64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90560" y="5747040"/>
                <a:ext cx="3874680" cy="76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BA55711-67C5-C122-F710-99EEE2ED6A66}"/>
                  </a:ext>
                </a:extLst>
              </p14:cNvPr>
              <p14:cNvContentPartPr/>
              <p14:nvPr/>
            </p14:nvContentPartPr>
            <p14:xfrm>
              <a:off x="1661760" y="3921480"/>
              <a:ext cx="3762720" cy="2528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BA55711-67C5-C122-F710-99EEE2ED6A6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52400" y="3912120"/>
                <a:ext cx="3781440" cy="254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4145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CE4746-5173-419C-C4AB-3BEDF283F502}"/>
                  </a:ext>
                </a:extLst>
              </p:cNvPr>
              <p:cNvSpPr txBox="1"/>
              <p:nvPr/>
            </p:nvSpPr>
            <p:spPr>
              <a:xfrm>
                <a:off x="545124" y="544679"/>
                <a:ext cx="8317522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Word Prediction at Each Step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Decoder predicts the next target word using: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A SoftMax layer produces a probability distribution over the target vocabulary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The word with the highest probability is selected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CE4746-5173-419C-C4AB-3BEDF283F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24" y="544679"/>
                <a:ext cx="8317522" cy="1477328"/>
              </a:xfrm>
              <a:prstGeom prst="rect">
                <a:avLst/>
              </a:prstGeom>
              <a:blipFill>
                <a:blip r:embed="rId2"/>
                <a:stretch>
                  <a:fillRect l="-586" t="-1646" b="-57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FE3FD6-F57E-E6F2-FFA1-35F061433A1B}"/>
                  </a:ext>
                </a:extLst>
              </p:cNvPr>
              <p:cNvSpPr txBox="1"/>
              <p:nvPr/>
            </p:nvSpPr>
            <p:spPr>
              <a:xfrm>
                <a:off x="545124" y="2441639"/>
                <a:ext cx="6094324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End of Translation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The decoding process continues until: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A special </a:t>
                </a:r>
                <a:r>
                  <a:rPr lang="en-IN" b="1" dirty="0"/>
                  <a:t>end-of-sequence token</a:t>
                </a:r>
                <a:r>
                  <a:rPr lang="en-IN" dirty="0"/>
                  <a:t> is generated: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𝐸𝑂𝑆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This signals that the translation is complete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FE3FD6-F57E-E6F2-FFA1-35F061433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24" y="2441639"/>
                <a:ext cx="6094324" cy="1477328"/>
              </a:xfrm>
              <a:prstGeom prst="rect">
                <a:avLst/>
              </a:prstGeom>
              <a:blipFill>
                <a:blip r:embed="rId3"/>
                <a:stretch>
                  <a:fillRect l="-800" t="-2066" b="-61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6146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CA2538-B9CF-62D2-9208-3C4492C03E7D}"/>
              </a:ext>
            </a:extLst>
          </p:cNvPr>
          <p:cNvSpPr txBox="1"/>
          <p:nvPr/>
        </p:nvSpPr>
        <p:spPr>
          <a:xfrm>
            <a:off x="514977" y="480873"/>
            <a:ext cx="967405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Challenges with Standard Encoder–Decoder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Standard encoder–decoder models encode the entire source sentence into a </a:t>
            </a:r>
            <a:r>
              <a:rPr lang="en-US" b="1" dirty="0"/>
              <a:t>single fixed-length vector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approach works reasonably well for </a:t>
            </a:r>
            <a:r>
              <a:rPr lang="en-US" b="1" dirty="0"/>
              <a:t>short sentences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However, it becomes problematic when dealing with </a:t>
            </a:r>
            <a:r>
              <a:rPr lang="en-US" b="1" dirty="0"/>
              <a:t>longer sentences</a:t>
            </a:r>
            <a:endParaRPr lang="en-US" dirty="0"/>
          </a:p>
          <a:p>
            <a:pPr>
              <a:buNone/>
            </a:pPr>
            <a:r>
              <a:rPr lang="en-US" b="1" dirty="0"/>
              <a:t>Key Challenge:</a:t>
            </a:r>
            <a:br>
              <a:rPr lang="en-US" dirty="0"/>
            </a:br>
            <a:r>
              <a:rPr lang="en-US" dirty="0"/>
              <a:t>All information—important and unimportant—must be compressed into one vector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D3CB36-7484-DB8B-CBD0-9DA9CD7ECD4B}"/>
              </a:ext>
            </a:extLst>
          </p:cNvPr>
          <p:cNvSpPr txBox="1"/>
          <p:nvPr/>
        </p:nvSpPr>
        <p:spPr>
          <a:xfrm>
            <a:off x="514976" y="2848767"/>
            <a:ext cx="967405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Long Sentences Are Difficult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Long sentences contain: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More words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More dependencies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More semantic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encoder must remember: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Early words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Mid-sentence context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Late information</a:t>
            </a:r>
          </a:p>
          <a:p>
            <a:pPr>
              <a:buNone/>
            </a:pPr>
            <a:r>
              <a:rPr lang="en-US" b="1" dirty="0"/>
              <a:t>Result: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Important information may be lost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Earlier words may be overshadowed by later ones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C223551-D9E5-291B-46E4-1389F5A239C0}"/>
                  </a:ext>
                </a:extLst>
              </p14:cNvPr>
              <p14:cNvContentPartPr/>
              <p14:nvPr/>
            </p14:nvContentPartPr>
            <p14:xfrm>
              <a:off x="545040" y="1140840"/>
              <a:ext cx="10850760" cy="5405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C223551-D9E5-291B-46E4-1389F5A239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5680" y="1131480"/>
                <a:ext cx="10869480" cy="542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349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F516E-7456-3D10-165B-EBF70F9EE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E2CC6A-0212-097C-32CC-6AA712AFE4C0}"/>
              </a:ext>
            </a:extLst>
          </p:cNvPr>
          <p:cNvSpPr txBox="1"/>
          <p:nvPr/>
        </p:nvSpPr>
        <p:spPr>
          <a:xfrm>
            <a:off x="545122" y="317922"/>
            <a:ext cx="96840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Fixed-Length Context Bottleneck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final encoder hidden state is a </a:t>
            </a:r>
            <a:r>
              <a:rPr lang="en-US" b="1" dirty="0"/>
              <a:t>fixed-size vector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Regardless of sentence length: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Short sentence → same vector 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Long sentence → same vector size</a:t>
            </a:r>
          </a:p>
          <a:p>
            <a:pPr>
              <a:buNone/>
            </a:pPr>
            <a:r>
              <a:rPr lang="en-US" b="1" dirty="0"/>
              <a:t>This creates a bottleneck</a:t>
            </a:r>
            <a:r>
              <a:rPr lang="en-US" dirty="0"/>
              <a:t>, especially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Translating long or complex sentences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Handling rich grammatical structures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CF030-DF43-8ECE-F46F-34557598933E}"/>
              </a:ext>
            </a:extLst>
          </p:cNvPr>
          <p:cNvSpPr txBox="1"/>
          <p:nvPr/>
        </p:nvSpPr>
        <p:spPr>
          <a:xfrm>
            <a:off x="545122" y="3033154"/>
            <a:ext cx="99051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Human Translation Intuition</a:t>
            </a:r>
          </a:p>
          <a:p>
            <a:pPr>
              <a:buNone/>
            </a:pPr>
            <a:r>
              <a:rPr lang="en-US" b="1" dirty="0"/>
              <a:t>How humans translate sentences: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do not remember the entire sentence at once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focus on </a:t>
            </a:r>
            <a:r>
              <a:rPr lang="en-US" b="1" dirty="0"/>
              <a:t>relevant words or phrases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Attention shifts depending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Which word we are translating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meaning we want to convey</a:t>
            </a:r>
          </a:p>
          <a:p>
            <a:pPr>
              <a:buNone/>
            </a:pPr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Translation is a </a:t>
            </a:r>
            <a:r>
              <a:rPr lang="en-US" b="1" dirty="0"/>
              <a:t>selective and dynamic process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FF59E0-51B4-3E6E-325C-45C90E55C7CA}"/>
                  </a:ext>
                </a:extLst>
              </p14:cNvPr>
              <p14:cNvContentPartPr/>
              <p14:nvPr/>
            </p14:nvContentPartPr>
            <p14:xfrm>
              <a:off x="1025280" y="1046520"/>
              <a:ext cx="4660200" cy="4977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FF59E0-51B4-3E6E-325C-45C90E55C7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5920" y="1037160"/>
                <a:ext cx="4678920" cy="499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0466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F4A902-A20E-A67B-F98E-ACABC12875EB}"/>
              </a:ext>
            </a:extLst>
          </p:cNvPr>
          <p:cNvSpPr txBox="1"/>
          <p:nvPr/>
        </p:nvSpPr>
        <p:spPr>
          <a:xfrm>
            <a:off x="504930" y="504485"/>
            <a:ext cx="104678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Motivation for Attention Mechanism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Instead of relying on a single context vector: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Let the decoder </a:t>
            </a:r>
            <a:r>
              <a:rPr lang="en-US" b="1" dirty="0"/>
              <a:t>look back at the source sentence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 each decoding step: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Focus only on the most relevant parts of the input</a:t>
            </a:r>
          </a:p>
          <a:p>
            <a:pPr>
              <a:buNone/>
            </a:pPr>
            <a:r>
              <a:rPr lang="en-US" dirty="0"/>
              <a:t>This idea leads to the </a:t>
            </a:r>
            <a:r>
              <a:rPr lang="en-US" b="1" dirty="0"/>
              <a:t>attention mechanism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187053-DE1E-E715-F044-6576580505EE}"/>
              </a:ext>
            </a:extLst>
          </p:cNvPr>
          <p:cNvSpPr txBox="1"/>
          <p:nvPr/>
        </p:nvSpPr>
        <p:spPr>
          <a:xfrm>
            <a:off x="414495" y="2777591"/>
            <a:ext cx="98549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Attention-Based Translation 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generating each target word: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decoder examines all encoder hidden states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Assigns importance to different source 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new context vector</a:t>
            </a:r>
            <a:r>
              <a:rPr lang="en-US" dirty="0"/>
              <a:t> is computed at every time step</a:t>
            </a:r>
          </a:p>
          <a:p>
            <a:pPr>
              <a:buNone/>
            </a:pPr>
            <a:r>
              <a:rPr lang="en-US" b="1" dirty="0"/>
              <a:t>Key Difference: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Context is </a:t>
            </a:r>
            <a:r>
              <a:rPr lang="en-US" b="1" dirty="0"/>
              <a:t>dynamic</a:t>
            </a:r>
            <a:r>
              <a:rPr lang="en-US" dirty="0"/>
              <a:t>, not fixed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9C6111-38C3-DB70-AE34-61EFB29DE354}"/>
                  </a:ext>
                </a:extLst>
              </p14:cNvPr>
              <p14:cNvContentPartPr/>
              <p14:nvPr/>
            </p14:nvContentPartPr>
            <p14:xfrm>
              <a:off x="611640" y="1219320"/>
              <a:ext cx="10907280" cy="5239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9C6111-38C3-DB70-AE34-61EFB29DE3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280" y="1209960"/>
                <a:ext cx="10926000" cy="525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7700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69001-A370-E44F-AD56-47653310A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D4D568-CD52-A92E-088A-BEC0238404B1}"/>
              </a:ext>
            </a:extLst>
          </p:cNvPr>
          <p:cNvSpPr txBox="1"/>
          <p:nvPr/>
        </p:nvSpPr>
        <p:spPr>
          <a:xfrm>
            <a:off x="334108" y="408356"/>
            <a:ext cx="96238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Reducing the Encoder’s Burden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Encoder no longer needs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Compress all information into a single vector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Instead: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provides a sequence of contextual representations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Decoder decides: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What to focus 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When to focus on it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7E5FF-D227-F971-15D7-09AAF346336C}"/>
              </a:ext>
            </a:extLst>
          </p:cNvPr>
          <p:cNvSpPr txBox="1"/>
          <p:nvPr/>
        </p:nvSpPr>
        <p:spPr>
          <a:xfrm>
            <a:off x="334108" y="3332427"/>
            <a:ext cx="795578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Learning to Align and Translate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Attention allows the model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Learn soft alignments between source and target words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Translate more accurately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Particularly effective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Long sentences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Complex sentence structures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AEB0DEB-6D3A-F9CD-8219-B84EB91A5037}"/>
                  </a:ext>
                </a:extLst>
              </p14:cNvPr>
              <p14:cNvContentPartPr/>
              <p14:nvPr/>
            </p14:nvContentPartPr>
            <p14:xfrm>
              <a:off x="1403280" y="1110240"/>
              <a:ext cx="10193040" cy="4236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AEB0DEB-6D3A-F9CD-8219-B84EB91A50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93920" y="1100880"/>
                <a:ext cx="10211760" cy="425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19326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774BD-18A8-D43D-5797-737615E52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44BAFD-CA71-C11A-79D5-B9E4C959624E}"/>
              </a:ext>
            </a:extLst>
          </p:cNvPr>
          <p:cNvSpPr txBox="1"/>
          <p:nvPr/>
        </p:nvSpPr>
        <p:spPr>
          <a:xfrm>
            <a:off x="314011" y="291291"/>
            <a:ext cx="75337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Benefits of Attention for Long Sentences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handling of long-range dependencies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translation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interpretable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Context-sensitive word generation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3539A-BC8E-9846-B1C7-DDFC0F61C327}"/>
              </a:ext>
            </a:extLst>
          </p:cNvPr>
          <p:cNvSpPr txBox="1"/>
          <p:nvPr/>
        </p:nvSpPr>
        <p:spPr>
          <a:xfrm>
            <a:off x="314010" y="2588848"/>
            <a:ext cx="104779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Takeaway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Standard encoder–decoder models struggle with long sentences due to fixed-length context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Attention introduces: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Dynamic context selection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Better alignment between source and target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marks a major improvement in neural machine translation</a:t>
            </a:r>
          </a:p>
        </p:txBody>
      </p:sp>
    </p:spTree>
    <p:extLst>
      <p:ext uri="{BB962C8B-B14F-4D97-AF65-F5344CB8AC3E}">
        <p14:creationId xmlns:p14="http://schemas.microsoft.com/office/powerpoint/2010/main" val="975879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96015-100F-6A69-53FA-2A1652978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1A98E6-967D-3B3E-2E2E-7D24C7667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657701"/>
              </p:ext>
            </p:extLst>
          </p:nvPr>
        </p:nvGraphicFramePr>
        <p:xfrm>
          <a:off x="725993" y="1499255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05628538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672749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Traditional E–D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E–D with 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732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Single context vector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Dynamic context vector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99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Information bottleneck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bottleneck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387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 long-sequence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Strong long-sequence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430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explicit alignment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Learns soft alignments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3199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07BD456-98FA-0DC2-DA75-78D1DC405602}"/>
              </a:ext>
            </a:extLst>
          </p:cNvPr>
          <p:cNvSpPr txBox="1"/>
          <p:nvPr/>
        </p:nvSpPr>
        <p:spPr>
          <a:xfrm>
            <a:off x="725993" y="584033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Attention vs </a:t>
            </a:r>
            <a:r>
              <a:rPr lang="fr-FR" b="1" dirty="0" err="1"/>
              <a:t>Traditional</a:t>
            </a:r>
            <a:r>
              <a:rPr lang="fr-FR" b="1" dirty="0"/>
              <a:t> Encoder – </a:t>
            </a:r>
            <a:r>
              <a:rPr lang="fr-FR" b="1" dirty="0" err="1"/>
              <a:t>Decoder</a:t>
            </a:r>
            <a:endParaRPr lang="en-IN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92692C9-FB1C-719C-2A4A-E5D9955B9622}"/>
                  </a:ext>
                </a:extLst>
              </p14:cNvPr>
              <p14:cNvContentPartPr/>
              <p14:nvPr/>
            </p14:nvContentPartPr>
            <p14:xfrm>
              <a:off x="2858760" y="1749960"/>
              <a:ext cx="7084800" cy="1883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92692C9-FB1C-719C-2A4A-E5D9955B96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49400" y="1740600"/>
                <a:ext cx="7103520" cy="190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2342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78B05-4FB4-A2EC-EE1B-D83DC8B0C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6052D4-16A6-D6A4-3E76-775572B258C2}"/>
              </a:ext>
            </a:extLst>
          </p:cNvPr>
          <p:cNvSpPr txBox="1"/>
          <p:nvPr/>
        </p:nvSpPr>
        <p:spPr>
          <a:xfrm>
            <a:off x="464737" y="251098"/>
            <a:ext cx="60943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— Natural Language to Code Translation</a:t>
            </a:r>
          </a:p>
          <a:p>
            <a:pPr>
              <a:buNone/>
            </a:pPr>
            <a:r>
              <a:rPr lang="en-US" b="1" dirty="0"/>
              <a:t>Task:</a:t>
            </a:r>
            <a:r>
              <a:rPr lang="en-US" dirty="0"/>
              <a:t> Translate an English instruction into Python code using a sequence-to-sequence model.</a:t>
            </a:r>
          </a:p>
          <a:p>
            <a:pPr>
              <a:buNone/>
            </a:pPr>
            <a:r>
              <a:rPr lang="en-US" b="1" dirty="0"/>
              <a:t>Input (English):</a:t>
            </a:r>
            <a:br>
              <a:rPr lang="en-US" dirty="0"/>
            </a:br>
            <a:r>
              <a:rPr lang="en-US" i="1" dirty="0"/>
              <a:t>“Python program to print hello world.”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0E7CB9-CEC7-2ABB-9866-07226F9EEE17}"/>
              </a:ext>
            </a:extLst>
          </p:cNvPr>
          <p:cNvSpPr txBox="1"/>
          <p:nvPr/>
        </p:nvSpPr>
        <p:spPr>
          <a:xfrm>
            <a:off x="464737" y="1802061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 (Python):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print("hello world")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64FEA17-2C0F-BB5B-13BF-E768DB8EE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737" y="2690336"/>
            <a:ext cx="705143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sequence-to-sequence problem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and output sequences: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 in length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 different syntactic rules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Encoder–Decoder architecture is used to model this transformation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CABCF4-DC41-A9C4-ACD1-F8E253AE0211}"/>
                  </a:ext>
                </a:extLst>
              </p14:cNvPr>
              <p14:cNvContentPartPr/>
              <p14:nvPr/>
            </p14:nvContentPartPr>
            <p14:xfrm>
              <a:off x="882360" y="891000"/>
              <a:ext cx="7354080" cy="3899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CABCF4-DC41-A9C4-ACD1-F8E253AE021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3000" y="881640"/>
                <a:ext cx="7372800" cy="391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0384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9C622-6A1C-7EB2-7B09-C089E87DF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34A837-1E72-159B-BA10-47A142EB0F00}"/>
              </a:ext>
            </a:extLst>
          </p:cNvPr>
          <p:cNvSpPr txBox="1"/>
          <p:nvPr/>
        </p:nvSpPr>
        <p:spPr>
          <a:xfrm>
            <a:off x="283866" y="302180"/>
            <a:ext cx="95936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Standard Encoder–Decoder Limitation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Encoder</a:t>
            </a:r>
            <a:r>
              <a:rPr lang="en-IN" dirty="0"/>
              <a:t> processes the input sentence word by word: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“Python” → vector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“program” → vector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“world” → vector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Final encoder output: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single fixed-length context vector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Intended to capture the entire meaning of the sentence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D2718-9383-E0D0-B300-AED5B1836AA6}"/>
              </a:ext>
            </a:extLst>
          </p:cNvPr>
          <p:cNvSpPr txBox="1"/>
          <p:nvPr/>
        </p:nvSpPr>
        <p:spPr>
          <a:xfrm>
            <a:off x="283866" y="2887503"/>
            <a:ext cx="60943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Limitation: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long or complex sentences: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Too much information is forced into one vector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Important details may be lost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C4D97BD-4103-6313-758C-9113270521D0}"/>
                  </a:ext>
                </a:extLst>
              </p14:cNvPr>
              <p14:cNvContentPartPr/>
              <p14:nvPr/>
            </p14:nvContentPartPr>
            <p14:xfrm>
              <a:off x="5985360" y="522360"/>
              <a:ext cx="5852520" cy="5802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C4D97BD-4103-6313-758C-9113270521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76000" y="513000"/>
                <a:ext cx="5871240" cy="582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04068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D18E4-AD1D-A8B1-4360-245DE1B28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EA3B59-4FC9-F06A-1B29-D03FB73E1153}"/>
              </a:ext>
            </a:extLst>
          </p:cNvPr>
          <p:cNvSpPr txBox="1"/>
          <p:nvPr/>
        </p:nvSpPr>
        <p:spPr>
          <a:xfrm>
            <a:off x="414494" y="211744"/>
            <a:ext cx="1016641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Attention — Dynamic Context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Attention mechanism</a:t>
            </a:r>
            <a:r>
              <a:rPr lang="en-US" dirty="0"/>
              <a:t> removes the single-vector bottleneck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 each decoding step, the decoder: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Looks back at the input sentence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Focuses on the most relevant words</a:t>
            </a:r>
          </a:p>
          <a:p>
            <a:pPr>
              <a:buNone/>
            </a:pPr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Generating </a:t>
            </a:r>
            <a:r>
              <a:rPr lang="en-US" dirty="0">
                <a:latin typeface="Courier New" panose="02070309020205020404" pitchFamily="49" charset="0"/>
              </a:rPr>
              <a:t>print</a:t>
            </a:r>
            <a:r>
              <a:rPr lang="en-US" dirty="0"/>
              <a:t> → attends to </a:t>
            </a:r>
            <a:r>
              <a:rPr lang="en-US" i="1" dirty="0"/>
              <a:t>“Python”, “program”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Generating </a:t>
            </a:r>
            <a:r>
              <a:rPr lang="en-US" dirty="0">
                <a:latin typeface="Courier New" panose="02070309020205020404" pitchFamily="49" charset="0"/>
              </a:rPr>
              <a:t>"hello"</a:t>
            </a:r>
            <a:r>
              <a:rPr lang="en-US" dirty="0"/>
              <a:t> → attends to </a:t>
            </a:r>
            <a:r>
              <a:rPr lang="en-US" i="1" dirty="0"/>
              <a:t>“hello”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Generating </a:t>
            </a:r>
            <a:r>
              <a:rPr lang="en-US" dirty="0">
                <a:latin typeface="Courier New" panose="02070309020205020404" pitchFamily="49" charset="0"/>
              </a:rPr>
              <a:t>"world"</a:t>
            </a:r>
            <a:r>
              <a:rPr lang="en-US" dirty="0"/>
              <a:t> → attends to </a:t>
            </a:r>
            <a:r>
              <a:rPr lang="en-US" i="1" dirty="0"/>
              <a:t>“world”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2CD15A-C75F-F2E6-8FB6-AC9CCD0EB0D1}"/>
              </a:ext>
            </a:extLst>
          </p:cNvPr>
          <p:cNvSpPr txBox="1"/>
          <p:nvPr/>
        </p:nvSpPr>
        <p:spPr>
          <a:xfrm>
            <a:off x="414494" y="3333765"/>
            <a:ext cx="60943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Benefit: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accurate translations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handling of long sentences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alignment between input and output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447F81-722F-9C0D-77DB-E2D70A87DEED}"/>
                  </a:ext>
                </a:extLst>
              </p14:cNvPr>
              <p14:cNvContentPartPr/>
              <p14:nvPr/>
            </p14:nvContentPartPr>
            <p14:xfrm>
              <a:off x="2079000" y="838440"/>
              <a:ext cx="5500800" cy="2294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447F81-722F-9C0D-77DB-E2D70A87DE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69640" y="829080"/>
                <a:ext cx="5519520" cy="231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35983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2041B-85D4-C26B-AC94-2C4FE932B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AEC253-2B0A-81EF-EB6A-16812B574C3A}"/>
                  </a:ext>
                </a:extLst>
              </p:cNvPr>
              <p:cNvSpPr txBox="1"/>
              <p:nvPr/>
            </p:nvSpPr>
            <p:spPr>
              <a:xfrm>
                <a:off x="334107" y="254954"/>
                <a:ext cx="10508063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Attention Mechanism: Removing the Fixed-Context Bottleneck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Traditional encoder–decoder models compress the entire input sentence into a </a:t>
                </a:r>
                <a:r>
                  <a:rPr lang="en-IN" b="1" dirty="0"/>
                  <a:t>single fixed-length context vector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This creates a bottleneck, especially for </a:t>
                </a:r>
                <a:r>
                  <a:rPr lang="en-IN" b="1" dirty="0"/>
                  <a:t>long or complex sentences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Attention introduces a new approach</a:t>
                </a:r>
                <a:r>
                  <a:rPr lang="en-IN" dirty="0"/>
                  <a:t>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The encoder produces a </a:t>
                </a:r>
                <a:r>
                  <a:rPr lang="en-IN" b="1" dirty="0"/>
                  <a:t>sequence of context vectors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The decoder no longer relies on one fixed vector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At each decoding step, the decoder: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Selects the most relevant vectors</a:t>
                </a:r>
                <a:r>
                  <a:rPr lang="en-IN" dirty="0"/>
                  <a:t> from the encoder outputs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Dynamically focuses on different parts of the input sequence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AEC253-2B0A-81EF-EB6A-16812B574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07" y="254954"/>
                <a:ext cx="10508063" cy="3139321"/>
              </a:xfrm>
              <a:prstGeom prst="rect">
                <a:avLst/>
              </a:prstGeom>
              <a:blipFill>
                <a:blip r:embed="rId2"/>
                <a:stretch>
                  <a:fillRect l="-522" t="-971" b="-23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B128E1C-CF31-2E0D-A50C-64BE3F62CB0D}"/>
              </a:ext>
            </a:extLst>
          </p:cNvPr>
          <p:cNvSpPr txBox="1"/>
          <p:nvPr/>
        </p:nvSpPr>
        <p:spPr>
          <a:xfrm>
            <a:off x="334107" y="3463726"/>
            <a:ext cx="106587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Benefit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decoder adapts its focus at every stage of translation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encoder is relieved from compressing all information into one vector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Significantly improves performance on </a:t>
            </a:r>
            <a:r>
              <a:rPr lang="en-US" b="1" dirty="0"/>
              <a:t>long sentences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1E76643-758B-42EF-910A-31A7A130C2DF}"/>
                  </a:ext>
                </a:extLst>
              </p14:cNvPr>
              <p14:cNvContentPartPr/>
              <p14:nvPr/>
            </p14:nvContentPartPr>
            <p14:xfrm>
              <a:off x="1112760" y="1233720"/>
              <a:ext cx="6937560" cy="2469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1E76643-758B-42EF-910A-31A7A130C2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3400" y="1224360"/>
                <a:ext cx="6956280" cy="248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76124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CBF28-B861-70A4-FC95-07AAFB8BC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FE9FE2-835E-B028-159B-2A6CC5C00FAE}"/>
                  </a:ext>
                </a:extLst>
              </p:cNvPr>
              <p:cNvSpPr txBox="1"/>
              <p:nvPr/>
            </p:nvSpPr>
            <p:spPr>
              <a:xfrm>
                <a:off x="464735" y="369088"/>
                <a:ext cx="7212205" cy="40190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Attention Mechanism — Computing Importance Weights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With </a:t>
                </a:r>
                <a:r>
                  <a:rPr lang="en-IN" b="1" dirty="0"/>
                  <a:t>attention</a:t>
                </a:r>
                <a:r>
                  <a:rPr lang="en-IN" dirty="0"/>
                  <a:t>, the decoder does not rely on a single vector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Instead, it examines </a:t>
                </a:r>
                <a:r>
                  <a:rPr lang="en-IN" b="1" dirty="0"/>
                  <a:t>all encoder-generated vectors</a:t>
                </a:r>
                <a:r>
                  <a:rPr lang="en-IN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At decoding time step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dirty="0"/>
                  <a:t>, the decoder: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Computes </a:t>
                </a:r>
                <a:r>
                  <a:rPr lang="en-IN" b="1" dirty="0"/>
                  <a:t>attention weights</a:t>
                </a:r>
                <a:r>
                  <a:rPr lang="en-IN" dirty="0"/>
                  <a:t> for each encoder vector: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ar-AE" dirty="0"/>
                  <a:t>→ </a:t>
                </a:r>
                <a:r>
                  <a:rPr lang="en-IN" dirty="0"/>
                  <a:t>importance of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</m:oMath>
                </a14:m>
                <a:r>
                  <a:rPr lang="ar-AE" dirty="0"/>
                  <a:t>→ </a:t>
                </a:r>
                <a:r>
                  <a:rPr lang="en-IN" dirty="0"/>
                  <a:t>importance of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ar-AE" dirty="0"/>
                  <a:t>…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ar-AE" dirty="0"/>
                  <a:t>→ </a:t>
                </a:r>
                <a:r>
                  <a:rPr lang="en-IN" dirty="0"/>
                  <a:t>importance of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These weights indicate </a:t>
                </a:r>
                <a:r>
                  <a:rPr lang="en-IN" b="1" dirty="0"/>
                  <a:t>how relevant each input word is</a:t>
                </a:r>
                <a:r>
                  <a:rPr lang="en-IN" dirty="0"/>
                  <a:t> for generating the current target word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FE9FE2-835E-B028-159B-2A6CC5C00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35" y="369088"/>
                <a:ext cx="7212205" cy="4019049"/>
              </a:xfrm>
              <a:prstGeom prst="rect">
                <a:avLst/>
              </a:prstGeom>
              <a:blipFill>
                <a:blip r:embed="rId2"/>
                <a:stretch>
                  <a:fillRect l="-676" t="-759" r="-1268" b="-16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C726F890-BDA0-BE59-DAC4-73E43D6A5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650" y="4741717"/>
            <a:ext cx="6454699" cy="13336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199B7D5-0242-17DB-15E1-624E57C0F278}"/>
                  </a:ext>
                </a:extLst>
              </p14:cNvPr>
              <p14:cNvContentPartPr/>
              <p14:nvPr/>
            </p14:nvContentPartPr>
            <p14:xfrm>
              <a:off x="2581200" y="2046240"/>
              <a:ext cx="6743520" cy="4395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199B7D5-0242-17DB-15E1-624E57C0F2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71840" y="2036880"/>
                <a:ext cx="6762240" cy="441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3967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8EC7-E644-2C79-5CBA-0141BE810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F807FD4-23D8-8953-35A4-DBD3F57ED581}"/>
                  </a:ext>
                </a:extLst>
              </p:cNvPr>
              <p:cNvSpPr txBox="1"/>
              <p:nvPr/>
            </p:nvSpPr>
            <p:spPr>
              <a:xfrm>
                <a:off x="404447" y="192730"/>
                <a:ext cx="10709030" cy="39182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Context Vector via Convex Combination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The decoder computes a </a:t>
                </a:r>
                <a:r>
                  <a:rPr lang="en-IN" b="1" dirty="0"/>
                  <a:t>weighted sum (convex combination)</a:t>
                </a:r>
                <a:r>
                  <a:rPr lang="en-IN" dirty="0"/>
                  <a:t> of encoder vectors: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b="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This context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Is </a:t>
                </a:r>
                <a:r>
                  <a:rPr lang="en-IN" b="1" dirty="0"/>
                  <a:t>different at every decoding step</a:t>
                </a:r>
                <a:endParaRPr lang="en-IN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Reflects the most relevant parts of the source sentence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Example</a:t>
                </a:r>
                <a:r>
                  <a:rPr lang="en-IN" dirty="0"/>
                  <a:t>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At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dirty="0"/>
                  <a:t>(generating </a:t>
                </a:r>
                <a:r>
                  <a:rPr lang="en-IN" dirty="0">
                    <a:latin typeface="Courier New" panose="02070309020205020404" pitchFamily="49" charset="0"/>
                  </a:rPr>
                  <a:t>"print"</a:t>
                </a:r>
                <a:r>
                  <a:rPr lang="en-IN" dirty="0"/>
                  <a:t>):</a:t>
                </a:r>
              </a:p>
              <a:p>
                <a:pPr marL="1143000" lvl="2" indent="-228600">
                  <a:buFont typeface="Arial" panose="020B0604020202020204" pitchFamily="34" charset="0"/>
                  <a:buChar char="•"/>
                </a:pPr>
                <a:r>
                  <a:rPr lang="en-IN" dirty="0"/>
                  <a:t>Weight for the vector corresponding to </a:t>
                </a:r>
                <a:r>
                  <a:rPr lang="en-IN" i="1" dirty="0"/>
                  <a:t>“print”</a:t>
                </a:r>
                <a:r>
                  <a:rPr lang="en-IN" dirty="0"/>
                  <a:t> is highest (close to 1)</a:t>
                </a:r>
              </a:p>
              <a:p>
                <a:pPr marL="1143000" lvl="2" indent="-228600">
                  <a:buFont typeface="Arial" panose="020B0604020202020204" pitchFamily="34" charset="0"/>
                  <a:buChar char="•"/>
                </a:pPr>
                <a:r>
                  <a:rPr lang="en-IN" dirty="0"/>
                  <a:t>Other weights are lower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At later steps (generating </a:t>
                </a:r>
                <a:r>
                  <a:rPr lang="en-IN" dirty="0">
                    <a:latin typeface="Courier New" panose="02070309020205020404" pitchFamily="49" charset="0"/>
                  </a:rPr>
                  <a:t>"hello"</a:t>
                </a:r>
                <a:r>
                  <a:rPr lang="en-IN" dirty="0"/>
                  <a:t> or </a:t>
                </a:r>
                <a:r>
                  <a:rPr lang="en-IN" dirty="0">
                    <a:latin typeface="Courier New" panose="02070309020205020404" pitchFamily="49" charset="0"/>
                  </a:rPr>
                  <a:t>"world"</a:t>
                </a:r>
                <a:r>
                  <a:rPr lang="en-IN" dirty="0"/>
                  <a:t>):</a:t>
                </a:r>
              </a:p>
              <a:p>
                <a:pPr marL="1143000" lvl="2" indent="-228600">
                  <a:buFont typeface="Arial" panose="020B0604020202020204" pitchFamily="34" charset="0"/>
                  <a:buChar char="•"/>
                </a:pPr>
                <a:r>
                  <a:rPr lang="en-IN" dirty="0"/>
                  <a:t>Attention weights shift accordingly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F807FD4-23D8-8953-35A4-DBD3F57ED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47" y="192730"/>
                <a:ext cx="10709030" cy="3918252"/>
              </a:xfrm>
              <a:prstGeom prst="rect">
                <a:avLst/>
              </a:prstGeom>
              <a:blipFill>
                <a:blip r:embed="rId2"/>
                <a:stretch>
                  <a:fillRect l="-455" t="-779" b="-17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1932F13-710D-DDDC-FD85-F3CC8468029F}"/>
              </a:ext>
            </a:extLst>
          </p:cNvPr>
          <p:cNvSpPr txBox="1"/>
          <p:nvPr/>
        </p:nvSpPr>
        <p:spPr>
          <a:xfrm>
            <a:off x="283866" y="4386664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Advantage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model dynamically focuses on relevant input 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Leads to more accurate and context-aware translations</a:t>
            </a:r>
          </a:p>
        </p:txBody>
      </p:sp>
      <p:pic>
        <p:nvPicPr>
          <p:cNvPr id="7" name="Picture 6" descr="A diagram of a algorithm&#10;&#10;AI-generated content may be incorrect.">
            <a:extLst>
              <a:ext uri="{FF2B5EF4-FFF2-40B4-BE49-F238E27FC236}">
                <a16:creationId xmlns:a16="http://schemas.microsoft.com/office/drawing/2014/main" id="{7471C14D-ADE4-9CD6-6C37-747C84F8E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856" y="3537020"/>
            <a:ext cx="4490443" cy="30805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0C5BD4-00DF-1EFB-1D31-96BB152FAA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856" y="3247435"/>
            <a:ext cx="4237087" cy="2895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A140E16-A603-B1FB-8917-3346E2DB6D03}"/>
                  </a:ext>
                </a:extLst>
              </p14:cNvPr>
              <p14:cNvContentPartPr/>
              <p14:nvPr/>
            </p14:nvContentPartPr>
            <p14:xfrm>
              <a:off x="2238480" y="890280"/>
              <a:ext cx="9056880" cy="4856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A140E16-A603-B1FB-8917-3346E2DB6D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29120" y="880920"/>
                <a:ext cx="9075600" cy="487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59660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ED2EF8-A7D8-5DC0-7946-7C431297235D}"/>
                  </a:ext>
                </a:extLst>
              </p:cNvPr>
              <p:cNvSpPr txBox="1"/>
              <p:nvPr/>
            </p:nvSpPr>
            <p:spPr>
              <a:xfrm>
                <a:off x="474786" y="1674674"/>
                <a:ext cx="10317144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Suppose encoder outputs three 2D vectors: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b="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r>
                  <a:rPr lang="en-IN" dirty="0"/>
                  <a:t>Decoder computes attention weights: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0.3</m:t>
                          </m:r>
                        </m:e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0.2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Convex combination (context vector):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=0.5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+0.3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+0.2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1.4</m:t>
                          </m:r>
                        </m:e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1.2</m:t>
                          </m:r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ED2EF8-A7D8-5DC0-7946-7C4312972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86" y="1674674"/>
                <a:ext cx="10317144" cy="1754326"/>
              </a:xfrm>
              <a:prstGeom prst="rect">
                <a:avLst/>
              </a:prstGeom>
              <a:blipFill>
                <a:blip r:embed="rId2"/>
                <a:stretch>
                  <a:fillRect l="-532" t="-17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5F59509-C546-9E7F-B879-3B4A00673F66}"/>
              </a:ext>
            </a:extLst>
          </p:cNvPr>
          <p:cNvSpPr txBox="1"/>
          <p:nvPr/>
        </p:nvSpPr>
        <p:spPr>
          <a:xfrm>
            <a:off x="474786" y="308180"/>
            <a:ext cx="10628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convex combination</a:t>
            </a:r>
            <a:r>
              <a:rPr lang="en-US" dirty="0"/>
              <a:t> is a weighted sum of vectors where weights are non-negative and sum to 1. In attention, the decoder computes the context vector as a convex combination of encoder states, giving more weight to relevant words in the input sequence.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ACBF983-A36B-8FCA-545B-C20DF75D4185}"/>
                  </a:ext>
                </a:extLst>
              </p14:cNvPr>
              <p14:cNvContentPartPr/>
              <p14:nvPr/>
            </p14:nvContentPartPr>
            <p14:xfrm>
              <a:off x="3706920" y="2255040"/>
              <a:ext cx="3321720" cy="2462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ACBF983-A36B-8FCA-545B-C20DF75D41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7560" y="2245680"/>
                <a:ext cx="3340440" cy="248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71086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7C528-5023-F75F-E670-B9B10A497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6F3588-5B4B-67C9-E42E-47D73BFA8797}"/>
                  </a:ext>
                </a:extLst>
              </p:cNvPr>
              <p:cNvSpPr txBox="1"/>
              <p:nvPr/>
            </p:nvSpPr>
            <p:spPr>
              <a:xfrm>
                <a:off x="454687" y="459438"/>
                <a:ext cx="10256855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From Static Context to Dynamic Context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In the previous segment, the decoder used a </a:t>
                </a:r>
                <a:r>
                  <a:rPr lang="en-IN" b="1" dirty="0"/>
                  <a:t>single static context vector</a:t>
                </a:r>
                <a:r>
                  <a:rPr lang="en-IN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With </a:t>
                </a:r>
                <a:r>
                  <a:rPr lang="en-IN" b="1" dirty="0"/>
                  <a:t>attention</a:t>
                </a:r>
                <a:r>
                  <a:rPr lang="en-IN" dirty="0"/>
                  <a:t>, this changes fundamentally: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The context is now </a:t>
                </a:r>
                <a:r>
                  <a:rPr lang="en-IN" b="1" dirty="0"/>
                  <a:t>time-dependent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=1,2,3,…</m:t>
                      </m:r>
                    </m:oMath>
                  </m:oMathPara>
                </a14:m>
                <a:endParaRPr lang="en-IN" b="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At each decoding step: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The model selects a </a:t>
                </a:r>
                <a:r>
                  <a:rPr lang="en-IN" b="1" dirty="0"/>
                  <a:t>new context vector</a:t>
                </a:r>
                <a:r>
                  <a:rPr lang="en-IN" dirty="0"/>
                  <a:t> relevant to generating the current target word</a:t>
                </a:r>
              </a:p>
              <a:p>
                <a:pPr>
                  <a:buNone/>
                </a:pPr>
                <a:r>
                  <a:rPr lang="en-IN" b="1" dirty="0"/>
                  <a:t>Key Shift: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Context is no longer fixed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Context is </a:t>
                </a:r>
                <a:r>
                  <a:rPr lang="en-IN" b="1" dirty="0"/>
                  <a:t>recomputed at every time step</a:t>
                </a:r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6F3588-5B4B-67C9-E42E-47D73BFA8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87" y="459438"/>
                <a:ext cx="10256855" cy="3139321"/>
              </a:xfrm>
              <a:prstGeom prst="rect">
                <a:avLst/>
              </a:prstGeom>
              <a:blipFill>
                <a:blip r:embed="rId2"/>
                <a:stretch>
                  <a:fillRect l="-535" t="-777" b="-23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2045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F93A-9E94-5DEB-4236-C93C2D872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D819A9-55C4-7936-D66C-7FCD62C648E1}"/>
                  </a:ext>
                </a:extLst>
              </p:cNvPr>
              <p:cNvSpPr txBox="1"/>
              <p:nvPr/>
            </p:nvSpPr>
            <p:spPr>
              <a:xfrm>
                <a:off x="555171" y="286437"/>
                <a:ext cx="9010860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Decoder Inputs at Each Time Step</a:t>
                </a:r>
              </a:p>
              <a:p>
                <a:pPr>
                  <a:buNone/>
                </a:pPr>
                <a:r>
                  <a:rPr lang="en-IN" dirty="0"/>
                  <a:t>At decoding step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dirty="0"/>
                  <a:t>, the decoder relies on </a:t>
                </a:r>
                <a:r>
                  <a:rPr lang="en-IN" b="1" dirty="0"/>
                  <a:t>three components</a:t>
                </a:r>
                <a:r>
                  <a:rPr lang="en-IN" dirty="0"/>
                  <a:t>:</a:t>
                </a:r>
              </a:p>
              <a:p>
                <a:pPr>
                  <a:buFont typeface="+mj-lt"/>
                  <a:buAutoNum type="arabicPeriod"/>
                </a:pPr>
                <a:r>
                  <a:rPr lang="en-IN" b="1" dirty="0"/>
                  <a:t>Previous output word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Font typeface="+mj-lt"/>
                  <a:buAutoNum type="arabicPeriod" startAt="2"/>
                </a:pPr>
                <a:r>
                  <a:rPr lang="en-IN" b="1" dirty="0"/>
                  <a:t>Previous decoder state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Font typeface="+mj-lt"/>
                  <a:buAutoNum type="arabicPeriod" startAt="3"/>
                </a:pPr>
                <a:r>
                  <a:rPr lang="en-IN" b="1" dirty="0"/>
                  <a:t>Current context from the encoder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Unlike earlier models: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is </a:t>
                </a:r>
                <a:r>
                  <a:rPr lang="en-IN" b="1" dirty="0"/>
                  <a:t>different for each time step</a:t>
                </a:r>
                <a:endParaRPr lang="en-IN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It reflects what the decoder needs </a:t>
                </a:r>
                <a:r>
                  <a:rPr lang="en-IN" i="1" dirty="0"/>
                  <a:t>right now</a:t>
                </a:r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D819A9-55C4-7936-D66C-7FCD62C64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71" y="286437"/>
                <a:ext cx="9010860" cy="3139321"/>
              </a:xfrm>
              <a:prstGeom prst="rect">
                <a:avLst/>
              </a:prstGeom>
              <a:blipFill>
                <a:blip r:embed="rId2"/>
                <a:stretch>
                  <a:fillRect l="-609" t="-971" b="-23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5475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9C62C-2602-7405-29A2-4AF8456CD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540C7D-DF2E-A368-0A5A-57E33EEA7B1B}"/>
                  </a:ext>
                </a:extLst>
              </p:cNvPr>
              <p:cNvSpPr txBox="1"/>
              <p:nvPr/>
            </p:nvSpPr>
            <p:spPr>
              <a:xfrm>
                <a:off x="555171" y="328809"/>
                <a:ext cx="9543421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Updated Decoder State Equation</a:t>
                </a:r>
              </a:p>
              <a:p>
                <a:pPr>
                  <a:buNone/>
                </a:pPr>
                <a:r>
                  <a:rPr lang="en-IN" dirty="0"/>
                  <a:t>Because the context is now dynamic, the decoder state update changes: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IN" dirty="0"/>
                  <a:t>is a nonlinear function (RNN / LSTM / GRU)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The decoder state now explicitly incorporates </a:t>
                </a:r>
                <a:r>
                  <a:rPr lang="en-IN" b="1" dirty="0"/>
                  <a:t>current contextual information</a:t>
                </a:r>
                <a:endParaRPr lang="en-IN" dirty="0"/>
              </a:p>
              <a:p>
                <a:pPr>
                  <a:buNone/>
                </a:pPr>
                <a:r>
                  <a:rPr lang="en-IN" b="1" dirty="0"/>
                  <a:t>Interpretation: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The decoder is influenced by: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Its past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Its previous prediction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The most relevant parts of the source sentence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540C7D-DF2E-A368-0A5A-57E33EEA7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71" y="328809"/>
                <a:ext cx="9543421" cy="3139321"/>
              </a:xfrm>
              <a:prstGeom prst="rect">
                <a:avLst/>
              </a:prstGeom>
              <a:blipFill>
                <a:blip r:embed="rId2"/>
                <a:stretch>
                  <a:fillRect l="-511" t="-971" b="-23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12574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42C89-C000-890B-F432-74D13899C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810557-FCF9-11AF-2F37-E37AE1219BC7}"/>
                  </a:ext>
                </a:extLst>
              </p:cNvPr>
              <p:cNvSpPr txBox="1"/>
              <p:nvPr/>
            </p:nvSpPr>
            <p:spPr>
              <a:xfrm>
                <a:off x="414495" y="442459"/>
                <a:ext cx="9282164" cy="20435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How Is the Context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b="1" dirty="0"/>
                  <a:t>Computed?</a:t>
                </a:r>
              </a:p>
              <a:p>
                <a:pPr>
                  <a:buNone/>
                </a:pPr>
                <a:r>
                  <a:rPr lang="en-IN" dirty="0"/>
                  <a:t>To compute the current context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The decoder considers </a:t>
                </a:r>
                <a:r>
                  <a:rPr lang="en-IN" b="1" dirty="0"/>
                  <a:t>all encoder hidden states</a:t>
                </a:r>
                <a:r>
                  <a:rPr lang="en-IN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It computes </a:t>
                </a:r>
                <a:r>
                  <a:rPr lang="en-IN" b="1" dirty="0"/>
                  <a:t>attention weights</a:t>
                </a:r>
                <a:r>
                  <a:rPr lang="en-IN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These weights represent the </a:t>
                </a:r>
                <a:r>
                  <a:rPr lang="en-IN" b="1" dirty="0"/>
                  <a:t>importance</a:t>
                </a:r>
                <a:r>
                  <a:rPr lang="en-IN" dirty="0"/>
                  <a:t> of each encoder vector at time step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810557-FCF9-11AF-2F37-E37AE1219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95" y="442459"/>
                <a:ext cx="9282164" cy="2043508"/>
              </a:xfrm>
              <a:prstGeom prst="rect">
                <a:avLst/>
              </a:prstGeom>
              <a:blipFill>
                <a:blip r:embed="rId2"/>
                <a:stretch>
                  <a:fillRect l="-591" t="-1493" b="-41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E88BE1-52B2-EEB0-3621-9A3CB8B420A5}"/>
                  </a:ext>
                </a:extLst>
              </p:cNvPr>
              <p:cNvSpPr txBox="1"/>
              <p:nvPr/>
            </p:nvSpPr>
            <p:spPr>
              <a:xfrm>
                <a:off x="414494" y="2579023"/>
                <a:ext cx="8317523" cy="34621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Mathematical Formulation of Context Vector</a:t>
                </a:r>
              </a:p>
              <a:p>
                <a:pPr>
                  <a:buNone/>
                </a:pPr>
                <a:r>
                  <a:rPr lang="en-IN" dirty="0"/>
                  <a:t>The context vector is computed as a </a:t>
                </a:r>
                <a:r>
                  <a:rPr lang="en-IN" b="1" dirty="0"/>
                  <a:t>weighted sum (convex combination)</a:t>
                </a:r>
                <a:r>
                  <a:rPr lang="en-IN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r>
                  <a:rPr lang="en-IN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ar-AE" i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This ensures: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The context is a meaningful blend of encoder representations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More relevant words contribute more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E88BE1-52B2-EEB0-3621-9A3CB8B42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94" y="2579023"/>
                <a:ext cx="8317523" cy="3462102"/>
              </a:xfrm>
              <a:prstGeom prst="rect">
                <a:avLst/>
              </a:prstGeom>
              <a:blipFill>
                <a:blip r:embed="rId3"/>
                <a:stretch>
                  <a:fillRect l="-660" t="-704" b="-19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E3008AD-DD4A-044F-4DD9-3433337E2215}"/>
                  </a:ext>
                </a:extLst>
              </p14:cNvPr>
              <p14:cNvContentPartPr/>
              <p14:nvPr/>
            </p14:nvContentPartPr>
            <p14:xfrm>
              <a:off x="454680" y="4161240"/>
              <a:ext cx="1712160" cy="1073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E3008AD-DD4A-044F-4DD9-3433337E22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5320" y="4151880"/>
                <a:ext cx="1730880" cy="109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77928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CA914-2DE3-9CA3-FF89-3D869F8F6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116A37-C785-572A-6839-55E96A34EB52}"/>
              </a:ext>
            </a:extLst>
          </p:cNvPr>
          <p:cNvSpPr txBox="1"/>
          <p:nvPr/>
        </p:nvSpPr>
        <p:spPr>
          <a:xfrm>
            <a:off x="454688" y="417066"/>
            <a:ext cx="9372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Intuition Behind the Mathematics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 each decoding step: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One or a few encoder vectors receive </a:t>
            </a:r>
            <a:r>
              <a:rPr lang="en-US" b="1" dirty="0"/>
              <a:t>higher weights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Generating </a:t>
            </a:r>
            <a:r>
              <a:rPr lang="en-US" dirty="0">
                <a:latin typeface="Courier New" panose="02070309020205020404" pitchFamily="49" charset="0"/>
              </a:rPr>
              <a:t>"print"</a:t>
            </a:r>
            <a:r>
              <a:rPr lang="en-US" dirty="0"/>
              <a:t> → higher weight on </a:t>
            </a:r>
            <a:r>
              <a:rPr lang="en-US" i="1" dirty="0"/>
              <a:t>“print / program”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Generating </a:t>
            </a:r>
            <a:r>
              <a:rPr lang="en-US" dirty="0">
                <a:latin typeface="Courier New" panose="02070309020205020404" pitchFamily="49" charset="0"/>
              </a:rPr>
              <a:t>"hello"</a:t>
            </a:r>
            <a:r>
              <a:rPr lang="en-US" dirty="0"/>
              <a:t> → higher weight on </a:t>
            </a:r>
            <a:r>
              <a:rPr lang="en-US" i="1" dirty="0"/>
              <a:t>“hello”</a:t>
            </a:r>
            <a:endParaRPr lang="en-US" dirty="0"/>
          </a:p>
          <a:p>
            <a:pPr>
              <a:buNone/>
            </a:pPr>
            <a:r>
              <a:rPr lang="en-US" b="1" dirty="0"/>
              <a:t>Result: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decoder focuses on the </a:t>
            </a:r>
            <a:r>
              <a:rPr lang="en-US" b="1" dirty="0"/>
              <a:t>right information at the right time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Leads to more accurate and context-aware generation</a:t>
            </a:r>
          </a:p>
        </p:txBody>
      </p:sp>
    </p:spTree>
    <p:extLst>
      <p:ext uri="{BB962C8B-B14F-4D97-AF65-F5344CB8AC3E}">
        <p14:creationId xmlns:p14="http://schemas.microsoft.com/office/powerpoint/2010/main" val="20725754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FBC1-D4C7-386D-C529-2B4C531F1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7F4295-E840-726D-C6B4-890B133D61F3}"/>
                  </a:ext>
                </a:extLst>
              </p:cNvPr>
              <p:cNvSpPr txBox="1"/>
              <p:nvPr/>
            </p:nvSpPr>
            <p:spPr>
              <a:xfrm>
                <a:off x="535074" y="335262"/>
                <a:ext cx="9643905" cy="4613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Computing Attention Weights with </a:t>
                </a:r>
                <a:r>
                  <a:rPr lang="en-IN" b="1" dirty="0" err="1"/>
                  <a:t>Softmax</a:t>
                </a:r>
                <a:endParaRPr lang="en-IN" b="1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The attention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IN" dirty="0"/>
                  <a:t>must satisfy: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ar-AE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ar-AE" i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Achieved using </a:t>
                </a:r>
                <a:r>
                  <a:rPr lang="en-IN" b="1" dirty="0" err="1"/>
                  <a:t>softmax</a:t>
                </a:r>
                <a:r>
                  <a:rPr lang="en-IN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IN" b="0" i="1">
                                  <a:latin typeface="Cambria Math" panose="02040503050406030204" pitchFamily="18" charset="0"/>
                                </a:rPr>
                                <m:t>score</m:t>
                              </m:r>
                              <m:d>
                                <m:dPr>
                                  <m:sepChr m:val=","/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ar-AE" b="0" i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grow m:val="on"/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IN" b="0" i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e>
                          </m:nary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IN" b="0" i="1">
                                  <a:latin typeface="Cambria Math" panose="02040503050406030204" pitchFamily="18" charset="0"/>
                                </a:rPr>
                                <m:t>score</m:t>
                              </m:r>
                              <m:d>
                                <m:dPr>
                                  <m:sepChr m:val=","/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ar-AE" b="0" i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r>
                  <a:rPr lang="en-IN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previous decoder state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encoder vector at position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score</m:t>
                    </m:r>
                    <m:d>
                      <m:dPr>
                        <m:sepChr m:val=","/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IN" b="1" dirty="0"/>
                  <a:t>raw alignment score</a:t>
                </a:r>
                <a:r>
                  <a:rPr lang="en-IN" dirty="0"/>
                  <a:t> for that encoder vector</a:t>
                </a:r>
              </a:p>
              <a:p>
                <a:pPr>
                  <a:buNone/>
                </a:pPr>
                <a:r>
                  <a:rPr lang="en-IN" b="1" dirty="0"/>
                  <a:t>Key points: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Converts arbitrary scores into </a:t>
                </a:r>
                <a:r>
                  <a:rPr lang="en-IN" b="1" dirty="0"/>
                  <a:t>positive values between 0 and 1</a:t>
                </a: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Ensures </a:t>
                </a:r>
                <a:r>
                  <a:rPr lang="en-IN" b="1" dirty="0"/>
                  <a:t>weights sum to 1</a:t>
                </a:r>
                <a:r>
                  <a:rPr lang="en-IN" dirty="0"/>
                  <a:t> → proper convex combination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7F4295-E840-726D-C6B4-890B133D6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74" y="335262"/>
                <a:ext cx="9643905" cy="4613571"/>
              </a:xfrm>
              <a:prstGeom prst="rect">
                <a:avLst/>
              </a:prstGeom>
              <a:blipFill>
                <a:blip r:embed="rId2"/>
                <a:stretch>
                  <a:fillRect l="-569" t="-661" b="-11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32FF939-852C-CFE0-9DCA-62221A726742}"/>
                  </a:ext>
                </a:extLst>
              </p14:cNvPr>
              <p14:cNvContentPartPr/>
              <p14:nvPr/>
            </p14:nvContentPartPr>
            <p14:xfrm>
              <a:off x="577800" y="825840"/>
              <a:ext cx="10050480" cy="3539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32FF939-852C-CFE0-9DCA-62221A7267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8440" y="816480"/>
                <a:ext cx="10069200" cy="355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34102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217F6-7FBD-31FB-5CC5-CC50EF8C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742BECD-4092-C0B0-04C7-846EED1DEC94}"/>
                  </a:ext>
                </a:extLst>
              </p:cNvPr>
              <p:cNvSpPr txBox="1"/>
              <p:nvPr/>
            </p:nvSpPr>
            <p:spPr>
              <a:xfrm>
                <a:off x="545123" y="296755"/>
                <a:ext cx="10749223" cy="29910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Learning the Alignment Function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How are the </a:t>
                </a:r>
                <a:r>
                  <a:rPr lang="en-IN" b="1" dirty="0"/>
                  <a:t>scores</a:t>
                </a:r>
                <a:r>
                  <a:rPr lang="en-IN" dirty="0"/>
                  <a:t> computed?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The model learns a </a:t>
                </a:r>
                <a:r>
                  <a:rPr lang="en-IN" b="1" dirty="0"/>
                  <a:t>trainable alignment function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score</m:t>
                      </m:r>
                      <m:d>
                        <m:dPr>
                          <m:sepChr m:val=","/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sepChr m:val=","/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b="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The alignment function can be implemented as: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A </a:t>
                </a:r>
                <a:r>
                  <a:rPr lang="en-IN" b="1" dirty="0"/>
                  <a:t>feed-forward neural network</a:t>
                </a:r>
                <a:endParaRPr lang="en-IN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A </a:t>
                </a:r>
                <a:r>
                  <a:rPr lang="en-IN" b="1" dirty="0"/>
                  <a:t>dot product</a:t>
                </a:r>
                <a:r>
                  <a:rPr lang="en-IN" dirty="0"/>
                  <a:t> or </a:t>
                </a:r>
                <a:r>
                  <a:rPr lang="en-IN" b="1" dirty="0"/>
                  <a:t>scaled dot product</a:t>
                </a:r>
                <a:r>
                  <a:rPr lang="en-IN" dirty="0"/>
                  <a:t>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During training: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The network learns which parts of the input sequence are </a:t>
                </a:r>
                <a:r>
                  <a:rPr lang="en-IN" b="1" dirty="0"/>
                  <a:t>most relevant</a:t>
                </a:r>
                <a:r>
                  <a:rPr lang="en-IN" dirty="0"/>
                  <a:t> at each decoding step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Produces attention scores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IN" dirty="0"/>
                  <a:t>dynamically for every target word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742BECD-4092-C0B0-04C7-846EED1DE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23" y="296755"/>
                <a:ext cx="10749223" cy="2991075"/>
              </a:xfrm>
              <a:prstGeom prst="rect">
                <a:avLst/>
              </a:prstGeom>
              <a:blipFill>
                <a:blip r:embed="rId2"/>
                <a:stretch>
                  <a:fillRect l="-454" t="-1020" b="-20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D5C3C8-9376-CDAD-91EA-AC60E8DBE5B4}"/>
                  </a:ext>
                </a:extLst>
              </p:cNvPr>
              <p:cNvSpPr txBox="1"/>
              <p:nvPr/>
            </p:nvSpPr>
            <p:spPr>
              <a:xfrm>
                <a:off x="545123" y="3695506"/>
                <a:ext cx="1149280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Takeaway:</a:t>
                </a:r>
                <a:endParaRPr lang="en-IN" dirty="0"/>
              </a:p>
              <a:p>
                <a:pPr>
                  <a:buNone/>
                </a:pPr>
                <a:r>
                  <a:rPr lang="en-IN" dirty="0"/>
                  <a:t>The context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is now </a:t>
                </a:r>
                <a:r>
                  <a:rPr lang="en-IN" b="1" dirty="0"/>
                  <a:t>dynamic</a:t>
                </a:r>
                <a:r>
                  <a:rPr lang="en-IN" dirty="0"/>
                  <a:t>, </a:t>
                </a:r>
                <a:r>
                  <a:rPr lang="en-IN" b="1" dirty="0"/>
                  <a:t>weighted</a:t>
                </a:r>
                <a:r>
                  <a:rPr lang="en-IN" dirty="0"/>
                  <a:t>, and </a:t>
                </a:r>
                <a:r>
                  <a:rPr lang="en-IN" b="1" dirty="0"/>
                  <a:t>learned</a:t>
                </a:r>
                <a:r>
                  <a:rPr lang="en-IN" dirty="0"/>
                  <a:t>, enabling the decoder to focus on the right parts of the input at each step.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D5C3C8-9376-CDAD-91EA-AC60E8DBE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23" y="3695506"/>
                <a:ext cx="11492802" cy="923330"/>
              </a:xfrm>
              <a:prstGeom prst="rect">
                <a:avLst/>
              </a:prstGeom>
              <a:blipFill>
                <a:blip r:embed="rId3"/>
                <a:stretch>
                  <a:fillRect l="-424" t="-2632" b="-98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351CDF7-5577-CBBE-283B-1766803950AF}"/>
              </a:ext>
            </a:extLst>
          </p:cNvPr>
          <p:cNvSpPr txBox="1"/>
          <p:nvPr/>
        </p:nvSpPr>
        <p:spPr>
          <a:xfrm>
            <a:off x="7327760" y="296755"/>
            <a:ext cx="44991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A192B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scores are not predetermined - they are learned by the model during training. The model learns an alignment function, a, that determines the attention scores at each time step.</a:t>
            </a:r>
            <a:endParaRPr lang="en-IN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9" name="AutoShape 2" descr="Equation">
            <a:extLst>
              <a:ext uri="{FF2B5EF4-FFF2-40B4-BE49-F238E27FC236}">
                <a16:creationId xmlns:a16="http://schemas.microsoft.com/office/drawing/2014/main" id="{20A45DB8-C873-5894-D8E1-D8CB331171DE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5161573" y="1927336"/>
            <a:ext cx="177944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3" descr="Equation">
            <a:extLst>
              <a:ext uri="{FF2B5EF4-FFF2-40B4-BE49-F238E27FC236}">
                <a16:creationId xmlns:a16="http://schemas.microsoft.com/office/drawing/2014/main" id="{8D56DB59-1F85-A3EC-C66B-877433F6345C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10301898" y="1927336"/>
            <a:ext cx="177944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0647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6429B-04D6-4171-8FD3-F042E63B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90780B-60E4-A299-CD65-B35A661E8A20}"/>
              </a:ext>
            </a:extLst>
          </p:cNvPr>
          <p:cNvSpPr txBox="1"/>
          <p:nvPr/>
        </p:nvSpPr>
        <p:spPr>
          <a:xfrm>
            <a:off x="404447" y="389599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Limitations of RNN-Based Attention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7FA9F7-3CF7-46B4-2C60-81E43C003706}"/>
              </a:ext>
            </a:extLst>
          </p:cNvPr>
          <p:cNvSpPr txBox="1"/>
          <p:nvPr/>
        </p:nvSpPr>
        <p:spPr>
          <a:xfrm>
            <a:off x="404447" y="2489705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Next 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925A7-D561-70B8-A1DA-2E2EA34E9204}"/>
              </a:ext>
            </a:extLst>
          </p:cNvPr>
          <p:cNvSpPr txBox="1"/>
          <p:nvPr/>
        </p:nvSpPr>
        <p:spPr>
          <a:xfrm>
            <a:off x="404447" y="2859037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Processing sequences </a:t>
            </a:r>
            <a:r>
              <a:rPr lang="en-US" b="1" dirty="0"/>
              <a:t>in parallel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Eliminating recurrence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Foundations of Transformer architectures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B907AD-1B3A-5870-3396-5A60BE1D750A}"/>
              </a:ext>
            </a:extLst>
          </p:cNvPr>
          <p:cNvSpPr txBox="1"/>
          <p:nvPr/>
        </p:nvSpPr>
        <p:spPr>
          <a:xfrm>
            <a:off x="404447" y="758931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Still sequential in nature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Limited parallelization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Slow for very long sequences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4D3B2A-2548-E016-D166-A51E199C82A4}"/>
                  </a:ext>
                </a:extLst>
              </p14:cNvPr>
              <p14:cNvContentPartPr/>
              <p14:nvPr/>
            </p14:nvContentPartPr>
            <p14:xfrm>
              <a:off x="269640" y="2201040"/>
              <a:ext cx="5267160" cy="2431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4D3B2A-2548-E016-D166-A51E199C82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0280" y="2191680"/>
                <a:ext cx="5285880" cy="244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63619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67B76-6193-AB05-19CF-2C9A8B175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8014E9-6F8E-414C-CE78-DDE22A2EDA6D}"/>
              </a:ext>
            </a:extLst>
          </p:cNvPr>
          <p:cNvSpPr txBox="1"/>
          <p:nvPr/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Takeaways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TextBox 3">
            <a:extLst>
              <a:ext uri="{FF2B5EF4-FFF2-40B4-BE49-F238E27FC236}">
                <a16:creationId xmlns:a16="http://schemas.microsoft.com/office/drawing/2014/main" id="{2308F952-E8D4-67DA-D04E-7919086A83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752310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61D89F5-CDBC-CAE8-E455-76A81D4D0E16}"/>
                  </a:ext>
                </a:extLst>
              </p14:cNvPr>
              <p14:cNvContentPartPr/>
              <p14:nvPr/>
            </p14:nvContentPartPr>
            <p14:xfrm>
              <a:off x="6396120" y="2026440"/>
              <a:ext cx="3658680" cy="2945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61D89F5-CDBC-CAE8-E455-76A81D4D0E1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6760" y="2017080"/>
                <a:ext cx="3677400" cy="296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1138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26B65B-DA2F-8729-0029-2F8A5F686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CA0417-2C2E-D3AB-8CB6-4B4F6C6BD1E3}"/>
              </a:ext>
            </a:extLst>
          </p:cNvPr>
          <p:cNvSpPr txBox="1"/>
          <p:nvPr/>
        </p:nvSpPr>
        <p:spPr>
          <a:xfrm>
            <a:off x="6790414" y="640080"/>
            <a:ext cx="4758458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>
                <a:latin typeface="+mj-lt"/>
                <a:ea typeface="+mj-ea"/>
                <a:cs typeface="+mj-cs"/>
              </a:rPr>
              <a:t>Questions?</a:t>
            </a:r>
          </a:p>
        </p:txBody>
      </p:sp>
      <p:pic>
        <p:nvPicPr>
          <p:cNvPr id="4" name="Picture 3" descr="Question marks in a line and one question mark is lit">
            <a:extLst>
              <a:ext uri="{FF2B5EF4-FFF2-40B4-BE49-F238E27FC236}">
                <a16:creationId xmlns:a16="http://schemas.microsoft.com/office/drawing/2014/main" id="{4CBADF52-767A-03EE-AAEF-AD95216F3A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548" b="-1"/>
          <a:stretch>
            <a:fillRect/>
          </a:stretch>
        </p:blipFill>
        <p:spPr>
          <a:xfrm>
            <a:off x="20" y="10"/>
            <a:ext cx="6108141" cy="6857990"/>
          </a:xfrm>
          <a:custGeom>
            <a:avLst/>
            <a:gdLst/>
            <a:ahLst/>
            <a:cxnLst/>
            <a:rect l="l" t="t" r="r" b="b"/>
            <a:pathLst>
              <a:path w="6108161" h="6858000">
                <a:moveTo>
                  <a:pt x="0" y="0"/>
                </a:moveTo>
                <a:lnTo>
                  <a:pt x="2058355" y="0"/>
                </a:lnTo>
                <a:lnTo>
                  <a:pt x="3299791" y="0"/>
                </a:lnTo>
                <a:lnTo>
                  <a:pt x="6076880" y="0"/>
                </a:lnTo>
                <a:lnTo>
                  <a:pt x="6078171" y="10931"/>
                </a:lnTo>
                <a:cubicBezTo>
                  <a:pt x="6093300" y="94836"/>
                  <a:pt x="6090630" y="179884"/>
                  <a:pt x="6094698" y="264297"/>
                </a:cubicBezTo>
                <a:cubicBezTo>
                  <a:pt x="6099656" y="367652"/>
                  <a:pt x="6093427" y="471135"/>
                  <a:pt x="6091266" y="574617"/>
                </a:cubicBezTo>
                <a:cubicBezTo>
                  <a:pt x="6089359" y="662717"/>
                  <a:pt x="6080587" y="750690"/>
                  <a:pt x="6083384" y="838916"/>
                </a:cubicBezTo>
                <a:cubicBezTo>
                  <a:pt x="6083384" y="841968"/>
                  <a:pt x="6083384" y="845019"/>
                  <a:pt x="6083384" y="848070"/>
                </a:cubicBezTo>
                <a:cubicBezTo>
                  <a:pt x="6075375" y="945068"/>
                  <a:pt x="6075375" y="1042576"/>
                  <a:pt x="6083384" y="1139574"/>
                </a:cubicBezTo>
                <a:cubicBezTo>
                  <a:pt x="6085964" y="1179950"/>
                  <a:pt x="6085240" y="1220466"/>
                  <a:pt x="6081223" y="1260728"/>
                </a:cubicBezTo>
                <a:cubicBezTo>
                  <a:pt x="6077409" y="1311960"/>
                  <a:pt x="6065204" y="1364083"/>
                  <a:pt x="6073976" y="1414934"/>
                </a:cubicBezTo>
                <a:cubicBezTo>
                  <a:pt x="6079722" y="1456784"/>
                  <a:pt x="6082913" y="1498940"/>
                  <a:pt x="6083511" y="1541172"/>
                </a:cubicBezTo>
                <a:cubicBezTo>
                  <a:pt x="6087833" y="1635755"/>
                  <a:pt x="6083638" y="1730847"/>
                  <a:pt x="6082112" y="1825685"/>
                </a:cubicBezTo>
                <a:cubicBezTo>
                  <a:pt x="6080205" y="1936286"/>
                  <a:pt x="6083002" y="2046634"/>
                  <a:pt x="6074103" y="2157235"/>
                </a:cubicBezTo>
                <a:cubicBezTo>
                  <a:pt x="6069145" y="2246581"/>
                  <a:pt x="6069145" y="2336130"/>
                  <a:pt x="6074103" y="2425476"/>
                </a:cubicBezTo>
                <a:cubicBezTo>
                  <a:pt x="6076519" y="2507473"/>
                  <a:pt x="6088850" y="2588454"/>
                  <a:pt x="6086816" y="2671214"/>
                </a:cubicBezTo>
                <a:cubicBezTo>
                  <a:pt x="6084401" y="2767832"/>
                  <a:pt x="6072959" y="2863940"/>
                  <a:pt x="6076519" y="2960685"/>
                </a:cubicBezTo>
                <a:cubicBezTo>
                  <a:pt x="6078171" y="3006832"/>
                  <a:pt x="6078299" y="3052980"/>
                  <a:pt x="6079316" y="3099127"/>
                </a:cubicBezTo>
                <a:cubicBezTo>
                  <a:pt x="6080333" y="3154682"/>
                  <a:pt x="6090376" y="3210110"/>
                  <a:pt x="6084782" y="3265665"/>
                </a:cubicBezTo>
                <a:cubicBezTo>
                  <a:pt x="6075502" y="3358087"/>
                  <a:pt x="6051475" y="3448857"/>
                  <a:pt x="6066476" y="3543567"/>
                </a:cubicBezTo>
                <a:cubicBezTo>
                  <a:pt x="6074739" y="3595690"/>
                  <a:pt x="6084146" y="3647940"/>
                  <a:pt x="6088850" y="3700571"/>
                </a:cubicBezTo>
                <a:cubicBezTo>
                  <a:pt x="6093045" y="3747608"/>
                  <a:pt x="6103724" y="3795408"/>
                  <a:pt x="6095588" y="3842191"/>
                </a:cubicBezTo>
                <a:cubicBezTo>
                  <a:pt x="6088723" y="3882237"/>
                  <a:pt x="6092410" y="3922282"/>
                  <a:pt x="6087070" y="3962327"/>
                </a:cubicBezTo>
                <a:cubicBezTo>
                  <a:pt x="6080078" y="4014831"/>
                  <a:pt x="6076265" y="4068352"/>
                  <a:pt x="6071052" y="4121111"/>
                </a:cubicBezTo>
                <a:cubicBezTo>
                  <a:pt x="6066221" y="4169038"/>
                  <a:pt x="6062662" y="4216838"/>
                  <a:pt x="6075375" y="4261841"/>
                </a:cubicBezTo>
                <a:cubicBezTo>
                  <a:pt x="6106394" y="4375112"/>
                  <a:pt x="6089359" y="4487748"/>
                  <a:pt x="6077663" y="4600257"/>
                </a:cubicBezTo>
                <a:cubicBezTo>
                  <a:pt x="6071942" y="4655049"/>
                  <a:pt x="6063552" y="4712765"/>
                  <a:pt x="6076265" y="4762853"/>
                </a:cubicBezTo>
                <a:cubicBezTo>
                  <a:pt x="6099783" y="4851716"/>
                  <a:pt x="6081350" y="4936764"/>
                  <a:pt x="6071179" y="5021432"/>
                </a:cubicBezTo>
                <a:cubicBezTo>
                  <a:pt x="6061009" y="5106099"/>
                  <a:pt x="6058594" y="5189495"/>
                  <a:pt x="6076392" y="5272637"/>
                </a:cubicBezTo>
                <a:cubicBezTo>
                  <a:pt x="6088850" y="5331116"/>
                  <a:pt x="6088850" y="5390612"/>
                  <a:pt x="6090376" y="5449600"/>
                </a:cubicBezTo>
                <a:cubicBezTo>
                  <a:pt x="6091266" y="5486339"/>
                  <a:pt x="6077663" y="5523842"/>
                  <a:pt x="6068637" y="5560582"/>
                </a:cubicBezTo>
                <a:cubicBezTo>
                  <a:pt x="6052364" y="5626943"/>
                  <a:pt x="6046517" y="5694321"/>
                  <a:pt x="6068637" y="5759029"/>
                </a:cubicBezTo>
                <a:cubicBezTo>
                  <a:pt x="6099148" y="5848655"/>
                  <a:pt x="6116691" y="5938407"/>
                  <a:pt x="6103978" y="6033117"/>
                </a:cubicBezTo>
                <a:cubicBezTo>
                  <a:pt x="6096732" y="6091724"/>
                  <a:pt x="6094952" y="6151347"/>
                  <a:pt x="6084019" y="6209190"/>
                </a:cubicBezTo>
                <a:cubicBezTo>
                  <a:pt x="6065713" y="6304790"/>
                  <a:pt x="6072196" y="6399882"/>
                  <a:pt x="6086816" y="6494211"/>
                </a:cubicBezTo>
                <a:cubicBezTo>
                  <a:pt x="6096897" y="6573081"/>
                  <a:pt x="6097965" y="6652829"/>
                  <a:pt x="6089994" y="6731941"/>
                </a:cubicBezTo>
                <a:lnTo>
                  <a:pt x="6081268" y="6858000"/>
                </a:lnTo>
                <a:lnTo>
                  <a:pt x="3299791" y="6858000"/>
                </a:lnTo>
                <a:lnTo>
                  <a:pt x="205835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sketchy line">
            <a:extLst>
              <a:ext uri="{FF2B5EF4-FFF2-40B4-BE49-F238E27FC236}">
                <a16:creationId xmlns:a16="http://schemas.microsoft.com/office/drawing/2014/main" id="{82580482-BA80-420A-8A05-C58E97F2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1142" y="4409267"/>
            <a:ext cx="4242816" cy="18288"/>
          </a:xfrm>
          <a:custGeom>
            <a:avLst/>
            <a:gdLst>
              <a:gd name="csX0" fmla="*/ 0 w 4242816"/>
              <a:gd name="csY0" fmla="*/ 0 h 18288"/>
              <a:gd name="csX1" fmla="*/ 690973 w 4242816"/>
              <a:gd name="csY1" fmla="*/ 0 h 18288"/>
              <a:gd name="csX2" fmla="*/ 1212233 w 4242816"/>
              <a:gd name="csY2" fmla="*/ 0 h 18288"/>
              <a:gd name="csX3" fmla="*/ 1860778 w 4242816"/>
              <a:gd name="csY3" fmla="*/ 0 h 18288"/>
              <a:gd name="csX4" fmla="*/ 2424466 w 4242816"/>
              <a:gd name="csY4" fmla="*/ 0 h 18288"/>
              <a:gd name="csX5" fmla="*/ 3115439 w 4242816"/>
              <a:gd name="csY5" fmla="*/ 0 h 18288"/>
              <a:gd name="csX6" fmla="*/ 3636699 w 4242816"/>
              <a:gd name="csY6" fmla="*/ 0 h 18288"/>
              <a:gd name="csX7" fmla="*/ 4242816 w 4242816"/>
              <a:gd name="csY7" fmla="*/ 0 h 18288"/>
              <a:gd name="csX8" fmla="*/ 4242816 w 4242816"/>
              <a:gd name="csY8" fmla="*/ 18288 h 18288"/>
              <a:gd name="csX9" fmla="*/ 3636699 w 4242816"/>
              <a:gd name="csY9" fmla="*/ 18288 h 18288"/>
              <a:gd name="csX10" fmla="*/ 3030583 w 4242816"/>
              <a:gd name="csY10" fmla="*/ 18288 h 18288"/>
              <a:gd name="csX11" fmla="*/ 2466894 w 4242816"/>
              <a:gd name="csY11" fmla="*/ 18288 h 18288"/>
              <a:gd name="csX12" fmla="*/ 1988062 w 4242816"/>
              <a:gd name="csY12" fmla="*/ 18288 h 18288"/>
              <a:gd name="csX13" fmla="*/ 1466802 w 4242816"/>
              <a:gd name="csY13" fmla="*/ 18288 h 18288"/>
              <a:gd name="csX14" fmla="*/ 860686 w 4242816"/>
              <a:gd name="csY14" fmla="*/ 18288 h 18288"/>
              <a:gd name="csX15" fmla="*/ 0 w 4242816"/>
              <a:gd name="csY15" fmla="*/ 18288 h 18288"/>
              <a:gd name="csX16" fmla="*/ 0 w 4242816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2816" h="18288" fill="none" extrusionOk="0">
                <a:moveTo>
                  <a:pt x="0" y="0"/>
                </a:moveTo>
                <a:cubicBezTo>
                  <a:pt x="249934" y="1471"/>
                  <a:pt x="379877" y="-29444"/>
                  <a:pt x="690973" y="0"/>
                </a:cubicBezTo>
                <a:cubicBezTo>
                  <a:pt x="1002069" y="29444"/>
                  <a:pt x="1021583" y="17501"/>
                  <a:pt x="1212233" y="0"/>
                </a:cubicBezTo>
                <a:cubicBezTo>
                  <a:pt x="1402883" y="-17501"/>
                  <a:pt x="1678760" y="5386"/>
                  <a:pt x="1860778" y="0"/>
                </a:cubicBezTo>
                <a:cubicBezTo>
                  <a:pt x="2042796" y="-5386"/>
                  <a:pt x="2245608" y="-22401"/>
                  <a:pt x="2424466" y="0"/>
                </a:cubicBezTo>
                <a:cubicBezTo>
                  <a:pt x="2603324" y="22401"/>
                  <a:pt x="2890020" y="33806"/>
                  <a:pt x="3115439" y="0"/>
                </a:cubicBezTo>
                <a:cubicBezTo>
                  <a:pt x="3340858" y="-33806"/>
                  <a:pt x="3428300" y="18628"/>
                  <a:pt x="3636699" y="0"/>
                </a:cubicBezTo>
                <a:cubicBezTo>
                  <a:pt x="3845098" y="-18628"/>
                  <a:pt x="4108824" y="5541"/>
                  <a:pt x="4242816" y="0"/>
                </a:cubicBezTo>
                <a:cubicBezTo>
                  <a:pt x="4242066" y="4160"/>
                  <a:pt x="4243125" y="10356"/>
                  <a:pt x="4242816" y="18288"/>
                </a:cubicBezTo>
                <a:cubicBezTo>
                  <a:pt x="4113424" y="32735"/>
                  <a:pt x="3768327" y="47567"/>
                  <a:pt x="3636699" y="18288"/>
                </a:cubicBezTo>
                <a:cubicBezTo>
                  <a:pt x="3505071" y="-10991"/>
                  <a:pt x="3294208" y="-4990"/>
                  <a:pt x="3030583" y="18288"/>
                </a:cubicBezTo>
                <a:cubicBezTo>
                  <a:pt x="2766958" y="41566"/>
                  <a:pt x="2649277" y="20974"/>
                  <a:pt x="2466894" y="18288"/>
                </a:cubicBezTo>
                <a:cubicBezTo>
                  <a:pt x="2284511" y="15602"/>
                  <a:pt x="2151277" y="1154"/>
                  <a:pt x="1988062" y="18288"/>
                </a:cubicBezTo>
                <a:cubicBezTo>
                  <a:pt x="1824847" y="35422"/>
                  <a:pt x="1691359" y="9265"/>
                  <a:pt x="1466802" y="18288"/>
                </a:cubicBezTo>
                <a:cubicBezTo>
                  <a:pt x="1242245" y="27311"/>
                  <a:pt x="1006161" y="36605"/>
                  <a:pt x="860686" y="18288"/>
                </a:cubicBezTo>
                <a:cubicBezTo>
                  <a:pt x="715211" y="-29"/>
                  <a:pt x="242774" y="46538"/>
                  <a:pt x="0" y="18288"/>
                </a:cubicBezTo>
                <a:cubicBezTo>
                  <a:pt x="-146" y="11482"/>
                  <a:pt x="-422" y="5192"/>
                  <a:pt x="0" y="0"/>
                </a:cubicBezTo>
                <a:close/>
              </a:path>
              <a:path w="4242816" h="18288" stroke="0" extrusionOk="0">
                <a:moveTo>
                  <a:pt x="0" y="0"/>
                </a:moveTo>
                <a:cubicBezTo>
                  <a:pt x="259751" y="-14018"/>
                  <a:pt x="356632" y="-15007"/>
                  <a:pt x="521260" y="0"/>
                </a:cubicBezTo>
                <a:cubicBezTo>
                  <a:pt x="685888" y="15007"/>
                  <a:pt x="885786" y="5167"/>
                  <a:pt x="1212233" y="0"/>
                </a:cubicBezTo>
                <a:cubicBezTo>
                  <a:pt x="1538680" y="-5167"/>
                  <a:pt x="1458849" y="7951"/>
                  <a:pt x="1691065" y="0"/>
                </a:cubicBezTo>
                <a:cubicBezTo>
                  <a:pt x="1923281" y="-7951"/>
                  <a:pt x="1985780" y="-16303"/>
                  <a:pt x="2169897" y="0"/>
                </a:cubicBezTo>
                <a:cubicBezTo>
                  <a:pt x="2354014" y="16303"/>
                  <a:pt x="2633054" y="-2739"/>
                  <a:pt x="2776014" y="0"/>
                </a:cubicBezTo>
                <a:cubicBezTo>
                  <a:pt x="2918974" y="2739"/>
                  <a:pt x="3112688" y="-15682"/>
                  <a:pt x="3339702" y="0"/>
                </a:cubicBezTo>
                <a:cubicBezTo>
                  <a:pt x="3566716" y="15682"/>
                  <a:pt x="4015278" y="-28467"/>
                  <a:pt x="4242816" y="0"/>
                </a:cubicBezTo>
                <a:cubicBezTo>
                  <a:pt x="4243501" y="7633"/>
                  <a:pt x="4242294" y="10002"/>
                  <a:pt x="4242816" y="18288"/>
                </a:cubicBezTo>
                <a:cubicBezTo>
                  <a:pt x="3924964" y="16283"/>
                  <a:pt x="3746362" y="-1805"/>
                  <a:pt x="3551843" y="18288"/>
                </a:cubicBezTo>
                <a:cubicBezTo>
                  <a:pt x="3357324" y="38381"/>
                  <a:pt x="3126422" y="47156"/>
                  <a:pt x="2860870" y="18288"/>
                </a:cubicBezTo>
                <a:cubicBezTo>
                  <a:pt x="2595318" y="-10580"/>
                  <a:pt x="2572437" y="11441"/>
                  <a:pt x="2297182" y="18288"/>
                </a:cubicBezTo>
                <a:cubicBezTo>
                  <a:pt x="2021927" y="25135"/>
                  <a:pt x="1916908" y="33601"/>
                  <a:pt x="1733493" y="18288"/>
                </a:cubicBezTo>
                <a:cubicBezTo>
                  <a:pt x="1550078" y="2975"/>
                  <a:pt x="1412440" y="27896"/>
                  <a:pt x="1212233" y="18288"/>
                </a:cubicBezTo>
                <a:cubicBezTo>
                  <a:pt x="1012026" y="8680"/>
                  <a:pt x="914386" y="13859"/>
                  <a:pt x="648545" y="18288"/>
                </a:cubicBezTo>
                <a:cubicBezTo>
                  <a:pt x="382704" y="22717"/>
                  <a:pt x="233522" y="39342"/>
                  <a:pt x="0" y="18288"/>
                </a:cubicBezTo>
                <a:cubicBezTo>
                  <a:pt x="-772" y="13661"/>
                  <a:pt x="-839" y="849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87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1128</TotalTime>
  <Words>3444</Words>
  <Application>Microsoft Macintosh PowerPoint</Application>
  <PresentationFormat>Widescreen</PresentationFormat>
  <Paragraphs>518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Aptos</vt:lpstr>
      <vt:lpstr>Aptos Display</vt:lpstr>
      <vt:lpstr>Arial</vt:lpstr>
      <vt:lpstr>Cambria Math</vt:lpstr>
      <vt:lpstr>Courier New</vt:lpstr>
      <vt:lpstr>Nirmala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Trinadh Kumar Veeramachaneni</dc:creator>
  <cp:lastModifiedBy>Deven Kalra</cp:lastModifiedBy>
  <cp:revision>4</cp:revision>
  <dcterms:created xsi:type="dcterms:W3CDTF">2026-01-02T04:26:55Z</dcterms:created>
  <dcterms:modified xsi:type="dcterms:W3CDTF">2026-01-12T21:41:32Z</dcterms:modified>
</cp:coreProperties>
</file>